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Layouts/slideLayout57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Layouts/slideLayout49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Masters/slideMaster7.xml" ContentType="application/vnd.openxmlformats-officedocument.presentationml.slideMaster+xml"/>
  <Override PartName="/ppt/slideLayouts/slideLayout13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8.xml" ContentType="application/vnd.openxmlformats-officedocument.presentationml.slideMaster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Masters/slideMaster9.xml" ContentType="application/vnd.openxmlformats-officedocument.presentationml.slideMaster+xml"/>
  <Override PartName="/ppt/slideLayouts/slideLayout48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  <p:sldMasterId id="2147483775" r:id="rId2"/>
    <p:sldMasterId id="2147483732" r:id="rId3"/>
    <p:sldMasterId id="2147483727" r:id="rId4"/>
    <p:sldMasterId id="2147483737" r:id="rId5"/>
    <p:sldMasterId id="2147483742" r:id="rId6"/>
    <p:sldMasterId id="2147483747" r:id="rId7"/>
    <p:sldMasterId id="2147483678" r:id="rId8"/>
    <p:sldMasterId id="2147483757" r:id="rId9"/>
    <p:sldMasterId id="2147483762" r:id="rId10"/>
  </p:sldMasterIdLst>
  <p:notesMasterIdLst>
    <p:notesMasterId r:id="rId14"/>
  </p:notesMasterIdLst>
  <p:handoutMasterIdLst>
    <p:handoutMasterId r:id="rId15"/>
  </p:handoutMasterIdLst>
  <p:sldIdLst>
    <p:sldId id="256" r:id="rId11"/>
    <p:sldId id="257" r:id="rId12"/>
    <p:sldId id="258" r:id="rId13"/>
  </p:sldIdLst>
  <p:sldSz cx="9144000" cy="5143500" type="screen16x9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8181"/>
    <a:srgbClr val="817A7D"/>
    <a:srgbClr val="999999"/>
    <a:srgbClr val="E5A2A3"/>
    <a:srgbClr val="BFCDB4"/>
    <a:srgbClr val="E1CDAD"/>
    <a:srgbClr val="E2B0A3"/>
    <a:srgbClr val="A5C6CB"/>
    <a:srgbClr val="9ED3CE"/>
    <a:srgbClr val="CDCA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02" autoAdjust="0"/>
    <p:restoredTop sz="92945" autoAdjust="0"/>
  </p:normalViewPr>
  <p:slideViewPr>
    <p:cSldViewPr>
      <p:cViewPr>
        <p:scale>
          <a:sx n="150" d="100"/>
          <a:sy n="150" d="100"/>
        </p:scale>
        <p:origin x="-906" y="-72"/>
      </p:cViewPr>
      <p:guideLst>
        <p:guide orient="horz"/>
        <p:guide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-3924" y="-8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3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customXml" Target="../customXml/item2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5" Type="http://schemas.openxmlformats.org/officeDocument/2006/relationships/slideMaster" Target="slideMasters/slideMaster5.xml"/><Relationship Id="rId15" Type="http://schemas.openxmlformats.org/officeDocument/2006/relationships/handoutMaster" Target="handoutMasters/handoutMaster1.xml"/><Relationship Id="rId10" Type="http://schemas.openxmlformats.org/officeDocument/2006/relationships/slideMaster" Target="slideMasters/slideMaster10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notesMaster" Target="notesMasters/notesMaster1.xml"/><Relationship Id="rId22" Type="http://schemas.openxmlformats.org/officeDocument/2006/relationships/customXml" Target="../customXml/item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BB841F-702C-4B40-8514-1912FE2C986C}" type="datetimeFigureOut">
              <a:rPr lang="en-GB" smtClean="0"/>
              <a:t>09/09/2022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78D9BE-8EC3-4497-94B4-7AA969EA95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66962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5DD29F-483B-417B-8995-B33B6E256D02}" type="datetimeFigureOut">
              <a:rPr lang="en-GB" smtClean="0"/>
              <a:t>09/09/2022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6463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EAE81E-CC4F-4ABC-A4B2-871B8F63E8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8649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jpeg"/><Relationship Id="rId4" Type="http://schemas.openxmlformats.org/officeDocument/2006/relationships/image" Target="../media/image6.w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1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1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1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1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9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1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0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SO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7884000" y="-4065"/>
            <a:ext cx="1260000" cy="4783570"/>
          </a:xfrm>
          <a:prstGeom prst="rect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10" name="Right Triangle 9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003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1" name="Picture 6" descr="G:\01_CMDG\08_PAO\01_PAO_CORPORATE-DESIGN\NATO Star\20150309_UC_NATO_Star_white_bg_transparent.png"/>
          <p:cNvPicPr>
            <a:picLocks noChangeAspect="1" noChangeArrowheads="1"/>
          </p:cNvPicPr>
          <p:nvPr userDrawn="1"/>
        </p:nvPicPr>
        <p:blipFill rotWithShape="1">
          <a:blip r:embed="rId4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140" t="6081" r="21698" b="-2337"/>
          <a:stretch/>
        </p:blipFill>
        <p:spPr bwMode="auto">
          <a:xfrm>
            <a:off x="7884000" y="2405406"/>
            <a:ext cx="1419326" cy="1429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/>
          <p:cNvSpPr/>
          <p:nvPr userDrawn="1"/>
        </p:nvSpPr>
        <p:spPr>
          <a:xfrm>
            <a:off x="4345024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Academic Directorate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4345024" y="2840019"/>
            <a:ext cx="3655976" cy="457200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Knowledge Enables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apability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hevron 16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  <p:sp>
        <p:nvSpPr>
          <p:cNvPr id="18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NATO UNCLASSIFIED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99998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SO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3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NATO UNCLASSIFIED</a:t>
            </a:r>
            <a:endParaRPr lang="en-GB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842" y="899999"/>
            <a:ext cx="856863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03B5B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003B5B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003B5B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003B5B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rgbClr val="003B5B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16" name="Picture 3" descr="G:\01_CMDG\08_PAO\01_PAO_CORPORATE-DESIGN\NSO_Logos\NSO_Eagle\Logo_NATO_School_Logo_RGB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492" y="4783500"/>
            <a:ext cx="359508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DC5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DC5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987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SO_2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288591"/>
            <a:ext cx="6984864" cy="47394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999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03B5B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003B5B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003B5B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003B5B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rgbClr val="003B5B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680000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03B5B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800100" indent="-342900">
              <a:buClr>
                <a:srgbClr val="003B5B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200150" indent="-285750">
              <a:buClr>
                <a:srgbClr val="003B5B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57350" indent="-285750">
              <a:buClr>
                <a:srgbClr val="003B5B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003B5B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pic>
        <p:nvPicPr>
          <p:cNvPr id="16" name="Picture 3" descr="G:\01_CMDG\08_PAO\01_PAO_CORPORATE-DESIGN\NSO_Logos\NSO_Eagle\Logo_NATO_School_Logo_RGB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492" y="4783500"/>
            <a:ext cx="359508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DC5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DC5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83014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SO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288591"/>
            <a:ext cx="6984864" cy="47394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52000" y="900000"/>
            <a:ext cx="8568000" cy="37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817A7D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GB" dirty="0"/>
          </a:p>
        </p:txBody>
      </p:sp>
      <p:pic>
        <p:nvPicPr>
          <p:cNvPr id="9" name="Picture 3" descr="G:\01_CMDG\08_PAO\01_PAO_CORPORATE-DESIGN\NSO_Logos\NSO_Eagle\Logo_NATO_School_Logo_RGB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492" y="4783500"/>
            <a:ext cx="359508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DC5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DC5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1797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SO_Image_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2801203354"/>
              </p:ext>
            </p:extLst>
          </p:nvPr>
        </p:nvGraphicFramePr>
        <p:xfrm>
          <a:off x="3671888" y="1671638"/>
          <a:ext cx="1800225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9" name="Bitmap Image" r:id="rId3" imgW="1800360" imgH="1800360" progId="Paint.Picture">
                  <p:embed/>
                </p:oleObj>
              </mc:Choice>
              <mc:Fallback>
                <p:oleObj name="Bitmap Image" r:id="rId3" imgW="1800360" imgH="180036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71888" y="1671638"/>
                        <a:ext cx="1800225" cy="1800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47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icon to add picture</a:t>
            </a:r>
            <a:endParaRPr lang="en-GB" dirty="0"/>
          </a:p>
        </p:txBody>
      </p:sp>
      <p:pic>
        <p:nvPicPr>
          <p:cNvPr id="11" name="Picture 3" descr="G:\01_CMDG\08_PAO\01_PAO_CORPORATE-DESIGN\NSO_Logos\NSO_Eagle\Logo_NATO_School_Logo_RGB.jp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492" y="4783500"/>
            <a:ext cx="359508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DC5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DC5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8" name="Chevron 7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06922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SO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7884000" y="-4065"/>
            <a:ext cx="1260000" cy="4783570"/>
          </a:xfrm>
          <a:prstGeom prst="rect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10" name="Right Triangle 9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003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1" name="Picture 6" descr="G:\01_CMDG\08_PAO\01_PAO_CORPORATE-DESIGN\NATO Star\20150309_UC_NATO_Star_white_bg_transparent.png"/>
          <p:cNvPicPr>
            <a:picLocks noChangeAspect="1" noChangeArrowheads="1"/>
          </p:cNvPicPr>
          <p:nvPr userDrawn="1"/>
        </p:nvPicPr>
        <p:blipFill rotWithShape="1">
          <a:blip r:embed="rId4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140" t="6081" r="21698" b="-2337"/>
          <a:stretch/>
        </p:blipFill>
        <p:spPr bwMode="auto">
          <a:xfrm>
            <a:off x="7884000" y="2405406"/>
            <a:ext cx="1419326" cy="1429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/>
          <p:cNvSpPr/>
          <p:nvPr userDrawn="1"/>
        </p:nvSpPr>
        <p:spPr>
          <a:xfrm>
            <a:off x="4345024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Academic Directorate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4345024" y="2840019"/>
            <a:ext cx="3655976" cy="457200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Knowledge Enables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apability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hevron 16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ADC5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8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22" name="TextBox 21"/>
          <p:cNvSpPr txBox="1"/>
          <p:nvPr userDrawn="1"/>
        </p:nvSpPr>
        <p:spPr>
          <a:xfrm>
            <a:off x="3958566" y="555526"/>
            <a:ext cx="40112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817A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  <a:endParaRPr lang="en-GB" sz="4800" b="1" dirty="0">
              <a:solidFill>
                <a:srgbClr val="817A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"/>
          <p:cNvPicPr>
            <a:picLocks noChangeAspect="1" noChangeArrowheads="1"/>
          </p:cNvPicPr>
          <p:nvPr userDrawn="1"/>
        </p:nvPicPr>
        <p:blipFill>
          <a:blip r:embed="rId6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56376" y="79112"/>
            <a:ext cx="1124486" cy="112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/>
          <p:cNvSpPr txBox="1"/>
          <p:nvPr userDrawn="1"/>
        </p:nvSpPr>
        <p:spPr>
          <a:xfrm>
            <a:off x="7897727" y="1214723"/>
            <a:ext cx="12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817A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Visit the NSO Website</a:t>
            </a:r>
            <a:endParaRPr lang="en-GB" sz="1200" b="1" dirty="0">
              <a:solidFill>
                <a:srgbClr val="817A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3089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COPD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 rot="2683444">
            <a:off x="3174680" y="1544448"/>
            <a:ext cx="2340731" cy="419129"/>
          </a:xfrm>
          <a:prstGeom prst="rect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-7200" y="117595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 userDrawn="1"/>
        </p:nvSpPr>
        <p:spPr>
          <a:xfrm>
            <a:off x="0" y="782300"/>
            <a:ext cx="3657600" cy="419129"/>
          </a:xfrm>
          <a:prstGeom prst="rect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817A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5" name="Right Triangle 24"/>
          <p:cNvSpPr/>
          <p:nvPr userDrawn="1"/>
        </p:nvSpPr>
        <p:spPr>
          <a:xfrm rot="16200000">
            <a:off x="3463590" y="2435612"/>
            <a:ext cx="1260705" cy="1260941"/>
          </a:xfrm>
          <a:prstGeom prst="rtTriangle">
            <a:avLst/>
          </a:prstGeom>
          <a:solidFill>
            <a:srgbClr val="817A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Non Commissioned Officers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Programmes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Department (NCOPD)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146" name="Picture 2" descr="G:\01_CMDG\08_PAO\01_PAO_CORPORATE-DESIGN\Department Icons\NCOPD\20160531_NU_NCOPD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0927" y="2434945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  <p:sp>
        <p:nvSpPr>
          <p:cNvPr id="15" name="Chevron 14"/>
          <p:cNvSpPr/>
          <p:nvPr userDrawn="1"/>
        </p:nvSpPr>
        <p:spPr>
          <a:xfrm>
            <a:off x="224962" y="4856080"/>
            <a:ext cx="240420" cy="227954"/>
          </a:xfrm>
          <a:prstGeom prst="chevron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14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99969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COPD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288590"/>
            <a:ext cx="6984864" cy="47394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80"/>
            <a:ext cx="240420" cy="227954"/>
          </a:xfrm>
          <a:prstGeom prst="chevron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5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842" y="899999"/>
            <a:ext cx="856863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817A7D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817A7D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817A7D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817A7D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817A7D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CDCAC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CDCAC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2" descr="G:\01_CMDG\08_PAO\01_PAO_CORPORATE-DESIGN\Department Icons\NCOPD\20160531_NU_NCOPD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9135" y="4802550"/>
            <a:ext cx="341265" cy="340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25897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COPD_2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6"/>
            <a:ext cx="6984864" cy="46009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80"/>
            <a:ext cx="240420" cy="227954"/>
          </a:xfrm>
          <a:prstGeom prst="chevron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5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CDCAC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CDCAC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2" descr="G:\01_CMDG\08_PAO\01_PAO_CORPORATE-DESIGN\Department Icons\NCOPD\20160531_NU_NCOPD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9135" y="4802550"/>
            <a:ext cx="341265" cy="340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999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817A7D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817A7D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817A7D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817A7D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rgbClr val="817A7D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680000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817A7D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800100" indent="-342900">
              <a:buClr>
                <a:srgbClr val="817A7D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200150" indent="-285750">
              <a:buClr>
                <a:srgbClr val="817A7D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57350" indent="-285750">
              <a:buClr>
                <a:srgbClr val="817A7D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817A7D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921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COPD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288590"/>
            <a:ext cx="6984864" cy="47394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80"/>
            <a:ext cx="240420" cy="227954"/>
          </a:xfrm>
          <a:prstGeom prst="chevron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5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CDCAC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CDCAC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2" descr="G:\01_CMDG\08_PAO\01_PAO_CORPORATE-DESIGN\Department Icons\NCOPD\20160531_NU_NCOPD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9135" y="4802550"/>
            <a:ext cx="341265" cy="340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52000" y="900000"/>
            <a:ext cx="8568000" cy="37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817A7D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40477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COPD_Image_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DC5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DC5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2" descr="G:\01_CMDG\08_PAO\01_PAO_CORPORATE-DESIGN\Department Icons\NCOPD\20160531_NU_NCOPD_Icon_100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9135" y="4802550"/>
            <a:ext cx="341265" cy="340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hevron 4"/>
          <p:cNvSpPr/>
          <p:nvPr userDrawn="1"/>
        </p:nvSpPr>
        <p:spPr>
          <a:xfrm>
            <a:off x="224962" y="4856080"/>
            <a:ext cx="240420" cy="227954"/>
          </a:xfrm>
          <a:prstGeom prst="chevron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47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83252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COPD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 rot="2683444">
            <a:off x="3174680" y="1544448"/>
            <a:ext cx="2340731" cy="419129"/>
          </a:xfrm>
          <a:prstGeom prst="rect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-7200" y="117595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 userDrawn="1"/>
        </p:nvSpPr>
        <p:spPr>
          <a:xfrm>
            <a:off x="0" y="782300"/>
            <a:ext cx="3657600" cy="419129"/>
          </a:xfrm>
          <a:prstGeom prst="rect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817A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5" name="Right Triangle 24"/>
          <p:cNvSpPr/>
          <p:nvPr userDrawn="1"/>
        </p:nvSpPr>
        <p:spPr>
          <a:xfrm rot="16200000">
            <a:off x="3463590" y="2435612"/>
            <a:ext cx="1260705" cy="1260941"/>
          </a:xfrm>
          <a:prstGeom prst="rtTriangle">
            <a:avLst/>
          </a:prstGeom>
          <a:solidFill>
            <a:srgbClr val="817A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Non Commissioned Officers </a:t>
            </a:r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Programmes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Department (NCOPD)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146" name="Picture 2" descr="G:\01_CMDG\08_PAO\01_PAO_CORPORATE-DESIGN\Department Icons\NCOPD\20160531_NU_NCOPD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0927" y="2434945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hevron 14"/>
          <p:cNvSpPr/>
          <p:nvPr userDrawn="1"/>
        </p:nvSpPr>
        <p:spPr>
          <a:xfrm>
            <a:off x="224962" y="4856080"/>
            <a:ext cx="240420" cy="227954"/>
          </a:xfrm>
          <a:prstGeom prst="chevron">
            <a:avLst/>
          </a:prstGeom>
          <a:solidFill>
            <a:srgbClr val="CD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3958566" y="555526"/>
            <a:ext cx="40112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817A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  <a:endParaRPr lang="en-GB" sz="4800" b="1" dirty="0">
              <a:solidFill>
                <a:srgbClr val="817A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3074" name="Picture 2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56376" y="79112"/>
            <a:ext cx="1124486" cy="112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 userDrawn="1"/>
        </p:nvSpPr>
        <p:spPr>
          <a:xfrm>
            <a:off x="7897727" y="1214723"/>
            <a:ext cx="12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/>
            <a:r>
              <a:rPr lang="en-US" sz="1200" b="1" kern="1200" dirty="0" smtClean="0">
                <a:solidFill>
                  <a:srgbClr val="817A7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Visit the NSO Website</a:t>
            </a:r>
            <a:endParaRPr lang="en-GB" sz="1200" b="1" kern="1200" dirty="0">
              <a:solidFill>
                <a:srgbClr val="817A7D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6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53146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EC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7884000" y="-387"/>
            <a:ext cx="1260000" cy="4783570"/>
          </a:xfrm>
          <a:prstGeom prst="rect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0C90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10" name="Right Triangle 9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0C90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Cooperative Security Department (COSEC) 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G:\01_CMDG\08_PAO\01_PAO_CORPORATE-DESIGN\Department Icons\COSEC\20140715_NU_COSEC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000" y="2435720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  <p:sp>
        <p:nvSpPr>
          <p:cNvPr id="14" name="Chevron 13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1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56029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EC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842" y="899999"/>
            <a:ext cx="856863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C909D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0C909D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0C909D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0C909D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0C909D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9ED3C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9ED3C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Picture 2" descr="G:\01_CMDG\08_PAO\01_PAO_CORPORATE-DESIGN\Department Icons\COSEC\20160531_NU_COSEC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089" y="4802550"/>
            <a:ext cx="341266" cy="34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68840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EC_2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9ED3C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9ED3C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Picture 2" descr="G:\01_CMDG\08_PAO\01_PAO_CORPORATE-DESIGN\Department Icons\COSEC\20160531_NU_COSEC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089" y="4802550"/>
            <a:ext cx="341266" cy="34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999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C909D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0C909D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0C909D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0C909D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rgbClr val="0C909D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680000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C909D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800100" indent="-342900">
              <a:buClr>
                <a:srgbClr val="0C909D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200150" indent="-285750">
              <a:buClr>
                <a:srgbClr val="0C909D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57350" indent="-285750">
              <a:buClr>
                <a:srgbClr val="0C909D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0C909D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2014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EC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9ED3C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9ED3C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Picture 2" descr="G:\01_CMDG\08_PAO\01_PAO_CORPORATE-DESIGN\Department Icons\COSEC\20160531_NU_COSEC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089" y="4802550"/>
            <a:ext cx="341266" cy="34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52000" y="900000"/>
            <a:ext cx="8568000" cy="37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817A7D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42312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EC_Image_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9ED3C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9ED3C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2" descr="G:\01_CMDG\08_PAO\01_PAO_CORPORATE-DESIGN\Department Icons\COSEC\20160531_NU_COSEC_Icon_100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1089" y="4802550"/>
            <a:ext cx="341266" cy="34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hevron 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47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31140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EC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7884000" y="-387"/>
            <a:ext cx="1260000" cy="4783570"/>
          </a:xfrm>
          <a:prstGeom prst="rect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0C90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10" name="Right Triangle 9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0C90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Cooperative Security Department (COSEC) 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G:\01_CMDG\08_PAO\01_PAO_CORPORATE-DESIGN\Department Icons\COSEC\20140715_NU_COSEC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000" y="2435720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hevron 13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ED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3958566" y="555526"/>
            <a:ext cx="40112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817A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  <a:endParaRPr lang="en-GB" sz="4800" b="1" dirty="0">
              <a:solidFill>
                <a:srgbClr val="817A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2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56376" y="79112"/>
            <a:ext cx="1124486" cy="112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/>
          <p:cNvSpPr txBox="1"/>
          <p:nvPr userDrawn="1"/>
        </p:nvSpPr>
        <p:spPr>
          <a:xfrm>
            <a:off x="7897727" y="1214723"/>
            <a:ext cx="12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/>
            <a:r>
              <a:rPr lang="en-US" sz="1200" b="1" kern="1200" dirty="0" smtClean="0">
                <a:solidFill>
                  <a:srgbClr val="817A7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Visit the NSO Website</a:t>
            </a:r>
            <a:endParaRPr lang="en-GB" sz="1200" b="1" kern="1200" dirty="0">
              <a:solidFill>
                <a:srgbClr val="817A7D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0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719818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L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4716016" y="2435720"/>
            <a:ext cx="4426524" cy="1258834"/>
          </a:xfrm>
          <a:prstGeom prst="rect">
            <a:avLst/>
          </a:prstGeom>
          <a:solidFill>
            <a:srgbClr val="1D7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10" name="Right Triangle 9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1D7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Distributed Learning Department (DL) 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G:\01_CMDG\08_PAO\01_PAO_CORPORATE-DESIGN\Department Icons\DL\20200525_NU_DL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2540" y="2435720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  <p:sp>
        <p:nvSpPr>
          <p:cNvPr id="14" name="Chevron 13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1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60518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L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 userDrawn="1"/>
        </p:nvSpPr>
        <p:spPr>
          <a:xfrm>
            <a:off x="1450512" y="303250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3250"/>
            <a:ext cx="6984864" cy="4592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842" y="899999"/>
            <a:ext cx="856863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1D707C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1D707C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1D707C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1D707C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1D707C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5C6C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5C6C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2" descr="G:\01_CMDG\08_PAO\01_PAO_CORPORATE-DESIGN\Department Icons\DL\20200525_NU_DL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9134" y="4802550"/>
            <a:ext cx="341266" cy="34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11141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L_2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 userDrawn="1"/>
        </p:nvSpPr>
        <p:spPr>
          <a:xfrm>
            <a:off x="1450512" y="303250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3250"/>
            <a:ext cx="6984864" cy="4592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5C6C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5C6C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2" descr="G:\01_CMDG\08_PAO\01_PAO_CORPORATE-DESIGN\Department Icons\DL\20200525_NU_DL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9134" y="4802550"/>
            <a:ext cx="341266" cy="34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999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1D707C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1D707C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1D707C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1D707C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rgbClr val="1D707C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680000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1D707C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800100" indent="-342900">
              <a:buClr>
                <a:srgbClr val="1D707C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200150" indent="-285750">
              <a:buClr>
                <a:srgbClr val="1D707C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57350" indent="-285750">
              <a:buClr>
                <a:srgbClr val="1D707C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1D707C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2628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L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 userDrawn="1"/>
        </p:nvSpPr>
        <p:spPr>
          <a:xfrm>
            <a:off x="1450512" y="303250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3250"/>
            <a:ext cx="6984864" cy="4592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5C6C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5C6C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2" descr="G:\01_CMDG\08_PAO\01_PAO_CORPORATE-DESIGN\Department Icons\DL\20200525_NU_DL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9134" y="4802550"/>
            <a:ext cx="341266" cy="34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52000" y="900000"/>
            <a:ext cx="8568000" cy="37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817A7D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67765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L_Image_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5C6C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5C6C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2" descr="G:\01_CMDG\08_PAO\01_PAO_CORPORATE-DESIGN\Department Icons\DL\20200525_NU_DL_Icon_100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9134" y="4802550"/>
            <a:ext cx="341266" cy="34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 userDrawn="1"/>
        </p:nvSpPr>
        <p:spPr>
          <a:xfrm>
            <a:off x="539552" y="4731221"/>
            <a:ext cx="6193383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1600" dirty="0" smtClean="0"/>
              <a:t>[insert additional info, e.g. classification of this slide]</a:t>
            </a:r>
            <a:endParaRPr lang="en-GB" sz="1600" dirty="0"/>
          </a:p>
        </p:txBody>
      </p:sp>
      <p:sp>
        <p:nvSpPr>
          <p:cNvPr id="6" name="Chevron 5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47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22955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L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4716016" y="2435720"/>
            <a:ext cx="4426524" cy="1258834"/>
          </a:xfrm>
          <a:prstGeom prst="rect">
            <a:avLst/>
          </a:prstGeom>
          <a:solidFill>
            <a:srgbClr val="1D7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10" name="Right Triangle 9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1D7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Distributed Learning Department (DL) 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G:\01_CMDG\08_PAO\01_PAO_CORPORATE-DESIGN\Department Icons\DL\20200525_NU_DL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2540" y="2435720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hevron 13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A5C6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3958566" y="555526"/>
            <a:ext cx="40112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817A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  <a:endParaRPr lang="en-GB" sz="4800" b="1" dirty="0">
              <a:solidFill>
                <a:srgbClr val="817A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2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56376" y="79112"/>
            <a:ext cx="1124486" cy="112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/>
          <p:cNvSpPr txBox="1"/>
          <p:nvPr userDrawn="1"/>
        </p:nvSpPr>
        <p:spPr>
          <a:xfrm>
            <a:off x="7897727" y="1214723"/>
            <a:ext cx="12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/>
            <a:r>
              <a:rPr lang="en-US" sz="1200" b="1" kern="1200" dirty="0" smtClean="0">
                <a:solidFill>
                  <a:srgbClr val="817A7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Visit the NSO Website</a:t>
            </a:r>
            <a:endParaRPr lang="en-GB" sz="1200" b="1" kern="1200" dirty="0">
              <a:solidFill>
                <a:srgbClr val="817A7D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0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48070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ED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B582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5" name="Right Triangle 24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B582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Hybrid, Influence &amp; Effects Department (HIED)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221" name="Picture 5" descr="G:\01_CMDG\08_PAO\01_PAO_CORPORATE-DESIGN\Department Icons\HIED\20161011_NU_HIED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0927" y="2435811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  <p:sp>
        <p:nvSpPr>
          <p:cNvPr id="15" name="Chevron 1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14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35127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ED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2" descr="G:\01_CMDG\08_PAO\01_PAO_CORPORATE-DESIGN\Department Icons\HIED\20161011_NU_HIED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79505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842" y="899999"/>
            <a:ext cx="856863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B58233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B58233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B58233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B5823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B5823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E1C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E1C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7595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ED_2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2" descr="G:\01_CMDG\08_PAO\01_PAO_CORPORATE-DESIGN\Department Icons\HIED\20161011_NU_HIED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79505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E1C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E1C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999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B58233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B58233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B58233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B5823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rgbClr val="B5823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680000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B58233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800100" indent="-342900">
              <a:buClr>
                <a:srgbClr val="B58233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200150" indent="-285750">
              <a:buClr>
                <a:srgbClr val="B58233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57350" indent="-285750">
              <a:buClr>
                <a:srgbClr val="B5823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B5823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7957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ED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2" descr="G:\01_CMDG\08_PAO\01_PAO_CORPORATE-DESIGN\Department Icons\HIED\20161011_NU_HIED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79505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E1C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E1C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52000" y="900000"/>
            <a:ext cx="8568000" cy="37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817A7D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4919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ED_Image_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:\01_CMDG\08_PAO\01_PAO_CORPORATE-DESIGN\Department Icons\HIED\20161011_NU_HIED_Icon_100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79505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E1C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E1C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hevron 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47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28361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ED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B582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5" name="Right Triangle 24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B582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smtClean="0">
                <a:latin typeface="Arial" panose="020B0604020202020204" pitchFamily="34" charset="0"/>
                <a:cs typeface="Arial" panose="020B0604020202020204" pitchFamily="34" charset="0"/>
              </a:rPr>
              <a:t>Hybrid, 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Influence &amp; Effects Department (HIED)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221" name="Picture 5" descr="G:\01_CMDG\08_PAO\01_PAO_CORPORATE-DESIGN\Department Icons\HIED\20161011_NU_HIED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0927" y="2435811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hevron 1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1C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3958566" y="555526"/>
            <a:ext cx="40112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817A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  <a:endParaRPr lang="en-GB" sz="4800" b="1" dirty="0">
              <a:solidFill>
                <a:srgbClr val="817A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2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56376" y="79112"/>
            <a:ext cx="1124486" cy="112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 userDrawn="1"/>
        </p:nvSpPr>
        <p:spPr>
          <a:xfrm>
            <a:off x="7897727" y="1214723"/>
            <a:ext cx="12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/>
            <a:r>
              <a:rPr lang="en-US" sz="1200" b="1" kern="1200" dirty="0" smtClean="0">
                <a:solidFill>
                  <a:srgbClr val="817A7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Visit the NSO Website</a:t>
            </a:r>
            <a:endParaRPr lang="en-GB" sz="1200" b="1" kern="1200" dirty="0">
              <a:solidFill>
                <a:srgbClr val="817A7D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9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42227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L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B63A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5" name="Right Triangle 24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B63A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Intelligence Department</a:t>
            </a:r>
            <a:b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(INTEL)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G:\01_CMDG\08_PAO\01_PAO_CORPORATE-DESIGN\Department Icons\INTEL\20160531_NU_INTEL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2435720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  <p:sp>
        <p:nvSpPr>
          <p:cNvPr id="15" name="Chevron 1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14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21445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L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2" descr="G:\01_CMDG\08_PAO\01_PAO_CORPORATE-DESIGN\Department Icons\INTEL\20160531_NU_INTEL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79505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842" y="899999"/>
            <a:ext cx="856863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B63A19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B63A19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B63A19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B63A19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B63A19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E1C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E1C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90049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L_2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2" descr="G:\01_CMDG\08_PAO\01_PAO_CORPORATE-DESIGN\Department Icons\INTEL\20160531_NU_INTEL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79505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E1C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E1C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999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B63A19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B63A19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B63A19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B63A19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rgbClr val="B63A19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680000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B63A19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800100" indent="-342900">
              <a:buClr>
                <a:srgbClr val="B63A19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200150" indent="-285750">
              <a:buClr>
                <a:srgbClr val="B63A19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57350" indent="-285750">
              <a:buClr>
                <a:srgbClr val="B63A19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B63A19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6477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L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2" descr="G:\01_CMDG\08_PAO\01_PAO_CORPORATE-DESIGN\Department Icons\INTEL\20160531_NU_INTEL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79505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E1C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E1C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52000" y="900000"/>
            <a:ext cx="8568000" cy="37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817A7D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583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L_Image_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G:\01_CMDG\08_PAO\01_PAO_CORPORATE-DESIGN\Department Icons\INTEL\20160531_NU_INTEL_Icon_100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79505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E1CD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E1CDA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hevron 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47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19369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L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B63A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5" name="Right Triangle 24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B63A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Intelligence Department</a:t>
            </a:r>
            <a:b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(INTEL)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G:\01_CMDG\08_PAO\01_PAO_CORPORATE-DESIGN\Department Icons\INTEL\20160531_NU_INTEL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2435720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hevron 1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3958566" y="555526"/>
            <a:ext cx="40112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817A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  <a:endParaRPr lang="en-GB" sz="4800" b="1" dirty="0">
              <a:solidFill>
                <a:srgbClr val="817A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2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56376" y="79112"/>
            <a:ext cx="1124486" cy="112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 userDrawn="1"/>
        </p:nvSpPr>
        <p:spPr>
          <a:xfrm>
            <a:off x="7897727" y="1214723"/>
            <a:ext cx="12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/>
            <a:r>
              <a:rPr lang="en-US" sz="1200" b="1" kern="1200" dirty="0" smtClean="0">
                <a:solidFill>
                  <a:srgbClr val="817A7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Visit the NSO Website</a:t>
            </a:r>
            <a:endParaRPr lang="en-GB" sz="1200" b="1" kern="1200" dirty="0">
              <a:solidFill>
                <a:srgbClr val="817A7D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9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5707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POD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6081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5" name="Right Triangle 24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6081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Joint Plans and Operations Department (JPOD)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8" name="Picture 2" descr="G:\01_CMDG\08_PAO\01_PAO_CORPORATE-DESIGN\Department Icons\JPOD\20160531_NU_JPOD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000" y="2434945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  <p:sp>
        <p:nvSpPr>
          <p:cNvPr id="15" name="Chevron 1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14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90269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POD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288590"/>
            <a:ext cx="6984864" cy="47394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2" descr="G:\01_CMDG\08_PAO\01_PAO_CORPORATE-DESIGN\Department Icons\JPOD\20160531_NU_JPOD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83833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842" y="899999"/>
            <a:ext cx="856863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608143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608143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608143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60814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60814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BFCD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BFCDB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6573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POD_2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288590"/>
            <a:ext cx="6984864" cy="47394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2" descr="G:\01_CMDG\08_PAO\01_PAO_CORPORATE-DESIGN\Department Icons\JPOD\20160531_NU_JPOD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83833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BFCD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BFCDB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999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608143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608143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608143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60814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rgbClr val="60814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680000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608143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800100" indent="-342900">
              <a:buClr>
                <a:srgbClr val="608143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200150" indent="-285750">
              <a:buClr>
                <a:srgbClr val="608143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57350" indent="-285750">
              <a:buClr>
                <a:srgbClr val="60814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60814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76388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POD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288590"/>
            <a:ext cx="6984864" cy="47394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2" descr="G:\01_CMDG\08_PAO\01_PAO_CORPORATE-DESIGN\Department Icons\JPOD\20160531_NU_JPOD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83833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DC5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DC5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52000" y="900000"/>
            <a:ext cx="8568000" cy="37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817A7D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53609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POD_Image_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G:\01_CMDG\08_PAO\01_PAO_CORPORATE-DESIGN\Department Icons\JPOD\20160531_NU_JPOD_Icon_100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83833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BFCD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BFCDB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hevron 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47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17981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POD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6081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5" name="Right Triangle 24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6081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Joint Plans and Operations Department (JPOD)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8" name="Picture 2" descr="G:\01_CMDG\08_PAO\01_PAO_CORPORATE-DESIGN\Department Icons\JPOD\20160531_NU_JPOD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000" y="2434945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hevron 1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3958566" y="555526"/>
            <a:ext cx="40112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817A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  <a:endParaRPr lang="en-GB" sz="4800" b="1" dirty="0">
              <a:solidFill>
                <a:srgbClr val="817A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2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56376" y="79112"/>
            <a:ext cx="1124486" cy="112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 userDrawn="1"/>
        </p:nvSpPr>
        <p:spPr>
          <a:xfrm>
            <a:off x="7897727" y="1214723"/>
            <a:ext cx="12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/>
            <a:r>
              <a:rPr lang="en-US" sz="1200" b="1" kern="1200" dirty="0" smtClean="0">
                <a:solidFill>
                  <a:srgbClr val="817A7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Visit the NSO Website</a:t>
            </a:r>
            <a:endParaRPr lang="en-GB" sz="1200" b="1" kern="1200" dirty="0">
              <a:solidFill>
                <a:srgbClr val="817A7D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9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33142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TIC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E5A2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E5A2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E5A2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BF1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5" name="Right Triangle 24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BF1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Joint</a:t>
            </a:r>
            <a:r>
              <a:rPr lang="en-US" sz="1800" b="1" baseline="0" dirty="0" smtClean="0">
                <a:latin typeface="Arial" panose="020B0604020202020204" pitchFamily="34" charset="0"/>
                <a:cs typeface="Arial" panose="020B0604020202020204" pitchFamily="34" charset="0"/>
              </a:rPr>
              <a:t> Targeting </a:t>
            </a:r>
            <a:r>
              <a:rPr lang="en-GB" sz="1800" b="1" kern="1200" baseline="0" dirty="0" smtClean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Interoperability </a:t>
            </a:r>
            <a:r>
              <a:rPr lang="en-US" sz="1800" b="1" kern="1200" baseline="0" dirty="0" smtClean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Curriculum (JTIC</a:t>
            </a:r>
            <a:r>
              <a:rPr lang="en-US" b="1" baseline="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4" name="Picture 2" descr="G:\01_CMDG\08_PAO\01_PAO_CORPORATE-DESIGN\Department Icons\JTIC\20160531_NU_JTIC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000" y="2435720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  <p:sp>
        <p:nvSpPr>
          <p:cNvPr id="15" name="Chevron 1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14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87066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TIC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16" name="Picture 2" descr="G:\01_CMDG\08_PAO\01_PAO_CORPORATE-DESIGN\Department Icons\JTIC\20160531_NU_JTIC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83833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E5A2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842" y="899999"/>
            <a:ext cx="856863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BF1618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BF1618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BF1618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BF1618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BF1618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E5A2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E5A2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7233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TIC_2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16" name="Picture 2" descr="G:\01_CMDG\08_PAO\01_PAO_CORPORATE-DESIGN\Department Icons\JTIC\20160531_NU_JTIC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83833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E5A2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E5A2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E5A2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999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BF1618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BF1618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BF1618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BF1618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rgbClr val="BF1618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680000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BF1618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800100" indent="-342900">
              <a:buClr>
                <a:srgbClr val="BF1618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200150" indent="-285750">
              <a:buClr>
                <a:srgbClr val="BF1618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57350" indent="-285750">
              <a:buClr>
                <a:srgbClr val="BF1618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BF1618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1434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TIC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16" name="Picture 2" descr="G:\01_CMDG\08_PAO\01_PAO_CORPORATE-DESIGN\Department Icons\JTIC\20160531_NU_JTIC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83833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E5A2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E5A2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E5A2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52000" y="900000"/>
            <a:ext cx="8568000" cy="37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817A7D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13478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TIC_Image_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G:\01_CMDG\08_PAO\01_PAO_CORPORATE-DESIGN\Department Icons\JTIC\20160531_NU_JTIC_Icon_100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83833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E5A2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E5A2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hevron 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47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09754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TIC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E5A2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E5A2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E5A2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BF1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5" name="Right Triangle 24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BF16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Joint</a:t>
            </a:r>
            <a:r>
              <a:rPr lang="en-US" sz="1800" b="1" baseline="0" dirty="0" smtClean="0">
                <a:latin typeface="Arial" panose="020B0604020202020204" pitchFamily="34" charset="0"/>
                <a:cs typeface="Arial" panose="020B0604020202020204" pitchFamily="34" charset="0"/>
              </a:rPr>
              <a:t> Targeting </a:t>
            </a:r>
            <a:r>
              <a:rPr lang="en-GB" sz="1800" b="1" kern="1200" baseline="0" dirty="0" smtClean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Interoperability </a:t>
            </a:r>
            <a:r>
              <a:rPr lang="en-US" sz="1800" b="1" kern="1200" baseline="0" dirty="0" smtClean="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Curriculum (JTIC</a:t>
            </a:r>
            <a:r>
              <a:rPr lang="en-US" b="1" baseline="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4" name="Picture 2" descr="G:\01_CMDG\08_PAO\01_PAO_CORPORATE-DESIGN\Department Icons\JTIC\20160531_NU_JTIC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000" y="2435720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hevron 1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E2B0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3958566" y="555526"/>
            <a:ext cx="40112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817A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  <a:endParaRPr lang="en-GB" sz="4800" b="1" dirty="0">
              <a:solidFill>
                <a:srgbClr val="817A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2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56376" y="79112"/>
            <a:ext cx="1124486" cy="112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 userDrawn="1"/>
        </p:nvSpPr>
        <p:spPr>
          <a:xfrm>
            <a:off x="7897727" y="1214723"/>
            <a:ext cx="12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/>
            <a:r>
              <a:rPr lang="en-US" sz="1200" b="1" kern="1200" dirty="0" smtClean="0">
                <a:solidFill>
                  <a:srgbClr val="817A7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Visit the NSO Website</a:t>
            </a:r>
            <a:endParaRPr lang="en-GB" sz="1200" b="1" kern="1200" dirty="0">
              <a:solidFill>
                <a:srgbClr val="817A7D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9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16560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T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5" name="Right Triangle 24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Protection Department (PROT)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194" name="Picture 2" descr="G:\01_CMDG\08_PAO\01_PAO_CORPORATE-DESIGN\Department Icons\PROT\20160531_NU_PROT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3849" y="2434945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  <p:sp>
        <p:nvSpPr>
          <p:cNvPr id="16" name="Chevron 15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14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15755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T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817A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2" descr="G:\01_CMDG\08_PAO\01_PAO_CORPORATE-DESIGN\Department Icons\PROT\20160531_NU_PROT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82121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9999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9999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842" y="899999"/>
            <a:ext cx="856863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00000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000000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000000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000000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000000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1013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T_2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817A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2" descr="G:\01_CMDG\08_PAO\01_PAO_CORPORATE-DESIGN\Department Icons\PROT\20160531_NU_PROT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82121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9999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9999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999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00000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000000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000000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000000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rgbClr val="000000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680000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00000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800100" indent="-342900">
              <a:buClr>
                <a:srgbClr val="000000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200150" indent="-285750">
              <a:buClr>
                <a:srgbClr val="000000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57350" indent="-285750">
              <a:buClr>
                <a:srgbClr val="000000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000000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54984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817A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2" descr="G:\01_CMDG\08_PAO\01_PAO_CORPORATE-DESIGN\Department Icons\PROT\20160531_NU_PROT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82121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9999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9999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52000" y="900000"/>
            <a:ext cx="8568000" cy="37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817A7D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57274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T_Image_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G:\01_CMDG\08_PAO\01_PAO_CORPORATE-DESIGN\Department Icons\PROT\20160531_NU_PROT_Icon_100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82121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9999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9999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hevron 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47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04570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T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5" name="Right Triangle 24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Protection Department (PROT)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194" name="Picture 2" descr="G:\01_CMDG\08_PAO\01_PAO_CORPORATE-DESIGN\Department Icons\PROT\20160531_NU_PROT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3849" y="2434945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hevron 15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3958566" y="555526"/>
            <a:ext cx="40112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817A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  <a:endParaRPr lang="en-GB" sz="4800" b="1" dirty="0">
              <a:solidFill>
                <a:srgbClr val="817A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2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56376" y="79112"/>
            <a:ext cx="1124486" cy="112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 userDrawn="1"/>
        </p:nvSpPr>
        <p:spPr>
          <a:xfrm>
            <a:off x="7897727" y="1214723"/>
            <a:ext cx="12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/>
            <a:r>
              <a:rPr lang="en-US" sz="12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Visit the NSO Website</a:t>
            </a:r>
            <a:endParaRPr lang="en-GB" sz="1200" b="1" kern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9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37855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T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5" name="Right Triangle 24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003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Standards, Evaluation and Training Department (SET)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42" name="Picture 2" descr="G:\01_CMDG\08_PAO\01_PAO_CORPORATE-DESIGN\Department Icons\SET\20170227_NU_SET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000" y="2434945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  <p:sp>
        <p:nvSpPr>
          <p:cNvPr id="15" name="Chevron 1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14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57182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T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2" descr="G:\01_CMDG\08_PAO\01_PAO_CORPORATE-DESIGN\Department Icons\SET\20170227_NU_SET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79505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DC5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DC5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842" y="899999"/>
            <a:ext cx="856863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03B5B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003B5B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003B5B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003B5B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003B5B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1971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T_2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2" descr="G:\01_CMDG\08_PAO\01_PAO_CORPORATE-DESIGN\Department Icons\SET\20170227_NU_SET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79505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DC5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DC5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999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03B5B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003B5B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003B5B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003B5B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rgbClr val="003B5B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680000" y="899999"/>
            <a:ext cx="4140000" cy="378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03B5B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800100" indent="-342900">
              <a:buClr>
                <a:srgbClr val="003B5B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200150" indent="-285750">
              <a:buClr>
                <a:srgbClr val="003B5B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57350" indent="-285750">
              <a:buClr>
                <a:srgbClr val="003B5B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003B5B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58156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11093"/>
            <a:ext cx="1421296" cy="354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02444"/>
            <a:ext cx="6984864" cy="4600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581222"/>
            <a:ext cx="1854336" cy="89917"/>
          </a:xfrm>
          <a:prstGeom prst="rect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1452664" y="302443"/>
            <a:ext cx="329648" cy="46123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2" descr="G:\01_CMDG\08_PAO\01_PAO_CORPORATE-DESIGN\Department Icons\SET\20170227_NU_SET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79505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DC5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DC5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52000" y="900000"/>
            <a:ext cx="8568000" cy="37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817A7D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89614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T_Image_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G:\01_CMDG\08_PAO\01_PAO_CORPORATE-DESIGN\Department Icons\SET\20170227_NU_SET_Icon_100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4000" y="4779505"/>
            <a:ext cx="360000" cy="35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 userDrawn="1"/>
        </p:nvSpPr>
        <p:spPr>
          <a:xfrm>
            <a:off x="8267962" y="4802550"/>
            <a:ext cx="480502" cy="342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b="0" smtClean="0">
                <a:solidFill>
                  <a:srgbClr val="ADC5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b="0" dirty="0">
              <a:solidFill>
                <a:srgbClr val="ADC5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hevron 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47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40491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T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84000" y="-1"/>
            <a:ext cx="1260000" cy="4783570"/>
          </a:xfrm>
          <a:prstGeom prst="rect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20"/>
          <p:cNvSpPr/>
          <p:nvPr userDrawn="1"/>
        </p:nvSpPr>
        <p:spPr>
          <a:xfrm rot="2683444">
            <a:off x="3174660" y="1544438"/>
            <a:ext cx="2340731" cy="419129"/>
          </a:xfrm>
          <a:prstGeom prst="rect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-7200" y="1175946"/>
            <a:ext cx="4394475" cy="2519548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 userDrawn="1"/>
        </p:nvSpPr>
        <p:spPr>
          <a:xfrm>
            <a:off x="0" y="782290"/>
            <a:ext cx="3657600" cy="419129"/>
          </a:xfrm>
          <a:prstGeom prst="rect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/>
          <p:cNvSpPr/>
          <p:nvPr userDrawn="1"/>
        </p:nvSpPr>
        <p:spPr>
          <a:xfrm>
            <a:off x="4724403" y="2435720"/>
            <a:ext cx="4426524" cy="1258834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5" name="Right Triangle 24"/>
          <p:cNvSpPr/>
          <p:nvPr userDrawn="1"/>
        </p:nvSpPr>
        <p:spPr>
          <a:xfrm rot="16200000">
            <a:off x="3463580" y="2435602"/>
            <a:ext cx="1260705" cy="1260941"/>
          </a:xfrm>
          <a:prstGeom prst="rtTriangle">
            <a:avLst/>
          </a:prstGeom>
          <a:solidFill>
            <a:srgbClr val="003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2837392"/>
            <a:ext cx="3655976" cy="45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Standards, Evaluation and Training Department (SET)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42" name="Picture 2" descr="G:\01_CMDG\08_PAO\01_PAO_CORPORATE-DESIGN\Department Icons\SET\20170227_NU_SET_Icon_6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000" y="2434945"/>
            <a:ext cx="1260000" cy="125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hevron 14"/>
          <p:cNvSpPr/>
          <p:nvPr userDrawn="1"/>
        </p:nvSpPr>
        <p:spPr>
          <a:xfrm>
            <a:off x="224962" y="4856070"/>
            <a:ext cx="240420" cy="227954"/>
          </a:xfrm>
          <a:prstGeom prst="chevron">
            <a:avLst/>
          </a:prstGeom>
          <a:solidFill>
            <a:srgbClr val="99B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4769736"/>
            <a:ext cx="8610600" cy="3596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3958566" y="555526"/>
            <a:ext cx="40112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817A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  <a:endParaRPr lang="en-GB" sz="4800" b="1" dirty="0">
              <a:solidFill>
                <a:srgbClr val="817A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2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56376" y="79112"/>
            <a:ext cx="1124486" cy="112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/>
          <p:cNvSpPr txBox="1"/>
          <p:nvPr userDrawn="1"/>
        </p:nvSpPr>
        <p:spPr>
          <a:xfrm>
            <a:off x="7897727" y="1214723"/>
            <a:ext cx="126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/>
            <a:r>
              <a:rPr lang="en-US" sz="1200" b="1" kern="1200" dirty="0" smtClean="0">
                <a:solidFill>
                  <a:srgbClr val="817A7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Visit the NSO Website</a:t>
            </a:r>
            <a:endParaRPr lang="en-GB" sz="1200" b="1" kern="1200" dirty="0">
              <a:solidFill>
                <a:srgbClr val="817A7D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6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2" y="135605"/>
            <a:ext cx="2121037" cy="52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4" y="3834471"/>
            <a:ext cx="7512793" cy="75350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63628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27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33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39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45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51.xml"/><Relationship Id="rId7" Type="http://schemas.openxmlformats.org/officeDocument/2006/relationships/theme" Target="../theme/theme9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57.xml"/><Relationship Id="rId7" Type="http://schemas.openxmlformats.org/officeDocument/2006/relationships/theme" Target="../theme/theme10.xml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783833"/>
            <a:ext cx="9144000" cy="359667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389125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665" r:id="rId2"/>
    <p:sldLayoutId id="2147483774" r:id="rId3"/>
    <p:sldLayoutId id="2147483784" r:id="rId4"/>
    <p:sldLayoutId id="2147483771" r:id="rId5"/>
    <p:sldLayoutId id="2147483826" r:id="rId6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ild 12" descr="NATO_Star.png"/>
          <p:cNvPicPr>
            <a:picLocks noChangeAspect="1"/>
          </p:cNvPicPr>
          <p:nvPr/>
        </p:nvPicPr>
        <p:blipFill>
          <a:blip r:embed="rId8">
            <a:alphaModFix amt="20000"/>
          </a:blip>
          <a:srcRect t="14047" r="35991"/>
          <a:stretch>
            <a:fillRect/>
          </a:stretch>
        </p:blipFill>
        <p:spPr>
          <a:xfrm>
            <a:off x="3301735" y="6864"/>
            <a:ext cx="5853069" cy="42543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783833"/>
            <a:ext cx="9144000" cy="359667"/>
          </a:xfrm>
          <a:prstGeom prst="rect">
            <a:avLst/>
          </a:prstGeom>
          <a:solidFill>
            <a:srgbClr val="817A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562631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8" r:id="rId2"/>
    <p:sldLayoutId id="2147483785" r:id="rId3"/>
    <p:sldLayoutId id="2147483795" r:id="rId4"/>
    <p:sldLayoutId id="2147483805" r:id="rId5"/>
    <p:sldLayoutId id="2147483825" r:id="rId6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783833"/>
            <a:ext cx="9144000" cy="359667"/>
          </a:xfrm>
          <a:prstGeom prst="rect">
            <a:avLst/>
          </a:prstGeom>
          <a:solidFill>
            <a:srgbClr val="0C90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991329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5" r:id="rId2"/>
    <p:sldLayoutId id="2147483786" r:id="rId3"/>
    <p:sldLayoutId id="2147483796" r:id="rId4"/>
    <p:sldLayoutId id="2147483806" r:id="rId5"/>
    <p:sldLayoutId id="2147483827" r:id="rId6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783833"/>
            <a:ext cx="9144000" cy="359667"/>
          </a:xfrm>
          <a:prstGeom prst="rect">
            <a:avLst/>
          </a:prstGeom>
          <a:solidFill>
            <a:srgbClr val="1D7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23846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30" r:id="rId2"/>
    <p:sldLayoutId id="2147483787" r:id="rId3"/>
    <p:sldLayoutId id="2147483797" r:id="rId4"/>
    <p:sldLayoutId id="2147483807" r:id="rId5"/>
    <p:sldLayoutId id="2147483828" r:id="rId6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ild 12" descr="NATO_Star.png"/>
          <p:cNvPicPr>
            <a:picLocks noChangeAspect="1"/>
          </p:cNvPicPr>
          <p:nvPr/>
        </p:nvPicPr>
        <p:blipFill>
          <a:blip r:embed="rId8">
            <a:alphaModFix amt="20000"/>
          </a:blip>
          <a:srcRect t="14047" r="35991"/>
          <a:stretch>
            <a:fillRect/>
          </a:stretch>
        </p:blipFill>
        <p:spPr>
          <a:xfrm>
            <a:off x="3301735" y="6864"/>
            <a:ext cx="5853069" cy="425437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783833"/>
            <a:ext cx="9144000" cy="359667"/>
          </a:xfrm>
          <a:prstGeom prst="rect">
            <a:avLst/>
          </a:prstGeom>
          <a:solidFill>
            <a:srgbClr val="B582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732375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40" r:id="rId2"/>
    <p:sldLayoutId id="2147483788" r:id="rId3"/>
    <p:sldLayoutId id="2147483798" r:id="rId4"/>
    <p:sldLayoutId id="2147483808" r:id="rId5"/>
    <p:sldLayoutId id="2147483829" r:id="rId6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ild 12" descr="NATO_Star.png"/>
          <p:cNvPicPr>
            <a:picLocks noChangeAspect="1"/>
          </p:cNvPicPr>
          <p:nvPr/>
        </p:nvPicPr>
        <p:blipFill>
          <a:blip r:embed="rId8">
            <a:alphaModFix amt="20000"/>
          </a:blip>
          <a:srcRect t="14047" r="35991"/>
          <a:stretch>
            <a:fillRect/>
          </a:stretch>
        </p:blipFill>
        <p:spPr>
          <a:xfrm>
            <a:off x="3301735" y="6864"/>
            <a:ext cx="5853069" cy="425437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783833"/>
            <a:ext cx="9144000" cy="359667"/>
          </a:xfrm>
          <a:prstGeom prst="rect">
            <a:avLst/>
          </a:prstGeom>
          <a:solidFill>
            <a:srgbClr val="B63A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483277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5" r:id="rId2"/>
    <p:sldLayoutId id="2147483789" r:id="rId3"/>
    <p:sldLayoutId id="2147483799" r:id="rId4"/>
    <p:sldLayoutId id="2147483809" r:id="rId5"/>
    <p:sldLayoutId id="2147483830" r:id="rId6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ild 12" descr="NATO_Star.png"/>
          <p:cNvPicPr>
            <a:picLocks noChangeAspect="1"/>
          </p:cNvPicPr>
          <p:nvPr/>
        </p:nvPicPr>
        <p:blipFill>
          <a:blip r:embed="rId8">
            <a:alphaModFix amt="20000"/>
          </a:blip>
          <a:srcRect t="14047" r="35991"/>
          <a:stretch>
            <a:fillRect/>
          </a:stretch>
        </p:blipFill>
        <p:spPr>
          <a:xfrm>
            <a:off x="3301735" y="6864"/>
            <a:ext cx="5853069" cy="425437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783833"/>
            <a:ext cx="9144000" cy="359667"/>
          </a:xfrm>
          <a:prstGeom prst="rect">
            <a:avLst/>
          </a:prstGeom>
          <a:solidFill>
            <a:srgbClr val="6081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036919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50" r:id="rId2"/>
    <p:sldLayoutId id="2147483790" r:id="rId3"/>
    <p:sldLayoutId id="2147483800" r:id="rId4"/>
    <p:sldLayoutId id="2147483810" r:id="rId5"/>
    <p:sldLayoutId id="2147483831" r:id="rId6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ild 12" descr="NATO_Star.png"/>
          <p:cNvPicPr>
            <a:picLocks noChangeAspect="1"/>
          </p:cNvPicPr>
          <p:nvPr/>
        </p:nvPicPr>
        <p:blipFill>
          <a:blip r:embed="rId8">
            <a:alphaModFix amt="20000"/>
          </a:blip>
          <a:srcRect t="14047" r="35991"/>
          <a:stretch>
            <a:fillRect/>
          </a:stretch>
        </p:blipFill>
        <p:spPr>
          <a:xfrm>
            <a:off x="3301735" y="6864"/>
            <a:ext cx="5853069" cy="425437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783833"/>
            <a:ext cx="9144000" cy="35966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247709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15" r:id="rId2"/>
    <p:sldLayoutId id="2147483791" r:id="rId3"/>
    <p:sldLayoutId id="2147483801" r:id="rId4"/>
    <p:sldLayoutId id="2147483811" r:id="rId5"/>
    <p:sldLayoutId id="2147483832" r:id="rId6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ild 12" descr="NATO_Star.png"/>
          <p:cNvPicPr>
            <a:picLocks noChangeAspect="1"/>
          </p:cNvPicPr>
          <p:nvPr/>
        </p:nvPicPr>
        <p:blipFill>
          <a:blip r:embed="rId8">
            <a:alphaModFix amt="20000"/>
          </a:blip>
          <a:srcRect t="14047" r="35991"/>
          <a:stretch>
            <a:fillRect/>
          </a:stretch>
        </p:blipFill>
        <p:spPr>
          <a:xfrm>
            <a:off x="3301735" y="6864"/>
            <a:ext cx="5853069" cy="425437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783833"/>
            <a:ext cx="9144000" cy="3596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875460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60" r:id="rId2"/>
    <p:sldLayoutId id="2147483793" r:id="rId3"/>
    <p:sldLayoutId id="2147483803" r:id="rId4"/>
    <p:sldLayoutId id="2147483813" r:id="rId5"/>
    <p:sldLayoutId id="2147483833" r:id="rId6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ild 12" descr="NATO_Star.png"/>
          <p:cNvPicPr>
            <a:picLocks noChangeAspect="1"/>
          </p:cNvPicPr>
          <p:nvPr/>
        </p:nvPicPr>
        <p:blipFill>
          <a:blip r:embed="rId8">
            <a:alphaModFix amt="20000"/>
          </a:blip>
          <a:srcRect t="14047" r="35991"/>
          <a:stretch>
            <a:fillRect/>
          </a:stretch>
        </p:blipFill>
        <p:spPr>
          <a:xfrm>
            <a:off x="3301735" y="6864"/>
            <a:ext cx="5853069" cy="425437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783833"/>
            <a:ext cx="9144000" cy="359667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417373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5" r:id="rId2"/>
    <p:sldLayoutId id="2147483794" r:id="rId3"/>
    <p:sldLayoutId id="2147483804" r:id="rId4"/>
    <p:sldLayoutId id="2147483814" r:id="rId5"/>
    <p:sldLayoutId id="2147483834" r:id="rId6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ashboard.blooket.com/edit?id=62a2e25e89902c7c7b98f90f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4009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Edit a Set | </a:t>
            </a:r>
            <a:r>
              <a:rPr lang="en-GB" dirty="0" err="1">
                <a:hlinkClick r:id="rId2"/>
              </a:rPr>
              <a:t>Blooket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2170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mtClean="0"/>
              <a:t>Discussion?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654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025a PPTMaster_16by9">
  <a:themeElements>
    <a:clrScheme name="NSO Startpage">
      <a:dk1>
        <a:sysClr val="windowText" lastClr="000000"/>
      </a:dk1>
      <a:lt1>
        <a:sysClr val="window" lastClr="FFFFFF"/>
      </a:lt1>
      <a:dk2>
        <a:srgbClr val="003B5B"/>
      </a:dk2>
      <a:lt2>
        <a:srgbClr val="003B5B"/>
      </a:lt2>
      <a:accent1>
        <a:srgbClr val="003B5B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NCOPD">
  <a:themeElements>
    <a:clrScheme name="NCOPD">
      <a:dk1>
        <a:sysClr val="windowText" lastClr="000000"/>
      </a:dk1>
      <a:lt1>
        <a:sysClr val="window" lastClr="FFFFFF"/>
      </a:lt1>
      <a:dk2>
        <a:srgbClr val="1F497D"/>
      </a:dk2>
      <a:lt2>
        <a:srgbClr val="817A7D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OSEC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0C909D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DL">
  <a:themeElements>
    <a:clrScheme name="Custom 2">
      <a:dk1>
        <a:sysClr val="windowText" lastClr="000000"/>
      </a:dk1>
      <a:lt1>
        <a:sysClr val="window" lastClr="FFFFFF"/>
      </a:lt1>
      <a:dk2>
        <a:srgbClr val="1F497D"/>
      </a:dk2>
      <a:lt2>
        <a:srgbClr val="1D707C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HIED">
  <a:themeElements>
    <a:clrScheme name="HIED">
      <a:dk1>
        <a:sysClr val="windowText" lastClr="000000"/>
      </a:dk1>
      <a:lt1>
        <a:sysClr val="window" lastClr="FFFFFF"/>
      </a:lt1>
      <a:dk2>
        <a:srgbClr val="1F497D"/>
      </a:dk2>
      <a:lt2>
        <a:srgbClr val="B5823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INTEL">
  <a:themeElements>
    <a:clrScheme name="INTEL">
      <a:dk1>
        <a:sysClr val="windowText" lastClr="000000"/>
      </a:dk1>
      <a:lt1>
        <a:sysClr val="window" lastClr="FFFFFF"/>
      </a:lt1>
      <a:dk2>
        <a:srgbClr val="1F497D"/>
      </a:dk2>
      <a:lt2>
        <a:srgbClr val="B63A19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JPOD">
  <a:themeElements>
    <a:clrScheme name="JPOD">
      <a:dk1>
        <a:sysClr val="windowText" lastClr="000000"/>
      </a:dk1>
      <a:lt1>
        <a:sysClr val="window" lastClr="FFFFFF"/>
      </a:lt1>
      <a:dk2>
        <a:srgbClr val="1F497D"/>
      </a:dk2>
      <a:lt2>
        <a:srgbClr val="60814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JTIC">
  <a:themeElements>
    <a:clrScheme name="JTIC">
      <a:dk1>
        <a:sysClr val="windowText" lastClr="000000"/>
      </a:dk1>
      <a:lt1>
        <a:sysClr val="window" lastClr="FFFFFF"/>
      </a:lt1>
      <a:dk2>
        <a:srgbClr val="1F497D"/>
      </a:dk2>
      <a:lt2>
        <a:srgbClr val="BF1618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PROT">
  <a:themeElements>
    <a:clrScheme name="Custom 3">
      <a:dk1>
        <a:sysClr val="windowText" lastClr="000000"/>
      </a:dk1>
      <a:lt1>
        <a:sysClr val="window" lastClr="FFFFFF"/>
      </a:lt1>
      <a:dk2>
        <a:srgbClr val="1F497D"/>
      </a:dk2>
      <a:lt2>
        <a:srgbClr val="000000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SET">
  <a:themeElements>
    <a:clrScheme name="Custom 4">
      <a:dk1>
        <a:sysClr val="windowText" lastClr="000000"/>
      </a:dk1>
      <a:lt1>
        <a:sysClr val="window" lastClr="FFFFFF"/>
      </a:lt1>
      <a:dk2>
        <a:srgbClr val="1F497D"/>
      </a:dk2>
      <a:lt2>
        <a:srgbClr val="003B5B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5B27A65603CCE4286BCFAF569B13952" ma:contentTypeVersion="12" ma:contentTypeDescription="Criar um novo documento." ma:contentTypeScope="" ma:versionID="e8ed86e5e11f9f02dcb9587e66bef5b7">
  <xsd:schema xmlns:xsd="http://www.w3.org/2001/XMLSchema" xmlns:xs="http://www.w3.org/2001/XMLSchema" xmlns:p="http://schemas.microsoft.com/office/2006/metadata/properties" xmlns:ns2="1c3fb4c2-0da0-4d0a-ba1a-d31282cddde4" xmlns:ns3="768ec260-3609-4363-825e-a27f12258866" targetNamespace="http://schemas.microsoft.com/office/2006/metadata/properties" ma:root="true" ma:fieldsID="e12a2af26451616c9c41a45c543fea80" ns2:_="" ns3:_="">
    <xsd:import namespace="1c3fb4c2-0da0-4d0a-ba1a-d31282cddde4"/>
    <xsd:import namespace="768ec260-3609-4363-825e-a27f122588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3fb4c2-0da0-4d0a-ba1a-d31282cddde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2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m" ma:readOnly="false" ma:fieldId="{5cf76f15-5ced-4ddc-b409-7134ff3c332f}" ma:taxonomyMulti="true" ma:sspId="f8f0716f-eab5-442c-b43b-7dcdbaec426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8ec260-3609-4363-825e-a27f1225886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162ef64b-3660-49a0-8a9d-71bfcb2a4adc}" ma:internalName="TaxCatchAll" ma:showField="CatchAllData" ma:web="768ec260-3609-4363-825e-a27f122588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3fb4c2-0da0-4d0a-ba1a-d31282cddde4">
      <Terms xmlns="http://schemas.microsoft.com/office/infopath/2007/PartnerControls"/>
    </lcf76f155ced4ddcb4097134ff3c332f>
    <TaxCatchAll xmlns="768ec260-3609-4363-825e-a27f12258866" xsi:nil="true"/>
  </documentManagement>
</p:properties>
</file>

<file path=customXml/itemProps1.xml><?xml version="1.0" encoding="utf-8"?>
<ds:datastoreItem xmlns:ds="http://schemas.openxmlformats.org/officeDocument/2006/customXml" ds:itemID="{0EA9DBA3-1232-417C-A567-A0FE2BD67116}"/>
</file>

<file path=customXml/itemProps2.xml><?xml version="1.0" encoding="utf-8"?>
<ds:datastoreItem xmlns:ds="http://schemas.openxmlformats.org/officeDocument/2006/customXml" ds:itemID="{A280943D-ADCB-4D8D-90A9-74BCA7D292EB}"/>
</file>

<file path=customXml/itemProps3.xml><?xml version="1.0" encoding="utf-8"?>
<ds:datastoreItem xmlns:ds="http://schemas.openxmlformats.org/officeDocument/2006/customXml" ds:itemID="{03B411D2-206B-413E-B426-C84549263EA4}"/>
</file>

<file path=docProps/app.xml><?xml version="1.0" encoding="utf-8"?>
<Properties xmlns="http://schemas.openxmlformats.org/officeDocument/2006/extended-properties" xmlns:vt="http://schemas.openxmlformats.org/officeDocument/2006/docPropsVTypes">
  <Template>025a PPTMaster_16by9</Template>
  <TotalTime>7</TotalTime>
  <Words>7</Words>
  <Application>Microsoft Office PowerPoint</Application>
  <PresentationFormat>On-screen Show (16:9)</PresentationFormat>
  <Paragraphs>2</Paragraphs>
  <Slides>3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10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4" baseType="lpstr">
      <vt:lpstr>025a PPTMaster_16by9</vt:lpstr>
      <vt:lpstr>1_NCOPD</vt:lpstr>
      <vt:lpstr>COSEC</vt:lpstr>
      <vt:lpstr>DL</vt:lpstr>
      <vt:lpstr>HIED</vt:lpstr>
      <vt:lpstr>INTEL</vt:lpstr>
      <vt:lpstr>JPOD</vt:lpstr>
      <vt:lpstr>JTIC</vt:lpstr>
      <vt:lpstr>PROT</vt:lpstr>
      <vt:lpstr>SET</vt:lpstr>
      <vt:lpstr>Bitmap Image</vt:lpstr>
      <vt:lpstr>PowerPoint Presentation</vt:lpstr>
      <vt:lpstr>PowerPoint Presentation</vt:lpstr>
      <vt:lpstr>PowerPoint Presentation</vt:lpstr>
    </vt:vector>
  </TitlesOfParts>
  <Company>NATO School Oberammergau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 Waal, Johannes (OF-3, NLD-A)</dc:creator>
  <cp:lastModifiedBy>De Waal, Johannes (OF-3, NLD-A)</cp:lastModifiedBy>
  <cp:revision>4</cp:revision>
  <cp:lastPrinted>2018-03-23T13:39:48Z</cp:lastPrinted>
  <dcterms:created xsi:type="dcterms:W3CDTF">2022-05-10T10:15:58Z</dcterms:created>
  <dcterms:modified xsi:type="dcterms:W3CDTF">2022-09-09T13:50:28Z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0x01010065B27A65603CCE4286BCFAF569B13952</vt:lpwstr>
  </property>
</Properties>
</file>