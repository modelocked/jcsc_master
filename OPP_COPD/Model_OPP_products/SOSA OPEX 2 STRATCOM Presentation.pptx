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006600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1" autoAdjust="0"/>
    <p:restoredTop sz="94660"/>
  </p:normalViewPr>
  <p:slideViewPr>
    <p:cSldViewPr snapToGrid="0">
      <p:cViewPr varScale="1">
        <p:scale>
          <a:sx n="69" d="100"/>
          <a:sy n="69" d="100"/>
        </p:scale>
        <p:origin x="5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058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713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717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6580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647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900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4258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056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3870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493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8784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E5799-0E86-497D-8839-E76543B8F95B}" type="datetimeFigureOut">
              <a:rPr lang="en-IE" smtClean="0"/>
              <a:t>07/04/2025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EC518-B325-4871-AFF3-C15CD11703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256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 rot="19182835">
            <a:off x="249405" y="698091"/>
            <a:ext cx="8084920" cy="4985269"/>
          </a:xfrm>
          <a:prstGeom prst="ellipse">
            <a:avLst/>
          </a:prstGeom>
          <a:solidFill>
            <a:schemeClr val="bg1">
              <a:lumMod val="85000"/>
              <a:alpha val="67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Oval 4"/>
          <p:cNvSpPr/>
          <p:nvPr/>
        </p:nvSpPr>
        <p:spPr>
          <a:xfrm>
            <a:off x="7460107" y="1898639"/>
            <a:ext cx="4708502" cy="2584172"/>
          </a:xfrm>
          <a:prstGeom prst="ellipse">
            <a:avLst/>
          </a:prstGeom>
          <a:solidFill>
            <a:schemeClr val="accent1">
              <a:alpha val="67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Oval 7"/>
          <p:cNvSpPr/>
          <p:nvPr/>
        </p:nvSpPr>
        <p:spPr>
          <a:xfrm rot="1057647">
            <a:off x="7362091" y="3327895"/>
            <a:ext cx="3543458" cy="1331193"/>
          </a:xfrm>
          <a:prstGeom prst="ellipse">
            <a:avLst/>
          </a:prstGeom>
          <a:solidFill>
            <a:schemeClr val="accent5">
              <a:lumMod val="75000"/>
              <a:alpha val="67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Oval 5"/>
          <p:cNvSpPr/>
          <p:nvPr/>
        </p:nvSpPr>
        <p:spPr>
          <a:xfrm>
            <a:off x="6701976" y="1049357"/>
            <a:ext cx="975872" cy="1187501"/>
          </a:xfrm>
          <a:prstGeom prst="ellipse">
            <a:avLst/>
          </a:prstGeom>
          <a:solidFill>
            <a:schemeClr val="accent4">
              <a:lumMod val="20000"/>
              <a:lumOff val="80000"/>
              <a:alpha val="84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Oval 6"/>
          <p:cNvSpPr/>
          <p:nvPr/>
        </p:nvSpPr>
        <p:spPr>
          <a:xfrm rot="487926">
            <a:off x="342262" y="2492402"/>
            <a:ext cx="6194239" cy="3415043"/>
          </a:xfrm>
          <a:prstGeom prst="ellipse">
            <a:avLst/>
          </a:prstGeom>
          <a:solidFill>
            <a:schemeClr val="accent2">
              <a:lumMod val="20000"/>
              <a:lumOff val="80000"/>
              <a:alpha val="77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Oval 1"/>
          <p:cNvSpPr/>
          <p:nvPr/>
        </p:nvSpPr>
        <p:spPr>
          <a:xfrm>
            <a:off x="4617359" y="896420"/>
            <a:ext cx="1782927" cy="2350091"/>
          </a:xfrm>
          <a:prstGeom prst="ellipse">
            <a:avLst/>
          </a:prstGeom>
          <a:solidFill>
            <a:schemeClr val="accent5">
              <a:lumMod val="20000"/>
              <a:lumOff val="80000"/>
              <a:alpha val="72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Oval 3"/>
          <p:cNvSpPr/>
          <p:nvPr/>
        </p:nvSpPr>
        <p:spPr>
          <a:xfrm rot="1245219">
            <a:off x="2609434" y="865868"/>
            <a:ext cx="1768893" cy="4356445"/>
          </a:xfrm>
          <a:prstGeom prst="ellipse">
            <a:avLst/>
          </a:prstGeom>
          <a:solidFill>
            <a:schemeClr val="accent6">
              <a:lumMod val="20000"/>
              <a:lumOff val="80000"/>
              <a:alpha val="71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2" y="450724"/>
            <a:ext cx="10946337" cy="622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58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8" grpId="0" animBg="1"/>
      <p:bldP spid="6" grpId="0" animBg="1"/>
      <p:bldP spid="7" grpId="0" animBg="1"/>
      <p:bldP spid="2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9492" y="124388"/>
            <a:ext cx="11430000" cy="6261100"/>
          </a:xfrm>
          <a:prstGeom prst="rect">
            <a:avLst/>
          </a:prstGeom>
          <a:gradFill>
            <a:gsLst>
              <a:gs pos="50000">
                <a:schemeClr val="accent5">
                  <a:lumMod val="20000"/>
                  <a:lumOff val="80000"/>
                </a:schemeClr>
              </a:gs>
              <a:gs pos="20000">
                <a:schemeClr val="accent1">
                  <a:lumMod val="75000"/>
                </a:schemeClr>
              </a:gs>
              <a:gs pos="81000">
                <a:srgbClr val="FF7C80"/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ounded Rectangle 4"/>
          <p:cNvSpPr/>
          <p:nvPr/>
        </p:nvSpPr>
        <p:spPr>
          <a:xfrm>
            <a:off x="1751704" y="2479262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President</a:t>
            </a:r>
            <a:endParaRPr lang="en-IE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826234" y="1211223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E" sz="90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IE" sz="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Lady</a:t>
            </a:r>
            <a:endParaRPr lang="en-IE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17672" y="4039159"/>
            <a:ext cx="746760" cy="406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GOT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39498" y="2990096"/>
            <a:ext cx="746760" cy="406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GOM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690540" y="5107066"/>
            <a:ext cx="744220" cy="443230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Armed Gangs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911176" y="4974463"/>
            <a:ext cx="744220" cy="4381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 Network</a:t>
            </a:r>
            <a:endParaRPr lang="en-IE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3115" y="3071971"/>
            <a:ext cx="744220" cy="4381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RAAF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486258" y="3368876"/>
            <a:ext cx="746760" cy="406400"/>
          </a:xfrm>
          <a:prstGeom prst="round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860908" y="3850088"/>
            <a:ext cx="744220" cy="443230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APF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59674" y="1687076"/>
            <a:ext cx="744220" cy="4381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CIDG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7380" y="2452333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596900" y="177800"/>
            <a:ext cx="0" cy="62611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96899" y="6415603"/>
            <a:ext cx="11430001" cy="2329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 rot="16200000">
            <a:off x="-1191670" y="4747871"/>
            <a:ext cx="2836525" cy="453185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241300" y="911192"/>
            <a:ext cx="0" cy="4417489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42085" y="6426914"/>
            <a:ext cx="1058115" cy="298608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Friendly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968785" y="6415603"/>
            <a:ext cx="1058115" cy="298608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Hostile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755435" y="6395526"/>
            <a:ext cx="1058115" cy="298608"/>
          </a:xfrm>
          <a:prstGeom prst="round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E" sz="1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Neutral</a:t>
            </a:r>
            <a:endParaRPr lang="en-IE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004944" y="746905"/>
            <a:ext cx="746760" cy="406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Quelo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2892798" y="3149801"/>
            <a:ext cx="746760" cy="406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YAM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04081" y="4445559"/>
            <a:ext cx="746760" cy="406400"/>
          </a:xfrm>
          <a:prstGeom prst="round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CHINA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5826234" y="1701045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Manori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11112" y="3479207"/>
            <a:ext cx="746760" cy="4064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IDPs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818297" y="2990096"/>
            <a:ext cx="795764" cy="406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Uvembi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796074" y="2708601"/>
            <a:ext cx="746760" cy="4064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2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240844" y="5841989"/>
            <a:ext cx="746760" cy="406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MOL</a:t>
            </a:r>
            <a:endParaRPr lang="en-IE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own Arrow 2"/>
          <p:cNvSpPr/>
          <p:nvPr/>
        </p:nvSpPr>
        <p:spPr>
          <a:xfrm rot="7487223">
            <a:off x="4910090" y="1941490"/>
            <a:ext cx="650240" cy="107000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Equal 20"/>
          <p:cNvSpPr/>
          <p:nvPr/>
        </p:nvSpPr>
        <p:spPr>
          <a:xfrm>
            <a:off x="1811693" y="697216"/>
            <a:ext cx="791923" cy="521030"/>
          </a:xfrm>
          <a:prstGeom prst="mathEqual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  <p:sp>
        <p:nvSpPr>
          <p:cNvPr id="61" name="Down Arrow 60"/>
          <p:cNvSpPr/>
          <p:nvPr/>
        </p:nvSpPr>
        <p:spPr>
          <a:xfrm rot="7487223">
            <a:off x="4850311" y="985605"/>
            <a:ext cx="650240" cy="107000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2" name="Down Arrow 61"/>
          <p:cNvSpPr/>
          <p:nvPr/>
        </p:nvSpPr>
        <p:spPr>
          <a:xfrm rot="10800000">
            <a:off x="7851448" y="1839863"/>
            <a:ext cx="650240" cy="107000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4" name="Down Arrow 63"/>
          <p:cNvSpPr/>
          <p:nvPr/>
        </p:nvSpPr>
        <p:spPr>
          <a:xfrm rot="10800000">
            <a:off x="9842808" y="2193773"/>
            <a:ext cx="650240" cy="107000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5" name="TextBox 24"/>
          <p:cNvSpPr txBox="1"/>
          <p:nvPr/>
        </p:nvSpPr>
        <p:spPr>
          <a:xfrm>
            <a:off x="1654140" y="254000"/>
            <a:ext cx="1444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Reassure</a:t>
            </a:r>
            <a:endParaRPr lang="en-IE" dirty="0"/>
          </a:p>
        </p:txBody>
      </p:sp>
      <p:sp>
        <p:nvSpPr>
          <p:cNvPr id="65" name="TextBox 64"/>
          <p:cNvSpPr txBox="1"/>
          <p:nvPr/>
        </p:nvSpPr>
        <p:spPr>
          <a:xfrm>
            <a:off x="3247428" y="1033580"/>
            <a:ext cx="1444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Maintain</a:t>
            </a:r>
            <a:endParaRPr lang="en-IE" dirty="0"/>
          </a:p>
        </p:txBody>
      </p:sp>
      <p:sp>
        <p:nvSpPr>
          <p:cNvPr id="66" name="TextBox 65"/>
          <p:cNvSpPr txBox="1"/>
          <p:nvPr/>
        </p:nvSpPr>
        <p:spPr>
          <a:xfrm>
            <a:off x="3266178" y="1971438"/>
            <a:ext cx="14446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Persuade &amp; Reassure</a:t>
            </a:r>
            <a:endParaRPr lang="en-IE" dirty="0"/>
          </a:p>
        </p:txBody>
      </p:sp>
      <p:sp>
        <p:nvSpPr>
          <p:cNvPr id="67" name="TextBox 66"/>
          <p:cNvSpPr txBox="1"/>
          <p:nvPr/>
        </p:nvSpPr>
        <p:spPr>
          <a:xfrm>
            <a:off x="7668218" y="1344139"/>
            <a:ext cx="1444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Persuade</a:t>
            </a:r>
            <a:endParaRPr lang="en-IE" dirty="0"/>
          </a:p>
        </p:txBody>
      </p:sp>
      <p:sp>
        <p:nvSpPr>
          <p:cNvPr id="68" name="TextBox 67"/>
          <p:cNvSpPr txBox="1"/>
          <p:nvPr/>
        </p:nvSpPr>
        <p:spPr>
          <a:xfrm>
            <a:off x="9445598" y="1776117"/>
            <a:ext cx="1444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Discredit</a:t>
            </a:r>
            <a:endParaRPr lang="en-IE" dirty="0"/>
          </a:p>
        </p:txBody>
      </p:sp>
      <p:sp>
        <p:nvSpPr>
          <p:cNvPr id="69" name="Down Arrow 68"/>
          <p:cNvSpPr/>
          <p:nvPr/>
        </p:nvSpPr>
        <p:spPr>
          <a:xfrm rot="10800000">
            <a:off x="10928236" y="3681437"/>
            <a:ext cx="650240" cy="1070008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0" name="TextBox 69"/>
          <p:cNvSpPr txBox="1"/>
          <p:nvPr/>
        </p:nvSpPr>
        <p:spPr>
          <a:xfrm>
            <a:off x="10531026" y="3263781"/>
            <a:ext cx="14446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dirty="0" smtClean="0"/>
              <a:t>Discredit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4597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09" y="268496"/>
            <a:ext cx="9696536" cy="621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4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smtClean="0"/>
              <a:t>What did </a:t>
            </a:r>
            <a:r>
              <a:rPr lang="en-IE" dirty="0" err="1" smtClean="0"/>
              <a:t>Molowelo</a:t>
            </a:r>
            <a:r>
              <a:rPr lang="en-IE" dirty="0" smtClean="0"/>
              <a:t> say to </a:t>
            </a:r>
            <a:r>
              <a:rPr lang="en-IE" dirty="0" err="1" smtClean="0"/>
              <a:t>Alambara</a:t>
            </a:r>
            <a:r>
              <a:rPr lang="en-IE" dirty="0" smtClean="0"/>
              <a:t> at Halloween?</a:t>
            </a:r>
          </a:p>
          <a:p>
            <a:endParaRPr lang="en-IE" dirty="0"/>
          </a:p>
        </p:txBody>
      </p:sp>
      <p:sp>
        <p:nvSpPr>
          <p:cNvPr id="4" name="TextBox 3"/>
          <p:cNvSpPr txBox="1"/>
          <p:nvPr/>
        </p:nvSpPr>
        <p:spPr>
          <a:xfrm>
            <a:off x="1502228" y="2377440"/>
            <a:ext cx="3474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 smtClean="0"/>
              <a:t>Where's</a:t>
            </a:r>
            <a:r>
              <a:rPr lang="en-IE" dirty="0" smtClean="0"/>
              <a:t> </a:t>
            </a:r>
            <a:r>
              <a:rPr lang="en-IE" sz="2800" dirty="0" err="1"/>
              <a:t>Yamask</a:t>
            </a:r>
            <a:r>
              <a:rPr lang="en-IE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057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95"/>
          <a:stretch/>
        </p:blipFill>
        <p:spPr>
          <a:xfrm>
            <a:off x="1827618" y="143810"/>
            <a:ext cx="8466494" cy="6714190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2296932" y="335666"/>
            <a:ext cx="7997747" cy="4037860"/>
            <a:chOff x="671332" y="335666"/>
            <a:chExt cx="7997747" cy="4037860"/>
          </a:xfrm>
        </p:grpSpPr>
        <p:sp>
          <p:nvSpPr>
            <p:cNvPr id="5" name="Freeform 4"/>
            <p:cNvSpPr/>
            <p:nvPr/>
          </p:nvSpPr>
          <p:spPr>
            <a:xfrm>
              <a:off x="671332" y="335666"/>
              <a:ext cx="2343873" cy="1834587"/>
            </a:xfrm>
            <a:custGeom>
              <a:avLst/>
              <a:gdLst>
                <a:gd name="connsiteX0" fmla="*/ 40511 w 2343873"/>
                <a:gd name="connsiteY0" fmla="*/ 1834587 h 1834587"/>
                <a:gd name="connsiteX1" fmla="*/ 57873 w 2343873"/>
                <a:gd name="connsiteY1" fmla="*/ 1695691 h 1834587"/>
                <a:gd name="connsiteX2" fmla="*/ 0 w 2343873"/>
                <a:gd name="connsiteY2" fmla="*/ 1585731 h 1834587"/>
                <a:gd name="connsiteX3" fmla="*/ 92597 w 2343873"/>
                <a:gd name="connsiteY3" fmla="*/ 1487347 h 1834587"/>
                <a:gd name="connsiteX4" fmla="*/ 185195 w 2343873"/>
                <a:gd name="connsiteY4" fmla="*/ 1336876 h 1834587"/>
                <a:gd name="connsiteX5" fmla="*/ 347240 w 2343873"/>
                <a:gd name="connsiteY5" fmla="*/ 1371600 h 1834587"/>
                <a:gd name="connsiteX6" fmla="*/ 457200 w 2343873"/>
                <a:gd name="connsiteY6" fmla="*/ 1325301 h 1834587"/>
                <a:gd name="connsiteX7" fmla="*/ 515073 w 2343873"/>
                <a:gd name="connsiteY7" fmla="*/ 1209554 h 1834587"/>
                <a:gd name="connsiteX8" fmla="*/ 596096 w 2343873"/>
                <a:gd name="connsiteY8" fmla="*/ 1116957 h 1834587"/>
                <a:gd name="connsiteX9" fmla="*/ 758141 w 2343873"/>
                <a:gd name="connsiteY9" fmla="*/ 1140106 h 1834587"/>
                <a:gd name="connsiteX10" fmla="*/ 792865 w 2343873"/>
                <a:gd name="connsiteY10" fmla="*/ 1163256 h 1834587"/>
                <a:gd name="connsiteX11" fmla="*/ 879676 w 2343873"/>
                <a:gd name="connsiteY11" fmla="*/ 1116957 h 1834587"/>
                <a:gd name="connsiteX12" fmla="*/ 954911 w 2343873"/>
                <a:gd name="connsiteY12" fmla="*/ 1111169 h 1834587"/>
                <a:gd name="connsiteX13" fmla="*/ 978060 w 2343873"/>
                <a:gd name="connsiteY13" fmla="*/ 1030147 h 1834587"/>
                <a:gd name="connsiteX14" fmla="*/ 1070658 w 2343873"/>
                <a:gd name="connsiteY14" fmla="*/ 983848 h 1834587"/>
                <a:gd name="connsiteX15" fmla="*/ 1221129 w 2343873"/>
                <a:gd name="connsiteY15" fmla="*/ 804440 h 1834587"/>
                <a:gd name="connsiteX16" fmla="*/ 1221129 w 2343873"/>
                <a:gd name="connsiteY16" fmla="*/ 752354 h 1834587"/>
                <a:gd name="connsiteX17" fmla="*/ 1250065 w 2343873"/>
                <a:gd name="connsiteY17" fmla="*/ 711843 h 1834587"/>
                <a:gd name="connsiteX18" fmla="*/ 1342663 w 2343873"/>
                <a:gd name="connsiteY18" fmla="*/ 682906 h 1834587"/>
                <a:gd name="connsiteX19" fmla="*/ 1516283 w 2343873"/>
                <a:gd name="connsiteY19" fmla="*/ 752354 h 1834587"/>
                <a:gd name="connsiteX20" fmla="*/ 1620455 w 2343873"/>
                <a:gd name="connsiteY20" fmla="*/ 821802 h 1834587"/>
                <a:gd name="connsiteX21" fmla="*/ 1805650 w 2343873"/>
                <a:gd name="connsiteY21" fmla="*/ 862314 h 1834587"/>
                <a:gd name="connsiteX22" fmla="*/ 1840374 w 2343873"/>
                <a:gd name="connsiteY22" fmla="*/ 914400 h 1834587"/>
                <a:gd name="connsiteX23" fmla="*/ 1909822 w 2343873"/>
                <a:gd name="connsiteY23" fmla="*/ 943337 h 1834587"/>
                <a:gd name="connsiteX24" fmla="*/ 1996633 w 2343873"/>
                <a:gd name="connsiteY24" fmla="*/ 972273 h 1834587"/>
                <a:gd name="connsiteX25" fmla="*/ 2048719 w 2343873"/>
                <a:gd name="connsiteY25" fmla="*/ 1006997 h 1834587"/>
                <a:gd name="connsiteX26" fmla="*/ 2054506 w 2343873"/>
                <a:gd name="connsiteY26" fmla="*/ 1047509 h 1834587"/>
                <a:gd name="connsiteX27" fmla="*/ 2170253 w 2343873"/>
                <a:gd name="connsiteY27" fmla="*/ 1006997 h 1834587"/>
                <a:gd name="connsiteX28" fmla="*/ 2343873 w 2343873"/>
                <a:gd name="connsiteY28" fmla="*/ 902825 h 1834587"/>
                <a:gd name="connsiteX29" fmla="*/ 2268638 w 2343873"/>
                <a:gd name="connsiteY29" fmla="*/ 781291 h 1834587"/>
                <a:gd name="connsiteX30" fmla="*/ 2303362 w 2343873"/>
                <a:gd name="connsiteY30" fmla="*/ 688693 h 1834587"/>
                <a:gd name="connsiteX31" fmla="*/ 2262850 w 2343873"/>
                <a:gd name="connsiteY31" fmla="*/ 596096 h 1834587"/>
                <a:gd name="connsiteX32" fmla="*/ 2291787 w 2343873"/>
                <a:gd name="connsiteY32" fmla="*/ 491924 h 1834587"/>
                <a:gd name="connsiteX33" fmla="*/ 2309149 w 2343873"/>
                <a:gd name="connsiteY33" fmla="*/ 347240 h 1834587"/>
                <a:gd name="connsiteX34" fmla="*/ 2239701 w 2343873"/>
                <a:gd name="connsiteY34" fmla="*/ 248856 h 1834587"/>
                <a:gd name="connsiteX35" fmla="*/ 2233914 w 2343873"/>
                <a:gd name="connsiteY35" fmla="*/ 150471 h 1834587"/>
                <a:gd name="connsiteX36" fmla="*/ 2233914 w 2343873"/>
                <a:gd name="connsiteY36" fmla="*/ 34724 h 1834587"/>
                <a:gd name="connsiteX37" fmla="*/ 2233914 w 2343873"/>
                <a:gd name="connsiteY37" fmla="*/ 0 h 1834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43873" h="1834587">
                  <a:moveTo>
                    <a:pt x="40511" y="1834587"/>
                  </a:moveTo>
                  <a:lnTo>
                    <a:pt x="57873" y="1695691"/>
                  </a:lnTo>
                  <a:lnTo>
                    <a:pt x="0" y="1585731"/>
                  </a:lnTo>
                  <a:lnTo>
                    <a:pt x="92597" y="1487347"/>
                  </a:lnTo>
                  <a:lnTo>
                    <a:pt x="185195" y="1336876"/>
                  </a:lnTo>
                  <a:lnTo>
                    <a:pt x="347240" y="1371600"/>
                  </a:lnTo>
                  <a:lnTo>
                    <a:pt x="457200" y="1325301"/>
                  </a:lnTo>
                  <a:lnTo>
                    <a:pt x="515073" y="1209554"/>
                  </a:lnTo>
                  <a:lnTo>
                    <a:pt x="596096" y="1116957"/>
                  </a:lnTo>
                  <a:lnTo>
                    <a:pt x="758141" y="1140106"/>
                  </a:lnTo>
                  <a:lnTo>
                    <a:pt x="792865" y="1163256"/>
                  </a:lnTo>
                  <a:lnTo>
                    <a:pt x="879676" y="1116957"/>
                  </a:lnTo>
                  <a:lnTo>
                    <a:pt x="954911" y="1111169"/>
                  </a:lnTo>
                  <a:lnTo>
                    <a:pt x="978060" y="1030147"/>
                  </a:lnTo>
                  <a:lnTo>
                    <a:pt x="1070658" y="983848"/>
                  </a:lnTo>
                  <a:lnTo>
                    <a:pt x="1221129" y="804440"/>
                  </a:lnTo>
                  <a:lnTo>
                    <a:pt x="1221129" y="752354"/>
                  </a:lnTo>
                  <a:lnTo>
                    <a:pt x="1250065" y="711843"/>
                  </a:lnTo>
                  <a:lnTo>
                    <a:pt x="1342663" y="682906"/>
                  </a:lnTo>
                  <a:lnTo>
                    <a:pt x="1516283" y="752354"/>
                  </a:lnTo>
                  <a:lnTo>
                    <a:pt x="1620455" y="821802"/>
                  </a:lnTo>
                  <a:lnTo>
                    <a:pt x="1805650" y="862314"/>
                  </a:lnTo>
                  <a:lnTo>
                    <a:pt x="1840374" y="914400"/>
                  </a:lnTo>
                  <a:lnTo>
                    <a:pt x="1909822" y="943337"/>
                  </a:lnTo>
                  <a:lnTo>
                    <a:pt x="1996633" y="972273"/>
                  </a:lnTo>
                  <a:lnTo>
                    <a:pt x="2048719" y="1006997"/>
                  </a:lnTo>
                  <a:lnTo>
                    <a:pt x="2054506" y="1047509"/>
                  </a:lnTo>
                  <a:lnTo>
                    <a:pt x="2170253" y="1006997"/>
                  </a:lnTo>
                  <a:lnTo>
                    <a:pt x="2343873" y="902825"/>
                  </a:lnTo>
                  <a:lnTo>
                    <a:pt x="2268638" y="781291"/>
                  </a:lnTo>
                  <a:lnTo>
                    <a:pt x="2303362" y="688693"/>
                  </a:lnTo>
                  <a:lnTo>
                    <a:pt x="2262850" y="596096"/>
                  </a:lnTo>
                  <a:lnTo>
                    <a:pt x="2291787" y="491924"/>
                  </a:lnTo>
                  <a:lnTo>
                    <a:pt x="2309149" y="347240"/>
                  </a:lnTo>
                  <a:lnTo>
                    <a:pt x="2239701" y="248856"/>
                  </a:lnTo>
                  <a:lnTo>
                    <a:pt x="2233914" y="150471"/>
                  </a:lnTo>
                  <a:lnTo>
                    <a:pt x="2233914" y="34724"/>
                  </a:lnTo>
                  <a:lnTo>
                    <a:pt x="2233914" y="0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>
                <a:solidFill>
                  <a:prstClr val="white"/>
                </a:solidFill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2339163" y="1247553"/>
              <a:ext cx="1594884" cy="2849526"/>
            </a:xfrm>
            <a:custGeom>
              <a:avLst/>
              <a:gdLst>
                <a:gd name="connsiteX0" fmla="*/ 680484 w 1594884"/>
                <a:gd name="connsiteY0" fmla="*/ 0 h 2849526"/>
                <a:gd name="connsiteX1" fmla="*/ 886046 w 1594884"/>
                <a:gd name="connsiteY1" fmla="*/ 127591 h 2849526"/>
                <a:gd name="connsiteX2" fmla="*/ 942753 w 1594884"/>
                <a:gd name="connsiteY2" fmla="*/ 262270 h 2849526"/>
                <a:gd name="connsiteX3" fmla="*/ 1148316 w 1594884"/>
                <a:gd name="connsiteY3" fmla="*/ 347331 h 2849526"/>
                <a:gd name="connsiteX4" fmla="*/ 1297172 w 1594884"/>
                <a:gd name="connsiteY4" fmla="*/ 531628 h 2849526"/>
                <a:gd name="connsiteX5" fmla="*/ 1268818 w 1594884"/>
                <a:gd name="connsiteY5" fmla="*/ 588335 h 2849526"/>
                <a:gd name="connsiteX6" fmla="*/ 1431851 w 1594884"/>
                <a:gd name="connsiteY6" fmla="*/ 630866 h 2849526"/>
                <a:gd name="connsiteX7" fmla="*/ 1594884 w 1594884"/>
                <a:gd name="connsiteY7" fmla="*/ 765545 h 2849526"/>
                <a:gd name="connsiteX8" fmla="*/ 808074 w 1594884"/>
                <a:gd name="connsiteY8" fmla="*/ 1368056 h 2849526"/>
                <a:gd name="connsiteX9" fmla="*/ 808074 w 1594884"/>
                <a:gd name="connsiteY9" fmla="*/ 1396410 h 2849526"/>
                <a:gd name="connsiteX10" fmla="*/ 737190 w 1594884"/>
                <a:gd name="connsiteY10" fmla="*/ 1389321 h 2849526"/>
                <a:gd name="connsiteX11" fmla="*/ 708837 w 1594884"/>
                <a:gd name="connsiteY11" fmla="*/ 1438940 h 2849526"/>
                <a:gd name="connsiteX12" fmla="*/ 659218 w 1594884"/>
                <a:gd name="connsiteY12" fmla="*/ 1431852 h 2849526"/>
                <a:gd name="connsiteX13" fmla="*/ 609600 w 1594884"/>
                <a:gd name="connsiteY13" fmla="*/ 1616149 h 2849526"/>
                <a:gd name="connsiteX14" fmla="*/ 552893 w 1594884"/>
                <a:gd name="connsiteY14" fmla="*/ 1665768 h 2849526"/>
                <a:gd name="connsiteX15" fmla="*/ 474921 w 1594884"/>
                <a:gd name="connsiteY15" fmla="*/ 1807535 h 2849526"/>
                <a:gd name="connsiteX16" fmla="*/ 446567 w 1594884"/>
                <a:gd name="connsiteY16" fmla="*/ 1935126 h 2849526"/>
                <a:gd name="connsiteX17" fmla="*/ 368595 w 1594884"/>
                <a:gd name="connsiteY17" fmla="*/ 1998921 h 2849526"/>
                <a:gd name="connsiteX18" fmla="*/ 276446 w 1594884"/>
                <a:gd name="connsiteY18" fmla="*/ 2140689 h 2849526"/>
                <a:gd name="connsiteX19" fmla="*/ 219739 w 1594884"/>
                <a:gd name="connsiteY19" fmla="*/ 2218661 h 2849526"/>
                <a:gd name="connsiteX20" fmla="*/ 198474 w 1594884"/>
                <a:gd name="connsiteY20" fmla="*/ 2261191 h 2849526"/>
                <a:gd name="connsiteX21" fmla="*/ 212651 w 1594884"/>
                <a:gd name="connsiteY21" fmla="*/ 2424224 h 2849526"/>
                <a:gd name="connsiteX22" fmla="*/ 191386 w 1594884"/>
                <a:gd name="connsiteY22" fmla="*/ 2502196 h 2849526"/>
                <a:gd name="connsiteX23" fmla="*/ 56707 w 1594884"/>
                <a:gd name="connsiteY23" fmla="*/ 2594345 h 2849526"/>
                <a:gd name="connsiteX24" fmla="*/ 0 w 1594884"/>
                <a:gd name="connsiteY24" fmla="*/ 2608521 h 2849526"/>
                <a:gd name="connsiteX25" fmla="*/ 155944 w 1594884"/>
                <a:gd name="connsiteY25" fmla="*/ 2849526 h 284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94884" h="2849526">
                  <a:moveTo>
                    <a:pt x="680484" y="0"/>
                  </a:moveTo>
                  <a:lnTo>
                    <a:pt x="886046" y="127591"/>
                  </a:lnTo>
                  <a:lnTo>
                    <a:pt x="942753" y="262270"/>
                  </a:lnTo>
                  <a:lnTo>
                    <a:pt x="1148316" y="347331"/>
                  </a:lnTo>
                  <a:lnTo>
                    <a:pt x="1297172" y="531628"/>
                  </a:lnTo>
                  <a:lnTo>
                    <a:pt x="1268818" y="588335"/>
                  </a:lnTo>
                  <a:lnTo>
                    <a:pt x="1431851" y="630866"/>
                  </a:lnTo>
                  <a:lnTo>
                    <a:pt x="1594884" y="765545"/>
                  </a:lnTo>
                  <a:lnTo>
                    <a:pt x="808074" y="1368056"/>
                  </a:lnTo>
                  <a:lnTo>
                    <a:pt x="808074" y="1396410"/>
                  </a:lnTo>
                  <a:lnTo>
                    <a:pt x="737190" y="1389321"/>
                  </a:lnTo>
                  <a:lnTo>
                    <a:pt x="708837" y="1438940"/>
                  </a:lnTo>
                  <a:lnTo>
                    <a:pt x="659218" y="1431852"/>
                  </a:lnTo>
                  <a:lnTo>
                    <a:pt x="609600" y="1616149"/>
                  </a:lnTo>
                  <a:lnTo>
                    <a:pt x="552893" y="1665768"/>
                  </a:lnTo>
                  <a:lnTo>
                    <a:pt x="474921" y="1807535"/>
                  </a:lnTo>
                  <a:lnTo>
                    <a:pt x="446567" y="1935126"/>
                  </a:lnTo>
                  <a:lnTo>
                    <a:pt x="368595" y="1998921"/>
                  </a:lnTo>
                  <a:lnTo>
                    <a:pt x="276446" y="2140689"/>
                  </a:lnTo>
                  <a:lnTo>
                    <a:pt x="219739" y="2218661"/>
                  </a:lnTo>
                  <a:lnTo>
                    <a:pt x="198474" y="2261191"/>
                  </a:lnTo>
                  <a:lnTo>
                    <a:pt x="212651" y="2424224"/>
                  </a:lnTo>
                  <a:lnTo>
                    <a:pt x="191386" y="2502196"/>
                  </a:lnTo>
                  <a:lnTo>
                    <a:pt x="56707" y="2594345"/>
                  </a:lnTo>
                  <a:lnTo>
                    <a:pt x="0" y="2608521"/>
                  </a:lnTo>
                  <a:lnTo>
                    <a:pt x="155944" y="2849526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>
                <a:solidFill>
                  <a:prstClr val="white"/>
                </a:solidFill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3919870" y="404037"/>
              <a:ext cx="1524000" cy="1616149"/>
            </a:xfrm>
            <a:custGeom>
              <a:avLst/>
              <a:gdLst>
                <a:gd name="connsiteX0" fmla="*/ 0 w 1524000"/>
                <a:gd name="connsiteY0" fmla="*/ 1609061 h 1616149"/>
                <a:gd name="connsiteX1" fmla="*/ 978195 w 1524000"/>
                <a:gd name="connsiteY1" fmla="*/ 1616149 h 1616149"/>
                <a:gd name="connsiteX2" fmla="*/ 1155404 w 1524000"/>
                <a:gd name="connsiteY2" fmla="*/ 1481470 h 1616149"/>
                <a:gd name="connsiteX3" fmla="*/ 1282995 w 1524000"/>
                <a:gd name="connsiteY3" fmla="*/ 1481470 h 1616149"/>
                <a:gd name="connsiteX4" fmla="*/ 1460204 w 1524000"/>
                <a:gd name="connsiteY4" fmla="*/ 1318437 h 1616149"/>
                <a:gd name="connsiteX5" fmla="*/ 1502735 w 1524000"/>
                <a:gd name="connsiteY5" fmla="*/ 1219200 h 1616149"/>
                <a:gd name="connsiteX6" fmla="*/ 1502735 w 1524000"/>
                <a:gd name="connsiteY6" fmla="*/ 1219200 h 1616149"/>
                <a:gd name="connsiteX7" fmla="*/ 1524000 w 1524000"/>
                <a:gd name="connsiteY7" fmla="*/ 1034903 h 1616149"/>
                <a:gd name="connsiteX8" fmla="*/ 1467293 w 1524000"/>
                <a:gd name="connsiteY8" fmla="*/ 886047 h 1616149"/>
                <a:gd name="connsiteX9" fmla="*/ 1382232 w 1524000"/>
                <a:gd name="connsiteY9" fmla="*/ 765544 h 1616149"/>
                <a:gd name="connsiteX10" fmla="*/ 1226288 w 1524000"/>
                <a:gd name="connsiteY10" fmla="*/ 595423 h 1616149"/>
                <a:gd name="connsiteX11" fmla="*/ 992372 w 1524000"/>
                <a:gd name="connsiteY11" fmla="*/ 503275 h 1616149"/>
                <a:gd name="connsiteX12" fmla="*/ 907311 w 1524000"/>
                <a:gd name="connsiteY12" fmla="*/ 432391 h 1616149"/>
                <a:gd name="connsiteX13" fmla="*/ 822251 w 1524000"/>
                <a:gd name="connsiteY13" fmla="*/ 368596 h 1616149"/>
                <a:gd name="connsiteX14" fmla="*/ 708837 w 1524000"/>
                <a:gd name="connsiteY14" fmla="*/ 205563 h 1616149"/>
                <a:gd name="connsiteX15" fmla="*/ 496186 w 1524000"/>
                <a:gd name="connsiteY15" fmla="*/ 141768 h 1616149"/>
                <a:gd name="connsiteX16" fmla="*/ 375683 w 1524000"/>
                <a:gd name="connsiteY16" fmla="*/ 92149 h 1616149"/>
                <a:gd name="connsiteX17" fmla="*/ 198474 w 1524000"/>
                <a:gd name="connsiteY17" fmla="*/ 0 h 161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24000" h="1616149">
                  <a:moveTo>
                    <a:pt x="0" y="1609061"/>
                  </a:moveTo>
                  <a:lnTo>
                    <a:pt x="978195" y="1616149"/>
                  </a:lnTo>
                  <a:lnTo>
                    <a:pt x="1155404" y="1481470"/>
                  </a:lnTo>
                  <a:lnTo>
                    <a:pt x="1282995" y="1481470"/>
                  </a:lnTo>
                  <a:lnTo>
                    <a:pt x="1460204" y="1318437"/>
                  </a:lnTo>
                  <a:lnTo>
                    <a:pt x="1502735" y="1219200"/>
                  </a:lnTo>
                  <a:lnTo>
                    <a:pt x="1502735" y="1219200"/>
                  </a:lnTo>
                  <a:lnTo>
                    <a:pt x="1524000" y="1034903"/>
                  </a:lnTo>
                  <a:lnTo>
                    <a:pt x="1467293" y="886047"/>
                  </a:lnTo>
                  <a:lnTo>
                    <a:pt x="1382232" y="765544"/>
                  </a:lnTo>
                  <a:lnTo>
                    <a:pt x="1226288" y="595423"/>
                  </a:lnTo>
                  <a:lnTo>
                    <a:pt x="992372" y="503275"/>
                  </a:lnTo>
                  <a:lnTo>
                    <a:pt x="907311" y="432391"/>
                  </a:lnTo>
                  <a:lnTo>
                    <a:pt x="822251" y="368596"/>
                  </a:lnTo>
                  <a:lnTo>
                    <a:pt x="708837" y="205563"/>
                  </a:lnTo>
                  <a:lnTo>
                    <a:pt x="496186" y="141768"/>
                  </a:lnTo>
                  <a:lnTo>
                    <a:pt x="375683" y="92149"/>
                  </a:lnTo>
                  <a:lnTo>
                    <a:pt x="198474" y="0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>
                <a:solidFill>
                  <a:prstClr val="white"/>
                </a:solidFill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5429693" y="1623237"/>
              <a:ext cx="3239386" cy="28354"/>
            </a:xfrm>
            <a:custGeom>
              <a:avLst/>
              <a:gdLst>
                <a:gd name="connsiteX0" fmla="*/ 0 w 3239386"/>
                <a:gd name="connsiteY0" fmla="*/ 28354 h 28354"/>
                <a:gd name="connsiteX1" fmla="*/ 1098698 w 3239386"/>
                <a:gd name="connsiteY1" fmla="*/ 14177 h 28354"/>
                <a:gd name="connsiteX2" fmla="*/ 2714847 w 3239386"/>
                <a:gd name="connsiteY2" fmla="*/ 0 h 28354"/>
                <a:gd name="connsiteX3" fmla="*/ 3239386 w 3239386"/>
                <a:gd name="connsiteY3" fmla="*/ 28354 h 28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9386" h="28354">
                  <a:moveTo>
                    <a:pt x="0" y="28354"/>
                  </a:moveTo>
                  <a:lnTo>
                    <a:pt x="1098698" y="14177"/>
                  </a:lnTo>
                  <a:lnTo>
                    <a:pt x="2714847" y="0"/>
                  </a:lnTo>
                  <a:lnTo>
                    <a:pt x="3239386" y="28354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>
                <a:solidFill>
                  <a:prstClr val="white"/>
                </a:solidFill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4600353" y="1998921"/>
              <a:ext cx="843517" cy="2374605"/>
            </a:xfrm>
            <a:custGeom>
              <a:avLst/>
              <a:gdLst>
                <a:gd name="connsiteX0" fmla="*/ 297712 w 843517"/>
                <a:gd name="connsiteY0" fmla="*/ 0 h 2374605"/>
                <a:gd name="connsiteX1" fmla="*/ 304800 w 843517"/>
                <a:gd name="connsiteY1" fmla="*/ 652130 h 2374605"/>
                <a:gd name="connsiteX2" fmla="*/ 297712 w 843517"/>
                <a:gd name="connsiteY2" fmla="*/ 744279 h 2374605"/>
                <a:gd name="connsiteX3" fmla="*/ 347331 w 843517"/>
                <a:gd name="connsiteY3" fmla="*/ 779721 h 2374605"/>
                <a:gd name="connsiteX4" fmla="*/ 432391 w 843517"/>
                <a:gd name="connsiteY4" fmla="*/ 857693 h 2374605"/>
                <a:gd name="connsiteX5" fmla="*/ 517452 w 843517"/>
                <a:gd name="connsiteY5" fmla="*/ 914400 h 2374605"/>
                <a:gd name="connsiteX6" fmla="*/ 524540 w 843517"/>
                <a:gd name="connsiteY6" fmla="*/ 964019 h 2374605"/>
                <a:gd name="connsiteX7" fmla="*/ 630866 w 843517"/>
                <a:gd name="connsiteY7" fmla="*/ 1041991 h 2374605"/>
                <a:gd name="connsiteX8" fmla="*/ 659219 w 843517"/>
                <a:gd name="connsiteY8" fmla="*/ 1105786 h 2374605"/>
                <a:gd name="connsiteX9" fmla="*/ 751368 w 843517"/>
                <a:gd name="connsiteY9" fmla="*/ 1148316 h 2374605"/>
                <a:gd name="connsiteX10" fmla="*/ 843517 w 843517"/>
                <a:gd name="connsiteY10" fmla="*/ 1304260 h 2374605"/>
                <a:gd name="connsiteX11" fmla="*/ 836428 w 843517"/>
                <a:gd name="connsiteY11" fmla="*/ 1495646 h 2374605"/>
                <a:gd name="connsiteX12" fmla="*/ 779721 w 843517"/>
                <a:gd name="connsiteY12" fmla="*/ 1573619 h 2374605"/>
                <a:gd name="connsiteX13" fmla="*/ 744280 w 843517"/>
                <a:gd name="connsiteY13" fmla="*/ 1651591 h 2374605"/>
                <a:gd name="connsiteX14" fmla="*/ 744280 w 843517"/>
                <a:gd name="connsiteY14" fmla="*/ 1750828 h 2374605"/>
                <a:gd name="connsiteX15" fmla="*/ 637954 w 843517"/>
                <a:gd name="connsiteY15" fmla="*/ 1814623 h 2374605"/>
                <a:gd name="connsiteX16" fmla="*/ 538717 w 843517"/>
                <a:gd name="connsiteY16" fmla="*/ 1864242 h 2374605"/>
                <a:gd name="connsiteX17" fmla="*/ 489098 w 843517"/>
                <a:gd name="connsiteY17" fmla="*/ 1949302 h 2374605"/>
                <a:gd name="connsiteX18" fmla="*/ 311889 w 843517"/>
                <a:gd name="connsiteY18" fmla="*/ 2041451 h 2374605"/>
                <a:gd name="connsiteX19" fmla="*/ 255182 w 843517"/>
                <a:gd name="connsiteY19" fmla="*/ 2098158 h 2374605"/>
                <a:gd name="connsiteX20" fmla="*/ 241005 w 843517"/>
                <a:gd name="connsiteY20" fmla="*/ 2161953 h 2374605"/>
                <a:gd name="connsiteX21" fmla="*/ 198475 w 843517"/>
                <a:gd name="connsiteY21" fmla="*/ 2211572 h 2374605"/>
                <a:gd name="connsiteX22" fmla="*/ 99238 w 843517"/>
                <a:gd name="connsiteY22" fmla="*/ 2254102 h 2374605"/>
                <a:gd name="connsiteX23" fmla="*/ 0 w 843517"/>
                <a:gd name="connsiteY23" fmla="*/ 2374605 h 2374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43517" h="2374605">
                  <a:moveTo>
                    <a:pt x="297712" y="0"/>
                  </a:moveTo>
                  <a:cubicBezTo>
                    <a:pt x="300075" y="217377"/>
                    <a:pt x="302437" y="434753"/>
                    <a:pt x="304800" y="652130"/>
                  </a:cubicBezTo>
                  <a:lnTo>
                    <a:pt x="297712" y="744279"/>
                  </a:lnTo>
                  <a:lnTo>
                    <a:pt x="347331" y="779721"/>
                  </a:lnTo>
                  <a:lnTo>
                    <a:pt x="432391" y="857693"/>
                  </a:lnTo>
                  <a:lnTo>
                    <a:pt x="517452" y="914400"/>
                  </a:lnTo>
                  <a:lnTo>
                    <a:pt x="524540" y="964019"/>
                  </a:lnTo>
                  <a:lnTo>
                    <a:pt x="630866" y="1041991"/>
                  </a:lnTo>
                  <a:lnTo>
                    <a:pt x="659219" y="1105786"/>
                  </a:lnTo>
                  <a:lnTo>
                    <a:pt x="751368" y="1148316"/>
                  </a:lnTo>
                  <a:lnTo>
                    <a:pt x="843517" y="1304260"/>
                  </a:lnTo>
                  <a:lnTo>
                    <a:pt x="836428" y="1495646"/>
                  </a:lnTo>
                  <a:lnTo>
                    <a:pt x="779721" y="1573619"/>
                  </a:lnTo>
                  <a:lnTo>
                    <a:pt x="744280" y="1651591"/>
                  </a:lnTo>
                  <a:lnTo>
                    <a:pt x="744280" y="1750828"/>
                  </a:lnTo>
                  <a:lnTo>
                    <a:pt x="637954" y="1814623"/>
                  </a:lnTo>
                  <a:lnTo>
                    <a:pt x="538717" y="1864242"/>
                  </a:lnTo>
                  <a:lnTo>
                    <a:pt x="489098" y="1949302"/>
                  </a:lnTo>
                  <a:lnTo>
                    <a:pt x="311889" y="2041451"/>
                  </a:lnTo>
                  <a:lnTo>
                    <a:pt x="255182" y="2098158"/>
                  </a:lnTo>
                  <a:lnTo>
                    <a:pt x="241005" y="2161953"/>
                  </a:lnTo>
                  <a:lnTo>
                    <a:pt x="198475" y="2211572"/>
                  </a:lnTo>
                  <a:lnTo>
                    <a:pt x="99238" y="2254102"/>
                  </a:lnTo>
                  <a:lnTo>
                    <a:pt x="0" y="2374605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>
                <a:solidFill>
                  <a:prstClr val="white"/>
                </a:solidFill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6528391" y="1644502"/>
              <a:ext cx="1275907" cy="2324986"/>
            </a:xfrm>
            <a:custGeom>
              <a:avLst/>
              <a:gdLst>
                <a:gd name="connsiteX0" fmla="*/ 0 w 1275907"/>
                <a:gd name="connsiteY0" fmla="*/ 0 h 2324986"/>
                <a:gd name="connsiteX1" fmla="*/ 70883 w 1275907"/>
                <a:gd name="connsiteY1" fmla="*/ 85061 h 2324986"/>
                <a:gd name="connsiteX2" fmla="*/ 148856 w 1275907"/>
                <a:gd name="connsiteY2" fmla="*/ 148856 h 2324986"/>
                <a:gd name="connsiteX3" fmla="*/ 170121 w 1275907"/>
                <a:gd name="connsiteY3" fmla="*/ 248093 h 2324986"/>
                <a:gd name="connsiteX4" fmla="*/ 120502 w 1275907"/>
                <a:gd name="connsiteY4" fmla="*/ 241005 h 2324986"/>
                <a:gd name="connsiteX5" fmla="*/ 155944 w 1275907"/>
                <a:gd name="connsiteY5" fmla="*/ 446568 h 2324986"/>
                <a:gd name="connsiteX6" fmla="*/ 127590 w 1275907"/>
                <a:gd name="connsiteY6" fmla="*/ 524540 h 2324986"/>
                <a:gd name="connsiteX7" fmla="*/ 269358 w 1275907"/>
                <a:gd name="connsiteY7" fmla="*/ 737191 h 2324986"/>
                <a:gd name="connsiteX8" fmla="*/ 340242 w 1275907"/>
                <a:gd name="connsiteY8" fmla="*/ 893135 h 2324986"/>
                <a:gd name="connsiteX9" fmla="*/ 474921 w 1275907"/>
                <a:gd name="connsiteY9" fmla="*/ 1027814 h 2324986"/>
                <a:gd name="connsiteX10" fmla="*/ 680483 w 1275907"/>
                <a:gd name="connsiteY10" fmla="*/ 1197935 h 2324986"/>
                <a:gd name="connsiteX11" fmla="*/ 800986 w 1275907"/>
                <a:gd name="connsiteY11" fmla="*/ 1233377 h 2324986"/>
                <a:gd name="connsiteX12" fmla="*/ 864781 w 1275907"/>
                <a:gd name="connsiteY12" fmla="*/ 1375145 h 2324986"/>
                <a:gd name="connsiteX13" fmla="*/ 928576 w 1275907"/>
                <a:gd name="connsiteY13" fmla="*/ 1573619 h 2324986"/>
                <a:gd name="connsiteX14" fmla="*/ 1098697 w 1275907"/>
                <a:gd name="connsiteY14" fmla="*/ 1956391 h 2324986"/>
                <a:gd name="connsiteX15" fmla="*/ 1183758 w 1275907"/>
                <a:gd name="connsiteY15" fmla="*/ 2013098 h 2324986"/>
                <a:gd name="connsiteX16" fmla="*/ 1275907 w 1275907"/>
                <a:gd name="connsiteY16" fmla="*/ 2324986 h 232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75907" h="2324986">
                  <a:moveTo>
                    <a:pt x="0" y="0"/>
                  </a:moveTo>
                  <a:lnTo>
                    <a:pt x="70883" y="85061"/>
                  </a:lnTo>
                  <a:lnTo>
                    <a:pt x="148856" y="148856"/>
                  </a:lnTo>
                  <a:lnTo>
                    <a:pt x="170121" y="248093"/>
                  </a:lnTo>
                  <a:lnTo>
                    <a:pt x="120502" y="241005"/>
                  </a:lnTo>
                  <a:lnTo>
                    <a:pt x="155944" y="446568"/>
                  </a:lnTo>
                  <a:lnTo>
                    <a:pt x="127590" y="524540"/>
                  </a:lnTo>
                  <a:lnTo>
                    <a:pt x="269358" y="737191"/>
                  </a:lnTo>
                  <a:lnTo>
                    <a:pt x="340242" y="893135"/>
                  </a:lnTo>
                  <a:lnTo>
                    <a:pt x="474921" y="1027814"/>
                  </a:lnTo>
                  <a:lnTo>
                    <a:pt x="680483" y="1197935"/>
                  </a:lnTo>
                  <a:lnTo>
                    <a:pt x="800986" y="1233377"/>
                  </a:lnTo>
                  <a:lnTo>
                    <a:pt x="864781" y="1375145"/>
                  </a:lnTo>
                  <a:lnTo>
                    <a:pt x="928576" y="1573619"/>
                  </a:lnTo>
                  <a:lnTo>
                    <a:pt x="1098697" y="1956391"/>
                  </a:lnTo>
                  <a:lnTo>
                    <a:pt x="1183758" y="2013098"/>
                  </a:lnTo>
                  <a:lnTo>
                    <a:pt x="1275907" y="2324986"/>
                  </a:lnTo>
                </a:path>
              </a:pathLst>
            </a:custGeom>
            <a:noFill/>
            <a:ln w="539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2"/>
          <p:cNvGrpSpPr>
            <a:grpSpLocks noChangeAspect="1"/>
          </p:cNvGrpSpPr>
          <p:nvPr/>
        </p:nvGrpSpPr>
        <p:grpSpPr>
          <a:xfrm>
            <a:off x="2585985" y="3572539"/>
            <a:ext cx="294257" cy="269358"/>
            <a:chOff x="15875" y="0"/>
            <a:chExt cx="792549" cy="725487"/>
          </a:xfrm>
        </p:grpSpPr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75" y="0"/>
              <a:ext cx="792549" cy="725487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5750" y="254000"/>
              <a:ext cx="231668" cy="353599"/>
            </a:xfrm>
            <a:prstGeom prst="rect">
              <a:avLst/>
            </a:prstGeom>
          </p:spPr>
        </p:pic>
      </p:grpSp>
      <p:grpSp>
        <p:nvGrpSpPr>
          <p:cNvPr id="14" name="Group 13"/>
          <p:cNvGrpSpPr>
            <a:grpSpLocks noChangeAspect="1"/>
          </p:cNvGrpSpPr>
          <p:nvPr/>
        </p:nvGrpSpPr>
        <p:grpSpPr>
          <a:xfrm>
            <a:off x="5243876" y="4301662"/>
            <a:ext cx="294256" cy="276148"/>
            <a:chOff x="1127125" y="15875"/>
            <a:chExt cx="792549" cy="743776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7125" y="15875"/>
              <a:ext cx="792549" cy="743776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7000" y="269875"/>
              <a:ext cx="231668" cy="353599"/>
            </a:xfrm>
            <a:prstGeom prst="rect">
              <a:avLst/>
            </a:prstGeom>
          </p:spPr>
        </p:pic>
      </p:grpSp>
      <p:grpSp>
        <p:nvGrpSpPr>
          <p:cNvPr id="15" name="Group 14"/>
          <p:cNvGrpSpPr>
            <a:grpSpLocks noChangeAspect="1"/>
          </p:cNvGrpSpPr>
          <p:nvPr/>
        </p:nvGrpSpPr>
        <p:grpSpPr>
          <a:xfrm>
            <a:off x="3378155" y="2379080"/>
            <a:ext cx="294257" cy="269358"/>
            <a:chOff x="0" y="1047750"/>
            <a:chExt cx="792549" cy="725487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047750"/>
              <a:ext cx="792549" cy="725487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9875" y="1238250"/>
              <a:ext cx="231668" cy="359695"/>
            </a:xfrm>
            <a:prstGeom prst="rect">
              <a:avLst/>
            </a:prstGeom>
          </p:spPr>
        </p:pic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639" y="2494172"/>
            <a:ext cx="292633" cy="268247"/>
          </a:xfrm>
          <a:prstGeom prst="rect">
            <a:avLst/>
          </a:prstGeom>
        </p:spPr>
      </p:pic>
      <p:sp>
        <p:nvSpPr>
          <p:cNvPr id="40" name="Freeform 39"/>
          <p:cNvSpPr/>
          <p:nvPr/>
        </p:nvSpPr>
        <p:spPr>
          <a:xfrm>
            <a:off x="3915144" y="538716"/>
            <a:ext cx="1027814" cy="1481470"/>
          </a:xfrm>
          <a:custGeom>
            <a:avLst/>
            <a:gdLst>
              <a:gd name="connsiteX0" fmla="*/ 0 w 1027814"/>
              <a:gd name="connsiteY0" fmla="*/ 1481470 h 1481470"/>
              <a:gd name="connsiteX1" fmla="*/ 0 w 1027814"/>
              <a:gd name="connsiteY1" fmla="*/ 1481470 h 1481470"/>
              <a:gd name="connsiteX2" fmla="*/ 276447 w 1027814"/>
              <a:gd name="connsiteY2" fmla="*/ 1212112 h 1481470"/>
              <a:gd name="connsiteX3" fmla="*/ 595423 w 1027814"/>
              <a:gd name="connsiteY3" fmla="*/ 1013637 h 1481470"/>
              <a:gd name="connsiteX4" fmla="*/ 857693 w 1027814"/>
              <a:gd name="connsiteY4" fmla="*/ 836428 h 1481470"/>
              <a:gd name="connsiteX5" fmla="*/ 999461 w 1027814"/>
              <a:gd name="connsiteY5" fmla="*/ 198475 h 1481470"/>
              <a:gd name="connsiteX6" fmla="*/ 1027814 w 1027814"/>
              <a:gd name="connsiteY6" fmla="*/ 0 h 148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7814" h="1481470">
                <a:moveTo>
                  <a:pt x="0" y="1481470"/>
                </a:moveTo>
                <a:lnTo>
                  <a:pt x="0" y="1481470"/>
                </a:lnTo>
                <a:lnTo>
                  <a:pt x="276447" y="1212112"/>
                </a:lnTo>
                <a:lnTo>
                  <a:pt x="595423" y="1013637"/>
                </a:lnTo>
                <a:lnTo>
                  <a:pt x="857693" y="836428"/>
                </a:lnTo>
                <a:lnTo>
                  <a:pt x="999461" y="198475"/>
                </a:lnTo>
                <a:lnTo>
                  <a:pt x="1027814" y="0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2759740" y="2119424"/>
            <a:ext cx="900223" cy="1431852"/>
          </a:xfrm>
          <a:custGeom>
            <a:avLst/>
            <a:gdLst>
              <a:gd name="connsiteX0" fmla="*/ 900223 w 900223"/>
              <a:gd name="connsiteY0" fmla="*/ 0 h 1431852"/>
              <a:gd name="connsiteX1" fmla="*/ 503274 w 900223"/>
              <a:gd name="connsiteY1" fmla="*/ 248093 h 1431852"/>
              <a:gd name="connsiteX2" fmla="*/ 297712 w 900223"/>
              <a:gd name="connsiteY2" fmla="*/ 411126 h 1431852"/>
              <a:gd name="connsiteX3" fmla="*/ 127591 w 900223"/>
              <a:gd name="connsiteY3" fmla="*/ 715926 h 1431852"/>
              <a:gd name="connsiteX4" fmla="*/ 70884 w 900223"/>
              <a:gd name="connsiteY4" fmla="*/ 1134140 h 1431852"/>
              <a:gd name="connsiteX5" fmla="*/ 0 w 900223"/>
              <a:gd name="connsiteY5" fmla="*/ 1431852 h 1431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0223" h="1431852">
                <a:moveTo>
                  <a:pt x="900223" y="0"/>
                </a:moveTo>
                <a:lnTo>
                  <a:pt x="503274" y="248093"/>
                </a:lnTo>
                <a:lnTo>
                  <a:pt x="297712" y="411126"/>
                </a:lnTo>
                <a:lnTo>
                  <a:pt x="127591" y="715926"/>
                </a:lnTo>
                <a:lnTo>
                  <a:pt x="70884" y="1134140"/>
                </a:lnTo>
                <a:lnTo>
                  <a:pt x="0" y="1431852"/>
                </a:lnTo>
              </a:path>
            </a:pathLst>
          </a:custGeom>
          <a:noFill/>
          <a:ln w="2222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4942958" y="574158"/>
            <a:ext cx="815163" cy="3437861"/>
          </a:xfrm>
          <a:custGeom>
            <a:avLst/>
            <a:gdLst>
              <a:gd name="connsiteX0" fmla="*/ 0 w 815163"/>
              <a:gd name="connsiteY0" fmla="*/ 0 h 3437861"/>
              <a:gd name="connsiteX1" fmla="*/ 354419 w 815163"/>
              <a:gd name="connsiteY1" fmla="*/ 460744 h 3437861"/>
              <a:gd name="connsiteX2" fmla="*/ 552893 w 815163"/>
              <a:gd name="connsiteY2" fmla="*/ 680484 h 3437861"/>
              <a:gd name="connsiteX3" fmla="*/ 467833 w 815163"/>
              <a:gd name="connsiteY3" fmla="*/ 886047 h 3437861"/>
              <a:gd name="connsiteX4" fmla="*/ 808075 w 815163"/>
              <a:gd name="connsiteY4" fmla="*/ 1240465 h 3437861"/>
              <a:gd name="connsiteX5" fmla="*/ 815163 w 815163"/>
              <a:gd name="connsiteY5" fmla="*/ 1417675 h 3437861"/>
              <a:gd name="connsiteX6" fmla="*/ 680484 w 815163"/>
              <a:gd name="connsiteY6" fmla="*/ 1637414 h 3437861"/>
              <a:gd name="connsiteX7" fmla="*/ 439479 w 815163"/>
              <a:gd name="connsiteY7" fmla="*/ 1878419 h 3437861"/>
              <a:gd name="connsiteX8" fmla="*/ 212651 w 815163"/>
              <a:gd name="connsiteY8" fmla="*/ 2041451 h 3437861"/>
              <a:gd name="connsiteX9" fmla="*/ 134679 w 815163"/>
              <a:gd name="connsiteY9" fmla="*/ 2176130 h 3437861"/>
              <a:gd name="connsiteX10" fmla="*/ 148856 w 815163"/>
              <a:gd name="connsiteY10" fmla="*/ 2395870 h 3437861"/>
              <a:gd name="connsiteX11" fmla="*/ 170121 w 815163"/>
              <a:gd name="connsiteY11" fmla="*/ 2615609 h 3437861"/>
              <a:gd name="connsiteX12" fmla="*/ 368595 w 815163"/>
              <a:gd name="connsiteY12" fmla="*/ 2906233 h 3437861"/>
              <a:gd name="connsiteX13" fmla="*/ 439479 w 815163"/>
              <a:gd name="connsiteY13" fmla="*/ 3423684 h 3437861"/>
              <a:gd name="connsiteX14" fmla="*/ 574158 w 815163"/>
              <a:gd name="connsiteY14" fmla="*/ 3437861 h 3437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5163" h="3437861">
                <a:moveTo>
                  <a:pt x="0" y="0"/>
                </a:moveTo>
                <a:lnTo>
                  <a:pt x="354419" y="460744"/>
                </a:lnTo>
                <a:lnTo>
                  <a:pt x="552893" y="680484"/>
                </a:lnTo>
                <a:lnTo>
                  <a:pt x="467833" y="886047"/>
                </a:lnTo>
                <a:lnTo>
                  <a:pt x="808075" y="1240465"/>
                </a:lnTo>
                <a:lnTo>
                  <a:pt x="815163" y="1417675"/>
                </a:lnTo>
                <a:lnTo>
                  <a:pt x="680484" y="1637414"/>
                </a:lnTo>
                <a:lnTo>
                  <a:pt x="439479" y="1878419"/>
                </a:lnTo>
                <a:lnTo>
                  <a:pt x="212651" y="2041451"/>
                </a:lnTo>
                <a:lnTo>
                  <a:pt x="134679" y="2176130"/>
                </a:lnTo>
                <a:lnTo>
                  <a:pt x="148856" y="2395870"/>
                </a:lnTo>
                <a:lnTo>
                  <a:pt x="170121" y="2615609"/>
                </a:lnTo>
                <a:lnTo>
                  <a:pt x="368595" y="2906233"/>
                </a:lnTo>
                <a:lnTo>
                  <a:pt x="439479" y="3423684"/>
                </a:lnTo>
                <a:lnTo>
                  <a:pt x="574158" y="3437861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4645247" y="3941135"/>
            <a:ext cx="772632" cy="687572"/>
          </a:xfrm>
          <a:custGeom>
            <a:avLst/>
            <a:gdLst>
              <a:gd name="connsiteX0" fmla="*/ 0 w 772632"/>
              <a:gd name="connsiteY0" fmla="*/ 687572 h 687572"/>
              <a:gd name="connsiteX1" fmla="*/ 155944 w 772632"/>
              <a:gd name="connsiteY1" fmla="*/ 602512 h 687572"/>
              <a:gd name="connsiteX2" fmla="*/ 326065 w 772632"/>
              <a:gd name="connsiteY2" fmla="*/ 170121 h 687572"/>
              <a:gd name="connsiteX3" fmla="*/ 439479 w 772632"/>
              <a:gd name="connsiteY3" fmla="*/ 70884 h 687572"/>
              <a:gd name="connsiteX4" fmla="*/ 545804 w 772632"/>
              <a:gd name="connsiteY4" fmla="*/ 0 h 687572"/>
              <a:gd name="connsiteX5" fmla="*/ 737190 w 772632"/>
              <a:gd name="connsiteY5" fmla="*/ 21265 h 687572"/>
              <a:gd name="connsiteX6" fmla="*/ 772632 w 772632"/>
              <a:gd name="connsiteY6" fmla="*/ 56707 h 687572"/>
              <a:gd name="connsiteX7" fmla="*/ 645041 w 772632"/>
              <a:gd name="connsiteY7" fmla="*/ 404037 h 687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2632" h="687572">
                <a:moveTo>
                  <a:pt x="0" y="687572"/>
                </a:moveTo>
                <a:lnTo>
                  <a:pt x="155944" y="602512"/>
                </a:lnTo>
                <a:lnTo>
                  <a:pt x="326065" y="170121"/>
                </a:lnTo>
                <a:lnTo>
                  <a:pt x="439479" y="70884"/>
                </a:lnTo>
                <a:lnTo>
                  <a:pt x="545804" y="0"/>
                </a:lnTo>
                <a:lnTo>
                  <a:pt x="737190" y="21265"/>
                </a:lnTo>
                <a:lnTo>
                  <a:pt x="772632" y="56707"/>
                </a:lnTo>
                <a:lnTo>
                  <a:pt x="645041" y="404037"/>
                </a:lnTo>
              </a:path>
            </a:pathLst>
          </a:cu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2518735" y="2778641"/>
            <a:ext cx="666307" cy="1056167"/>
          </a:xfrm>
          <a:custGeom>
            <a:avLst/>
            <a:gdLst>
              <a:gd name="connsiteX0" fmla="*/ 340242 w 666307"/>
              <a:gd name="connsiteY0" fmla="*/ 1056167 h 1056167"/>
              <a:gd name="connsiteX1" fmla="*/ 418214 w 666307"/>
              <a:gd name="connsiteY1" fmla="*/ 1006549 h 1056167"/>
              <a:gd name="connsiteX2" fmla="*/ 418214 w 666307"/>
              <a:gd name="connsiteY2" fmla="*/ 949842 h 1056167"/>
              <a:gd name="connsiteX3" fmla="*/ 616688 w 666307"/>
              <a:gd name="connsiteY3" fmla="*/ 772632 h 1056167"/>
              <a:gd name="connsiteX4" fmla="*/ 559981 w 666307"/>
              <a:gd name="connsiteY4" fmla="*/ 460744 h 1056167"/>
              <a:gd name="connsiteX5" fmla="*/ 637953 w 666307"/>
              <a:gd name="connsiteY5" fmla="*/ 404037 h 1056167"/>
              <a:gd name="connsiteX6" fmla="*/ 666307 w 666307"/>
              <a:gd name="connsiteY6" fmla="*/ 85060 h 1056167"/>
              <a:gd name="connsiteX7" fmla="*/ 666307 w 666307"/>
              <a:gd name="connsiteY7" fmla="*/ 92149 h 1056167"/>
              <a:gd name="connsiteX8" fmla="*/ 311888 w 666307"/>
              <a:gd name="connsiteY8" fmla="*/ 99237 h 1056167"/>
              <a:gd name="connsiteX9" fmla="*/ 77972 w 666307"/>
              <a:gd name="connsiteY9" fmla="*/ 63795 h 1056167"/>
              <a:gd name="connsiteX10" fmla="*/ 0 w 666307"/>
              <a:gd name="connsiteY10" fmla="*/ 0 h 1056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66307" h="1056167">
                <a:moveTo>
                  <a:pt x="340242" y="1056167"/>
                </a:moveTo>
                <a:lnTo>
                  <a:pt x="418214" y="1006549"/>
                </a:lnTo>
                <a:lnTo>
                  <a:pt x="418214" y="949842"/>
                </a:lnTo>
                <a:lnTo>
                  <a:pt x="616688" y="772632"/>
                </a:lnTo>
                <a:lnTo>
                  <a:pt x="559981" y="460744"/>
                </a:lnTo>
                <a:lnTo>
                  <a:pt x="637953" y="404037"/>
                </a:lnTo>
                <a:lnTo>
                  <a:pt x="666307" y="85060"/>
                </a:lnTo>
                <a:lnTo>
                  <a:pt x="666307" y="92149"/>
                </a:lnTo>
                <a:lnTo>
                  <a:pt x="311888" y="99237"/>
                </a:lnTo>
                <a:lnTo>
                  <a:pt x="77972" y="63795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4097867" y="2683933"/>
            <a:ext cx="1587500" cy="1227667"/>
          </a:xfrm>
          <a:custGeom>
            <a:avLst/>
            <a:gdLst>
              <a:gd name="connsiteX0" fmla="*/ 0 w 1587500"/>
              <a:gd name="connsiteY0" fmla="*/ 25400 h 1227667"/>
              <a:gd name="connsiteX1" fmla="*/ 80433 w 1587500"/>
              <a:gd name="connsiteY1" fmla="*/ 38100 h 1227667"/>
              <a:gd name="connsiteX2" fmla="*/ 182033 w 1587500"/>
              <a:gd name="connsiteY2" fmla="*/ 0 h 1227667"/>
              <a:gd name="connsiteX3" fmla="*/ 427566 w 1587500"/>
              <a:gd name="connsiteY3" fmla="*/ 59267 h 1227667"/>
              <a:gd name="connsiteX4" fmla="*/ 596900 w 1587500"/>
              <a:gd name="connsiteY4" fmla="*/ 190500 h 1227667"/>
              <a:gd name="connsiteX5" fmla="*/ 706966 w 1587500"/>
              <a:gd name="connsiteY5" fmla="*/ 101600 h 1227667"/>
              <a:gd name="connsiteX6" fmla="*/ 846666 w 1587500"/>
              <a:gd name="connsiteY6" fmla="*/ 88900 h 1227667"/>
              <a:gd name="connsiteX7" fmla="*/ 1066800 w 1587500"/>
              <a:gd name="connsiteY7" fmla="*/ 71967 h 1227667"/>
              <a:gd name="connsiteX8" fmla="*/ 1172633 w 1587500"/>
              <a:gd name="connsiteY8" fmla="*/ 215900 h 1227667"/>
              <a:gd name="connsiteX9" fmla="*/ 1303866 w 1587500"/>
              <a:gd name="connsiteY9" fmla="*/ 262467 h 1227667"/>
              <a:gd name="connsiteX10" fmla="*/ 1392766 w 1587500"/>
              <a:gd name="connsiteY10" fmla="*/ 139700 h 1227667"/>
              <a:gd name="connsiteX11" fmla="*/ 1481666 w 1587500"/>
              <a:gd name="connsiteY11" fmla="*/ 122767 h 1227667"/>
              <a:gd name="connsiteX12" fmla="*/ 1545166 w 1587500"/>
              <a:gd name="connsiteY12" fmla="*/ 254000 h 1227667"/>
              <a:gd name="connsiteX13" fmla="*/ 1587500 w 1587500"/>
              <a:gd name="connsiteY13" fmla="*/ 364067 h 1227667"/>
              <a:gd name="connsiteX14" fmla="*/ 1574800 w 1587500"/>
              <a:gd name="connsiteY14" fmla="*/ 520700 h 1227667"/>
              <a:gd name="connsiteX15" fmla="*/ 1456266 w 1587500"/>
              <a:gd name="connsiteY15" fmla="*/ 575734 h 1227667"/>
              <a:gd name="connsiteX16" fmla="*/ 1422400 w 1587500"/>
              <a:gd name="connsiteY16" fmla="*/ 745067 h 1227667"/>
              <a:gd name="connsiteX17" fmla="*/ 1303866 w 1587500"/>
              <a:gd name="connsiteY17" fmla="*/ 884767 h 1227667"/>
              <a:gd name="connsiteX18" fmla="*/ 1329266 w 1587500"/>
              <a:gd name="connsiteY18" fmla="*/ 1041400 h 1227667"/>
              <a:gd name="connsiteX19" fmla="*/ 1468966 w 1587500"/>
              <a:gd name="connsiteY19" fmla="*/ 1223434 h 1227667"/>
              <a:gd name="connsiteX20" fmla="*/ 1464733 w 1587500"/>
              <a:gd name="connsiteY20" fmla="*/ 1227667 h 1227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587500" h="1227667">
                <a:moveTo>
                  <a:pt x="0" y="25400"/>
                </a:moveTo>
                <a:lnTo>
                  <a:pt x="80433" y="38100"/>
                </a:lnTo>
                <a:lnTo>
                  <a:pt x="182033" y="0"/>
                </a:lnTo>
                <a:lnTo>
                  <a:pt x="427566" y="59267"/>
                </a:lnTo>
                <a:lnTo>
                  <a:pt x="596900" y="190500"/>
                </a:lnTo>
                <a:lnTo>
                  <a:pt x="706966" y="101600"/>
                </a:lnTo>
                <a:lnTo>
                  <a:pt x="846666" y="88900"/>
                </a:lnTo>
                <a:lnTo>
                  <a:pt x="1066800" y="71967"/>
                </a:lnTo>
                <a:lnTo>
                  <a:pt x="1172633" y="215900"/>
                </a:lnTo>
                <a:lnTo>
                  <a:pt x="1303866" y="262467"/>
                </a:lnTo>
                <a:lnTo>
                  <a:pt x="1392766" y="139700"/>
                </a:lnTo>
                <a:lnTo>
                  <a:pt x="1481666" y="122767"/>
                </a:lnTo>
                <a:lnTo>
                  <a:pt x="1545166" y="254000"/>
                </a:lnTo>
                <a:lnTo>
                  <a:pt x="1587500" y="364067"/>
                </a:lnTo>
                <a:lnTo>
                  <a:pt x="1574800" y="520700"/>
                </a:lnTo>
                <a:lnTo>
                  <a:pt x="1456266" y="575734"/>
                </a:lnTo>
                <a:lnTo>
                  <a:pt x="1422400" y="745067"/>
                </a:lnTo>
                <a:lnTo>
                  <a:pt x="1303866" y="884767"/>
                </a:lnTo>
                <a:lnTo>
                  <a:pt x="1329266" y="1041400"/>
                </a:lnTo>
                <a:lnTo>
                  <a:pt x="1468966" y="1223434"/>
                </a:lnTo>
                <a:lnTo>
                  <a:pt x="1464733" y="1227667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4639733" y="4114800"/>
            <a:ext cx="973667" cy="575733"/>
          </a:xfrm>
          <a:custGeom>
            <a:avLst/>
            <a:gdLst>
              <a:gd name="connsiteX0" fmla="*/ 0 w 973667"/>
              <a:gd name="connsiteY0" fmla="*/ 575733 h 575733"/>
              <a:gd name="connsiteX1" fmla="*/ 0 w 973667"/>
              <a:gd name="connsiteY1" fmla="*/ 575733 h 575733"/>
              <a:gd name="connsiteX2" fmla="*/ 169334 w 973667"/>
              <a:gd name="connsiteY2" fmla="*/ 550333 h 575733"/>
              <a:gd name="connsiteX3" fmla="*/ 198967 w 973667"/>
              <a:gd name="connsiteY3" fmla="*/ 516467 h 575733"/>
              <a:gd name="connsiteX4" fmla="*/ 211667 w 973667"/>
              <a:gd name="connsiteY4" fmla="*/ 499533 h 575733"/>
              <a:gd name="connsiteX5" fmla="*/ 351367 w 973667"/>
              <a:gd name="connsiteY5" fmla="*/ 351367 h 575733"/>
              <a:gd name="connsiteX6" fmla="*/ 503767 w 973667"/>
              <a:gd name="connsiteY6" fmla="*/ 173567 h 575733"/>
              <a:gd name="connsiteX7" fmla="*/ 787400 w 973667"/>
              <a:gd name="connsiteY7" fmla="*/ 110067 h 575733"/>
              <a:gd name="connsiteX8" fmla="*/ 973667 w 973667"/>
              <a:gd name="connsiteY8" fmla="*/ 0 h 57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3667" h="575733">
                <a:moveTo>
                  <a:pt x="0" y="575733"/>
                </a:moveTo>
                <a:lnTo>
                  <a:pt x="0" y="575733"/>
                </a:lnTo>
                <a:lnTo>
                  <a:pt x="169334" y="550333"/>
                </a:lnTo>
                <a:cubicBezTo>
                  <a:pt x="179212" y="539044"/>
                  <a:pt x="189364" y="527990"/>
                  <a:pt x="198967" y="516467"/>
                </a:cubicBezTo>
                <a:cubicBezTo>
                  <a:pt x="203484" y="511047"/>
                  <a:pt x="211667" y="499533"/>
                  <a:pt x="211667" y="499533"/>
                </a:cubicBezTo>
                <a:lnTo>
                  <a:pt x="351367" y="351367"/>
                </a:lnTo>
                <a:lnTo>
                  <a:pt x="503767" y="173567"/>
                </a:lnTo>
                <a:lnTo>
                  <a:pt x="787400" y="110067"/>
                </a:lnTo>
                <a:lnTo>
                  <a:pt x="973667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3196167" y="571500"/>
            <a:ext cx="1735666" cy="2302933"/>
          </a:xfrm>
          <a:custGeom>
            <a:avLst/>
            <a:gdLst>
              <a:gd name="connsiteX0" fmla="*/ 0 w 1735666"/>
              <a:gd name="connsiteY0" fmla="*/ 2302933 h 2302933"/>
              <a:gd name="connsiteX1" fmla="*/ 186266 w 1735666"/>
              <a:gd name="connsiteY1" fmla="*/ 2260600 h 2302933"/>
              <a:gd name="connsiteX2" fmla="*/ 465666 w 1735666"/>
              <a:gd name="connsiteY2" fmla="*/ 2260600 h 2302933"/>
              <a:gd name="connsiteX3" fmla="*/ 592666 w 1735666"/>
              <a:gd name="connsiteY3" fmla="*/ 2146300 h 2302933"/>
              <a:gd name="connsiteX4" fmla="*/ 800100 w 1735666"/>
              <a:gd name="connsiteY4" fmla="*/ 2044700 h 2302933"/>
              <a:gd name="connsiteX5" fmla="*/ 935566 w 1735666"/>
              <a:gd name="connsiteY5" fmla="*/ 2125133 h 2302933"/>
              <a:gd name="connsiteX6" fmla="*/ 1007533 w 1735666"/>
              <a:gd name="connsiteY6" fmla="*/ 2074333 h 2302933"/>
              <a:gd name="connsiteX7" fmla="*/ 893233 w 1735666"/>
              <a:gd name="connsiteY7" fmla="*/ 1943100 h 2302933"/>
              <a:gd name="connsiteX8" fmla="*/ 719666 w 1735666"/>
              <a:gd name="connsiteY8" fmla="*/ 1799167 h 2302933"/>
              <a:gd name="connsiteX9" fmla="*/ 635000 w 1735666"/>
              <a:gd name="connsiteY9" fmla="*/ 1701800 h 2302933"/>
              <a:gd name="connsiteX10" fmla="*/ 630766 w 1735666"/>
              <a:gd name="connsiteY10" fmla="*/ 1621367 h 2302933"/>
              <a:gd name="connsiteX11" fmla="*/ 668866 w 1735666"/>
              <a:gd name="connsiteY11" fmla="*/ 1468967 h 2302933"/>
              <a:gd name="connsiteX12" fmla="*/ 846666 w 1735666"/>
              <a:gd name="connsiteY12" fmla="*/ 1409700 h 2302933"/>
              <a:gd name="connsiteX13" fmla="*/ 1117600 w 1735666"/>
              <a:gd name="connsiteY13" fmla="*/ 1138767 h 2302933"/>
              <a:gd name="connsiteX14" fmla="*/ 1240366 w 1735666"/>
              <a:gd name="connsiteY14" fmla="*/ 977900 h 2302933"/>
              <a:gd name="connsiteX15" fmla="*/ 1579033 w 1735666"/>
              <a:gd name="connsiteY15" fmla="*/ 817033 h 2302933"/>
              <a:gd name="connsiteX16" fmla="*/ 1706033 w 1735666"/>
              <a:gd name="connsiteY16" fmla="*/ 529167 h 2302933"/>
              <a:gd name="connsiteX17" fmla="*/ 1735666 w 1735666"/>
              <a:gd name="connsiteY17" fmla="*/ 0 h 2302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35666" h="2302933">
                <a:moveTo>
                  <a:pt x="0" y="2302933"/>
                </a:moveTo>
                <a:lnTo>
                  <a:pt x="186266" y="2260600"/>
                </a:lnTo>
                <a:lnTo>
                  <a:pt x="465666" y="2260600"/>
                </a:lnTo>
                <a:lnTo>
                  <a:pt x="592666" y="2146300"/>
                </a:lnTo>
                <a:lnTo>
                  <a:pt x="800100" y="2044700"/>
                </a:lnTo>
                <a:lnTo>
                  <a:pt x="935566" y="2125133"/>
                </a:lnTo>
                <a:lnTo>
                  <a:pt x="1007533" y="2074333"/>
                </a:lnTo>
                <a:lnTo>
                  <a:pt x="893233" y="1943100"/>
                </a:lnTo>
                <a:lnTo>
                  <a:pt x="719666" y="1799167"/>
                </a:lnTo>
                <a:lnTo>
                  <a:pt x="635000" y="1701800"/>
                </a:lnTo>
                <a:lnTo>
                  <a:pt x="630766" y="1621367"/>
                </a:lnTo>
                <a:lnTo>
                  <a:pt x="668866" y="1468967"/>
                </a:lnTo>
                <a:lnTo>
                  <a:pt x="846666" y="1409700"/>
                </a:lnTo>
                <a:lnTo>
                  <a:pt x="1117600" y="1138767"/>
                </a:lnTo>
                <a:lnTo>
                  <a:pt x="1240366" y="977900"/>
                </a:lnTo>
                <a:lnTo>
                  <a:pt x="1579033" y="817033"/>
                </a:lnTo>
                <a:lnTo>
                  <a:pt x="1706033" y="529167"/>
                </a:lnTo>
                <a:lnTo>
                  <a:pt x="1735666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4021" y="361681"/>
            <a:ext cx="292633" cy="274344"/>
          </a:xfrm>
          <a:prstGeom prst="rect">
            <a:avLst/>
          </a:prstGeom>
        </p:spPr>
      </p:pic>
      <p:sp>
        <p:nvSpPr>
          <p:cNvPr id="65" name="Freeform 64"/>
          <p:cNvSpPr/>
          <p:nvPr/>
        </p:nvSpPr>
        <p:spPr>
          <a:xfrm>
            <a:off x="3054066" y="2624919"/>
            <a:ext cx="2638567" cy="1160060"/>
          </a:xfrm>
          <a:custGeom>
            <a:avLst/>
            <a:gdLst>
              <a:gd name="connsiteX0" fmla="*/ 0 w 2638567"/>
              <a:gd name="connsiteY0" fmla="*/ 241111 h 1160060"/>
              <a:gd name="connsiteX1" fmla="*/ 141027 w 2638567"/>
              <a:gd name="connsiteY1" fmla="*/ 236562 h 1160060"/>
              <a:gd name="connsiteX2" fmla="*/ 445827 w 2638567"/>
              <a:gd name="connsiteY2" fmla="*/ 186520 h 1160060"/>
              <a:gd name="connsiteX3" fmla="*/ 623247 w 2638567"/>
              <a:gd name="connsiteY3" fmla="*/ 209266 h 1160060"/>
              <a:gd name="connsiteX4" fmla="*/ 809767 w 2638567"/>
              <a:gd name="connsiteY4" fmla="*/ 36394 h 1160060"/>
              <a:gd name="connsiteX5" fmla="*/ 932597 w 2638567"/>
              <a:gd name="connsiteY5" fmla="*/ 0 h 1160060"/>
              <a:gd name="connsiteX6" fmla="*/ 1114567 w 2638567"/>
              <a:gd name="connsiteY6" fmla="*/ 86436 h 1160060"/>
              <a:gd name="connsiteX7" fmla="*/ 1269241 w 2638567"/>
              <a:gd name="connsiteY7" fmla="*/ 54591 h 1160060"/>
              <a:gd name="connsiteX8" fmla="*/ 1510352 w 2638567"/>
              <a:gd name="connsiteY8" fmla="*/ 131929 h 1160060"/>
              <a:gd name="connsiteX9" fmla="*/ 1642280 w 2638567"/>
              <a:gd name="connsiteY9" fmla="*/ 241111 h 1160060"/>
              <a:gd name="connsiteX10" fmla="*/ 1796955 w 2638567"/>
              <a:gd name="connsiteY10" fmla="*/ 150126 h 1160060"/>
              <a:gd name="connsiteX11" fmla="*/ 2106304 w 2638567"/>
              <a:gd name="connsiteY11" fmla="*/ 131929 h 1160060"/>
              <a:gd name="connsiteX12" fmla="*/ 2188191 w 2638567"/>
              <a:gd name="connsiteY12" fmla="*/ 222914 h 1160060"/>
              <a:gd name="connsiteX13" fmla="*/ 2220035 w 2638567"/>
              <a:gd name="connsiteY13" fmla="*/ 282054 h 1160060"/>
              <a:gd name="connsiteX14" fmla="*/ 2338316 w 2638567"/>
              <a:gd name="connsiteY14" fmla="*/ 322997 h 1160060"/>
              <a:gd name="connsiteX15" fmla="*/ 2415653 w 2638567"/>
              <a:gd name="connsiteY15" fmla="*/ 245660 h 1160060"/>
              <a:gd name="connsiteX16" fmla="*/ 2479343 w 2638567"/>
              <a:gd name="connsiteY16" fmla="*/ 163774 h 1160060"/>
              <a:gd name="connsiteX17" fmla="*/ 2638567 w 2638567"/>
              <a:gd name="connsiteY17" fmla="*/ 391236 h 1160060"/>
              <a:gd name="connsiteX18" fmla="*/ 2593074 w 2638567"/>
              <a:gd name="connsiteY18" fmla="*/ 605051 h 1160060"/>
              <a:gd name="connsiteX19" fmla="*/ 2483892 w 2638567"/>
              <a:gd name="connsiteY19" fmla="*/ 741529 h 1160060"/>
              <a:gd name="connsiteX20" fmla="*/ 2338316 w 2638567"/>
              <a:gd name="connsiteY20" fmla="*/ 955344 h 1160060"/>
              <a:gd name="connsiteX21" fmla="*/ 2411104 w 2638567"/>
              <a:gd name="connsiteY21" fmla="*/ 1160060 h 116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638567" h="1160060">
                <a:moveTo>
                  <a:pt x="0" y="241111"/>
                </a:moveTo>
                <a:lnTo>
                  <a:pt x="141027" y="236562"/>
                </a:lnTo>
                <a:lnTo>
                  <a:pt x="445827" y="186520"/>
                </a:lnTo>
                <a:lnTo>
                  <a:pt x="623247" y="209266"/>
                </a:lnTo>
                <a:lnTo>
                  <a:pt x="809767" y="36394"/>
                </a:lnTo>
                <a:lnTo>
                  <a:pt x="932597" y="0"/>
                </a:lnTo>
                <a:lnTo>
                  <a:pt x="1114567" y="86436"/>
                </a:lnTo>
                <a:lnTo>
                  <a:pt x="1269241" y="54591"/>
                </a:lnTo>
                <a:lnTo>
                  <a:pt x="1510352" y="131929"/>
                </a:lnTo>
                <a:lnTo>
                  <a:pt x="1642280" y="241111"/>
                </a:lnTo>
                <a:lnTo>
                  <a:pt x="1796955" y="150126"/>
                </a:lnTo>
                <a:lnTo>
                  <a:pt x="2106304" y="131929"/>
                </a:lnTo>
                <a:lnTo>
                  <a:pt x="2188191" y="222914"/>
                </a:lnTo>
                <a:lnTo>
                  <a:pt x="2220035" y="282054"/>
                </a:lnTo>
                <a:lnTo>
                  <a:pt x="2338316" y="322997"/>
                </a:lnTo>
                <a:lnTo>
                  <a:pt x="2415653" y="245660"/>
                </a:lnTo>
                <a:lnTo>
                  <a:pt x="2479343" y="163774"/>
                </a:lnTo>
                <a:lnTo>
                  <a:pt x="2638567" y="391236"/>
                </a:lnTo>
                <a:lnTo>
                  <a:pt x="2593074" y="605051"/>
                </a:lnTo>
                <a:lnTo>
                  <a:pt x="2483892" y="741529"/>
                </a:lnTo>
                <a:lnTo>
                  <a:pt x="2338316" y="955344"/>
                </a:lnTo>
                <a:lnTo>
                  <a:pt x="2411104" y="1160060"/>
                </a:lnTo>
              </a:path>
            </a:pathLst>
          </a:cu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sp>
        <p:nvSpPr>
          <p:cNvPr id="67" name="Freeform 66"/>
          <p:cNvSpPr/>
          <p:nvPr/>
        </p:nvSpPr>
        <p:spPr>
          <a:xfrm>
            <a:off x="2738783" y="2981739"/>
            <a:ext cx="127220" cy="620202"/>
          </a:xfrm>
          <a:custGeom>
            <a:avLst/>
            <a:gdLst>
              <a:gd name="connsiteX0" fmla="*/ 0 w 127220"/>
              <a:gd name="connsiteY0" fmla="*/ 620202 h 620202"/>
              <a:gd name="connsiteX1" fmla="*/ 95415 w 127220"/>
              <a:gd name="connsiteY1" fmla="*/ 246491 h 620202"/>
              <a:gd name="connsiteX2" fmla="*/ 127220 w 127220"/>
              <a:gd name="connsiteY2" fmla="*/ 0 h 62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220" h="620202">
                <a:moveTo>
                  <a:pt x="0" y="620202"/>
                </a:moveTo>
                <a:lnTo>
                  <a:pt x="95415" y="246491"/>
                </a:lnTo>
                <a:lnTo>
                  <a:pt x="127220" y="0"/>
                </a:ln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1134" y="2715183"/>
            <a:ext cx="292633" cy="268247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9153" y="2994612"/>
            <a:ext cx="292633" cy="280440"/>
          </a:xfrm>
          <a:prstGeom prst="rect">
            <a:avLst/>
          </a:prstGeom>
        </p:spPr>
      </p:pic>
      <p:grpSp>
        <p:nvGrpSpPr>
          <p:cNvPr id="35" name="Group 34"/>
          <p:cNvGrpSpPr>
            <a:grpSpLocks noChangeAspect="1"/>
          </p:cNvGrpSpPr>
          <p:nvPr/>
        </p:nvGrpSpPr>
        <p:grpSpPr>
          <a:xfrm>
            <a:off x="5435882" y="3802540"/>
            <a:ext cx="294256" cy="276148"/>
            <a:chOff x="1190625" y="1936750"/>
            <a:chExt cx="792549" cy="743776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0625" y="1936750"/>
              <a:ext cx="792549" cy="743776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81125" y="2222500"/>
              <a:ext cx="390178" cy="286537"/>
            </a:xfrm>
            <a:prstGeom prst="rect">
              <a:avLst/>
            </a:prstGeom>
          </p:spPr>
        </p:pic>
      </p:grpSp>
      <p:sp>
        <p:nvSpPr>
          <p:cNvPr id="68" name="Freeform 67"/>
          <p:cNvSpPr/>
          <p:nvPr/>
        </p:nvSpPr>
        <p:spPr>
          <a:xfrm>
            <a:off x="2944037" y="510363"/>
            <a:ext cx="1977656" cy="2232837"/>
          </a:xfrm>
          <a:custGeom>
            <a:avLst/>
            <a:gdLst>
              <a:gd name="connsiteX0" fmla="*/ 0 w 1977656"/>
              <a:gd name="connsiteY0" fmla="*/ 2232837 h 2232837"/>
              <a:gd name="connsiteX1" fmla="*/ 0 w 1977656"/>
              <a:gd name="connsiteY1" fmla="*/ 2232837 h 2232837"/>
              <a:gd name="connsiteX2" fmla="*/ 155944 w 1977656"/>
              <a:gd name="connsiteY2" fmla="*/ 1963479 h 2232837"/>
              <a:gd name="connsiteX3" fmla="*/ 723014 w 1977656"/>
              <a:gd name="connsiteY3" fmla="*/ 1601972 h 2232837"/>
              <a:gd name="connsiteX4" fmla="*/ 1041991 w 1977656"/>
              <a:gd name="connsiteY4" fmla="*/ 1417674 h 2232837"/>
              <a:gd name="connsiteX5" fmla="*/ 1516912 w 1977656"/>
              <a:gd name="connsiteY5" fmla="*/ 1056167 h 2232837"/>
              <a:gd name="connsiteX6" fmla="*/ 1864242 w 1977656"/>
              <a:gd name="connsiteY6" fmla="*/ 836428 h 2232837"/>
              <a:gd name="connsiteX7" fmla="*/ 1977656 w 1977656"/>
              <a:gd name="connsiteY7" fmla="*/ 0 h 2232837"/>
              <a:gd name="connsiteX8" fmla="*/ 1949303 w 1977656"/>
              <a:gd name="connsiteY8" fmla="*/ 0 h 223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7656" h="2232837">
                <a:moveTo>
                  <a:pt x="0" y="2232837"/>
                </a:moveTo>
                <a:lnTo>
                  <a:pt x="0" y="2232837"/>
                </a:lnTo>
                <a:lnTo>
                  <a:pt x="155944" y="1963479"/>
                </a:lnTo>
                <a:lnTo>
                  <a:pt x="723014" y="1601972"/>
                </a:lnTo>
                <a:lnTo>
                  <a:pt x="1041991" y="1417674"/>
                </a:lnTo>
                <a:lnTo>
                  <a:pt x="1516912" y="1056167"/>
                </a:lnTo>
                <a:lnTo>
                  <a:pt x="1864242" y="836428"/>
                </a:lnTo>
                <a:lnTo>
                  <a:pt x="1977656" y="0"/>
                </a:lnTo>
                <a:lnTo>
                  <a:pt x="1949303" y="0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grpSp>
        <p:nvGrpSpPr>
          <p:cNvPr id="18" name="Group 17"/>
          <p:cNvGrpSpPr>
            <a:grpSpLocks noChangeAspect="1"/>
          </p:cNvGrpSpPr>
          <p:nvPr/>
        </p:nvGrpSpPr>
        <p:grpSpPr>
          <a:xfrm>
            <a:off x="3665032" y="1864242"/>
            <a:ext cx="294257" cy="269358"/>
            <a:chOff x="63500" y="1968500"/>
            <a:chExt cx="792549" cy="725487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00" y="1968500"/>
              <a:ext cx="792549" cy="72548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4000" y="2254250"/>
              <a:ext cx="390178" cy="286537"/>
            </a:xfrm>
            <a:prstGeom prst="rect">
              <a:avLst/>
            </a:prstGeom>
          </p:spPr>
        </p:pic>
      </p:grpSp>
      <p:sp>
        <p:nvSpPr>
          <p:cNvPr id="69" name="Freeform 68"/>
          <p:cNvSpPr/>
          <p:nvPr/>
        </p:nvSpPr>
        <p:spPr>
          <a:xfrm>
            <a:off x="4928781" y="503274"/>
            <a:ext cx="857693" cy="3338624"/>
          </a:xfrm>
          <a:custGeom>
            <a:avLst/>
            <a:gdLst>
              <a:gd name="connsiteX0" fmla="*/ 0 w 857693"/>
              <a:gd name="connsiteY0" fmla="*/ 0 h 3338624"/>
              <a:gd name="connsiteX1" fmla="*/ 581247 w 857693"/>
              <a:gd name="connsiteY1" fmla="*/ 758456 h 3338624"/>
              <a:gd name="connsiteX2" fmla="*/ 496186 w 857693"/>
              <a:gd name="connsiteY2" fmla="*/ 935666 h 3338624"/>
              <a:gd name="connsiteX3" fmla="*/ 758456 w 857693"/>
              <a:gd name="connsiteY3" fmla="*/ 1240466 h 3338624"/>
              <a:gd name="connsiteX4" fmla="*/ 857693 w 857693"/>
              <a:gd name="connsiteY4" fmla="*/ 1382233 h 3338624"/>
              <a:gd name="connsiteX5" fmla="*/ 815163 w 857693"/>
              <a:gd name="connsiteY5" fmla="*/ 1524000 h 3338624"/>
              <a:gd name="connsiteX6" fmla="*/ 595424 w 857693"/>
              <a:gd name="connsiteY6" fmla="*/ 1835889 h 3338624"/>
              <a:gd name="connsiteX7" fmla="*/ 361507 w 857693"/>
              <a:gd name="connsiteY7" fmla="*/ 1984745 h 3338624"/>
              <a:gd name="connsiteX8" fmla="*/ 219740 w 857693"/>
              <a:gd name="connsiteY8" fmla="*/ 2147777 h 3338624"/>
              <a:gd name="connsiteX9" fmla="*/ 155945 w 857693"/>
              <a:gd name="connsiteY9" fmla="*/ 2239926 h 3338624"/>
              <a:gd name="connsiteX10" fmla="*/ 170121 w 857693"/>
              <a:gd name="connsiteY10" fmla="*/ 2636875 h 3338624"/>
              <a:gd name="connsiteX11" fmla="*/ 233917 w 857693"/>
              <a:gd name="connsiteY11" fmla="*/ 2799907 h 3338624"/>
              <a:gd name="connsiteX12" fmla="*/ 347331 w 857693"/>
              <a:gd name="connsiteY12" fmla="*/ 2927498 h 3338624"/>
              <a:gd name="connsiteX13" fmla="*/ 382772 w 857693"/>
              <a:gd name="connsiteY13" fmla="*/ 3048000 h 3338624"/>
              <a:gd name="connsiteX14" fmla="*/ 432391 w 857693"/>
              <a:gd name="connsiteY14" fmla="*/ 3338624 h 333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57693" h="3338624">
                <a:moveTo>
                  <a:pt x="0" y="0"/>
                </a:moveTo>
                <a:lnTo>
                  <a:pt x="581247" y="758456"/>
                </a:lnTo>
                <a:lnTo>
                  <a:pt x="496186" y="935666"/>
                </a:lnTo>
                <a:lnTo>
                  <a:pt x="758456" y="1240466"/>
                </a:lnTo>
                <a:lnTo>
                  <a:pt x="857693" y="1382233"/>
                </a:lnTo>
                <a:lnTo>
                  <a:pt x="815163" y="1524000"/>
                </a:lnTo>
                <a:lnTo>
                  <a:pt x="595424" y="1835889"/>
                </a:lnTo>
                <a:lnTo>
                  <a:pt x="361507" y="1984745"/>
                </a:lnTo>
                <a:lnTo>
                  <a:pt x="219740" y="2147777"/>
                </a:lnTo>
                <a:lnTo>
                  <a:pt x="155945" y="2239926"/>
                </a:lnTo>
                <a:lnTo>
                  <a:pt x="170121" y="2636875"/>
                </a:lnTo>
                <a:lnTo>
                  <a:pt x="233917" y="2799907"/>
                </a:lnTo>
                <a:lnTo>
                  <a:pt x="347331" y="2927498"/>
                </a:lnTo>
                <a:lnTo>
                  <a:pt x="382772" y="3048000"/>
                </a:lnTo>
                <a:lnTo>
                  <a:pt x="432391" y="3338624"/>
                </a:ln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sp>
        <p:nvSpPr>
          <p:cNvPr id="71" name="Freeform 70"/>
          <p:cNvSpPr/>
          <p:nvPr/>
        </p:nvSpPr>
        <p:spPr>
          <a:xfrm>
            <a:off x="2858052" y="3896139"/>
            <a:ext cx="1637969" cy="1121134"/>
          </a:xfrm>
          <a:custGeom>
            <a:avLst/>
            <a:gdLst>
              <a:gd name="connsiteX0" fmla="*/ 0 w 1637969"/>
              <a:gd name="connsiteY0" fmla="*/ 0 h 1121134"/>
              <a:gd name="connsiteX1" fmla="*/ 7951 w 1637969"/>
              <a:gd name="connsiteY1" fmla="*/ 318052 h 1121134"/>
              <a:gd name="connsiteX2" fmla="*/ 7951 w 1637969"/>
              <a:gd name="connsiteY2" fmla="*/ 636104 h 1121134"/>
              <a:gd name="connsiteX3" fmla="*/ 222637 w 1637969"/>
              <a:gd name="connsiteY3" fmla="*/ 954157 h 1121134"/>
              <a:gd name="connsiteX4" fmla="*/ 826936 w 1637969"/>
              <a:gd name="connsiteY4" fmla="*/ 1017767 h 1121134"/>
              <a:gd name="connsiteX5" fmla="*/ 1240404 w 1637969"/>
              <a:gd name="connsiteY5" fmla="*/ 1121134 h 1121134"/>
              <a:gd name="connsiteX6" fmla="*/ 1637969 w 1637969"/>
              <a:gd name="connsiteY6" fmla="*/ 922351 h 1121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7969" h="1121134">
                <a:moveTo>
                  <a:pt x="0" y="0"/>
                </a:moveTo>
                <a:lnTo>
                  <a:pt x="7951" y="318052"/>
                </a:lnTo>
                <a:lnTo>
                  <a:pt x="7951" y="636104"/>
                </a:lnTo>
                <a:lnTo>
                  <a:pt x="222637" y="954157"/>
                </a:lnTo>
                <a:lnTo>
                  <a:pt x="826936" y="1017767"/>
                </a:lnTo>
                <a:lnTo>
                  <a:pt x="1240404" y="1121134"/>
                </a:lnTo>
                <a:lnTo>
                  <a:pt x="1637969" y="922351"/>
                </a:lnTo>
              </a:path>
            </a:pathLst>
          </a:custGeom>
          <a:noFill/>
          <a:ln w="349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sp>
        <p:nvSpPr>
          <p:cNvPr id="72" name="Freeform 71"/>
          <p:cNvSpPr/>
          <p:nvPr/>
        </p:nvSpPr>
        <p:spPr>
          <a:xfrm>
            <a:off x="2889857" y="3904090"/>
            <a:ext cx="2441051" cy="1248355"/>
          </a:xfrm>
          <a:custGeom>
            <a:avLst/>
            <a:gdLst>
              <a:gd name="connsiteX0" fmla="*/ 0 w 2441051"/>
              <a:gd name="connsiteY0" fmla="*/ 0 h 1248355"/>
              <a:gd name="connsiteX1" fmla="*/ 55660 w 2441051"/>
              <a:gd name="connsiteY1" fmla="*/ 620202 h 1248355"/>
              <a:gd name="connsiteX2" fmla="*/ 333955 w 2441051"/>
              <a:gd name="connsiteY2" fmla="*/ 1057524 h 1248355"/>
              <a:gd name="connsiteX3" fmla="*/ 1375576 w 2441051"/>
              <a:gd name="connsiteY3" fmla="*/ 1248355 h 1248355"/>
              <a:gd name="connsiteX4" fmla="*/ 2146853 w 2441051"/>
              <a:gd name="connsiteY4" fmla="*/ 1200647 h 1248355"/>
              <a:gd name="connsiteX5" fmla="*/ 2441051 w 2441051"/>
              <a:gd name="connsiteY5" fmla="*/ 675861 h 124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41051" h="1248355">
                <a:moveTo>
                  <a:pt x="0" y="0"/>
                </a:moveTo>
                <a:lnTo>
                  <a:pt x="55660" y="620202"/>
                </a:lnTo>
                <a:lnTo>
                  <a:pt x="333955" y="1057524"/>
                </a:lnTo>
                <a:lnTo>
                  <a:pt x="1375576" y="1248355"/>
                </a:lnTo>
                <a:lnTo>
                  <a:pt x="2146853" y="1200647"/>
                </a:lnTo>
                <a:lnTo>
                  <a:pt x="2441051" y="675861"/>
                </a:ln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prstClr val="white"/>
              </a:solidFill>
            </a:endParaRPr>
          </a:p>
        </p:txBody>
      </p:sp>
      <p:grpSp>
        <p:nvGrpSpPr>
          <p:cNvPr id="32" name="Group 31"/>
          <p:cNvGrpSpPr>
            <a:grpSpLocks noChangeAspect="1"/>
          </p:cNvGrpSpPr>
          <p:nvPr/>
        </p:nvGrpSpPr>
        <p:grpSpPr>
          <a:xfrm>
            <a:off x="4346549" y="4570659"/>
            <a:ext cx="294256" cy="276148"/>
            <a:chOff x="1127125" y="15875"/>
            <a:chExt cx="792549" cy="743776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7125" y="15875"/>
              <a:ext cx="792549" cy="743776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7000" y="269875"/>
              <a:ext cx="231668" cy="353599"/>
            </a:xfrm>
            <a:prstGeom prst="rect">
              <a:avLst/>
            </a:prstGeom>
          </p:spPr>
        </p:pic>
      </p:grpSp>
      <p:grpSp>
        <p:nvGrpSpPr>
          <p:cNvPr id="16" name="Group 15"/>
          <p:cNvGrpSpPr>
            <a:grpSpLocks noChangeAspect="1"/>
          </p:cNvGrpSpPr>
          <p:nvPr/>
        </p:nvGrpSpPr>
        <p:grpSpPr>
          <a:xfrm>
            <a:off x="5658171" y="4046550"/>
            <a:ext cx="294256" cy="276148"/>
            <a:chOff x="1143000" y="984250"/>
            <a:chExt cx="792549" cy="743776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43000" y="984250"/>
              <a:ext cx="792549" cy="743776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81125" y="1222375"/>
              <a:ext cx="231668" cy="359695"/>
            </a:xfrm>
            <a:prstGeom prst="rect">
              <a:avLst/>
            </a:prstGeom>
          </p:spPr>
        </p:pic>
      </p:grpSp>
      <p:pic>
        <p:nvPicPr>
          <p:cNvPr id="73" name="Picture 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07267" y="2475135"/>
            <a:ext cx="294193" cy="265219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81452" y="2581152"/>
            <a:ext cx="291144" cy="271142"/>
          </a:xfrm>
          <a:prstGeom prst="rect">
            <a:avLst/>
          </a:prstGeom>
        </p:spPr>
      </p:pic>
      <p:grpSp>
        <p:nvGrpSpPr>
          <p:cNvPr id="17" name="Group 16"/>
          <p:cNvGrpSpPr>
            <a:grpSpLocks noChangeAspect="1"/>
          </p:cNvGrpSpPr>
          <p:nvPr/>
        </p:nvGrpSpPr>
        <p:grpSpPr>
          <a:xfrm>
            <a:off x="4805970" y="265963"/>
            <a:ext cx="294256" cy="276148"/>
            <a:chOff x="1190625" y="1936750"/>
            <a:chExt cx="792549" cy="743776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0625" y="1936750"/>
              <a:ext cx="792549" cy="743776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81125" y="2222500"/>
              <a:ext cx="390178" cy="286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892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4167</TotalTime>
  <Words>49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45</cp:revision>
  <dcterms:created xsi:type="dcterms:W3CDTF">2025-02-11T21:02:12Z</dcterms:created>
  <dcterms:modified xsi:type="dcterms:W3CDTF">2025-04-08T13:52:57Z</dcterms:modified>
</cp:coreProperties>
</file>