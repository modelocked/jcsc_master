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8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A1C5-9889-430F-988D-1317AA7C62B0}" type="datetimeFigureOut">
              <a:rPr lang="en-IE" smtClean="0"/>
              <a:t>16/05/2026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3151D-1162-4D46-886A-B5DB3AEDE9A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01577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A1C5-9889-430F-988D-1317AA7C62B0}" type="datetimeFigureOut">
              <a:rPr lang="en-IE" smtClean="0"/>
              <a:t>16/05/2026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3151D-1162-4D46-886A-B5DB3AEDE9A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74863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A1C5-9889-430F-988D-1317AA7C62B0}" type="datetimeFigureOut">
              <a:rPr lang="en-IE" smtClean="0"/>
              <a:t>16/05/2026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3151D-1162-4D46-886A-B5DB3AEDE9A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41581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A1C5-9889-430F-988D-1317AA7C62B0}" type="datetimeFigureOut">
              <a:rPr lang="en-IE" smtClean="0"/>
              <a:t>16/05/2026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3151D-1162-4D46-886A-B5DB3AEDE9A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00224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A1C5-9889-430F-988D-1317AA7C62B0}" type="datetimeFigureOut">
              <a:rPr lang="en-IE" smtClean="0"/>
              <a:t>16/05/2026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3151D-1162-4D46-886A-B5DB3AEDE9A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28689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A1C5-9889-430F-988D-1317AA7C62B0}" type="datetimeFigureOut">
              <a:rPr lang="en-IE" smtClean="0"/>
              <a:t>16/05/2026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3151D-1162-4D46-886A-B5DB3AEDE9A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48166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A1C5-9889-430F-988D-1317AA7C62B0}" type="datetimeFigureOut">
              <a:rPr lang="en-IE" smtClean="0"/>
              <a:t>16/05/2026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3151D-1162-4D46-886A-B5DB3AEDE9A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27479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A1C5-9889-430F-988D-1317AA7C62B0}" type="datetimeFigureOut">
              <a:rPr lang="en-IE" smtClean="0"/>
              <a:t>16/05/2026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3151D-1162-4D46-886A-B5DB3AEDE9A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8788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A1C5-9889-430F-988D-1317AA7C62B0}" type="datetimeFigureOut">
              <a:rPr lang="en-IE" smtClean="0"/>
              <a:t>16/05/2026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3151D-1162-4D46-886A-B5DB3AEDE9A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29974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A1C5-9889-430F-988D-1317AA7C62B0}" type="datetimeFigureOut">
              <a:rPr lang="en-IE" smtClean="0"/>
              <a:t>16/05/2026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3151D-1162-4D46-886A-B5DB3AEDE9A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95081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A1C5-9889-430F-988D-1317AA7C62B0}" type="datetimeFigureOut">
              <a:rPr lang="en-IE" smtClean="0"/>
              <a:t>16/05/2026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3151D-1162-4D46-886A-B5DB3AEDE9A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82559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CA1C5-9889-430F-988D-1317AA7C62B0}" type="datetimeFigureOut">
              <a:rPr lang="en-IE" smtClean="0"/>
              <a:t>16/05/2026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3151D-1162-4D46-886A-B5DB3AEDE9A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5090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8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4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3.png"/><Relationship Id="rId5" Type="http://schemas.openxmlformats.org/officeDocument/2006/relationships/image" Target="../media/image9.png"/><Relationship Id="rId15" Type="http://schemas.openxmlformats.org/officeDocument/2006/relationships/image" Target="../media/image20.png"/><Relationship Id="rId10" Type="http://schemas.openxmlformats.org/officeDocument/2006/relationships/image" Target="../media/image16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Oval 93"/>
          <p:cNvSpPr/>
          <p:nvPr/>
        </p:nvSpPr>
        <p:spPr>
          <a:xfrm>
            <a:off x="6101020" y="2248390"/>
            <a:ext cx="3594580" cy="3302017"/>
          </a:xfrm>
          <a:prstGeom prst="ellipse">
            <a:avLst/>
          </a:prstGeom>
          <a:solidFill>
            <a:schemeClr val="accent6">
              <a:lumMod val="40000"/>
              <a:lumOff val="60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7" name="Oval 96"/>
          <p:cNvSpPr/>
          <p:nvPr/>
        </p:nvSpPr>
        <p:spPr>
          <a:xfrm rot="734828">
            <a:off x="1487709" y="2686943"/>
            <a:ext cx="4791536" cy="2723289"/>
          </a:xfrm>
          <a:prstGeom prst="ellipse">
            <a:avLst/>
          </a:prstGeom>
          <a:solidFill>
            <a:schemeClr val="accent2">
              <a:lumMod val="40000"/>
              <a:lumOff val="6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5" name="Oval 94"/>
          <p:cNvSpPr/>
          <p:nvPr/>
        </p:nvSpPr>
        <p:spPr>
          <a:xfrm rot="865618">
            <a:off x="3934016" y="2555253"/>
            <a:ext cx="2544502" cy="641368"/>
          </a:xfrm>
          <a:prstGeom prst="ellipse">
            <a:avLst/>
          </a:prstGeom>
          <a:solidFill>
            <a:schemeClr val="accent4">
              <a:lumMod val="20000"/>
              <a:lumOff val="8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Rectangle 6"/>
          <p:cNvSpPr/>
          <p:nvPr/>
        </p:nvSpPr>
        <p:spPr>
          <a:xfrm>
            <a:off x="2980678" y="1612070"/>
            <a:ext cx="1921398" cy="39383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 b="1" dirty="0">
                <a:solidFill>
                  <a:schemeClr val="tx1"/>
                </a:solidFill>
              </a:rPr>
              <a:t>Reception</a:t>
            </a:r>
          </a:p>
          <a:p>
            <a:pPr algn="ctr"/>
            <a:endParaRPr lang="en-IE" sz="1600" b="1" dirty="0">
              <a:solidFill>
                <a:schemeClr val="tx1"/>
              </a:solidFill>
            </a:endParaRPr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</p:txBody>
      </p:sp>
      <p:sp>
        <p:nvSpPr>
          <p:cNvPr id="8" name="Rectangle 7"/>
          <p:cNvSpPr/>
          <p:nvPr/>
        </p:nvSpPr>
        <p:spPr>
          <a:xfrm>
            <a:off x="4902076" y="1612070"/>
            <a:ext cx="3136586" cy="39383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 b="1" dirty="0">
                <a:solidFill>
                  <a:schemeClr val="tx1"/>
                </a:solidFill>
              </a:rPr>
              <a:t>Staging</a:t>
            </a:r>
          </a:p>
          <a:p>
            <a:pPr algn="ctr"/>
            <a:endParaRPr lang="en-IE" sz="1600" b="1" dirty="0">
              <a:solidFill>
                <a:schemeClr val="tx1"/>
              </a:solidFill>
            </a:endParaRPr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</p:txBody>
      </p:sp>
      <p:sp>
        <p:nvSpPr>
          <p:cNvPr id="9" name="Rectangle 8"/>
          <p:cNvSpPr/>
          <p:nvPr/>
        </p:nvSpPr>
        <p:spPr>
          <a:xfrm>
            <a:off x="8038662" y="1612070"/>
            <a:ext cx="1701068" cy="39383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 b="1" dirty="0">
                <a:solidFill>
                  <a:schemeClr val="tx1"/>
                </a:solidFill>
              </a:rPr>
              <a:t>Onward Movement</a:t>
            </a:r>
          </a:p>
          <a:p>
            <a:pPr algn="ctr"/>
            <a:endParaRPr lang="en-IE" sz="1600" b="1" dirty="0">
              <a:solidFill>
                <a:schemeClr val="tx1"/>
              </a:solidFill>
            </a:endParaRPr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</p:txBody>
      </p:sp>
      <p:sp>
        <p:nvSpPr>
          <p:cNvPr id="48" name="Rectangle 47"/>
          <p:cNvSpPr/>
          <p:nvPr/>
        </p:nvSpPr>
        <p:spPr>
          <a:xfrm>
            <a:off x="1443795" y="1612070"/>
            <a:ext cx="1538914" cy="39383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 b="1" dirty="0">
                <a:solidFill>
                  <a:schemeClr val="tx1"/>
                </a:solidFill>
              </a:rPr>
              <a:t>Strategic</a:t>
            </a:r>
          </a:p>
          <a:p>
            <a:pPr algn="ctr"/>
            <a:endParaRPr lang="en-IE" sz="1600" b="1" dirty="0">
              <a:solidFill>
                <a:schemeClr val="tx1"/>
              </a:solidFill>
            </a:endParaRPr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965" y="2600800"/>
            <a:ext cx="292633" cy="2682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450" y="4027183"/>
            <a:ext cx="292633" cy="26824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9557" y="2952400"/>
            <a:ext cx="286537" cy="27434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179" y="4044630"/>
            <a:ext cx="292633" cy="26824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1443795" y="2209720"/>
            <a:ext cx="8295935" cy="220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>
            <a:grpSpLocks noChangeAspect="1"/>
          </p:cNvGrpSpPr>
          <p:nvPr/>
        </p:nvGrpSpPr>
        <p:grpSpPr>
          <a:xfrm>
            <a:off x="1955563" y="4206437"/>
            <a:ext cx="294257" cy="269358"/>
            <a:chOff x="15875" y="0"/>
            <a:chExt cx="792548" cy="725486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875" y="0"/>
              <a:ext cx="792548" cy="725486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5750" y="254000"/>
              <a:ext cx="231669" cy="353599"/>
            </a:xfrm>
            <a:prstGeom prst="rect">
              <a:avLst/>
            </a:prstGeom>
          </p:spPr>
        </p:pic>
      </p:grpSp>
      <p:grpSp>
        <p:nvGrpSpPr>
          <p:cNvPr id="17" name="Group 16"/>
          <p:cNvGrpSpPr>
            <a:grpSpLocks noChangeAspect="1"/>
          </p:cNvGrpSpPr>
          <p:nvPr/>
        </p:nvGrpSpPr>
        <p:grpSpPr>
          <a:xfrm>
            <a:off x="4426700" y="2602027"/>
            <a:ext cx="294256" cy="276148"/>
            <a:chOff x="1190623" y="1936749"/>
            <a:chExt cx="792548" cy="743776"/>
          </a:xfrm>
        </p:grpSpPr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90623" y="1936749"/>
              <a:ext cx="792548" cy="743776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81124" y="2222500"/>
              <a:ext cx="390179" cy="286537"/>
            </a:xfrm>
            <a:prstGeom prst="rect">
              <a:avLst/>
            </a:prstGeom>
          </p:spPr>
        </p:pic>
      </p:grpSp>
      <p:cxnSp>
        <p:nvCxnSpPr>
          <p:cNvPr id="21" name="Straight Connector 20"/>
          <p:cNvCxnSpPr>
            <a:stCxn id="15" idx="3"/>
            <a:endCxn id="10" idx="1"/>
          </p:cNvCxnSpPr>
          <p:nvPr/>
        </p:nvCxnSpPr>
        <p:spPr>
          <a:xfrm flipV="1">
            <a:off x="2249820" y="4178754"/>
            <a:ext cx="1001359" cy="162362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0" idx="3"/>
            <a:endCxn id="5" idx="1"/>
          </p:cNvCxnSpPr>
          <p:nvPr/>
        </p:nvCxnSpPr>
        <p:spPr>
          <a:xfrm flipV="1">
            <a:off x="3543812" y="4161307"/>
            <a:ext cx="2179638" cy="17447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3400374" y="2927386"/>
            <a:ext cx="7254" cy="1078871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5" idx="3"/>
            <a:endCxn id="6" idx="2"/>
          </p:cNvCxnSpPr>
          <p:nvPr/>
        </p:nvCxnSpPr>
        <p:spPr>
          <a:xfrm flipV="1">
            <a:off x="6016083" y="3226744"/>
            <a:ext cx="1156743" cy="934563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6" idx="1"/>
            <a:endCxn id="18" idx="3"/>
          </p:cNvCxnSpPr>
          <p:nvPr/>
        </p:nvCxnSpPr>
        <p:spPr>
          <a:xfrm flipH="1" flipV="1">
            <a:off x="4720956" y="2740101"/>
            <a:ext cx="2308601" cy="349471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8" idx="1"/>
            <a:endCxn id="4" idx="3"/>
          </p:cNvCxnSpPr>
          <p:nvPr/>
        </p:nvCxnSpPr>
        <p:spPr>
          <a:xfrm flipH="1" flipV="1">
            <a:off x="3569598" y="2734924"/>
            <a:ext cx="857102" cy="5177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/>
          <p:cNvGrpSpPr>
            <a:grpSpLocks noChangeAspect="1"/>
          </p:cNvGrpSpPr>
          <p:nvPr/>
        </p:nvGrpSpPr>
        <p:grpSpPr>
          <a:xfrm>
            <a:off x="1953643" y="3593324"/>
            <a:ext cx="294257" cy="269358"/>
            <a:chOff x="15875" y="0"/>
            <a:chExt cx="792548" cy="725486"/>
          </a:xfrm>
        </p:grpSpPr>
        <p:pic>
          <p:nvPicPr>
            <p:cNvPr id="43" name="Picture 4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875" y="0"/>
              <a:ext cx="792548" cy="725486"/>
            </a:xfrm>
            <a:prstGeom prst="rect">
              <a:avLst/>
            </a:prstGeom>
          </p:spPr>
        </p:pic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5750" y="254000"/>
              <a:ext cx="231669" cy="353599"/>
            </a:xfrm>
            <a:prstGeom prst="rect">
              <a:avLst/>
            </a:prstGeom>
          </p:spPr>
        </p:pic>
      </p:grpSp>
      <p:cxnSp>
        <p:nvCxnSpPr>
          <p:cNvPr id="45" name="Straight Connector 44"/>
          <p:cNvCxnSpPr>
            <a:stCxn id="43" idx="3"/>
            <a:endCxn id="10" idx="1"/>
          </p:cNvCxnSpPr>
          <p:nvPr/>
        </p:nvCxnSpPr>
        <p:spPr>
          <a:xfrm>
            <a:off x="2247900" y="3728003"/>
            <a:ext cx="1003279" cy="450751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6" idx="3"/>
          </p:cNvCxnSpPr>
          <p:nvPr/>
        </p:nvCxnSpPr>
        <p:spPr>
          <a:xfrm>
            <a:off x="7316094" y="3089572"/>
            <a:ext cx="1645026" cy="596108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6" idx="3"/>
          </p:cNvCxnSpPr>
          <p:nvPr/>
        </p:nvCxnSpPr>
        <p:spPr>
          <a:xfrm>
            <a:off x="7316094" y="3089572"/>
            <a:ext cx="1690956" cy="246318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6" idx="3"/>
          </p:cNvCxnSpPr>
          <p:nvPr/>
        </p:nvCxnSpPr>
        <p:spPr>
          <a:xfrm>
            <a:off x="7316094" y="3089572"/>
            <a:ext cx="1553391" cy="868170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649446" y="2676729"/>
            <a:ext cx="1158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dirty="0" err="1"/>
              <a:t>Zwillinge</a:t>
            </a:r>
            <a:endParaRPr lang="en-IE" sz="1200" dirty="0"/>
          </a:p>
        </p:txBody>
      </p:sp>
      <p:sp>
        <p:nvSpPr>
          <p:cNvPr id="64" name="TextBox 63"/>
          <p:cNvSpPr txBox="1"/>
          <p:nvPr/>
        </p:nvSpPr>
        <p:spPr>
          <a:xfrm>
            <a:off x="5300285" y="4247904"/>
            <a:ext cx="1158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dirty="0" err="1"/>
              <a:t>Kiwonvu</a:t>
            </a:r>
            <a:endParaRPr lang="en-IE" sz="1200" dirty="0"/>
          </a:p>
        </p:txBody>
      </p:sp>
      <p:sp>
        <p:nvSpPr>
          <p:cNvPr id="65" name="TextBox 64"/>
          <p:cNvSpPr txBox="1"/>
          <p:nvPr/>
        </p:nvSpPr>
        <p:spPr>
          <a:xfrm>
            <a:off x="2949167" y="4304655"/>
            <a:ext cx="637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dirty="0"/>
              <a:t>North of </a:t>
            </a:r>
            <a:r>
              <a:rPr lang="en-IE" sz="1200" dirty="0" err="1"/>
              <a:t>Ttaala</a:t>
            </a:r>
            <a:endParaRPr lang="en-IE" sz="1200" dirty="0"/>
          </a:p>
        </p:txBody>
      </p:sp>
      <p:sp>
        <p:nvSpPr>
          <p:cNvPr id="66" name="TextBox 65"/>
          <p:cNvSpPr txBox="1"/>
          <p:nvPr/>
        </p:nvSpPr>
        <p:spPr>
          <a:xfrm>
            <a:off x="2847766" y="2342187"/>
            <a:ext cx="1158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dirty="0" err="1"/>
              <a:t>Kilkoola</a:t>
            </a:r>
            <a:endParaRPr lang="en-IE" sz="1200" dirty="0"/>
          </a:p>
        </p:txBody>
      </p:sp>
      <p:sp>
        <p:nvSpPr>
          <p:cNvPr id="67" name="TextBox 66"/>
          <p:cNvSpPr txBox="1"/>
          <p:nvPr/>
        </p:nvSpPr>
        <p:spPr>
          <a:xfrm>
            <a:off x="3961830" y="2372325"/>
            <a:ext cx="1158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dirty="0"/>
              <a:t>Port Albert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30739" y="4431600"/>
            <a:ext cx="1158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dirty="0" err="1"/>
              <a:t>Sitoovu</a:t>
            </a:r>
            <a:endParaRPr lang="en-IE" sz="1200" dirty="0"/>
          </a:p>
        </p:txBody>
      </p:sp>
      <p:sp>
        <p:nvSpPr>
          <p:cNvPr id="69" name="TextBox 68"/>
          <p:cNvSpPr txBox="1"/>
          <p:nvPr/>
        </p:nvSpPr>
        <p:spPr>
          <a:xfrm>
            <a:off x="1504645" y="3814131"/>
            <a:ext cx="1158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dirty="0" err="1"/>
              <a:t>Weema</a:t>
            </a:r>
            <a:endParaRPr lang="en-IE" sz="1200" dirty="0"/>
          </a:p>
        </p:txBody>
      </p:sp>
      <p:pic>
        <p:nvPicPr>
          <p:cNvPr id="70" name="Picture 6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8550" y="3405150"/>
            <a:ext cx="278841" cy="207018"/>
          </a:xfrm>
          <a:prstGeom prst="rect">
            <a:avLst/>
          </a:prstGeom>
        </p:spPr>
      </p:pic>
      <p:pic>
        <p:nvPicPr>
          <p:cNvPr id="71" name="Picture 7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33900" y="3728003"/>
            <a:ext cx="279179" cy="213114"/>
          </a:xfrm>
          <a:prstGeom prst="rect">
            <a:avLst/>
          </a:prstGeom>
        </p:spPr>
      </p:pic>
      <p:pic>
        <p:nvPicPr>
          <p:cNvPr id="72" name="Picture 7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94310" y="4104673"/>
            <a:ext cx="279179" cy="213114"/>
          </a:xfrm>
          <a:prstGeom prst="rect">
            <a:avLst/>
          </a:prstGeom>
        </p:spPr>
      </p:pic>
      <p:sp>
        <p:nvSpPr>
          <p:cNvPr id="74" name="Down Arrow 73"/>
          <p:cNvSpPr/>
          <p:nvPr/>
        </p:nvSpPr>
        <p:spPr>
          <a:xfrm rot="15644099">
            <a:off x="2508307" y="4045866"/>
            <a:ext cx="345889" cy="486489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5" name="Down Arrow 74"/>
          <p:cNvSpPr/>
          <p:nvPr/>
        </p:nvSpPr>
        <p:spPr>
          <a:xfrm rot="17751395">
            <a:off x="2481116" y="3665638"/>
            <a:ext cx="345889" cy="486489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6" name="Down Arrow 75"/>
          <p:cNvSpPr/>
          <p:nvPr/>
        </p:nvSpPr>
        <p:spPr>
          <a:xfrm rot="13752606">
            <a:off x="6387509" y="3474393"/>
            <a:ext cx="345889" cy="486489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7" name="Down Arrow 76"/>
          <p:cNvSpPr/>
          <p:nvPr/>
        </p:nvSpPr>
        <p:spPr>
          <a:xfrm rot="16200000">
            <a:off x="4730419" y="3885281"/>
            <a:ext cx="333780" cy="57573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IE" sz="700" dirty="0">
                <a:solidFill>
                  <a:schemeClr val="tx1"/>
                </a:solidFill>
              </a:rPr>
              <a:t>60miles</a:t>
            </a:r>
            <a:endParaRPr lang="en-IE" sz="600" dirty="0">
              <a:solidFill>
                <a:schemeClr val="tx1"/>
              </a:solidFill>
            </a:endParaRPr>
          </a:p>
        </p:txBody>
      </p:sp>
      <p:sp>
        <p:nvSpPr>
          <p:cNvPr id="78" name="Down Arrow 77"/>
          <p:cNvSpPr/>
          <p:nvPr/>
        </p:nvSpPr>
        <p:spPr>
          <a:xfrm rot="5858236">
            <a:off x="5473215" y="2569433"/>
            <a:ext cx="342446" cy="660479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E" sz="800" dirty="0">
                <a:solidFill>
                  <a:schemeClr val="tx1"/>
                </a:solidFill>
              </a:rPr>
              <a:t>240miles</a:t>
            </a:r>
          </a:p>
        </p:txBody>
      </p:sp>
      <p:sp>
        <p:nvSpPr>
          <p:cNvPr id="82" name="Down Arrow 81"/>
          <p:cNvSpPr/>
          <p:nvPr/>
        </p:nvSpPr>
        <p:spPr>
          <a:xfrm rot="5400000">
            <a:off x="3841635" y="2483832"/>
            <a:ext cx="332565" cy="506894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3" name="Up-Down Arrow 82"/>
          <p:cNvSpPr/>
          <p:nvPr/>
        </p:nvSpPr>
        <p:spPr>
          <a:xfrm>
            <a:off x="3224530" y="3144618"/>
            <a:ext cx="366196" cy="598523"/>
          </a:xfrm>
          <a:prstGeom prst="up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5" name="TextBox 84"/>
          <p:cNvSpPr txBox="1"/>
          <p:nvPr/>
        </p:nvSpPr>
        <p:spPr>
          <a:xfrm>
            <a:off x="3762712" y="2635799"/>
            <a:ext cx="7398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/>
              <a:t>180miles</a:t>
            </a:r>
          </a:p>
        </p:txBody>
      </p:sp>
      <p:sp>
        <p:nvSpPr>
          <p:cNvPr id="86" name="TextBox 85"/>
          <p:cNvSpPr txBox="1"/>
          <p:nvPr/>
        </p:nvSpPr>
        <p:spPr>
          <a:xfrm rot="16200000">
            <a:off x="3038129" y="3228169"/>
            <a:ext cx="7398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/>
              <a:t>80miles</a:t>
            </a:r>
          </a:p>
        </p:txBody>
      </p:sp>
      <p:sp>
        <p:nvSpPr>
          <p:cNvPr id="87" name="TextBox 86"/>
          <p:cNvSpPr txBox="1"/>
          <p:nvPr/>
        </p:nvSpPr>
        <p:spPr>
          <a:xfrm rot="19042894">
            <a:off x="6265758" y="3543431"/>
            <a:ext cx="7398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/>
              <a:t>80miles</a:t>
            </a:r>
          </a:p>
        </p:txBody>
      </p:sp>
      <p:sp>
        <p:nvSpPr>
          <p:cNvPr id="88" name="TextBox 87"/>
          <p:cNvSpPr txBox="1"/>
          <p:nvPr/>
        </p:nvSpPr>
        <p:spPr>
          <a:xfrm rot="20858229">
            <a:off x="2397457" y="4175961"/>
            <a:ext cx="7398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/>
              <a:t>60miles</a:t>
            </a:r>
          </a:p>
        </p:txBody>
      </p:sp>
      <p:sp>
        <p:nvSpPr>
          <p:cNvPr id="89" name="TextBox 88"/>
          <p:cNvSpPr txBox="1"/>
          <p:nvPr/>
        </p:nvSpPr>
        <p:spPr>
          <a:xfrm rot="1461510">
            <a:off x="2350946" y="3833783"/>
            <a:ext cx="7398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/>
              <a:t>40miles</a:t>
            </a:r>
          </a:p>
        </p:txBody>
      </p:sp>
      <p:pic>
        <p:nvPicPr>
          <p:cNvPr id="91" name="Picture 9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64646" y="3102527"/>
            <a:ext cx="283441" cy="213114"/>
          </a:xfrm>
          <a:prstGeom prst="rect">
            <a:avLst/>
          </a:prstGeom>
        </p:spPr>
      </p:pic>
      <p:pic>
        <p:nvPicPr>
          <p:cNvPr id="92" name="Picture 9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94149" y="3615022"/>
            <a:ext cx="283441" cy="213114"/>
          </a:xfrm>
          <a:prstGeom prst="rect">
            <a:avLst/>
          </a:prstGeom>
        </p:spPr>
      </p:pic>
      <p:pic>
        <p:nvPicPr>
          <p:cNvPr id="93" name="Picture 9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39414" y="3355163"/>
            <a:ext cx="283441" cy="213114"/>
          </a:xfrm>
          <a:prstGeom prst="rect">
            <a:avLst/>
          </a:prstGeom>
        </p:spPr>
      </p:pic>
      <p:grpSp>
        <p:nvGrpSpPr>
          <p:cNvPr id="59" name="Group 58"/>
          <p:cNvGrpSpPr>
            <a:grpSpLocks noChangeAspect="1"/>
          </p:cNvGrpSpPr>
          <p:nvPr/>
        </p:nvGrpSpPr>
        <p:grpSpPr>
          <a:xfrm>
            <a:off x="5054398" y="4717458"/>
            <a:ext cx="294257" cy="269358"/>
            <a:chOff x="15875" y="0"/>
            <a:chExt cx="792548" cy="725486"/>
          </a:xfrm>
        </p:grpSpPr>
        <p:pic>
          <p:nvPicPr>
            <p:cNvPr id="60" name="Picture 5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875" y="0"/>
              <a:ext cx="792548" cy="725486"/>
            </a:xfrm>
            <a:prstGeom prst="rect">
              <a:avLst/>
            </a:prstGeom>
          </p:spPr>
        </p:pic>
        <p:pic>
          <p:nvPicPr>
            <p:cNvPr id="61" name="Picture 6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5750" y="254000"/>
              <a:ext cx="231669" cy="353599"/>
            </a:xfrm>
            <a:prstGeom prst="rect">
              <a:avLst/>
            </a:prstGeom>
          </p:spPr>
        </p:pic>
      </p:grpSp>
      <p:sp>
        <p:nvSpPr>
          <p:cNvPr id="62" name="TextBox 61"/>
          <p:cNvSpPr txBox="1"/>
          <p:nvPr/>
        </p:nvSpPr>
        <p:spPr>
          <a:xfrm>
            <a:off x="4609444" y="5164308"/>
            <a:ext cx="1158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dirty="0" err="1"/>
              <a:t>Sitoovu</a:t>
            </a:r>
            <a:endParaRPr lang="en-IE" sz="1200" dirty="0"/>
          </a:p>
        </p:txBody>
      </p:sp>
      <p:pic>
        <p:nvPicPr>
          <p:cNvPr id="73" name="Picture 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1647" y="4720323"/>
            <a:ext cx="286537" cy="274344"/>
          </a:xfrm>
          <a:prstGeom prst="rect">
            <a:avLst/>
          </a:prstGeom>
        </p:spPr>
      </p:pic>
      <p:cxnSp>
        <p:nvCxnSpPr>
          <p:cNvPr id="79" name="Straight Connector 78"/>
          <p:cNvCxnSpPr>
            <a:stCxn id="60" idx="3"/>
            <a:endCxn id="84" idx="1"/>
          </p:cNvCxnSpPr>
          <p:nvPr/>
        </p:nvCxnSpPr>
        <p:spPr>
          <a:xfrm>
            <a:off x="5348655" y="4852137"/>
            <a:ext cx="1213824" cy="19805"/>
          </a:xfrm>
          <a:prstGeom prst="line">
            <a:avLst/>
          </a:prstGeom>
          <a:ln w="3175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10" idx="2"/>
            <a:endCxn id="60" idx="1"/>
          </p:cNvCxnSpPr>
          <p:nvPr/>
        </p:nvCxnSpPr>
        <p:spPr>
          <a:xfrm>
            <a:off x="3397496" y="4312877"/>
            <a:ext cx="1656902" cy="539260"/>
          </a:xfrm>
          <a:prstGeom prst="line">
            <a:avLst/>
          </a:prstGeom>
          <a:ln w="3175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Group 80"/>
          <p:cNvGrpSpPr>
            <a:grpSpLocks noChangeAspect="1"/>
          </p:cNvGrpSpPr>
          <p:nvPr/>
        </p:nvGrpSpPr>
        <p:grpSpPr>
          <a:xfrm>
            <a:off x="6562479" y="4733868"/>
            <a:ext cx="294256" cy="276148"/>
            <a:chOff x="1127123" y="15875"/>
            <a:chExt cx="792548" cy="743776"/>
          </a:xfrm>
        </p:grpSpPr>
        <p:pic>
          <p:nvPicPr>
            <p:cNvPr id="84" name="Picture 8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7123" y="15875"/>
              <a:ext cx="792548" cy="743776"/>
            </a:xfrm>
            <a:prstGeom prst="rect">
              <a:avLst/>
            </a:prstGeom>
          </p:spPr>
        </p:pic>
        <p:pic>
          <p:nvPicPr>
            <p:cNvPr id="96" name="Picture 9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97001" y="269876"/>
              <a:ext cx="231667" cy="353600"/>
            </a:xfrm>
            <a:prstGeom prst="rect">
              <a:avLst/>
            </a:prstGeom>
          </p:spPr>
        </p:pic>
      </p:grpSp>
      <p:cxnSp>
        <p:nvCxnSpPr>
          <p:cNvPr id="98" name="Straight Connector 97"/>
          <p:cNvCxnSpPr>
            <a:stCxn id="84" idx="3"/>
            <a:endCxn id="73" idx="1"/>
          </p:cNvCxnSpPr>
          <p:nvPr/>
        </p:nvCxnSpPr>
        <p:spPr>
          <a:xfrm flipV="1">
            <a:off x="6856735" y="4857495"/>
            <a:ext cx="824912" cy="14447"/>
          </a:xfrm>
          <a:prstGeom prst="line">
            <a:avLst/>
          </a:prstGeom>
          <a:ln w="3175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6123054" y="4942699"/>
            <a:ext cx="1158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dirty="0" err="1"/>
              <a:t>Kuloto</a:t>
            </a:r>
            <a:endParaRPr lang="en-IE" sz="1200" dirty="0"/>
          </a:p>
        </p:txBody>
      </p:sp>
      <p:sp>
        <p:nvSpPr>
          <p:cNvPr id="100" name="TextBox 99"/>
          <p:cNvSpPr txBox="1"/>
          <p:nvPr/>
        </p:nvSpPr>
        <p:spPr>
          <a:xfrm>
            <a:off x="7242762" y="4950986"/>
            <a:ext cx="1158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dirty="0" err="1"/>
              <a:t>Jabali</a:t>
            </a:r>
            <a:endParaRPr lang="en-IE" sz="1200" dirty="0"/>
          </a:p>
        </p:txBody>
      </p:sp>
      <p:sp>
        <p:nvSpPr>
          <p:cNvPr id="101" name="Down Arrow 100"/>
          <p:cNvSpPr/>
          <p:nvPr/>
        </p:nvSpPr>
        <p:spPr>
          <a:xfrm rot="17483056">
            <a:off x="4122792" y="4318949"/>
            <a:ext cx="333780" cy="57573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IE" sz="700" dirty="0">
                <a:solidFill>
                  <a:schemeClr val="tx1"/>
                </a:solidFill>
              </a:rPr>
              <a:t>60miles</a:t>
            </a:r>
            <a:endParaRPr lang="en-IE" sz="600" dirty="0">
              <a:solidFill>
                <a:schemeClr val="tx1"/>
              </a:solidFill>
            </a:endParaRPr>
          </a:p>
        </p:txBody>
      </p:sp>
      <p:cxnSp>
        <p:nvCxnSpPr>
          <p:cNvPr id="102" name="Straight Connector 101"/>
          <p:cNvCxnSpPr>
            <a:stCxn id="73" idx="3"/>
          </p:cNvCxnSpPr>
          <p:nvPr/>
        </p:nvCxnSpPr>
        <p:spPr>
          <a:xfrm flipV="1">
            <a:off x="7968184" y="4206437"/>
            <a:ext cx="891852" cy="651058"/>
          </a:xfrm>
          <a:prstGeom prst="line">
            <a:avLst/>
          </a:prstGeom>
          <a:ln w="31750">
            <a:solidFill>
              <a:schemeClr val="tx1"/>
            </a:solidFill>
            <a:prstDash val="sysDot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" name="Picture 10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91212" y="4432927"/>
            <a:ext cx="283441" cy="213114"/>
          </a:xfrm>
          <a:prstGeom prst="rect">
            <a:avLst/>
          </a:prstGeom>
        </p:spPr>
      </p:pic>
      <p:sp>
        <p:nvSpPr>
          <p:cNvPr id="104" name="Down Arrow 103"/>
          <p:cNvSpPr/>
          <p:nvPr/>
        </p:nvSpPr>
        <p:spPr>
          <a:xfrm rot="16200000">
            <a:off x="5850287" y="4569630"/>
            <a:ext cx="333780" cy="57573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IE" sz="600" dirty="0">
                <a:solidFill>
                  <a:schemeClr val="tx1"/>
                </a:solidFill>
              </a:rPr>
              <a:t>320miles</a:t>
            </a:r>
          </a:p>
        </p:txBody>
      </p:sp>
      <p:sp>
        <p:nvSpPr>
          <p:cNvPr id="105" name="Down Arrow 104"/>
          <p:cNvSpPr/>
          <p:nvPr/>
        </p:nvSpPr>
        <p:spPr>
          <a:xfrm rot="16200000">
            <a:off x="7101800" y="4571251"/>
            <a:ext cx="333780" cy="57573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IE" sz="700" dirty="0">
                <a:solidFill>
                  <a:schemeClr val="tx1"/>
                </a:solidFill>
              </a:rPr>
              <a:t>40miles</a:t>
            </a:r>
            <a:endParaRPr lang="en-IE" sz="600" dirty="0">
              <a:solidFill>
                <a:schemeClr val="tx1"/>
              </a:solidFill>
            </a:endParaRPr>
          </a:p>
        </p:txBody>
      </p:sp>
      <p:pic>
        <p:nvPicPr>
          <p:cNvPr id="112" name="Picture 11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17986" y="5098514"/>
            <a:ext cx="317505" cy="242370"/>
          </a:xfrm>
          <a:prstGeom prst="rect">
            <a:avLst/>
          </a:prstGeom>
        </p:spPr>
      </p:pic>
      <p:pic>
        <p:nvPicPr>
          <p:cNvPr id="113" name="Picture 1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91259" y="3934888"/>
            <a:ext cx="317505" cy="242370"/>
          </a:xfrm>
          <a:prstGeom prst="rect">
            <a:avLst/>
          </a:prstGeom>
        </p:spPr>
      </p:pic>
      <p:pic>
        <p:nvPicPr>
          <p:cNvPr id="114" name="Picture 11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51401" y="5095720"/>
            <a:ext cx="321165" cy="245164"/>
          </a:xfrm>
          <a:prstGeom prst="rect">
            <a:avLst/>
          </a:prstGeom>
        </p:spPr>
      </p:pic>
      <p:pic>
        <p:nvPicPr>
          <p:cNvPr id="115" name="Picture 1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2252" y="3841283"/>
            <a:ext cx="321165" cy="245164"/>
          </a:xfrm>
          <a:prstGeom prst="rect">
            <a:avLst/>
          </a:prstGeom>
        </p:spPr>
      </p:pic>
      <p:pic>
        <p:nvPicPr>
          <p:cNvPr id="116" name="Picture 1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59589" y="3721579"/>
            <a:ext cx="321165" cy="245164"/>
          </a:xfrm>
          <a:prstGeom prst="rect">
            <a:avLst/>
          </a:prstGeom>
        </p:spPr>
      </p:pic>
      <p:pic>
        <p:nvPicPr>
          <p:cNvPr id="117" name="Picture 1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12448" y="3441646"/>
            <a:ext cx="321165" cy="245164"/>
          </a:xfrm>
          <a:prstGeom prst="rect">
            <a:avLst/>
          </a:prstGeom>
        </p:spPr>
      </p:pic>
      <p:pic>
        <p:nvPicPr>
          <p:cNvPr id="118" name="Picture 1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90146" y="2525027"/>
            <a:ext cx="301747" cy="230341"/>
          </a:xfrm>
          <a:prstGeom prst="rect">
            <a:avLst/>
          </a:prstGeom>
        </p:spPr>
      </p:pic>
      <p:pic>
        <p:nvPicPr>
          <p:cNvPr id="119" name="Picture 1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75663" y="3374372"/>
            <a:ext cx="304826" cy="231668"/>
          </a:xfrm>
          <a:prstGeom prst="rect">
            <a:avLst/>
          </a:prstGeom>
        </p:spPr>
      </p:pic>
      <p:pic>
        <p:nvPicPr>
          <p:cNvPr id="120" name="Picture 11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14099" y="4695929"/>
            <a:ext cx="304826" cy="231668"/>
          </a:xfrm>
          <a:prstGeom prst="rect">
            <a:avLst/>
          </a:prstGeom>
        </p:spPr>
      </p:pic>
      <p:pic>
        <p:nvPicPr>
          <p:cNvPr id="121" name="Picture 12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04817" y="2316267"/>
            <a:ext cx="304826" cy="231668"/>
          </a:xfrm>
          <a:prstGeom prst="rect">
            <a:avLst/>
          </a:prstGeom>
        </p:spPr>
      </p:pic>
      <p:pic>
        <p:nvPicPr>
          <p:cNvPr id="122" name="Picture 12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59297" y="4547602"/>
            <a:ext cx="304826" cy="23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49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Oval 93"/>
          <p:cNvSpPr/>
          <p:nvPr/>
        </p:nvSpPr>
        <p:spPr>
          <a:xfrm>
            <a:off x="3936050" y="2248390"/>
            <a:ext cx="5759550" cy="3302017"/>
          </a:xfrm>
          <a:prstGeom prst="ellipse">
            <a:avLst/>
          </a:prstGeom>
          <a:solidFill>
            <a:schemeClr val="accent6">
              <a:lumMod val="40000"/>
              <a:lumOff val="60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7" name="Oval 96"/>
          <p:cNvSpPr/>
          <p:nvPr/>
        </p:nvSpPr>
        <p:spPr>
          <a:xfrm rot="734828">
            <a:off x="1499854" y="2573744"/>
            <a:ext cx="3724267" cy="2723289"/>
          </a:xfrm>
          <a:prstGeom prst="ellipse">
            <a:avLst/>
          </a:prstGeom>
          <a:solidFill>
            <a:schemeClr val="accent2">
              <a:lumMod val="40000"/>
              <a:lumOff val="6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Rectangle 6"/>
          <p:cNvSpPr/>
          <p:nvPr/>
        </p:nvSpPr>
        <p:spPr>
          <a:xfrm>
            <a:off x="2980678" y="1612070"/>
            <a:ext cx="1921398" cy="39383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 b="1" dirty="0">
                <a:solidFill>
                  <a:schemeClr val="tx1"/>
                </a:solidFill>
              </a:rPr>
              <a:t>Reception</a:t>
            </a:r>
          </a:p>
          <a:p>
            <a:pPr algn="ctr"/>
            <a:endParaRPr lang="en-IE" sz="1600" b="1" dirty="0">
              <a:solidFill>
                <a:schemeClr val="tx1"/>
              </a:solidFill>
            </a:endParaRPr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</p:txBody>
      </p:sp>
      <p:sp>
        <p:nvSpPr>
          <p:cNvPr id="8" name="Rectangle 7"/>
          <p:cNvSpPr/>
          <p:nvPr/>
        </p:nvSpPr>
        <p:spPr>
          <a:xfrm>
            <a:off x="4902076" y="1612070"/>
            <a:ext cx="3136586" cy="39383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 b="1" dirty="0">
                <a:solidFill>
                  <a:schemeClr val="tx1"/>
                </a:solidFill>
              </a:rPr>
              <a:t>Staging</a:t>
            </a:r>
          </a:p>
          <a:p>
            <a:pPr algn="ctr"/>
            <a:endParaRPr lang="en-IE" sz="1600" b="1" dirty="0">
              <a:solidFill>
                <a:schemeClr val="tx1"/>
              </a:solidFill>
            </a:endParaRPr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</p:txBody>
      </p:sp>
      <p:sp>
        <p:nvSpPr>
          <p:cNvPr id="9" name="Rectangle 8"/>
          <p:cNvSpPr/>
          <p:nvPr/>
        </p:nvSpPr>
        <p:spPr>
          <a:xfrm>
            <a:off x="8038662" y="1612070"/>
            <a:ext cx="1701068" cy="39383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 b="1" dirty="0">
                <a:solidFill>
                  <a:schemeClr val="tx1"/>
                </a:solidFill>
              </a:rPr>
              <a:t>Onward Movement</a:t>
            </a:r>
          </a:p>
          <a:p>
            <a:pPr algn="ctr"/>
            <a:endParaRPr lang="en-IE" sz="1600" b="1" dirty="0">
              <a:solidFill>
                <a:schemeClr val="tx1"/>
              </a:solidFill>
            </a:endParaRPr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</p:txBody>
      </p:sp>
      <p:sp>
        <p:nvSpPr>
          <p:cNvPr id="48" name="Rectangle 47"/>
          <p:cNvSpPr/>
          <p:nvPr/>
        </p:nvSpPr>
        <p:spPr>
          <a:xfrm>
            <a:off x="1443795" y="1612070"/>
            <a:ext cx="1538914" cy="39383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 b="1" dirty="0">
                <a:solidFill>
                  <a:schemeClr val="tx1"/>
                </a:solidFill>
              </a:rPr>
              <a:t>Strategic</a:t>
            </a:r>
          </a:p>
          <a:p>
            <a:pPr algn="ctr"/>
            <a:endParaRPr lang="en-IE" sz="1600" b="1" dirty="0">
              <a:solidFill>
                <a:schemeClr val="tx1"/>
              </a:solidFill>
            </a:endParaRPr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  <a:p>
            <a:pPr algn="ctr"/>
            <a:endParaRPr lang="en-IE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1443795" y="2209720"/>
            <a:ext cx="8295935" cy="220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43" idx="3"/>
            <a:endCxn id="2" idx="1"/>
          </p:cNvCxnSpPr>
          <p:nvPr/>
        </p:nvCxnSpPr>
        <p:spPr>
          <a:xfrm>
            <a:off x="2221367" y="3228166"/>
            <a:ext cx="1049830" cy="473644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2" idx="3"/>
          </p:cNvCxnSpPr>
          <p:nvPr/>
        </p:nvCxnSpPr>
        <p:spPr>
          <a:xfrm flipV="1">
            <a:off x="3563830" y="3672210"/>
            <a:ext cx="2244685" cy="29600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06" idx="3"/>
            <a:endCxn id="6" idx="2"/>
          </p:cNvCxnSpPr>
          <p:nvPr/>
        </p:nvCxnSpPr>
        <p:spPr>
          <a:xfrm flipV="1">
            <a:off x="5862790" y="2737646"/>
            <a:ext cx="1395101" cy="916578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/>
          <p:cNvGrpSpPr>
            <a:grpSpLocks noChangeAspect="1"/>
          </p:cNvGrpSpPr>
          <p:nvPr/>
        </p:nvGrpSpPr>
        <p:grpSpPr>
          <a:xfrm>
            <a:off x="1927110" y="3093487"/>
            <a:ext cx="294257" cy="269358"/>
            <a:chOff x="15875" y="0"/>
            <a:chExt cx="792548" cy="725486"/>
          </a:xfrm>
        </p:grpSpPr>
        <p:pic>
          <p:nvPicPr>
            <p:cNvPr id="43" name="Picture 4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875" y="0"/>
              <a:ext cx="792548" cy="725486"/>
            </a:xfrm>
            <a:prstGeom prst="rect">
              <a:avLst/>
            </a:prstGeom>
          </p:spPr>
        </p:pic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5750" y="254000"/>
              <a:ext cx="231669" cy="353599"/>
            </a:xfrm>
            <a:prstGeom prst="rect">
              <a:avLst/>
            </a:prstGeom>
          </p:spPr>
        </p:pic>
      </p:grpSp>
      <p:cxnSp>
        <p:nvCxnSpPr>
          <p:cNvPr id="45" name="Straight Connector 44"/>
          <p:cNvCxnSpPr>
            <a:stCxn id="123" idx="3"/>
            <a:endCxn id="32" idx="1"/>
          </p:cNvCxnSpPr>
          <p:nvPr/>
        </p:nvCxnSpPr>
        <p:spPr>
          <a:xfrm flipV="1">
            <a:off x="2209783" y="3991145"/>
            <a:ext cx="1057644" cy="78367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6" idx="3"/>
          </p:cNvCxnSpPr>
          <p:nvPr/>
        </p:nvCxnSpPr>
        <p:spPr>
          <a:xfrm>
            <a:off x="7401159" y="2600474"/>
            <a:ext cx="1645026" cy="596108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6" idx="3"/>
          </p:cNvCxnSpPr>
          <p:nvPr/>
        </p:nvCxnSpPr>
        <p:spPr>
          <a:xfrm>
            <a:off x="7401159" y="2600474"/>
            <a:ext cx="1690956" cy="246318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6" idx="3"/>
          </p:cNvCxnSpPr>
          <p:nvPr/>
        </p:nvCxnSpPr>
        <p:spPr>
          <a:xfrm>
            <a:off x="7401159" y="2600474"/>
            <a:ext cx="1553391" cy="868170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107245" y="3265963"/>
            <a:ext cx="1158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dirty="0" err="1"/>
              <a:t>Belawan</a:t>
            </a:r>
            <a:endParaRPr lang="en-IE" sz="1200" dirty="0"/>
          </a:p>
        </p:txBody>
      </p:sp>
      <p:sp>
        <p:nvSpPr>
          <p:cNvPr id="65" name="TextBox 64"/>
          <p:cNvSpPr txBox="1"/>
          <p:nvPr/>
        </p:nvSpPr>
        <p:spPr>
          <a:xfrm>
            <a:off x="3031937" y="4113246"/>
            <a:ext cx="759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dirty="0"/>
              <a:t>Kuala </a:t>
            </a:r>
            <a:r>
              <a:rPr lang="en-IE" sz="1200" dirty="0" err="1"/>
              <a:t>Lumpar</a:t>
            </a:r>
            <a:endParaRPr lang="en-IE" sz="1200" dirty="0"/>
          </a:p>
        </p:txBody>
      </p:sp>
      <p:sp>
        <p:nvSpPr>
          <p:cNvPr id="69" name="TextBox 68"/>
          <p:cNvSpPr txBox="1"/>
          <p:nvPr/>
        </p:nvSpPr>
        <p:spPr>
          <a:xfrm>
            <a:off x="1558271" y="3429907"/>
            <a:ext cx="115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dirty="0"/>
              <a:t>National Staging Points</a:t>
            </a:r>
          </a:p>
        </p:txBody>
      </p:sp>
      <p:pic>
        <p:nvPicPr>
          <p:cNvPr id="70" name="Picture 6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389" y="3088824"/>
            <a:ext cx="278841" cy="207018"/>
          </a:xfrm>
          <a:prstGeom prst="rect">
            <a:avLst/>
          </a:prstGeom>
        </p:spPr>
      </p:pic>
      <p:pic>
        <p:nvPicPr>
          <p:cNvPr id="71" name="Picture 7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5739" y="3411677"/>
            <a:ext cx="279179" cy="213114"/>
          </a:xfrm>
          <a:prstGeom prst="rect">
            <a:avLst/>
          </a:prstGeom>
        </p:spPr>
      </p:pic>
      <p:pic>
        <p:nvPicPr>
          <p:cNvPr id="72" name="Picture 7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6149" y="3788347"/>
            <a:ext cx="279179" cy="213114"/>
          </a:xfrm>
          <a:prstGeom prst="rect">
            <a:avLst/>
          </a:prstGeom>
        </p:spPr>
      </p:pic>
      <p:sp>
        <p:nvSpPr>
          <p:cNvPr id="74" name="Down Arrow 73"/>
          <p:cNvSpPr/>
          <p:nvPr/>
        </p:nvSpPr>
        <p:spPr>
          <a:xfrm rot="16011409">
            <a:off x="2528162" y="3774580"/>
            <a:ext cx="345889" cy="486489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5" name="Down Arrow 74"/>
          <p:cNvSpPr/>
          <p:nvPr/>
        </p:nvSpPr>
        <p:spPr>
          <a:xfrm rot="17760005">
            <a:off x="2510366" y="3176209"/>
            <a:ext cx="345889" cy="486489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6" name="Down Arrow 75"/>
          <p:cNvSpPr/>
          <p:nvPr/>
        </p:nvSpPr>
        <p:spPr>
          <a:xfrm rot="14191537">
            <a:off x="6379497" y="2942968"/>
            <a:ext cx="345889" cy="486489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7" name="Down Arrow 76"/>
          <p:cNvSpPr/>
          <p:nvPr/>
        </p:nvSpPr>
        <p:spPr>
          <a:xfrm rot="16200000">
            <a:off x="4815484" y="3396183"/>
            <a:ext cx="333780" cy="57573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en-IE" sz="600" dirty="0">
              <a:solidFill>
                <a:schemeClr val="tx1"/>
              </a:solidFill>
            </a:endParaRPr>
          </a:p>
        </p:txBody>
      </p:sp>
      <p:pic>
        <p:nvPicPr>
          <p:cNvPr id="91" name="Picture 9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9711" y="2613429"/>
            <a:ext cx="283441" cy="213114"/>
          </a:xfrm>
          <a:prstGeom prst="rect">
            <a:avLst/>
          </a:prstGeom>
        </p:spPr>
      </p:pic>
      <p:pic>
        <p:nvPicPr>
          <p:cNvPr id="92" name="Picture 9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9214" y="3125924"/>
            <a:ext cx="283441" cy="213114"/>
          </a:xfrm>
          <a:prstGeom prst="rect">
            <a:avLst/>
          </a:prstGeom>
        </p:spPr>
      </p:pic>
      <p:pic>
        <p:nvPicPr>
          <p:cNvPr id="93" name="Picture 9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4479" y="2866065"/>
            <a:ext cx="283441" cy="213114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4726336" y="4494444"/>
            <a:ext cx="1158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dirty="0"/>
              <a:t>Medan</a:t>
            </a:r>
          </a:p>
        </p:txBody>
      </p:sp>
      <p:cxnSp>
        <p:nvCxnSpPr>
          <p:cNvPr id="79" name="Straight Connector 78"/>
          <p:cNvCxnSpPr>
            <a:endCxn id="109" idx="1"/>
          </p:cNvCxnSpPr>
          <p:nvPr/>
        </p:nvCxnSpPr>
        <p:spPr>
          <a:xfrm flipV="1">
            <a:off x="5433720" y="4328335"/>
            <a:ext cx="2209952" cy="34704"/>
          </a:xfrm>
          <a:prstGeom prst="line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3558788" y="4005990"/>
            <a:ext cx="1541718" cy="339489"/>
          </a:xfrm>
          <a:prstGeom prst="line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Down Arrow 100"/>
          <p:cNvSpPr/>
          <p:nvPr/>
        </p:nvSpPr>
        <p:spPr>
          <a:xfrm rot="16998571">
            <a:off x="4176603" y="3895889"/>
            <a:ext cx="333780" cy="57573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en-IE" sz="600" dirty="0">
              <a:solidFill>
                <a:schemeClr val="tx1"/>
              </a:solidFill>
            </a:endParaRPr>
          </a:p>
        </p:txBody>
      </p:sp>
      <p:cxnSp>
        <p:nvCxnSpPr>
          <p:cNvPr id="102" name="Straight Connector 101"/>
          <p:cNvCxnSpPr/>
          <p:nvPr/>
        </p:nvCxnSpPr>
        <p:spPr>
          <a:xfrm flipV="1">
            <a:off x="7761259" y="3717339"/>
            <a:ext cx="1183842" cy="645700"/>
          </a:xfrm>
          <a:prstGeom prst="line">
            <a:avLst/>
          </a:prstGeom>
          <a:ln w="31750">
            <a:solidFill>
              <a:schemeClr val="tx1"/>
            </a:solidFill>
            <a:prstDash val="solid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" name="Picture 10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3749" y="3935388"/>
            <a:ext cx="283441" cy="213114"/>
          </a:xfrm>
          <a:prstGeom prst="rect">
            <a:avLst/>
          </a:prstGeom>
        </p:spPr>
      </p:pic>
      <p:sp>
        <p:nvSpPr>
          <p:cNvPr id="104" name="Down Arrow 103"/>
          <p:cNvSpPr/>
          <p:nvPr/>
        </p:nvSpPr>
        <p:spPr>
          <a:xfrm rot="16200000">
            <a:off x="6285170" y="4080445"/>
            <a:ext cx="333780" cy="57573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en-IE" sz="600" dirty="0">
              <a:solidFill>
                <a:schemeClr val="tx1"/>
              </a:solidFill>
            </a:endParaRPr>
          </a:p>
        </p:txBody>
      </p:sp>
      <p:pic>
        <p:nvPicPr>
          <p:cNvPr id="113" name="Picture 1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8884" y="2947253"/>
            <a:ext cx="317505" cy="242370"/>
          </a:xfrm>
          <a:prstGeom prst="rect">
            <a:avLst/>
          </a:prstGeom>
        </p:spPr>
      </p:pic>
      <p:pic>
        <p:nvPicPr>
          <p:cNvPr id="115" name="Picture 1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3841" y="3349482"/>
            <a:ext cx="321165" cy="245164"/>
          </a:xfrm>
          <a:prstGeom prst="rect">
            <a:avLst/>
          </a:prstGeom>
        </p:spPr>
      </p:pic>
      <p:pic>
        <p:nvPicPr>
          <p:cNvPr id="116" name="Picture 1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7342" y="4502749"/>
            <a:ext cx="321165" cy="245164"/>
          </a:xfrm>
          <a:prstGeom prst="rect">
            <a:avLst/>
          </a:prstGeom>
        </p:spPr>
      </p:pic>
      <p:pic>
        <p:nvPicPr>
          <p:cNvPr id="107" name="Picture 10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0144" y="3269994"/>
            <a:ext cx="317505" cy="24237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66233" y="4201420"/>
            <a:ext cx="308968" cy="236407"/>
          </a:xfrm>
          <a:prstGeom prst="rect">
            <a:avLst/>
          </a:prstGeom>
        </p:spPr>
      </p:pic>
      <p:pic>
        <p:nvPicPr>
          <p:cNvPr id="108" name="Picture 10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38492" y="4310814"/>
            <a:ext cx="308968" cy="236407"/>
          </a:xfrm>
          <a:prstGeom prst="rect">
            <a:avLst/>
          </a:prstGeom>
        </p:spPr>
      </p:pic>
      <p:pic>
        <p:nvPicPr>
          <p:cNvPr id="109" name="Picture 10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43672" y="4191163"/>
            <a:ext cx="286537" cy="274344"/>
          </a:xfrm>
          <a:prstGeom prst="rect">
            <a:avLst/>
          </a:prstGeom>
        </p:spPr>
      </p:pic>
      <p:pic>
        <p:nvPicPr>
          <p:cNvPr id="110" name="Picture 10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3697" y="2908280"/>
            <a:ext cx="312387" cy="239023"/>
          </a:xfrm>
          <a:prstGeom prst="rect">
            <a:avLst/>
          </a:prstGeom>
        </p:spPr>
      </p:pic>
      <p:pic>
        <p:nvPicPr>
          <p:cNvPr id="111" name="Picture 1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8140" y="3998261"/>
            <a:ext cx="312387" cy="239023"/>
          </a:xfrm>
          <a:prstGeom prst="rect">
            <a:avLst/>
          </a:prstGeom>
        </p:spPr>
      </p:pic>
      <p:pic>
        <p:nvPicPr>
          <p:cNvPr id="123" name="Picture 1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11053" y="3935388"/>
            <a:ext cx="298730" cy="26824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71197" y="3567686"/>
            <a:ext cx="292633" cy="268247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67427" y="3857021"/>
            <a:ext cx="298730" cy="268247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18369" y="4237284"/>
            <a:ext cx="299792" cy="265465"/>
          </a:xfrm>
          <a:prstGeom prst="rect">
            <a:avLst/>
          </a:prstGeom>
        </p:spPr>
      </p:pic>
      <p:pic>
        <p:nvPicPr>
          <p:cNvPr id="106" name="Picture 10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70157" y="3520100"/>
            <a:ext cx="292633" cy="26824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4622" y="2463302"/>
            <a:ext cx="286537" cy="274344"/>
          </a:xfrm>
          <a:prstGeom prst="rect">
            <a:avLst/>
          </a:prstGeom>
        </p:spPr>
      </p:pic>
      <p:sp>
        <p:nvSpPr>
          <p:cNvPr id="90" name="Oval 89"/>
          <p:cNvSpPr/>
          <p:nvPr/>
        </p:nvSpPr>
        <p:spPr>
          <a:xfrm>
            <a:off x="3030969" y="3107572"/>
            <a:ext cx="820680" cy="1583651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129" name="Picture 12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74590" y="3200259"/>
            <a:ext cx="350329" cy="279793"/>
          </a:xfrm>
          <a:prstGeom prst="rect">
            <a:avLst/>
          </a:prstGeom>
        </p:spPr>
      </p:pic>
      <p:sp>
        <p:nvSpPr>
          <p:cNvPr id="130" name="Oval 129"/>
          <p:cNvSpPr/>
          <p:nvPr/>
        </p:nvSpPr>
        <p:spPr>
          <a:xfrm>
            <a:off x="5296442" y="2767278"/>
            <a:ext cx="820680" cy="1272911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132" name="Picture 13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62302" y="2979492"/>
            <a:ext cx="360206" cy="28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819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3820</TotalTime>
  <Words>40</Words>
  <Application>Microsoft Office PowerPoint</Application>
  <PresentationFormat>Widescreen</PresentationFormat>
  <Paragraphs>112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>DOD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ADAM BEATTY</cp:lastModifiedBy>
  <cp:revision>45</cp:revision>
  <dcterms:created xsi:type="dcterms:W3CDTF">2025-04-03T13:22:17Z</dcterms:created>
  <dcterms:modified xsi:type="dcterms:W3CDTF">2026-05-16T13:49:30Z</dcterms:modified>
</cp:coreProperties>
</file>