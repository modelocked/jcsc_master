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7C80"/>
    <a:srgbClr val="006600"/>
    <a:srgbClr val="FF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131" autoAdjust="0"/>
    <p:restoredTop sz="94660"/>
  </p:normalViewPr>
  <p:slideViewPr>
    <p:cSldViewPr snapToGrid="0">
      <p:cViewPr varScale="1">
        <p:scale>
          <a:sx n="60" d="100"/>
          <a:sy n="60" d="100"/>
        </p:scale>
        <p:origin x="83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E5799-0E86-497D-8839-E76543B8F95B}" type="datetimeFigureOut">
              <a:rPr lang="en-IE" smtClean="0"/>
              <a:t>16/05/2026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CEC518-B325-4871-AFF3-C15CD117036E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8805859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E5799-0E86-497D-8839-E76543B8F95B}" type="datetimeFigureOut">
              <a:rPr lang="en-IE" smtClean="0"/>
              <a:t>16/05/2026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CEC518-B325-4871-AFF3-C15CD117036E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2271329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E5799-0E86-497D-8839-E76543B8F95B}" type="datetimeFigureOut">
              <a:rPr lang="en-IE" smtClean="0"/>
              <a:t>16/05/2026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CEC518-B325-4871-AFF3-C15CD117036E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5671707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E5799-0E86-497D-8839-E76543B8F95B}" type="datetimeFigureOut">
              <a:rPr lang="en-IE" smtClean="0"/>
              <a:t>16/05/2026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CEC518-B325-4871-AFF3-C15CD117036E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6658017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E5799-0E86-497D-8839-E76543B8F95B}" type="datetimeFigureOut">
              <a:rPr lang="en-IE" smtClean="0"/>
              <a:t>16/05/2026</a:t>
            </a:fld>
            <a:endParaRPr lang="en-I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CEC518-B325-4871-AFF3-C15CD117036E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9964713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E5799-0E86-497D-8839-E76543B8F95B}" type="datetimeFigureOut">
              <a:rPr lang="en-IE" smtClean="0"/>
              <a:t>16/05/2026</a:t>
            </a:fld>
            <a:endParaRPr lang="en-I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CEC518-B325-4871-AFF3-C15CD117036E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8990097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E5799-0E86-497D-8839-E76543B8F95B}" type="datetimeFigureOut">
              <a:rPr lang="en-IE" smtClean="0"/>
              <a:t>16/05/2026</a:t>
            </a:fld>
            <a:endParaRPr lang="en-I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CEC518-B325-4871-AFF3-C15CD117036E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5425832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E5799-0E86-497D-8839-E76543B8F95B}" type="datetimeFigureOut">
              <a:rPr lang="en-IE" smtClean="0"/>
              <a:t>16/05/2026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CEC518-B325-4871-AFF3-C15CD117036E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5305638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E5799-0E86-497D-8839-E76543B8F95B}" type="datetimeFigureOut">
              <a:rPr lang="en-IE" smtClean="0"/>
              <a:t>16/05/2026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CEC518-B325-4871-AFF3-C15CD117036E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6238705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E5799-0E86-497D-8839-E76543B8F95B}" type="datetimeFigureOut">
              <a:rPr lang="en-IE" smtClean="0"/>
              <a:t>16/05/2026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CEC518-B325-4871-AFF3-C15CD117036E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3949306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E5799-0E86-497D-8839-E76543B8F95B}" type="datetimeFigureOut">
              <a:rPr lang="en-IE" smtClean="0"/>
              <a:t>16/05/2026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CEC518-B325-4871-AFF3-C15CD117036E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7878404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FE5799-0E86-497D-8839-E76543B8F95B}" type="datetimeFigureOut">
              <a:rPr lang="en-IE" smtClean="0"/>
              <a:t>16/05/2026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CEC518-B325-4871-AFF3-C15CD117036E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2025668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val 8"/>
          <p:cNvSpPr/>
          <p:nvPr/>
        </p:nvSpPr>
        <p:spPr>
          <a:xfrm rot="19182835">
            <a:off x="249405" y="698091"/>
            <a:ext cx="8084920" cy="4985269"/>
          </a:xfrm>
          <a:prstGeom prst="ellipse">
            <a:avLst/>
          </a:prstGeom>
          <a:solidFill>
            <a:schemeClr val="bg1">
              <a:lumMod val="85000"/>
              <a:alpha val="67000"/>
            </a:schemeClr>
          </a:solidFill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5" name="Oval 4"/>
          <p:cNvSpPr/>
          <p:nvPr/>
        </p:nvSpPr>
        <p:spPr>
          <a:xfrm>
            <a:off x="7460107" y="1898639"/>
            <a:ext cx="4708502" cy="2584172"/>
          </a:xfrm>
          <a:prstGeom prst="ellipse">
            <a:avLst/>
          </a:prstGeom>
          <a:solidFill>
            <a:schemeClr val="accent1">
              <a:alpha val="67000"/>
            </a:schemeClr>
          </a:solidFill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8" name="Oval 7"/>
          <p:cNvSpPr/>
          <p:nvPr/>
        </p:nvSpPr>
        <p:spPr>
          <a:xfrm rot="1057647">
            <a:off x="7362091" y="3327895"/>
            <a:ext cx="3543458" cy="1331193"/>
          </a:xfrm>
          <a:prstGeom prst="ellipse">
            <a:avLst/>
          </a:prstGeom>
          <a:solidFill>
            <a:schemeClr val="accent5">
              <a:lumMod val="75000"/>
              <a:alpha val="67000"/>
            </a:schemeClr>
          </a:solidFill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6" name="Oval 5"/>
          <p:cNvSpPr/>
          <p:nvPr/>
        </p:nvSpPr>
        <p:spPr>
          <a:xfrm>
            <a:off x="6701976" y="1049357"/>
            <a:ext cx="975872" cy="1187501"/>
          </a:xfrm>
          <a:prstGeom prst="ellipse">
            <a:avLst/>
          </a:prstGeom>
          <a:solidFill>
            <a:schemeClr val="accent4">
              <a:lumMod val="20000"/>
              <a:lumOff val="80000"/>
              <a:alpha val="84000"/>
            </a:schemeClr>
          </a:solidFill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7" name="Oval 6"/>
          <p:cNvSpPr/>
          <p:nvPr/>
        </p:nvSpPr>
        <p:spPr>
          <a:xfrm rot="487926">
            <a:off x="342262" y="2492402"/>
            <a:ext cx="6194239" cy="3415043"/>
          </a:xfrm>
          <a:prstGeom prst="ellipse">
            <a:avLst/>
          </a:prstGeom>
          <a:solidFill>
            <a:schemeClr val="accent2">
              <a:lumMod val="20000"/>
              <a:lumOff val="80000"/>
              <a:alpha val="77000"/>
            </a:schemeClr>
          </a:solidFill>
          <a:ln w="1270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" name="Oval 1"/>
          <p:cNvSpPr/>
          <p:nvPr/>
        </p:nvSpPr>
        <p:spPr>
          <a:xfrm>
            <a:off x="4617359" y="896420"/>
            <a:ext cx="1782927" cy="2350091"/>
          </a:xfrm>
          <a:prstGeom prst="ellipse">
            <a:avLst/>
          </a:prstGeom>
          <a:solidFill>
            <a:schemeClr val="accent5">
              <a:lumMod val="20000"/>
              <a:lumOff val="80000"/>
              <a:alpha val="72000"/>
            </a:schemeClr>
          </a:solidFill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4" name="Oval 3"/>
          <p:cNvSpPr/>
          <p:nvPr/>
        </p:nvSpPr>
        <p:spPr>
          <a:xfrm rot="1245219">
            <a:off x="2609434" y="865868"/>
            <a:ext cx="1768893" cy="4356445"/>
          </a:xfrm>
          <a:prstGeom prst="ellipse">
            <a:avLst/>
          </a:prstGeom>
          <a:solidFill>
            <a:schemeClr val="accent6">
              <a:lumMod val="20000"/>
              <a:lumOff val="80000"/>
              <a:alpha val="71000"/>
            </a:schemeClr>
          </a:solidFill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622" y="450724"/>
            <a:ext cx="10946337" cy="6229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4588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5" grpId="0" animBg="1"/>
      <p:bldP spid="8" grpId="0" animBg="1"/>
      <p:bldP spid="6" grpId="0" animBg="1"/>
      <p:bldP spid="7" grpId="0" animBg="1"/>
      <p:bldP spid="2" grpId="0" animBg="1"/>
      <p:bldP spid="4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2447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>DOD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ADAM BEATTY</cp:lastModifiedBy>
  <cp:revision>40</cp:revision>
  <dcterms:created xsi:type="dcterms:W3CDTF">2025-02-11T21:02:12Z</dcterms:created>
  <dcterms:modified xsi:type="dcterms:W3CDTF">2026-05-16T13:48:09Z</dcterms:modified>
</cp:coreProperties>
</file>