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5"/>
    <p:sldMasterId id="2147483668" r:id="rId6"/>
    <p:sldMasterId id="2147483681" r:id="rId7"/>
  </p:sldMasterIdLst>
  <p:notesMasterIdLst>
    <p:notesMasterId r:id="rId74"/>
  </p:notesMasterIdLst>
  <p:handoutMasterIdLst>
    <p:handoutMasterId r:id="rId75"/>
  </p:handoutMasterIdLst>
  <p:sldIdLst>
    <p:sldId id="285" r:id="rId8"/>
    <p:sldId id="324" r:id="rId9"/>
    <p:sldId id="383" r:id="rId10"/>
    <p:sldId id="396" r:id="rId11"/>
    <p:sldId id="323" r:id="rId12"/>
    <p:sldId id="328" r:id="rId13"/>
    <p:sldId id="329" r:id="rId14"/>
    <p:sldId id="307" r:id="rId15"/>
    <p:sldId id="302" r:id="rId16"/>
    <p:sldId id="404" r:id="rId17"/>
    <p:sldId id="407" r:id="rId18"/>
    <p:sldId id="405" r:id="rId19"/>
    <p:sldId id="303" r:id="rId20"/>
    <p:sldId id="321" r:id="rId21"/>
    <p:sldId id="400" r:id="rId22"/>
    <p:sldId id="401" r:id="rId23"/>
    <p:sldId id="402" r:id="rId24"/>
    <p:sldId id="322" r:id="rId25"/>
    <p:sldId id="339" r:id="rId26"/>
    <p:sldId id="336" r:id="rId27"/>
    <p:sldId id="372" r:id="rId28"/>
    <p:sldId id="374" r:id="rId29"/>
    <p:sldId id="334" r:id="rId30"/>
    <p:sldId id="341" r:id="rId31"/>
    <p:sldId id="342" r:id="rId32"/>
    <p:sldId id="344" r:id="rId33"/>
    <p:sldId id="347" r:id="rId34"/>
    <p:sldId id="348" r:id="rId35"/>
    <p:sldId id="357" r:id="rId36"/>
    <p:sldId id="358" r:id="rId37"/>
    <p:sldId id="304" r:id="rId38"/>
    <p:sldId id="393" r:id="rId39"/>
    <p:sldId id="395" r:id="rId40"/>
    <p:sldId id="317" r:id="rId41"/>
    <p:sldId id="318" r:id="rId42"/>
    <p:sldId id="362" r:id="rId43"/>
    <p:sldId id="364" r:id="rId44"/>
    <p:sldId id="385" r:id="rId45"/>
    <p:sldId id="386" r:id="rId46"/>
    <p:sldId id="410" r:id="rId47"/>
    <p:sldId id="370" r:id="rId48"/>
    <p:sldId id="419" r:id="rId49"/>
    <p:sldId id="389" r:id="rId50"/>
    <p:sldId id="368" r:id="rId51"/>
    <p:sldId id="367" r:id="rId52"/>
    <p:sldId id="369" r:id="rId53"/>
    <p:sldId id="371" r:id="rId54"/>
    <p:sldId id="387" r:id="rId55"/>
    <p:sldId id="388" r:id="rId56"/>
    <p:sldId id="420" r:id="rId57"/>
    <p:sldId id="421" r:id="rId58"/>
    <p:sldId id="422" r:id="rId59"/>
    <p:sldId id="349" r:id="rId60"/>
    <p:sldId id="384" r:id="rId61"/>
    <p:sldId id="350" r:id="rId62"/>
    <p:sldId id="355" r:id="rId63"/>
    <p:sldId id="351" r:id="rId64"/>
    <p:sldId id="353" r:id="rId65"/>
    <p:sldId id="356" r:id="rId66"/>
    <p:sldId id="411" r:id="rId67"/>
    <p:sldId id="305" r:id="rId68"/>
    <p:sldId id="416" r:id="rId69"/>
    <p:sldId id="417" r:id="rId70"/>
    <p:sldId id="418" r:id="rId71"/>
    <p:sldId id="309" r:id="rId72"/>
    <p:sldId id="294" r:id="rId73"/>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22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500"/>
    <a:srgbClr val="CCFF33"/>
    <a:srgbClr val="66FF33"/>
    <a:srgbClr val="99FF33"/>
    <a:srgbClr val="00FFFF"/>
    <a:srgbClr val="FF66FF"/>
    <a:srgbClr val="FFCCFF"/>
    <a:srgbClr val="EFEEBE"/>
    <a:srgbClr val="D2A000"/>
    <a:srgbClr val="FFFF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4097B4-0188-4F5F-9CFE-82E8FCAA5CAE}" v="6344" dt="2022-06-01T11:19:27.7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49" autoAdjust="0"/>
    <p:restoredTop sz="94660"/>
  </p:normalViewPr>
  <p:slideViewPr>
    <p:cSldViewPr snapToGrid="0">
      <p:cViewPr varScale="1">
        <p:scale>
          <a:sx n="116" d="100"/>
          <a:sy n="116" d="100"/>
        </p:scale>
        <p:origin x="120" y="444"/>
      </p:cViewPr>
      <p:guideLst>
        <p:guide orient="horz" pos="4224"/>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104" d="100"/>
          <a:sy n="104" d="100"/>
        </p:scale>
        <p:origin x="4386" y="13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16" Type="http://schemas.openxmlformats.org/officeDocument/2006/relationships/slide" Target="slides/slide9.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slide" Target="slides/slide59.xml"/><Relationship Id="rId74" Type="http://schemas.openxmlformats.org/officeDocument/2006/relationships/notesMaster" Target="notesMasters/notesMaster1.xml"/><Relationship Id="rId79" Type="http://schemas.openxmlformats.org/officeDocument/2006/relationships/tableStyles" Target="tableStyles.xml"/><Relationship Id="rId5" Type="http://schemas.openxmlformats.org/officeDocument/2006/relationships/slideMaster" Target="slideMasters/slideMaster1.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viewProps" Target="viewProps.xml"/><Relationship Id="rId105" Type="http://schemas.microsoft.com/office/2015/10/relationships/revisionInfo" Target="revisionInfo.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theme" Target="theme/theme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presProps" Target="presProps.xml"/><Relationship Id="rId7" Type="http://schemas.openxmlformats.org/officeDocument/2006/relationships/slideMaster" Target="slideMasters/slideMaster3.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800" b="0" i="0" u="none" strike="noStrike" kern="1200" spc="0" baseline="0">
                <a:solidFill>
                  <a:schemeClr val="tx1"/>
                </a:solidFill>
                <a:latin typeface="+mn-lt"/>
                <a:ea typeface="+mn-ea"/>
                <a:cs typeface="+mn-cs"/>
              </a:defRPr>
            </a:pPr>
            <a:r>
              <a:rPr lang="en-US" sz="1800" dirty="0">
                <a:solidFill>
                  <a:srgbClr val="45A4D6"/>
                </a:solidFill>
                <a:latin typeface="Arial" panose="020B0604020202020204" pitchFamily="34" charset="0"/>
                <a:ea typeface="Noto Sans" panose="020B0502040504020204" pitchFamily="34" charset="0"/>
                <a:cs typeface="Arial" panose="020B0604020202020204" pitchFamily="34" charset="0"/>
              </a:rPr>
              <a:t>SUPPORT FOR NATO</a:t>
            </a:r>
          </a:p>
        </c:rich>
      </c:tx>
      <c:layout>
        <c:manualLayout>
          <c:xMode val="edge"/>
          <c:yMode val="edge"/>
          <c:x val="0.25240621457855267"/>
          <c:y val="0.89659582101640489"/>
        </c:manualLayout>
      </c:layout>
      <c:overlay val="0"/>
      <c:spPr>
        <a:noFill/>
        <a:ln>
          <a:noFill/>
        </a:ln>
        <a:effectLst/>
      </c:spPr>
      <c:txPr>
        <a:bodyPr rot="0" spcFirstLastPara="1" vertOverflow="ellipsis" vert="horz" wrap="square" anchor="ctr" anchorCtr="1"/>
        <a:lstStyle/>
        <a:p>
          <a:pPr>
            <a:defRPr sz="2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21010894290238874"/>
          <c:y val="4.9549722895011521E-2"/>
          <c:w val="0.57978211419522241"/>
          <c:h val="0.75495819891526172"/>
        </c:manualLayout>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800" b="0" i="0" u="none" strike="noStrike" kern="1200" spc="0" baseline="0">
                <a:solidFill>
                  <a:schemeClr val="tx1"/>
                </a:solidFill>
                <a:latin typeface="+mn-lt"/>
                <a:ea typeface="+mn-ea"/>
                <a:cs typeface="+mn-cs"/>
              </a:defRPr>
            </a:pPr>
            <a:r>
              <a:rPr lang="en-US" sz="1800" dirty="0">
                <a:solidFill>
                  <a:srgbClr val="45A4D6"/>
                </a:solidFill>
                <a:latin typeface="Arial" panose="020B0604020202020204" pitchFamily="34" charset="0"/>
                <a:ea typeface="Noto Sans" panose="020B0502040504020204" pitchFamily="34" charset="0"/>
                <a:cs typeface="Arial" panose="020B0604020202020204" pitchFamily="34" charset="0"/>
              </a:rPr>
              <a:t>SUPPORT FOR NATO</a:t>
            </a:r>
          </a:p>
        </c:rich>
      </c:tx>
      <c:layout>
        <c:manualLayout>
          <c:xMode val="edge"/>
          <c:yMode val="edge"/>
          <c:x val="0.25240621457855267"/>
          <c:y val="0.89659582101640489"/>
        </c:manualLayout>
      </c:layout>
      <c:overlay val="0"/>
      <c:spPr>
        <a:noFill/>
        <a:ln>
          <a:noFill/>
        </a:ln>
        <a:effectLst/>
      </c:spPr>
      <c:txPr>
        <a:bodyPr rot="0" spcFirstLastPara="1" vertOverflow="ellipsis" vert="horz" wrap="square" anchor="ctr" anchorCtr="1"/>
        <a:lstStyle/>
        <a:p>
          <a:pPr>
            <a:defRPr sz="2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21010894290238874"/>
          <c:y val="4.9549722895011521E-2"/>
          <c:w val="0.57978211419522241"/>
          <c:h val="0.75495819891526172"/>
        </c:manualLayout>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7"/>
    </mc:Choice>
    <mc:Fallback>
      <c:style val="7"/>
    </mc:Fallback>
  </mc:AlternateContent>
  <c:chart>
    <c:title>
      <c:tx>
        <c:rich>
          <a:bodyPr rot="0" spcFirstLastPara="1" vertOverflow="ellipsis" vert="horz" wrap="square" anchor="ctr" anchorCtr="1"/>
          <a:lstStyle/>
          <a:p>
            <a:pPr>
              <a:defRPr sz="2800" b="0" i="0" u="none" strike="noStrike" kern="1200" spc="0" baseline="0">
                <a:solidFill>
                  <a:schemeClr val="tx1"/>
                </a:solidFill>
                <a:latin typeface="+mn-lt"/>
                <a:ea typeface="+mn-ea"/>
                <a:cs typeface="+mn-cs"/>
              </a:defRPr>
            </a:pPr>
            <a:r>
              <a:rPr lang="en-US" sz="1800" dirty="0">
                <a:solidFill>
                  <a:srgbClr val="45A4D6"/>
                </a:solidFill>
                <a:latin typeface="Arial" panose="020B0604020202020204" pitchFamily="34" charset="0"/>
                <a:ea typeface="Noto Sans" panose="020B0502040504020204" pitchFamily="34" charset="0"/>
                <a:cs typeface="Arial" panose="020B0604020202020204" pitchFamily="34" charset="0"/>
              </a:rPr>
              <a:t>SUPPORT FOR NATO</a:t>
            </a:r>
          </a:p>
        </c:rich>
      </c:tx>
      <c:layout>
        <c:manualLayout>
          <c:xMode val="edge"/>
          <c:yMode val="edge"/>
          <c:x val="0.25240621457855267"/>
          <c:y val="0.89659582101640489"/>
        </c:manualLayout>
      </c:layout>
      <c:overlay val="0"/>
      <c:spPr>
        <a:noFill/>
        <a:ln>
          <a:noFill/>
        </a:ln>
        <a:effectLst/>
      </c:spPr>
      <c:txPr>
        <a:bodyPr rot="0" spcFirstLastPara="1" vertOverflow="ellipsis" vert="horz" wrap="square" anchor="ctr" anchorCtr="1"/>
        <a:lstStyle/>
        <a:p>
          <a:pPr>
            <a:defRPr sz="28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0.21010894290238874"/>
          <c:y val="4.9549722895011521E-2"/>
          <c:w val="0.57978211419522241"/>
          <c:h val="0.75495819891526172"/>
        </c:manualLayout>
      </c:layout>
      <c:doughnutChart>
        <c:varyColors val="1"/>
        <c:dLbls>
          <c:showLegendKey val="0"/>
          <c:showVal val="0"/>
          <c:showCatName val="0"/>
          <c:showSerName val="0"/>
          <c:showPercent val="0"/>
          <c:showBubbleSize val="0"/>
          <c:showLeaderLines val="0"/>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8">
  <a:schemeClr val="accent5"/>
</cs:colorStyle>
</file>

<file path=ppt/charts/colors2.xml><?xml version="1.0" encoding="utf-8"?>
<cs:colorStyle xmlns:cs="http://schemas.microsoft.com/office/drawing/2012/chartStyle" xmlns:a="http://schemas.openxmlformats.org/drawingml/2006/main" meth="withinLinear" id="18">
  <a:schemeClr val="accent5"/>
</cs:colorStyle>
</file>

<file path=ppt/charts/colors3.xml><?xml version="1.0" encoding="utf-8"?>
<cs:colorStyle xmlns:cs="http://schemas.microsoft.com/office/drawing/2012/chartStyle" xmlns:a="http://schemas.openxmlformats.org/drawingml/2006/main" meth="withinLinear" id="18">
  <a:schemeClr val="accent5"/>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252000" tIns="45720" rIns="91440" bIns="45720" rtlCol="0" anchor="b" anchorCtr="0"/>
          <a:lstStyle>
            <a:lvl1pPr algn="l">
              <a:defRPr sz="1200"/>
            </a:lvl1pPr>
          </a:lstStyle>
          <a:p>
            <a:endParaRPr lang="en-GB" sz="1100" dirty="0"/>
          </a:p>
        </p:txBody>
      </p:sp>
      <p:sp>
        <p:nvSpPr>
          <p:cNvPr id="3" name="Date Placeholder 2"/>
          <p:cNvSpPr>
            <a:spLocks noGrp="1"/>
          </p:cNvSpPr>
          <p:nvPr>
            <p:ph type="dt" sz="quarter" idx="1"/>
          </p:nvPr>
        </p:nvSpPr>
        <p:spPr>
          <a:xfrm>
            <a:off x="4021138" y="0"/>
            <a:ext cx="3076575" cy="512763"/>
          </a:xfrm>
          <a:prstGeom prst="rect">
            <a:avLst/>
          </a:prstGeom>
        </p:spPr>
        <p:txBody>
          <a:bodyPr vert="horz" lIns="252000" tIns="45720" rIns="360000" bIns="45720" rtlCol="0" anchor="b" anchorCtr="0"/>
          <a:lstStyle>
            <a:lvl1pPr algn="r">
              <a:defRPr sz="1200"/>
            </a:lvl1pPr>
          </a:lstStyle>
          <a:p>
            <a:fld id="{A17B4BB6-CE8C-48AF-B034-0803306E45D4}" type="datetimeFigureOut">
              <a:rPr lang="en-GB" sz="1100" smtClean="0"/>
              <a:t>08/11/2022</a:t>
            </a:fld>
            <a:endParaRPr lang="en-GB" sz="1100" dirty="0"/>
          </a:p>
        </p:txBody>
      </p:sp>
      <p:sp>
        <p:nvSpPr>
          <p:cNvPr id="4" name="Footer Placeholder 3"/>
          <p:cNvSpPr>
            <a:spLocks noGrp="1"/>
          </p:cNvSpPr>
          <p:nvPr>
            <p:ph type="ftr" sz="quarter" idx="2"/>
          </p:nvPr>
        </p:nvSpPr>
        <p:spPr>
          <a:xfrm>
            <a:off x="0" y="9721850"/>
            <a:ext cx="3076575" cy="512763"/>
          </a:xfrm>
          <a:prstGeom prst="rect">
            <a:avLst/>
          </a:prstGeom>
        </p:spPr>
        <p:txBody>
          <a:bodyPr vert="horz" lIns="360000" tIns="45720" rIns="360000" bIns="45720" rtlCol="0" anchor="ctr" anchorCtr="0"/>
          <a:lstStyle>
            <a:lvl1pPr algn="l">
              <a:defRPr sz="1200"/>
            </a:lvl1pPr>
          </a:lstStyle>
          <a:p>
            <a:endParaRPr lang="en-GB" sz="1100" dirty="0"/>
          </a:p>
        </p:txBody>
      </p:sp>
      <p:sp>
        <p:nvSpPr>
          <p:cNvPr id="5" name="Slide Number Placeholder 4"/>
          <p:cNvSpPr>
            <a:spLocks noGrp="1"/>
          </p:cNvSpPr>
          <p:nvPr>
            <p:ph type="sldNum" sz="quarter" idx="3"/>
          </p:nvPr>
        </p:nvSpPr>
        <p:spPr>
          <a:xfrm>
            <a:off x="4021138" y="9721850"/>
            <a:ext cx="3076575" cy="512763"/>
          </a:xfrm>
          <a:prstGeom prst="rect">
            <a:avLst/>
          </a:prstGeom>
        </p:spPr>
        <p:txBody>
          <a:bodyPr vert="horz" lIns="360000" tIns="45720" rIns="360000" bIns="45720" rtlCol="0" anchor="ctr" anchorCtr="0"/>
          <a:lstStyle>
            <a:lvl1pPr algn="r">
              <a:defRPr sz="1200"/>
            </a:lvl1pPr>
          </a:lstStyle>
          <a:p>
            <a:fld id="{47926911-D2F3-4794-BA7D-508688D1F011}" type="slidenum">
              <a:rPr lang="en-GB" sz="1100" smtClean="0"/>
              <a:t>‹#›</a:t>
            </a:fld>
            <a:endParaRPr lang="en-GB" sz="1100" dirty="0"/>
          </a:p>
        </p:txBody>
      </p:sp>
    </p:spTree>
    <p:extLst>
      <p:ext uri="{BB962C8B-B14F-4D97-AF65-F5344CB8AC3E}">
        <p14:creationId xmlns:p14="http://schemas.microsoft.com/office/powerpoint/2010/main" val="32801624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363" cy="513508"/>
          </a:xfrm>
          <a:prstGeom prst="rect">
            <a:avLst/>
          </a:prstGeom>
        </p:spPr>
        <p:txBody>
          <a:bodyPr vert="horz" lIns="99048" tIns="49524" rIns="99048" bIns="49524" rtlCol="0"/>
          <a:lstStyle>
            <a:lvl1pPr algn="l">
              <a:defRPr sz="1300"/>
            </a:lvl1pPr>
          </a:lstStyle>
          <a:p>
            <a:endParaRPr lang="en-GB" dirty="0"/>
          </a:p>
        </p:txBody>
      </p:sp>
      <p:sp>
        <p:nvSpPr>
          <p:cNvPr id="3" name="Date Placeholder 2"/>
          <p:cNvSpPr>
            <a:spLocks noGrp="1"/>
          </p:cNvSpPr>
          <p:nvPr>
            <p:ph type="dt" idx="1"/>
          </p:nvPr>
        </p:nvSpPr>
        <p:spPr>
          <a:xfrm>
            <a:off x="4021294" y="0"/>
            <a:ext cx="3076363" cy="513508"/>
          </a:xfrm>
          <a:prstGeom prst="rect">
            <a:avLst/>
          </a:prstGeom>
        </p:spPr>
        <p:txBody>
          <a:bodyPr vert="horz" lIns="99048" tIns="49524" rIns="99048" bIns="49524" rtlCol="0"/>
          <a:lstStyle>
            <a:lvl1pPr algn="r">
              <a:defRPr sz="1300"/>
            </a:lvl1pPr>
          </a:lstStyle>
          <a:p>
            <a:fld id="{5467ECB4-57E1-47CF-8CE5-2AAC55A1F55C}" type="datetimeFigureOut">
              <a:rPr lang="en-GB" smtClean="0"/>
              <a:t>08/11/2022</a:t>
            </a:fld>
            <a:endParaRPr lang="en-GB" dirty="0"/>
          </a:p>
        </p:txBody>
      </p:sp>
      <p:sp>
        <p:nvSpPr>
          <p:cNvPr id="4" name="Slide Image Placehold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9048" tIns="49524" rIns="99048" bIns="49524" rtlCol="0" anchor="ctr"/>
          <a:lstStyle/>
          <a:p>
            <a:endParaRPr lang="en-GB" dirty="0"/>
          </a:p>
        </p:txBody>
      </p:sp>
      <p:sp>
        <p:nvSpPr>
          <p:cNvPr id="5" name="Notes Placeholder 4"/>
          <p:cNvSpPr>
            <a:spLocks noGrp="1"/>
          </p:cNvSpPr>
          <p:nvPr>
            <p:ph type="body" sz="quarter" idx="3"/>
          </p:nvPr>
        </p:nvSpPr>
        <p:spPr>
          <a:xfrm>
            <a:off x="709930" y="4925407"/>
            <a:ext cx="5679440" cy="4029879"/>
          </a:xfrm>
          <a:prstGeom prst="rect">
            <a:avLst/>
          </a:prstGeom>
        </p:spPr>
        <p:txBody>
          <a:bodyPr vert="horz" lIns="99048" tIns="49524" rIns="99048" bIns="4952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1107"/>
            <a:ext cx="3076363" cy="513507"/>
          </a:xfrm>
          <a:prstGeom prst="rect">
            <a:avLst/>
          </a:prstGeom>
        </p:spPr>
        <p:txBody>
          <a:bodyPr vert="horz" lIns="99048" tIns="49524" rIns="99048" bIns="49524" rtlCol="0" anchor="b"/>
          <a:lstStyle>
            <a:lvl1pPr algn="l">
              <a:defRPr sz="1300"/>
            </a:lvl1pPr>
          </a:lstStyle>
          <a:p>
            <a:endParaRPr lang="en-GB" dirty="0"/>
          </a:p>
        </p:txBody>
      </p:sp>
      <p:sp>
        <p:nvSpPr>
          <p:cNvPr id="7" name="Slide Number Placeholder 6"/>
          <p:cNvSpPr>
            <a:spLocks noGrp="1"/>
          </p:cNvSpPr>
          <p:nvPr>
            <p:ph type="sldNum" sz="quarter" idx="5"/>
          </p:nvPr>
        </p:nvSpPr>
        <p:spPr>
          <a:xfrm>
            <a:off x="4021294" y="9721107"/>
            <a:ext cx="3076363" cy="513507"/>
          </a:xfrm>
          <a:prstGeom prst="rect">
            <a:avLst/>
          </a:prstGeom>
        </p:spPr>
        <p:txBody>
          <a:bodyPr vert="horz" lIns="99048" tIns="49524" rIns="99048" bIns="49524" rtlCol="0" anchor="b"/>
          <a:lstStyle>
            <a:lvl1pPr algn="r">
              <a:defRPr sz="1300"/>
            </a:lvl1pPr>
          </a:lstStyle>
          <a:p>
            <a:fld id="{C5B8B125-5285-43F6-B34A-45D257C74D3E}" type="slidenum">
              <a:rPr lang="en-GB" smtClean="0"/>
              <a:t>‹#›</a:t>
            </a:fld>
            <a:endParaRPr lang="en-GB" dirty="0"/>
          </a:p>
        </p:txBody>
      </p:sp>
    </p:spTree>
    <p:extLst>
      <p:ext uri="{BB962C8B-B14F-4D97-AF65-F5344CB8AC3E}">
        <p14:creationId xmlns:p14="http://schemas.microsoft.com/office/powerpoint/2010/main" val="2620337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5B8B125-5285-43F6-B34A-45D257C74D3E}" type="slidenum">
              <a:rPr lang="en-GB" smtClean="0"/>
              <a:t>52</a:t>
            </a:fld>
            <a:endParaRPr lang="en-GB" dirty="0"/>
          </a:p>
        </p:txBody>
      </p:sp>
    </p:spTree>
    <p:extLst>
      <p:ext uri="{BB962C8B-B14F-4D97-AF65-F5344CB8AC3E}">
        <p14:creationId xmlns:p14="http://schemas.microsoft.com/office/powerpoint/2010/main" val="7820756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5B8B125-5285-43F6-B34A-45D257C74D3E}" type="slidenum">
              <a:rPr lang="en-GB" smtClean="0"/>
              <a:t>63</a:t>
            </a:fld>
            <a:endParaRPr lang="en-GB" dirty="0"/>
          </a:p>
        </p:txBody>
      </p:sp>
    </p:spTree>
    <p:extLst>
      <p:ext uri="{BB962C8B-B14F-4D97-AF65-F5344CB8AC3E}">
        <p14:creationId xmlns:p14="http://schemas.microsoft.com/office/powerpoint/2010/main" val="39274313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g"/><Relationship Id="rId1" Type="http://schemas.openxmlformats.org/officeDocument/2006/relationships/slideMaster" Target="../slideMasters/slideMaster2.xml"/><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3.xml"/><Relationship Id="rId4" Type="http://schemas.openxmlformats.org/officeDocument/2006/relationships/chart" Target="../charts/chart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4"/>
          <p:cNvSpPr>
            <a:spLocks noGrp="1"/>
          </p:cNvSpPr>
          <p:nvPr>
            <p:ph type="dt" sz="half" idx="21"/>
          </p:nvPr>
        </p:nvSpPr>
        <p:spPr/>
        <p:txBody>
          <a:bodyPr/>
          <a:lstStyle>
            <a:lvl1pPr>
              <a:defRPr>
                <a:solidFill>
                  <a:srgbClr val="244084"/>
                </a:solidFill>
              </a:defRPr>
            </a:lvl1pPr>
          </a:lstStyle>
          <a:p>
            <a:fld id="{979A48C2-F301-43F3-BFEB-CB9E4E5E212C}" type="datetime1">
              <a:rPr lang="en-GB" smtClean="0"/>
              <a:t>08/11/2022</a:t>
            </a:fld>
            <a:endParaRPr lang="en-GB" dirty="0"/>
          </a:p>
        </p:txBody>
      </p:sp>
      <p:sp>
        <p:nvSpPr>
          <p:cNvPr id="2" name="Title 1"/>
          <p:cNvSpPr>
            <a:spLocks noGrp="1"/>
          </p:cNvSpPr>
          <p:nvPr>
            <p:ph type="ctrTitle"/>
          </p:nvPr>
        </p:nvSpPr>
        <p:spPr>
          <a:xfrm>
            <a:off x="5475600" y="2636872"/>
            <a:ext cx="6371843" cy="1324800"/>
          </a:xfrm>
        </p:spPr>
        <p:txBody>
          <a:bodyPr anchor="ctr" anchorCtr="0"/>
          <a:lstStyle>
            <a:lvl1pPr algn="l">
              <a:defRPr sz="3200">
                <a:solidFill>
                  <a:srgbClr val="244084"/>
                </a:solidFill>
              </a:defRPr>
            </a:lvl1pPr>
          </a:lstStyle>
          <a:p>
            <a:r>
              <a:rPr lang="en-US"/>
              <a:t>Click to edit Master title style</a:t>
            </a:r>
            <a:endParaRPr lang="en-GB" dirty="0"/>
          </a:p>
        </p:txBody>
      </p:sp>
      <p:sp>
        <p:nvSpPr>
          <p:cNvPr id="3" name="Subtitle 2"/>
          <p:cNvSpPr>
            <a:spLocks noGrp="1"/>
          </p:cNvSpPr>
          <p:nvPr>
            <p:ph type="subTitle" idx="1" hasCustomPrompt="1"/>
          </p:nvPr>
        </p:nvSpPr>
        <p:spPr>
          <a:xfrm>
            <a:off x="5475600" y="3961672"/>
            <a:ext cx="6371843" cy="1011600"/>
          </a:xfrm>
        </p:spPr>
        <p:txBody>
          <a:bodyPr/>
          <a:lstStyle>
            <a:lvl1pPr marL="0" indent="0" algn="l">
              <a:buNone/>
              <a:defRPr sz="2400">
                <a:solidFill>
                  <a:srgbClr val="244084"/>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9" name="Text Placeholder 8"/>
          <p:cNvSpPr>
            <a:spLocks noGrp="1"/>
          </p:cNvSpPr>
          <p:nvPr>
            <p:ph type="body" sz="quarter" idx="13" hasCustomPrompt="1"/>
          </p:nvPr>
        </p:nvSpPr>
        <p:spPr>
          <a:xfrm>
            <a:off x="5475600" y="5284800"/>
            <a:ext cx="6371843" cy="381600"/>
          </a:xfrm>
        </p:spPr>
        <p:txBody>
          <a:bodyPr>
            <a:normAutofit/>
          </a:bodyPr>
          <a:lstStyle>
            <a:lvl1pPr marL="0" indent="0">
              <a:buFontTx/>
              <a:buNone/>
              <a:defRPr sz="1800" baseline="0">
                <a:solidFill>
                  <a:srgbClr val="244084"/>
                </a:solidFill>
              </a:defRPr>
            </a:lvl1pPr>
          </a:lstStyle>
          <a:p>
            <a:pPr lvl="0"/>
            <a:r>
              <a:rPr lang="en-US" dirty="0"/>
              <a:t>Click to add Author, Unit and Extension</a:t>
            </a:r>
            <a:endParaRPr lang="en-GB" dirty="0"/>
          </a:p>
        </p:txBody>
      </p:sp>
      <p:sp>
        <p:nvSpPr>
          <p:cNvPr id="11" name="Text Placeholder 10"/>
          <p:cNvSpPr>
            <a:spLocks noGrp="1"/>
          </p:cNvSpPr>
          <p:nvPr>
            <p:ph type="body" sz="quarter" idx="14" hasCustomPrompt="1"/>
          </p:nvPr>
        </p:nvSpPr>
        <p:spPr>
          <a:xfrm>
            <a:off x="5475600" y="5655600"/>
            <a:ext cx="6371843" cy="371475"/>
          </a:xfrm>
        </p:spPr>
        <p:txBody>
          <a:bodyPr>
            <a:normAutofit/>
          </a:bodyPr>
          <a:lstStyle>
            <a:lvl1pPr marL="0" indent="0">
              <a:buFontTx/>
              <a:buNone/>
              <a:defRPr sz="1800">
                <a:solidFill>
                  <a:srgbClr val="244084"/>
                </a:solidFill>
              </a:defRPr>
            </a:lvl1pPr>
          </a:lstStyle>
          <a:p>
            <a:pPr lvl="0"/>
            <a:r>
              <a:rPr lang="en-US" dirty="0"/>
              <a:t>Click to add Briefer’s name</a:t>
            </a:r>
            <a:endParaRPr lang="en-GB" dirty="0"/>
          </a:p>
        </p:txBody>
      </p:sp>
      <p:sp>
        <p:nvSpPr>
          <p:cNvPr id="13" name="Text Placeholder 12"/>
          <p:cNvSpPr>
            <a:spLocks noGrp="1"/>
          </p:cNvSpPr>
          <p:nvPr>
            <p:ph type="body" sz="quarter" idx="15" hasCustomPrompt="1"/>
          </p:nvPr>
        </p:nvSpPr>
        <p:spPr>
          <a:xfrm>
            <a:off x="4841081" y="6490799"/>
            <a:ext cx="2509838" cy="365479"/>
          </a:xfrm>
        </p:spPr>
        <p:txBody>
          <a:bodyPr anchor="ctr" anchorCtr="0">
            <a:noAutofit/>
          </a:bodyPr>
          <a:lstStyle>
            <a:lvl1pPr marL="0" indent="0" algn="ctr">
              <a:buFontTx/>
              <a:buNone/>
              <a:defRPr sz="900">
                <a:solidFill>
                  <a:srgbClr val="244084"/>
                </a:solidFill>
              </a:defRPr>
            </a:lvl1pPr>
            <a:lvl2pPr marL="457200" indent="0" algn="ctr">
              <a:buFontTx/>
              <a:buNone/>
              <a:defRPr sz="900"/>
            </a:lvl2pPr>
            <a:lvl3pPr marL="914400" indent="0" algn="ctr">
              <a:buFontTx/>
              <a:buNone/>
              <a:defRPr sz="900"/>
            </a:lvl3pPr>
            <a:lvl4pPr marL="1371600" indent="0" algn="ctr">
              <a:buFontTx/>
              <a:buNone/>
              <a:defRPr sz="900"/>
            </a:lvl4pPr>
            <a:lvl5pPr marL="1828800" indent="0" algn="ctr">
              <a:buFontTx/>
              <a:buNone/>
              <a:defRPr sz="900"/>
            </a:lvl5pPr>
          </a:lstStyle>
          <a:p>
            <a:pPr lvl="0"/>
            <a:r>
              <a:rPr lang="en-US"/>
              <a:t>Click to add </a:t>
            </a:r>
            <a:r>
              <a:rPr lang="en-US" dirty="0"/>
              <a:t>intended Audience</a:t>
            </a:r>
            <a:endParaRPr lang="en-GB" dirty="0"/>
          </a:p>
        </p:txBody>
      </p:sp>
      <p:sp>
        <p:nvSpPr>
          <p:cNvPr id="15" name="Text Placeholder 14"/>
          <p:cNvSpPr>
            <a:spLocks noGrp="1"/>
          </p:cNvSpPr>
          <p:nvPr>
            <p:ph type="body" sz="quarter" idx="16" hasCustomPrompt="1"/>
          </p:nvPr>
        </p:nvSpPr>
        <p:spPr>
          <a:xfrm>
            <a:off x="8666164" y="6490799"/>
            <a:ext cx="1915200" cy="359991"/>
          </a:xfrm>
        </p:spPr>
        <p:txBody>
          <a:bodyPr anchor="ctr" anchorCtr="0">
            <a:normAutofit/>
          </a:bodyPr>
          <a:lstStyle>
            <a:lvl1pPr marL="0" indent="0" algn="l">
              <a:buFontTx/>
              <a:buNone/>
              <a:defRPr sz="900">
                <a:solidFill>
                  <a:srgbClr val="244084"/>
                </a:solidFill>
              </a:defRPr>
            </a:lvl1pPr>
          </a:lstStyle>
          <a:p>
            <a:pPr lvl="0"/>
            <a:r>
              <a:rPr lang="en-US" dirty="0"/>
              <a:t>Click to add archiving number</a:t>
            </a:r>
            <a:endParaRPr lang="en-GB" dirty="0"/>
          </a:p>
        </p:txBody>
      </p:sp>
      <p:sp>
        <p:nvSpPr>
          <p:cNvPr id="21" name="Text Placeholder 20"/>
          <p:cNvSpPr>
            <a:spLocks noGrp="1"/>
          </p:cNvSpPr>
          <p:nvPr>
            <p:ph type="body" sz="quarter" idx="20" hasCustomPrompt="1"/>
          </p:nvPr>
        </p:nvSpPr>
        <p:spPr>
          <a:xfrm>
            <a:off x="10707843" y="6489432"/>
            <a:ext cx="536243" cy="368568"/>
          </a:xfrm>
        </p:spPr>
        <p:txBody>
          <a:bodyPr anchor="ctr" anchorCtr="0">
            <a:noAutofit/>
          </a:bodyPr>
          <a:lstStyle>
            <a:lvl1pPr marL="0" indent="0">
              <a:buFontTx/>
              <a:buNone/>
              <a:defRPr sz="900">
                <a:solidFill>
                  <a:srgbClr val="244084"/>
                </a:solidFill>
              </a:defRPr>
            </a:lvl1pPr>
            <a:lvl5pPr>
              <a:defRPr/>
            </a:lvl5pPr>
          </a:lstStyle>
          <a:p>
            <a:pPr lvl="0"/>
            <a:r>
              <a:rPr lang="en-US" dirty="0"/>
              <a:t>V 1.0</a:t>
            </a:r>
            <a:endParaRPr lang="en-GB" dirty="0"/>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5874" y="850327"/>
            <a:ext cx="1223021" cy="620438"/>
          </a:xfrm>
          <a:prstGeom prst="rect">
            <a:avLst/>
          </a:prstGeom>
        </p:spPr>
      </p:pic>
      <p:sp>
        <p:nvSpPr>
          <p:cNvPr id="6" name="Footer Placeholder 5"/>
          <p:cNvSpPr>
            <a:spLocks noGrp="1"/>
          </p:cNvSpPr>
          <p:nvPr>
            <p:ph type="ftr" sz="quarter" idx="22"/>
          </p:nvPr>
        </p:nvSpPr>
        <p:spPr/>
        <p:txBody>
          <a:bodyPr/>
          <a:lstStyle>
            <a:lvl1pPr>
              <a:defRPr>
                <a:solidFill>
                  <a:srgbClr val="244084"/>
                </a:solidFill>
              </a:defRPr>
            </a:lvl1pPr>
          </a:lstStyle>
          <a:p>
            <a:r>
              <a:rPr lang="en-US" dirty="0"/>
              <a:t>NATO UNCLASSIFIED</a:t>
            </a:r>
            <a:endParaRPr lang="en-GB" dirty="0"/>
          </a:p>
        </p:txBody>
      </p:sp>
      <p:sp>
        <p:nvSpPr>
          <p:cNvPr id="7" name="Slide Number Placeholder 6"/>
          <p:cNvSpPr>
            <a:spLocks noGrp="1"/>
          </p:cNvSpPr>
          <p:nvPr>
            <p:ph type="sldNum" sz="quarter" idx="23"/>
          </p:nvPr>
        </p:nvSpPr>
        <p:spPr/>
        <p:txBody>
          <a:bodyPr/>
          <a:lstStyle>
            <a:lvl1pPr>
              <a:defRPr>
                <a:solidFill>
                  <a:srgbClr val="001B2F"/>
                </a:solidFill>
              </a:defRPr>
            </a:lvl1pPr>
          </a:lstStyle>
          <a:p>
            <a:r>
              <a:rPr lang="en-GB" dirty="0"/>
              <a:t>| </a:t>
            </a:r>
            <a:fld id="{8B6D2138-FEC4-40D2-9837-FDE6E75EFDBE}" type="slidenum">
              <a:rPr lang="en-GB" smtClean="0"/>
              <a:pPr/>
              <a:t>‹#›</a:t>
            </a:fld>
            <a:endParaRPr lang="en-GB" dirty="0"/>
          </a:p>
        </p:txBody>
      </p:sp>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35440" y="350359"/>
            <a:ext cx="5405283" cy="1446828"/>
          </a:xfrm>
          <a:prstGeom prst="rect">
            <a:avLst/>
          </a:prstGeom>
        </p:spPr>
      </p:pic>
    </p:spTree>
    <p:extLst>
      <p:ext uri="{BB962C8B-B14F-4D97-AF65-F5344CB8AC3E}">
        <p14:creationId xmlns:p14="http://schemas.microsoft.com/office/powerpoint/2010/main" val="21461532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26B6020A-8C42-4379-B037-37E2B329571B}" type="datetime1">
              <a:rPr lang="en-GB" smtClean="0"/>
              <a:t>08/11/2022</a:t>
            </a:fld>
            <a:endParaRPr lang="en-GB" dirty="0"/>
          </a:p>
        </p:txBody>
      </p:sp>
      <p:sp>
        <p:nvSpPr>
          <p:cNvPr id="8" name="Footer Placeholder 7"/>
          <p:cNvSpPr>
            <a:spLocks noGrp="1"/>
          </p:cNvSpPr>
          <p:nvPr>
            <p:ph type="ftr" sz="quarter" idx="11"/>
          </p:nvPr>
        </p:nvSpPr>
        <p:spPr/>
        <p:txBody>
          <a:bodyPr/>
          <a:lstStyle/>
          <a:p>
            <a:r>
              <a:rPr lang="en-US" dirty="0"/>
              <a:t>NATO UNCLASSIFIED</a:t>
            </a:r>
            <a:endParaRPr lang="en-GB" dirty="0"/>
          </a:p>
        </p:txBody>
      </p:sp>
      <p:sp>
        <p:nvSpPr>
          <p:cNvPr id="9" name="Slide Number Placeholder 8"/>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2125958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8800" y="363600"/>
            <a:ext cx="10515600" cy="1324800"/>
          </a:xfrm>
        </p:spPr>
        <p:txBody>
          <a:bodyPr anchor="ctr" anchorCtr="0"/>
          <a:lstStyle>
            <a:lvl1pPr>
              <a:defRPr sz="3200"/>
            </a:lvl1pPr>
          </a:lstStyle>
          <a:p>
            <a:r>
              <a:rPr lang="en-US"/>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8B6F2F-078D-4668-9959-D0CC2E8E65A9}" type="datetime1">
              <a:rPr lang="en-GB" smtClean="0"/>
              <a:t>08/11/2022</a:t>
            </a:fld>
            <a:endParaRPr lang="en-GB" dirty="0"/>
          </a:p>
        </p:txBody>
      </p:sp>
      <p:sp>
        <p:nvSpPr>
          <p:cNvPr id="8" name="Footer Placeholder 7"/>
          <p:cNvSpPr>
            <a:spLocks noGrp="1"/>
          </p:cNvSpPr>
          <p:nvPr>
            <p:ph type="ftr" sz="quarter" idx="11"/>
          </p:nvPr>
        </p:nvSpPr>
        <p:spPr/>
        <p:txBody>
          <a:bodyPr/>
          <a:lstStyle/>
          <a:p>
            <a:r>
              <a:rPr lang="en-US" dirty="0"/>
              <a:t>NATO UNCLASSIFIED</a:t>
            </a:r>
            <a:endParaRPr lang="en-GB" dirty="0"/>
          </a:p>
        </p:txBody>
      </p:sp>
      <p:sp>
        <p:nvSpPr>
          <p:cNvPr id="9" name="Slide Number Placeholder 8"/>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41259679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C525824A-3216-4819-83A0-192B4E277986}" type="datetime1">
              <a:rPr lang="en-GB" smtClean="0"/>
              <a:t>08/11/2022</a:t>
            </a:fld>
            <a:endParaRPr lang="en-GB" dirty="0"/>
          </a:p>
        </p:txBody>
      </p:sp>
      <p:sp>
        <p:nvSpPr>
          <p:cNvPr id="9" name="Footer Placeholder 8"/>
          <p:cNvSpPr>
            <a:spLocks noGrp="1"/>
          </p:cNvSpPr>
          <p:nvPr>
            <p:ph type="ftr" sz="quarter" idx="11"/>
          </p:nvPr>
        </p:nvSpPr>
        <p:spPr/>
        <p:txBody>
          <a:bodyPr/>
          <a:lstStyle/>
          <a:p>
            <a:r>
              <a:rPr lang="en-US" dirty="0"/>
              <a:t>NATO UNCLASSIFIED</a:t>
            </a:r>
            <a:endParaRPr lang="en-GB" dirty="0"/>
          </a:p>
        </p:txBody>
      </p:sp>
      <p:sp>
        <p:nvSpPr>
          <p:cNvPr id="10" name="Slide Number Placeholder 9"/>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184329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sz="26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sz="26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itle 6"/>
          <p:cNvSpPr>
            <a:spLocks noGrp="1"/>
          </p:cNvSpPr>
          <p:nvPr>
            <p:ph type="title"/>
          </p:nvPr>
        </p:nvSpPr>
        <p:spPr/>
        <p:txBody>
          <a:bodyPr>
            <a:normAutofit/>
          </a:bodyPr>
          <a:lstStyle>
            <a:lvl1pPr>
              <a:defRPr sz="3200"/>
            </a:lvl1pPr>
          </a:lstStyle>
          <a:p>
            <a:r>
              <a:rPr lang="en-US"/>
              <a:t>Click to edit Master title style</a:t>
            </a:r>
            <a:endParaRPr lang="en-GB" dirty="0"/>
          </a:p>
        </p:txBody>
      </p:sp>
      <p:sp>
        <p:nvSpPr>
          <p:cNvPr id="8" name="Date Placeholder 7"/>
          <p:cNvSpPr>
            <a:spLocks noGrp="1"/>
          </p:cNvSpPr>
          <p:nvPr>
            <p:ph type="dt" sz="half" idx="10"/>
          </p:nvPr>
        </p:nvSpPr>
        <p:spPr/>
        <p:txBody>
          <a:bodyPr/>
          <a:lstStyle/>
          <a:p>
            <a:fld id="{42D42C57-9688-4CD4-930F-414E91BA9CE8}" type="datetime1">
              <a:rPr lang="en-GB" smtClean="0"/>
              <a:t>08/11/2022</a:t>
            </a:fld>
            <a:endParaRPr lang="en-GB" dirty="0"/>
          </a:p>
        </p:txBody>
      </p:sp>
      <p:sp>
        <p:nvSpPr>
          <p:cNvPr id="9" name="Footer Placeholder 8"/>
          <p:cNvSpPr>
            <a:spLocks noGrp="1"/>
          </p:cNvSpPr>
          <p:nvPr>
            <p:ph type="ftr" sz="quarter" idx="11"/>
          </p:nvPr>
        </p:nvSpPr>
        <p:spPr/>
        <p:txBody>
          <a:bodyPr/>
          <a:lstStyle/>
          <a:p>
            <a:r>
              <a:rPr lang="en-US" dirty="0"/>
              <a:t>NATO UNCLASSIFIED</a:t>
            </a:r>
            <a:endParaRPr lang="en-GB" dirty="0"/>
          </a:p>
        </p:txBody>
      </p:sp>
      <p:sp>
        <p:nvSpPr>
          <p:cNvPr id="12" name="Slide Number Placeholder 11"/>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2845101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99054DED-F61E-4AB0-91F2-8E471BCA9568}" type="datetime1">
              <a:rPr lang="en-GB" smtClean="0"/>
              <a:t>08/11/2022</a:t>
            </a:fld>
            <a:endParaRPr lang="en-GB" dirty="0"/>
          </a:p>
        </p:txBody>
      </p:sp>
      <p:sp>
        <p:nvSpPr>
          <p:cNvPr id="7" name="Footer Placeholder 6"/>
          <p:cNvSpPr>
            <a:spLocks noGrp="1"/>
          </p:cNvSpPr>
          <p:nvPr>
            <p:ph type="ftr" sz="quarter" idx="11"/>
          </p:nvPr>
        </p:nvSpPr>
        <p:spPr/>
        <p:txBody>
          <a:bodyPr/>
          <a:lstStyle/>
          <a:p>
            <a:r>
              <a:rPr lang="en-US" dirty="0"/>
              <a:t>NATO UNCLASSIFIED</a:t>
            </a:r>
            <a:endParaRPr lang="en-GB" dirty="0"/>
          </a:p>
        </p:txBody>
      </p:sp>
      <p:sp>
        <p:nvSpPr>
          <p:cNvPr id="8" name="Slide Number Placeholder 7"/>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3753276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A7383C-268F-4053-8835-E98CE3F7BF65}" type="datetime1">
              <a:rPr lang="en-GB" smtClean="0"/>
              <a:t>08/11/2022</a:t>
            </a:fld>
            <a:endParaRPr lang="en-GB" dirty="0"/>
          </a:p>
        </p:txBody>
      </p:sp>
      <p:sp>
        <p:nvSpPr>
          <p:cNvPr id="6" name="Footer Placeholder 5"/>
          <p:cNvSpPr>
            <a:spLocks noGrp="1"/>
          </p:cNvSpPr>
          <p:nvPr>
            <p:ph type="ftr" sz="quarter" idx="11"/>
          </p:nvPr>
        </p:nvSpPr>
        <p:spPr/>
        <p:txBody>
          <a:bodyPr/>
          <a:lstStyle/>
          <a:p>
            <a:r>
              <a:rPr lang="en-US" dirty="0"/>
              <a:t>NATO UNCLASSIFIED</a:t>
            </a:r>
            <a:endParaRPr lang="en-GB" dirty="0"/>
          </a:p>
        </p:txBody>
      </p:sp>
      <p:sp>
        <p:nvSpPr>
          <p:cNvPr id="7" name="Slide Number Placeholder 6"/>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14538735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10515600" cy="1324800"/>
          </a:xfrm>
        </p:spPr>
        <p:txBody>
          <a:bodyPr anchor="ctr" anchorCtr="0"/>
          <a:lstStyle>
            <a:lvl1pPr>
              <a:defRPr sz="3200"/>
            </a:lvl1pPr>
          </a:lstStyle>
          <a:p>
            <a:r>
              <a:rPr lang="en-US"/>
              <a:t>Click to edit Master title style</a:t>
            </a:r>
            <a:endParaRPr lang="en-GB" dirty="0"/>
          </a:p>
        </p:txBody>
      </p:sp>
      <p:sp>
        <p:nvSpPr>
          <p:cNvPr id="3" name="Content Placeholder 2"/>
          <p:cNvSpPr>
            <a:spLocks noGrp="1"/>
          </p:cNvSpPr>
          <p:nvPr>
            <p:ph idx="1"/>
          </p:nvPr>
        </p:nvSpPr>
        <p:spPr>
          <a:xfrm>
            <a:off x="5183188" y="2059200"/>
            <a:ext cx="6172200" cy="3812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C705DDA-0801-4F7C-B05B-E29F3E2B967B}" type="datetime1">
              <a:rPr lang="en-GB" smtClean="0"/>
              <a:t>08/11/2022</a:t>
            </a:fld>
            <a:endParaRPr lang="en-GB" dirty="0"/>
          </a:p>
        </p:txBody>
      </p:sp>
      <p:sp>
        <p:nvSpPr>
          <p:cNvPr id="9" name="Footer Placeholder 8"/>
          <p:cNvSpPr>
            <a:spLocks noGrp="1"/>
          </p:cNvSpPr>
          <p:nvPr>
            <p:ph type="ftr" sz="quarter" idx="11"/>
          </p:nvPr>
        </p:nvSpPr>
        <p:spPr/>
        <p:txBody>
          <a:bodyPr/>
          <a:lstStyle/>
          <a:p>
            <a:r>
              <a:rPr lang="en-US" dirty="0"/>
              <a:t>NATO UNCLASSIFIED</a:t>
            </a:r>
            <a:endParaRPr lang="en-GB" dirty="0"/>
          </a:p>
        </p:txBody>
      </p:sp>
      <p:sp>
        <p:nvSpPr>
          <p:cNvPr id="10" name="Slide Number Placeholder 9"/>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24349128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10515600" cy="1324800"/>
          </a:xfrm>
        </p:spPr>
        <p:txBody>
          <a:bodyPr anchor="ctr" anchorCtr="0"/>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2057400"/>
            <a:ext cx="6172200" cy="38036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GB"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857276A6-45A7-4302-ADC8-8AC13875B66B}" type="datetime1">
              <a:rPr lang="en-GB" smtClean="0"/>
              <a:t>08/11/2022</a:t>
            </a:fld>
            <a:endParaRPr lang="en-GB" dirty="0"/>
          </a:p>
        </p:txBody>
      </p:sp>
      <p:sp>
        <p:nvSpPr>
          <p:cNvPr id="9" name="Footer Placeholder 8"/>
          <p:cNvSpPr>
            <a:spLocks noGrp="1"/>
          </p:cNvSpPr>
          <p:nvPr>
            <p:ph type="ftr" sz="quarter" idx="11"/>
          </p:nvPr>
        </p:nvSpPr>
        <p:spPr/>
        <p:txBody>
          <a:bodyPr/>
          <a:lstStyle/>
          <a:p>
            <a:r>
              <a:rPr lang="en-US" dirty="0"/>
              <a:t>NATO UNCLASSIFIED</a:t>
            </a:r>
            <a:endParaRPr lang="en-GB" dirty="0"/>
          </a:p>
        </p:txBody>
      </p:sp>
      <p:sp>
        <p:nvSpPr>
          <p:cNvPr id="10" name="Slide Number Placeholder 9"/>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3159213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475600" y="2636872"/>
            <a:ext cx="6451357" cy="1324800"/>
          </a:xfrm>
        </p:spPr>
        <p:txBody>
          <a:bodyPr anchor="ctr" anchorCtr="0"/>
          <a:lstStyle>
            <a:lvl1pPr algn="l">
              <a:defRPr sz="3200"/>
            </a:lvl1pPr>
          </a:lstStyle>
          <a:p>
            <a:r>
              <a:rPr lang="en-US"/>
              <a:t>Click to edit Master title style</a:t>
            </a:r>
            <a:endParaRPr lang="en-GB" dirty="0"/>
          </a:p>
        </p:txBody>
      </p:sp>
      <p:sp>
        <p:nvSpPr>
          <p:cNvPr id="3" name="Subtitle 2"/>
          <p:cNvSpPr>
            <a:spLocks noGrp="1"/>
          </p:cNvSpPr>
          <p:nvPr>
            <p:ph type="subTitle" idx="1" hasCustomPrompt="1"/>
          </p:nvPr>
        </p:nvSpPr>
        <p:spPr>
          <a:xfrm>
            <a:off x="5475600" y="3961672"/>
            <a:ext cx="6451357" cy="1011600"/>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endParaRPr lang="en-GB" dirty="0"/>
          </a:p>
        </p:txBody>
      </p:sp>
      <p:sp>
        <p:nvSpPr>
          <p:cNvPr id="9" name="Text Placeholder 8"/>
          <p:cNvSpPr>
            <a:spLocks noGrp="1"/>
          </p:cNvSpPr>
          <p:nvPr>
            <p:ph type="body" sz="quarter" idx="13" hasCustomPrompt="1"/>
          </p:nvPr>
        </p:nvSpPr>
        <p:spPr>
          <a:xfrm>
            <a:off x="5475600" y="5284800"/>
            <a:ext cx="6451357" cy="381600"/>
          </a:xfrm>
        </p:spPr>
        <p:txBody>
          <a:bodyPr>
            <a:normAutofit/>
          </a:bodyPr>
          <a:lstStyle>
            <a:lvl1pPr marL="0" indent="0">
              <a:buFontTx/>
              <a:buNone/>
              <a:defRPr sz="1800" baseline="0"/>
            </a:lvl1pPr>
          </a:lstStyle>
          <a:p>
            <a:pPr lvl="0"/>
            <a:r>
              <a:rPr lang="en-US" dirty="0"/>
              <a:t>Click to add Author, Unit and Extension</a:t>
            </a:r>
            <a:endParaRPr lang="en-GB" dirty="0"/>
          </a:p>
        </p:txBody>
      </p:sp>
      <p:sp>
        <p:nvSpPr>
          <p:cNvPr id="11" name="Text Placeholder 10"/>
          <p:cNvSpPr>
            <a:spLocks noGrp="1"/>
          </p:cNvSpPr>
          <p:nvPr>
            <p:ph type="body" sz="quarter" idx="14" hasCustomPrompt="1"/>
          </p:nvPr>
        </p:nvSpPr>
        <p:spPr>
          <a:xfrm>
            <a:off x="5475600" y="5655600"/>
            <a:ext cx="6451357" cy="371475"/>
          </a:xfrm>
        </p:spPr>
        <p:txBody>
          <a:bodyPr>
            <a:normAutofit/>
          </a:bodyPr>
          <a:lstStyle>
            <a:lvl1pPr marL="0" indent="0">
              <a:buFontTx/>
              <a:buNone/>
              <a:defRPr sz="1800"/>
            </a:lvl1pPr>
          </a:lstStyle>
          <a:p>
            <a:pPr lvl="0"/>
            <a:r>
              <a:rPr lang="en-US" dirty="0"/>
              <a:t>Click to add Briefer’s name</a:t>
            </a:r>
            <a:endParaRPr lang="en-GB" dirty="0"/>
          </a:p>
        </p:txBody>
      </p:sp>
      <p:sp>
        <p:nvSpPr>
          <p:cNvPr id="13" name="Text Placeholder 12"/>
          <p:cNvSpPr>
            <a:spLocks noGrp="1"/>
          </p:cNvSpPr>
          <p:nvPr>
            <p:ph type="body" sz="quarter" idx="15" hasCustomPrompt="1"/>
          </p:nvPr>
        </p:nvSpPr>
        <p:spPr>
          <a:xfrm>
            <a:off x="4841081" y="6490799"/>
            <a:ext cx="2509838" cy="365479"/>
          </a:xfrm>
        </p:spPr>
        <p:txBody>
          <a:bodyPr anchor="ctr" anchorCtr="0">
            <a:noAutofit/>
          </a:bodyPr>
          <a:lstStyle>
            <a:lvl1pPr marL="0" indent="0" algn="ctr">
              <a:buFontTx/>
              <a:buNone/>
              <a:defRPr sz="900"/>
            </a:lvl1pPr>
            <a:lvl2pPr marL="457200" indent="0" algn="ctr">
              <a:buFontTx/>
              <a:buNone/>
              <a:defRPr sz="900"/>
            </a:lvl2pPr>
            <a:lvl3pPr marL="914400" indent="0" algn="ctr">
              <a:buFontTx/>
              <a:buNone/>
              <a:defRPr sz="900"/>
            </a:lvl3pPr>
            <a:lvl4pPr marL="1371600" indent="0" algn="ctr">
              <a:buFontTx/>
              <a:buNone/>
              <a:defRPr sz="900"/>
            </a:lvl4pPr>
            <a:lvl5pPr marL="1828800" indent="0" algn="ctr">
              <a:buFontTx/>
              <a:buNone/>
              <a:defRPr sz="900"/>
            </a:lvl5pPr>
          </a:lstStyle>
          <a:p>
            <a:pPr lvl="0"/>
            <a:r>
              <a:rPr lang="en-US" dirty="0"/>
              <a:t>Click to add intended Audience</a:t>
            </a:r>
            <a:endParaRPr lang="en-GB" dirty="0"/>
          </a:p>
        </p:txBody>
      </p:sp>
      <p:sp>
        <p:nvSpPr>
          <p:cNvPr id="15" name="Text Placeholder 14"/>
          <p:cNvSpPr>
            <a:spLocks noGrp="1"/>
          </p:cNvSpPr>
          <p:nvPr>
            <p:ph type="body" sz="quarter" idx="16" hasCustomPrompt="1"/>
          </p:nvPr>
        </p:nvSpPr>
        <p:spPr>
          <a:xfrm>
            <a:off x="8666164" y="6490799"/>
            <a:ext cx="1915200" cy="359991"/>
          </a:xfrm>
        </p:spPr>
        <p:txBody>
          <a:bodyPr anchor="ctr" anchorCtr="0">
            <a:normAutofit/>
          </a:bodyPr>
          <a:lstStyle>
            <a:lvl1pPr marL="0" indent="0" algn="l">
              <a:buFontTx/>
              <a:buNone/>
              <a:defRPr sz="900"/>
            </a:lvl1pPr>
          </a:lstStyle>
          <a:p>
            <a:pPr lvl="0"/>
            <a:r>
              <a:rPr lang="en-US" dirty="0"/>
              <a:t>Click to add archiving number</a:t>
            </a:r>
            <a:endParaRPr lang="en-GB" dirty="0"/>
          </a:p>
        </p:txBody>
      </p:sp>
      <p:sp>
        <p:nvSpPr>
          <p:cNvPr id="17" name="Date Placeholder 16"/>
          <p:cNvSpPr>
            <a:spLocks noGrp="1"/>
          </p:cNvSpPr>
          <p:nvPr>
            <p:ph type="dt" sz="half" idx="17"/>
          </p:nvPr>
        </p:nvSpPr>
        <p:spPr>
          <a:xfrm>
            <a:off x="11372400" y="6490116"/>
            <a:ext cx="819600" cy="367884"/>
          </a:xfrm>
          <a:prstGeom prst="rect">
            <a:avLst/>
          </a:prstGeom>
        </p:spPr>
        <p:txBody>
          <a:bodyPr/>
          <a:lstStyle>
            <a:lvl1pPr>
              <a:defRPr>
                <a:solidFill>
                  <a:srgbClr val="244084"/>
                </a:solidFill>
              </a:defRPr>
            </a:lvl1pPr>
          </a:lstStyle>
          <a:p>
            <a:fld id="{37D3FC30-9E39-4B39-B8F8-2B48D573BE7D}" type="datetime1">
              <a:rPr lang="en-GB" smtClean="0"/>
              <a:t>08/11/2022</a:t>
            </a:fld>
            <a:endParaRPr lang="en-GB" dirty="0"/>
          </a:p>
        </p:txBody>
      </p:sp>
      <p:sp>
        <p:nvSpPr>
          <p:cNvPr id="18" name="Footer Placeholder 17"/>
          <p:cNvSpPr>
            <a:spLocks noGrp="1"/>
          </p:cNvSpPr>
          <p:nvPr>
            <p:ph type="ftr" sz="quarter" idx="18"/>
          </p:nvPr>
        </p:nvSpPr>
        <p:spPr/>
        <p:txBody>
          <a:bodyPr/>
          <a:lstStyle>
            <a:lvl1pPr>
              <a:defRPr>
                <a:solidFill>
                  <a:srgbClr val="244084"/>
                </a:solidFill>
              </a:defRPr>
            </a:lvl1pPr>
          </a:lstStyle>
          <a:p>
            <a:r>
              <a:rPr lang="en-US" dirty="0"/>
              <a:t>NATO UNCLASSIFIED</a:t>
            </a:r>
            <a:endParaRPr lang="en-GB" dirty="0"/>
          </a:p>
        </p:txBody>
      </p:sp>
      <p:sp>
        <p:nvSpPr>
          <p:cNvPr id="19" name="Slide Number Placeholder 18"/>
          <p:cNvSpPr>
            <a:spLocks noGrp="1"/>
          </p:cNvSpPr>
          <p:nvPr>
            <p:ph type="sldNum" sz="quarter" idx="19"/>
          </p:nvPr>
        </p:nvSpPr>
        <p:spPr/>
        <p:txBody>
          <a:bodyPr/>
          <a:lstStyle>
            <a:lvl1pPr>
              <a:defRPr>
                <a:solidFill>
                  <a:srgbClr val="244084"/>
                </a:solidFill>
              </a:defRPr>
            </a:lvl1pPr>
          </a:lstStyle>
          <a:p>
            <a:r>
              <a:rPr lang="en-GB" dirty="0"/>
              <a:t>| </a:t>
            </a:r>
            <a:fld id="{8B6D2138-FEC4-40D2-9837-FDE6E75EFDBE}" type="slidenum">
              <a:rPr lang="en-GB" smtClean="0"/>
              <a:pPr/>
              <a:t>‹#›</a:t>
            </a:fld>
            <a:endParaRPr lang="en-GB" dirty="0"/>
          </a:p>
        </p:txBody>
      </p:sp>
      <p:sp>
        <p:nvSpPr>
          <p:cNvPr id="21" name="Text Placeholder 20"/>
          <p:cNvSpPr>
            <a:spLocks noGrp="1"/>
          </p:cNvSpPr>
          <p:nvPr>
            <p:ph type="body" sz="quarter" idx="20" hasCustomPrompt="1"/>
          </p:nvPr>
        </p:nvSpPr>
        <p:spPr>
          <a:xfrm>
            <a:off x="10708760" y="6490116"/>
            <a:ext cx="536243" cy="368568"/>
          </a:xfrm>
        </p:spPr>
        <p:txBody>
          <a:bodyPr anchor="ctr" anchorCtr="0">
            <a:noAutofit/>
          </a:bodyPr>
          <a:lstStyle>
            <a:lvl1pPr marL="0" indent="0">
              <a:buFontTx/>
              <a:buNone/>
              <a:defRPr sz="900"/>
            </a:lvl1pPr>
            <a:lvl5pPr>
              <a:defRPr/>
            </a:lvl5pPr>
          </a:lstStyle>
          <a:p>
            <a:pPr lvl="0"/>
            <a:r>
              <a:rPr lang="en-US" dirty="0"/>
              <a:t>V 1.0</a:t>
            </a:r>
            <a:endParaRPr lang="en-GB" dirty="0"/>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5874" y="850327"/>
            <a:ext cx="1223021" cy="620438"/>
          </a:xfrm>
          <a:prstGeom prst="rect">
            <a:avLst/>
          </a:prstGeom>
        </p:spPr>
      </p:pic>
      <p:pic>
        <p:nvPicPr>
          <p:cNvPr id="16" name="Picture 1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45874" y="850327"/>
            <a:ext cx="1223021" cy="620438"/>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726207" y="346379"/>
            <a:ext cx="5405283" cy="1442764"/>
          </a:xfrm>
          <a:prstGeom prst="rect">
            <a:avLst/>
          </a:prstGeom>
        </p:spPr>
      </p:pic>
    </p:spTree>
    <p:extLst>
      <p:ext uri="{BB962C8B-B14F-4D97-AF65-F5344CB8AC3E}">
        <p14:creationId xmlns:p14="http://schemas.microsoft.com/office/powerpoint/2010/main" val="3786985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10"/>
          </p:nvPr>
        </p:nvSpPr>
        <p:spPr/>
        <p:txBody>
          <a:bodyPr/>
          <a:lstStyle/>
          <a:p>
            <a:fld id="{88FD5E82-EE59-4BC0-BB7A-44D324C2335B}" type="datetime1">
              <a:rPr lang="en-GB" smtClean="0"/>
              <a:t>08/11/2022</a:t>
            </a:fld>
            <a:endParaRPr lang="en-GB" dirty="0"/>
          </a:p>
        </p:txBody>
      </p:sp>
      <p:sp>
        <p:nvSpPr>
          <p:cNvPr id="7" name="Footer Placeholder 6"/>
          <p:cNvSpPr>
            <a:spLocks noGrp="1"/>
          </p:cNvSpPr>
          <p:nvPr>
            <p:ph type="ftr" sz="quarter" idx="11"/>
          </p:nvPr>
        </p:nvSpPr>
        <p:spPr/>
        <p:txBody>
          <a:bodyPr/>
          <a:lstStyle/>
          <a:p>
            <a:r>
              <a:rPr lang="en-US" dirty="0"/>
              <a:t>NATO UNCLASSIFIED</a:t>
            </a:r>
            <a:endParaRPr lang="en-GB" dirty="0"/>
          </a:p>
        </p:txBody>
      </p:sp>
      <p:sp>
        <p:nvSpPr>
          <p:cNvPr id="9" name="Slide Number Placeholder 8"/>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6358188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8800" y="363600"/>
            <a:ext cx="10515600" cy="1324800"/>
          </a:xfrm>
        </p:spPr>
        <p:txBody>
          <a:bodyPr anchor="ctr" anchorCtr="0"/>
          <a:lstStyle>
            <a:lvl1pPr>
              <a:defRPr sz="3200"/>
            </a:lvl1pPr>
          </a:lstStyle>
          <a:p>
            <a:r>
              <a:rPr lang="en-US"/>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64A2D75-97F8-4B97-BC6D-F988F065E44C}" type="datetime1">
              <a:rPr lang="en-GB" smtClean="0"/>
              <a:t>08/11/2022</a:t>
            </a:fld>
            <a:endParaRPr lang="en-GB" dirty="0"/>
          </a:p>
        </p:txBody>
      </p:sp>
      <p:sp>
        <p:nvSpPr>
          <p:cNvPr id="8" name="Footer Placeholder 7"/>
          <p:cNvSpPr>
            <a:spLocks noGrp="1"/>
          </p:cNvSpPr>
          <p:nvPr>
            <p:ph type="ftr" sz="quarter" idx="11"/>
          </p:nvPr>
        </p:nvSpPr>
        <p:spPr/>
        <p:txBody>
          <a:bodyPr/>
          <a:lstStyle/>
          <a:p>
            <a:r>
              <a:rPr lang="en-US" dirty="0"/>
              <a:t>NATO UNCLASSIFIED</a:t>
            </a:r>
            <a:endParaRPr lang="en-GB" dirty="0"/>
          </a:p>
        </p:txBody>
      </p:sp>
      <p:sp>
        <p:nvSpPr>
          <p:cNvPr id="9" name="Slide Number Placeholder 8"/>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41100943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6526DA4C-ED1F-49E9-9C1D-BE5853A867FC}" type="datetime1">
              <a:rPr lang="en-GB" smtClean="0"/>
              <a:t>08/11/2022</a:t>
            </a:fld>
            <a:endParaRPr lang="en-GB" dirty="0"/>
          </a:p>
        </p:txBody>
      </p:sp>
      <p:sp>
        <p:nvSpPr>
          <p:cNvPr id="9" name="Footer Placeholder 8"/>
          <p:cNvSpPr>
            <a:spLocks noGrp="1"/>
          </p:cNvSpPr>
          <p:nvPr>
            <p:ph type="ftr" sz="quarter" idx="11"/>
          </p:nvPr>
        </p:nvSpPr>
        <p:spPr/>
        <p:txBody>
          <a:bodyPr/>
          <a:lstStyle/>
          <a:p>
            <a:r>
              <a:rPr lang="en-US" dirty="0"/>
              <a:t>NATO UNCLASSIFIED</a:t>
            </a:r>
            <a:endParaRPr lang="en-GB" dirty="0"/>
          </a:p>
        </p:txBody>
      </p:sp>
      <p:sp>
        <p:nvSpPr>
          <p:cNvPr id="10" name="Slide Number Placeholder 9"/>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2866752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9788" y="1681163"/>
            <a:ext cx="5157787"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lvl1pPr>
              <a:defRPr sz="26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lvl1pPr>
              <a:defRPr sz="260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7" name="Title 6"/>
          <p:cNvSpPr>
            <a:spLocks noGrp="1"/>
          </p:cNvSpPr>
          <p:nvPr>
            <p:ph type="title"/>
          </p:nvPr>
        </p:nvSpPr>
        <p:spPr/>
        <p:txBody>
          <a:bodyPr>
            <a:normAutofit/>
          </a:bodyPr>
          <a:lstStyle>
            <a:lvl1pPr>
              <a:defRPr sz="3200"/>
            </a:lvl1pPr>
          </a:lstStyle>
          <a:p>
            <a:r>
              <a:rPr lang="en-US"/>
              <a:t>Click to edit Master title style</a:t>
            </a:r>
            <a:endParaRPr lang="en-GB" dirty="0"/>
          </a:p>
        </p:txBody>
      </p:sp>
      <p:sp>
        <p:nvSpPr>
          <p:cNvPr id="8" name="Date Placeholder 7"/>
          <p:cNvSpPr>
            <a:spLocks noGrp="1"/>
          </p:cNvSpPr>
          <p:nvPr>
            <p:ph type="dt" sz="half" idx="10"/>
          </p:nvPr>
        </p:nvSpPr>
        <p:spPr/>
        <p:txBody>
          <a:bodyPr/>
          <a:lstStyle/>
          <a:p>
            <a:fld id="{5EEC149A-42A9-43CF-8CF7-B884ABD528DC}" type="datetime1">
              <a:rPr lang="en-GB" smtClean="0"/>
              <a:t>08/11/2022</a:t>
            </a:fld>
            <a:endParaRPr lang="en-GB" dirty="0"/>
          </a:p>
        </p:txBody>
      </p:sp>
      <p:sp>
        <p:nvSpPr>
          <p:cNvPr id="9" name="Footer Placeholder 8"/>
          <p:cNvSpPr>
            <a:spLocks noGrp="1"/>
          </p:cNvSpPr>
          <p:nvPr>
            <p:ph type="ftr" sz="quarter" idx="11"/>
          </p:nvPr>
        </p:nvSpPr>
        <p:spPr/>
        <p:txBody>
          <a:bodyPr/>
          <a:lstStyle/>
          <a:p>
            <a:r>
              <a:rPr lang="en-US" dirty="0"/>
              <a:t>NATO UNCLASSIFIED</a:t>
            </a:r>
            <a:endParaRPr lang="en-GB" dirty="0"/>
          </a:p>
        </p:txBody>
      </p:sp>
      <p:sp>
        <p:nvSpPr>
          <p:cNvPr id="12" name="Slide Number Placeholder 11"/>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22972299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313ADCED-59D1-4686-982D-2DBD4F1631DB}" type="datetime1">
              <a:rPr lang="en-GB" smtClean="0"/>
              <a:t>08/11/2022</a:t>
            </a:fld>
            <a:endParaRPr lang="en-GB" dirty="0"/>
          </a:p>
        </p:txBody>
      </p:sp>
      <p:sp>
        <p:nvSpPr>
          <p:cNvPr id="7" name="Footer Placeholder 6"/>
          <p:cNvSpPr>
            <a:spLocks noGrp="1"/>
          </p:cNvSpPr>
          <p:nvPr>
            <p:ph type="ftr" sz="quarter" idx="11"/>
          </p:nvPr>
        </p:nvSpPr>
        <p:spPr/>
        <p:txBody>
          <a:bodyPr/>
          <a:lstStyle/>
          <a:p>
            <a:r>
              <a:rPr lang="en-US" dirty="0"/>
              <a:t>NATO UNCLASSIFIED</a:t>
            </a:r>
            <a:endParaRPr lang="en-GB" dirty="0"/>
          </a:p>
        </p:txBody>
      </p:sp>
      <p:sp>
        <p:nvSpPr>
          <p:cNvPr id="8" name="Slide Number Placeholder 7"/>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8196747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162D953-D3A4-4215-AE11-3EC999C19B6A}" type="datetime1">
              <a:rPr lang="en-GB" smtClean="0"/>
              <a:t>08/11/2022</a:t>
            </a:fld>
            <a:endParaRPr lang="en-GB" dirty="0"/>
          </a:p>
        </p:txBody>
      </p:sp>
      <p:sp>
        <p:nvSpPr>
          <p:cNvPr id="6" name="Footer Placeholder 5"/>
          <p:cNvSpPr>
            <a:spLocks noGrp="1"/>
          </p:cNvSpPr>
          <p:nvPr>
            <p:ph type="ftr" sz="quarter" idx="11"/>
          </p:nvPr>
        </p:nvSpPr>
        <p:spPr/>
        <p:txBody>
          <a:bodyPr/>
          <a:lstStyle/>
          <a:p>
            <a:r>
              <a:rPr lang="en-US" dirty="0"/>
              <a:t>NATO UNCLASSIFIED</a:t>
            </a:r>
            <a:endParaRPr lang="en-GB" dirty="0"/>
          </a:p>
        </p:txBody>
      </p:sp>
      <p:sp>
        <p:nvSpPr>
          <p:cNvPr id="7" name="Slide Number Placeholder 6"/>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16923650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10515600" cy="1324800"/>
          </a:xfrm>
        </p:spPr>
        <p:txBody>
          <a:bodyPr anchor="ctr" anchorCtr="0"/>
          <a:lstStyle>
            <a:lvl1pPr>
              <a:defRPr sz="3200"/>
            </a:lvl1pPr>
          </a:lstStyle>
          <a:p>
            <a:r>
              <a:rPr lang="en-US"/>
              <a:t>Click to edit Master title style</a:t>
            </a:r>
            <a:endParaRPr lang="en-GB" dirty="0"/>
          </a:p>
        </p:txBody>
      </p:sp>
      <p:sp>
        <p:nvSpPr>
          <p:cNvPr id="3" name="Content Placeholder 2"/>
          <p:cNvSpPr>
            <a:spLocks noGrp="1"/>
          </p:cNvSpPr>
          <p:nvPr>
            <p:ph idx="1"/>
          </p:nvPr>
        </p:nvSpPr>
        <p:spPr>
          <a:xfrm>
            <a:off x="5183188" y="2059200"/>
            <a:ext cx="6172200" cy="38124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EFCBF80-4FE7-4DB7-BD7B-2BD8F8F9283B}" type="datetime1">
              <a:rPr lang="en-GB" smtClean="0"/>
              <a:t>08/11/2022</a:t>
            </a:fld>
            <a:endParaRPr lang="en-GB" dirty="0"/>
          </a:p>
        </p:txBody>
      </p:sp>
      <p:sp>
        <p:nvSpPr>
          <p:cNvPr id="9" name="Footer Placeholder 8"/>
          <p:cNvSpPr>
            <a:spLocks noGrp="1"/>
          </p:cNvSpPr>
          <p:nvPr>
            <p:ph type="ftr" sz="quarter" idx="11"/>
          </p:nvPr>
        </p:nvSpPr>
        <p:spPr/>
        <p:txBody>
          <a:bodyPr/>
          <a:lstStyle/>
          <a:p>
            <a:r>
              <a:rPr lang="en-US" dirty="0"/>
              <a:t>NATO UNCLASSIFIED</a:t>
            </a:r>
            <a:endParaRPr lang="en-GB" dirty="0"/>
          </a:p>
        </p:txBody>
      </p:sp>
      <p:sp>
        <p:nvSpPr>
          <p:cNvPr id="10" name="Slide Number Placeholder 9"/>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24835061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10515600" cy="1324800"/>
          </a:xfrm>
        </p:spPr>
        <p:txBody>
          <a:bodyPr anchor="ctr" anchorCtr="0"/>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2057400"/>
            <a:ext cx="6172200" cy="38036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GB" dirty="0"/>
          </a:p>
        </p:txBody>
      </p:sp>
      <p:sp>
        <p:nvSpPr>
          <p:cNvPr id="4"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3001C700-7014-448A-B0A0-622BB9337BE8}" type="datetime1">
              <a:rPr lang="en-GB" smtClean="0"/>
              <a:t>08/11/2022</a:t>
            </a:fld>
            <a:endParaRPr lang="en-GB" dirty="0"/>
          </a:p>
        </p:txBody>
      </p:sp>
      <p:sp>
        <p:nvSpPr>
          <p:cNvPr id="9" name="Footer Placeholder 8"/>
          <p:cNvSpPr>
            <a:spLocks noGrp="1"/>
          </p:cNvSpPr>
          <p:nvPr>
            <p:ph type="ftr" sz="quarter" idx="11"/>
          </p:nvPr>
        </p:nvSpPr>
        <p:spPr/>
        <p:txBody>
          <a:bodyPr/>
          <a:lstStyle/>
          <a:p>
            <a:r>
              <a:rPr lang="en-US" dirty="0"/>
              <a:t>NATO UNCLASSIFIED</a:t>
            </a:r>
            <a:endParaRPr lang="en-GB" dirty="0"/>
          </a:p>
        </p:txBody>
      </p:sp>
      <p:sp>
        <p:nvSpPr>
          <p:cNvPr id="10" name="Slide Number Placeholder 9"/>
          <p:cNvSpPr>
            <a:spLocks noGrp="1"/>
          </p:cNvSpPr>
          <p:nvPr>
            <p:ph type="sldNum" sz="quarter" idx="12"/>
          </p:nvPr>
        </p:nvSpPr>
        <p:spPr/>
        <p:txBody>
          <a:bodyPr/>
          <a:lstStyle/>
          <a:p>
            <a:r>
              <a:rPr lang="en-GB" dirty="0"/>
              <a:t>| </a:t>
            </a:r>
            <a:fld id="{8B6D2138-FEC4-40D2-9837-FDE6E75EFDBE}" type="slidenum">
              <a:rPr lang="en-GB" smtClean="0"/>
              <a:pPr/>
              <a:t>‹#›</a:t>
            </a:fld>
            <a:endParaRPr lang="en-GB" dirty="0"/>
          </a:p>
        </p:txBody>
      </p:sp>
    </p:spTree>
    <p:extLst>
      <p:ext uri="{BB962C8B-B14F-4D97-AF65-F5344CB8AC3E}">
        <p14:creationId xmlns:p14="http://schemas.microsoft.com/office/powerpoint/2010/main" val="135282660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 Title Slide-dark_Photo full">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10" name="Text Placeholder 10"/>
          <p:cNvSpPr txBox="1">
            <a:spLocks/>
          </p:cNvSpPr>
          <p:nvPr userDrawn="1"/>
        </p:nvSpPr>
        <p:spPr>
          <a:xfrm>
            <a:off x="1343471" y="5745319"/>
            <a:ext cx="6371843" cy="371475"/>
          </a:xfrm>
          <a:prstGeom prst="rect">
            <a:avLst/>
          </a:prstGeom>
        </p:spPr>
        <p:txBody>
          <a:bodyPr>
            <a:normAutofit fontScale="77500" lnSpcReduction="20000"/>
          </a:bodyPr>
          <a:lstStyle>
            <a:lvl1pPr marL="0" indent="0" algn="l" defTabSz="914400" rtl="0" eaLnBrk="1" latinLnBrk="0" hangingPunct="1">
              <a:lnSpc>
                <a:spcPct val="150000"/>
              </a:lnSpc>
              <a:spcBef>
                <a:spcPts val="1000"/>
              </a:spcBef>
              <a:buClr>
                <a:srgbClr val="AFD8ED"/>
              </a:buClr>
              <a:buFontTx/>
              <a:buNone/>
              <a:defRPr sz="1800" kern="1200">
                <a:solidFill>
                  <a:srgbClr val="244084"/>
                </a:solid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AFD8ED"/>
              </a:buClr>
              <a:buFont typeface="Wingdings" pitchFamily="2" charset="2"/>
              <a:buChar char="§"/>
              <a:defRPr sz="2000" kern="1200">
                <a:solidFill>
                  <a:srgbClr val="FFFFFF"/>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AFD8ED"/>
              </a:buClr>
              <a:buFont typeface="Wingdings" pitchFamily="2" charset="2"/>
              <a:buChar char="§"/>
              <a:defRPr sz="1800" kern="1200">
                <a:solidFill>
                  <a:srgbClr val="FFFFFF"/>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AFD8ED"/>
              </a:buClr>
              <a:buFont typeface="Wingdings" pitchFamily="2" charset="2"/>
              <a:buChar char="§"/>
              <a:defRPr sz="1600" kern="1200">
                <a:solidFill>
                  <a:srgbClr val="FFFFFF"/>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chemeClr val="bg1"/>
              </a:solidFill>
            </a:endParaRPr>
          </a:p>
        </p:txBody>
      </p:sp>
      <p:sp>
        <p:nvSpPr>
          <p:cNvPr id="11"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chemeClr val="bg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3"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chemeClr val="bg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21" name="Text Placeholder 20"/>
          <p:cNvSpPr>
            <a:spLocks noGrp="1"/>
          </p:cNvSpPr>
          <p:nvPr>
            <p:ph type="body" sz="quarter" idx="11" hasCustomPrompt="1"/>
          </p:nvPr>
        </p:nvSpPr>
        <p:spPr>
          <a:xfrm>
            <a:off x="1343472" y="4842833"/>
            <a:ext cx="10580025" cy="602391"/>
          </a:xfrm>
        </p:spPr>
        <p:txBody>
          <a:bodyPr/>
          <a:lstStyle>
            <a:lvl1pPr marL="0" indent="0">
              <a:buFontTx/>
              <a:buNone/>
              <a:defRPr>
                <a:solidFill>
                  <a:schemeClr val="bg1"/>
                </a:solidFill>
              </a:defRPr>
            </a:lvl1pPr>
          </a:lstStyle>
          <a:p>
            <a:pPr lvl="0"/>
            <a:r>
              <a:rPr lang="en-US" dirty="0"/>
              <a:t>Click to add Subtitle</a:t>
            </a:r>
            <a:endParaRPr lang="en-GB" dirty="0"/>
          </a:p>
        </p:txBody>
      </p:sp>
      <p:sp>
        <p:nvSpPr>
          <p:cNvPr id="26" name="Title 25"/>
          <p:cNvSpPr>
            <a:spLocks noGrp="1"/>
          </p:cNvSpPr>
          <p:nvPr>
            <p:ph type="title"/>
          </p:nvPr>
        </p:nvSpPr>
        <p:spPr>
          <a:xfrm>
            <a:off x="1295999" y="3340695"/>
            <a:ext cx="10627497" cy="1325563"/>
          </a:xfrm>
        </p:spPr>
        <p:txBody>
          <a:bodyPr anchor="b">
            <a:normAutofit/>
          </a:bodyPr>
          <a:lstStyle>
            <a:lvl1pPr>
              <a:lnSpc>
                <a:spcPts val="4800"/>
              </a:lnSpc>
              <a:defRPr sz="4400">
                <a:solidFill>
                  <a:schemeClr val="bg1"/>
                </a:solidFill>
              </a:defRPr>
            </a:lvl1pPr>
          </a:lstStyle>
          <a:p>
            <a:r>
              <a:rPr lang="en-US" dirty="0"/>
              <a:t>Click to edit Master title style</a:t>
            </a:r>
            <a:endParaRPr lang="en-GB" dirty="0"/>
          </a:p>
        </p:txBody>
      </p:sp>
      <p:sp>
        <p:nvSpPr>
          <p:cNvPr id="29" name="Content Placeholder 28"/>
          <p:cNvSpPr>
            <a:spLocks noGrp="1"/>
          </p:cNvSpPr>
          <p:nvPr>
            <p:ph sz="quarter" idx="12" hasCustomPrompt="1"/>
          </p:nvPr>
        </p:nvSpPr>
        <p:spPr>
          <a:xfrm>
            <a:off x="1342800" y="5474320"/>
            <a:ext cx="10580697" cy="324000"/>
          </a:xfrm>
        </p:spPr>
        <p:txBody>
          <a:bodyPr>
            <a:noAutofit/>
          </a:bodyPr>
          <a:lstStyle>
            <a:lvl1pPr marL="0" indent="0">
              <a:buFontTx/>
              <a:buNone/>
              <a:defRPr sz="1400">
                <a:solidFill>
                  <a:schemeClr val="bg1"/>
                </a:solidFill>
              </a:defRPr>
            </a:lvl1pPr>
          </a:lstStyle>
          <a:p>
            <a:pPr lvl="0"/>
            <a:r>
              <a:rPr lang="en-US" dirty="0"/>
              <a:t>Click to add Author, Unit and Extension</a:t>
            </a:r>
            <a:endParaRPr lang="en-GB" dirty="0"/>
          </a:p>
        </p:txBody>
      </p:sp>
      <p:sp>
        <p:nvSpPr>
          <p:cNvPr id="30" name="Content Placeholder 28"/>
          <p:cNvSpPr>
            <a:spLocks noGrp="1"/>
          </p:cNvSpPr>
          <p:nvPr>
            <p:ph sz="quarter" idx="13" hasCustomPrompt="1"/>
          </p:nvPr>
        </p:nvSpPr>
        <p:spPr>
          <a:xfrm>
            <a:off x="1342799" y="5811913"/>
            <a:ext cx="10580698" cy="324000"/>
          </a:xfrm>
        </p:spPr>
        <p:txBody>
          <a:bodyPr>
            <a:noAutofit/>
          </a:bodyPr>
          <a:lstStyle>
            <a:lvl1pPr marL="0" indent="0">
              <a:buFontTx/>
              <a:buNone/>
              <a:defRPr sz="1400">
                <a:solidFill>
                  <a:schemeClr val="tx1"/>
                </a:solidFill>
              </a:defRPr>
            </a:lvl1pPr>
          </a:lstStyle>
          <a:p>
            <a:r>
              <a:rPr lang="en-US" dirty="0">
                <a:solidFill>
                  <a:schemeClr val="bg1"/>
                </a:solidFill>
              </a:rPr>
              <a:t>Click to add Briefer’s name</a:t>
            </a:r>
            <a:endParaRPr lang="en-GB" dirty="0">
              <a:solidFill>
                <a:schemeClr val="bg1"/>
              </a:solidFill>
            </a:endParaRPr>
          </a:p>
        </p:txBody>
      </p:sp>
      <p:cxnSp>
        <p:nvCxnSpPr>
          <p:cNvPr id="32" name="Straight Connector 31"/>
          <p:cNvCxnSpPr/>
          <p:nvPr userDrawn="1"/>
        </p:nvCxnSpPr>
        <p:spPr>
          <a:xfrm>
            <a:off x="1415480" y="4725144"/>
            <a:ext cx="648072" cy="0"/>
          </a:xfrm>
          <a:prstGeom prst="line">
            <a:avLst/>
          </a:prstGeom>
          <a:ln w="31750">
            <a:solidFill>
              <a:srgbClr val="118AC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8048169"/>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Title and Content_dark">
    <p:bg>
      <p:bgPr>
        <a:solidFill>
          <a:srgbClr val="001D3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16B05-4B85-5D48-9A5B-15D5D64ABBD3}"/>
              </a:ext>
            </a:extLst>
          </p:cNvPr>
          <p:cNvSpPr>
            <a:spLocks noGrp="1"/>
          </p:cNvSpPr>
          <p:nvPr>
            <p:ph type="title"/>
          </p:nvPr>
        </p:nvSpPr>
        <p:spPr/>
        <p:txBody>
          <a:bodyPr/>
          <a:lstStyle>
            <a:lvl1pPr>
              <a:defRPr>
                <a:solidFill>
                  <a:schemeClr val="bg1"/>
                </a:solidFill>
              </a:defRPr>
            </a:lvl1pPr>
          </a:lstStyle>
          <a:p>
            <a:r>
              <a:rPr lang="en-GB" dirty="0"/>
              <a:t>Click to edit Master title style</a:t>
            </a:r>
            <a:endParaRPr lang="en-BE" dirty="0"/>
          </a:p>
        </p:txBody>
      </p:sp>
      <p:sp>
        <p:nvSpPr>
          <p:cNvPr id="3" name="Content Placeholder 2">
            <a:extLst>
              <a:ext uri="{FF2B5EF4-FFF2-40B4-BE49-F238E27FC236}">
                <a16:creationId xmlns:a16="http://schemas.microsoft.com/office/drawing/2014/main" id="{AEC3C0B6-E809-9541-968A-C17FB0308E89}"/>
              </a:ext>
            </a:extLst>
          </p:cNvPr>
          <p:cNvSpPr>
            <a:spLocks noGrp="1"/>
          </p:cNvSpPr>
          <p:nvPr>
            <p:ph idx="1"/>
          </p:nvPr>
        </p:nvSpPr>
        <p:spPr/>
        <p:txBody>
          <a:bodyPr/>
          <a:lstStyle>
            <a:lvl1pPr marL="228600" indent="-228600">
              <a:buClr>
                <a:srgbClr val="FF6315"/>
              </a:buClr>
              <a:buFont typeface="Arial" panose="020B0604020202020204" pitchFamily="34" charset="0"/>
              <a:buChar char="|"/>
              <a:defRPr sz="2400">
                <a:solidFill>
                  <a:schemeClr val="bg1"/>
                </a:solidFill>
              </a:defRPr>
            </a:lvl1pPr>
            <a:lvl2pPr>
              <a:buClr>
                <a:srgbClr val="AFD8ED"/>
              </a:buClr>
              <a:defRPr sz="2000">
                <a:solidFill>
                  <a:schemeClr val="bg1"/>
                </a:solidFill>
              </a:defRPr>
            </a:lvl2pPr>
            <a:lvl3pPr>
              <a:buClr>
                <a:srgbClr val="AFD8ED"/>
              </a:buClr>
              <a:defRPr sz="1800">
                <a:solidFill>
                  <a:schemeClr val="bg1"/>
                </a:solidFill>
              </a:defRPr>
            </a:lvl3pPr>
            <a:lvl4pPr>
              <a:buClr>
                <a:srgbClr val="AFD8ED"/>
              </a:buClr>
              <a:defRPr sz="1600">
                <a:solidFill>
                  <a:schemeClr val="bg1"/>
                </a:solidFill>
              </a:defRPr>
            </a:lvl4pPr>
            <a:lvl5pPr>
              <a:buClr>
                <a:srgbClr val="AFD8ED"/>
              </a:buClr>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6" name="Footer Placeholder 4">
            <a:extLst>
              <a:ext uri="{FF2B5EF4-FFF2-40B4-BE49-F238E27FC236}">
                <a16:creationId xmlns:a16="http://schemas.microsoft.com/office/drawing/2014/main" id="{67231140-1CFD-604E-9043-CF24B588CE02}"/>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7" name="Slide Number Placeholder 5">
            <a:extLst>
              <a:ext uri="{FF2B5EF4-FFF2-40B4-BE49-F238E27FC236}">
                <a16:creationId xmlns:a16="http://schemas.microsoft.com/office/drawing/2014/main" id="{E515A3FA-235C-F948-BBCC-D89F48F72088}"/>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Tree>
    <p:extLst>
      <p:ext uri="{BB962C8B-B14F-4D97-AF65-F5344CB8AC3E}">
        <p14:creationId xmlns:p14="http://schemas.microsoft.com/office/powerpoint/2010/main" val="2016745070"/>
      </p:ext>
    </p:extLst>
  </p:cSld>
  <p:clrMapOvr>
    <a:masterClrMapping/>
  </p:clrMapOvr>
  <p:extLst>
    <p:ext uri="{DCECCB84-F9BA-43D5-87BE-67443E8EF086}">
      <p15:sldGuideLst xmlns:p15="http://schemas.microsoft.com/office/powerpoint/2012/main">
        <p15:guide id="1" orient="horz" pos="386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Title and 2 columns_dark">
    <p:bg>
      <p:bgPr>
        <a:solidFill>
          <a:srgbClr val="001D39"/>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p:nvPr>
        </p:nvSpPr>
        <p:spPr>
          <a:xfrm>
            <a:off x="1343472" y="3173412"/>
            <a:ext cx="5157787" cy="2955926"/>
          </a:xfrm>
        </p:spPr>
        <p:txBody>
          <a:bodyPr/>
          <a:lstStyle>
            <a:lvl1pPr>
              <a:lnSpc>
                <a:spcPts val="28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E" dirty="0"/>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1343472" y="2438256"/>
            <a:ext cx="5157787" cy="735156"/>
          </a:xfrm>
        </p:spPr>
        <p:txBody>
          <a:bodyPr anchor="b">
            <a:normAutofit/>
          </a:bodyPr>
          <a:lstStyle>
            <a:lvl1pPr marL="0" indent="0">
              <a:buNone/>
              <a:defRPr sz="2800" b="0">
                <a:solidFill>
                  <a:srgbClr val="AFD8E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p:nvPr>
        </p:nvSpPr>
        <p:spPr>
          <a:xfrm>
            <a:off x="6675884" y="3173412"/>
            <a:ext cx="5183188" cy="2955926"/>
          </a:xfrm>
        </p:spPr>
        <p:txBody>
          <a:bodyPr/>
          <a:lstStyle>
            <a:lvl1pPr>
              <a:lnSpc>
                <a:spcPts val="28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BE" dirty="0"/>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1343472" y="1112693"/>
            <a:ext cx="10515600" cy="1325563"/>
          </a:xfrm>
        </p:spPr>
        <p:txBody>
          <a:bodyPr/>
          <a:lstStyle>
            <a:lvl1pPr>
              <a:defRPr>
                <a:solidFill>
                  <a:schemeClr val="bg1"/>
                </a:solidFill>
              </a:defRPr>
            </a:lvl1pPr>
          </a:lstStyle>
          <a:p>
            <a:r>
              <a:rPr lang="en-GB" dirty="0"/>
              <a:t>Click to edit Master title style</a:t>
            </a:r>
            <a:endParaRPr lang="en-BE" dirty="0"/>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6675884" y="2438256"/>
            <a:ext cx="5157787" cy="735156"/>
          </a:xfrm>
        </p:spPr>
        <p:txBody>
          <a:bodyPr anchor="b">
            <a:noAutofit/>
          </a:bodyPr>
          <a:lstStyle>
            <a:lvl1pPr marL="0" indent="0">
              <a:buNone/>
              <a:defRPr sz="2800" b="0">
                <a:solidFill>
                  <a:srgbClr val="AFD8ED"/>
                </a:solidFill>
                <a:latin typeface="Arial" panose="020B0604020202020204" pitchFamily="34" charset="0"/>
                <a:cs typeface="Arial" panose="020B06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4" name="Footer Placeholder 4">
            <a:extLst>
              <a:ext uri="{FF2B5EF4-FFF2-40B4-BE49-F238E27FC236}">
                <a16:creationId xmlns:a16="http://schemas.microsoft.com/office/drawing/2014/main" id="{170AD413-BADD-CC44-B7AA-EA8896768556}"/>
              </a:ext>
            </a:extLst>
          </p:cNvPr>
          <p:cNvSpPr>
            <a:spLocks noGrp="1"/>
          </p:cNvSpPr>
          <p:nvPr>
            <p:ph type="ftr" sz="quarter" idx="10"/>
          </p:nvPr>
        </p:nvSpPr>
        <p:spPr>
          <a:xfrm>
            <a:off x="188696" y="6480000"/>
            <a:ext cx="4114800" cy="365125"/>
          </a:xfrm>
        </p:spPr>
        <p:txBody>
          <a:bodyPr/>
          <a:lstStyle/>
          <a:p>
            <a:r>
              <a:rPr lang="en-BE" dirty="0"/>
              <a:t>NATO UNCLASSIFIED</a:t>
            </a:r>
          </a:p>
        </p:txBody>
      </p:sp>
      <p:sp>
        <p:nvSpPr>
          <p:cNvPr id="15" name="Slide Number Placeholder 5">
            <a:extLst>
              <a:ext uri="{FF2B5EF4-FFF2-40B4-BE49-F238E27FC236}">
                <a16:creationId xmlns:a16="http://schemas.microsoft.com/office/drawing/2014/main" id="{5F3BEDC5-2F3C-A544-87B2-874948386E0B}"/>
              </a:ext>
            </a:extLst>
          </p:cNvPr>
          <p:cNvSpPr>
            <a:spLocks noGrp="1"/>
          </p:cNvSpPr>
          <p:nvPr>
            <p:ph type="sldNum" sz="quarter" idx="11"/>
          </p:nvPr>
        </p:nvSpPr>
        <p:spPr>
          <a:xfrm>
            <a:off x="9180297" y="6480000"/>
            <a:ext cx="2743200" cy="365125"/>
          </a:xfrm>
        </p:spPr>
        <p:txBody>
          <a:bodyPr/>
          <a:lstStyle/>
          <a:p>
            <a:fld id="{9E9C1426-0F0D-BC4F-BF6C-4B07893ACD48}" type="datetimeFigureOut">
              <a:rPr lang="en-BE" smtClean="0"/>
              <a:pPr/>
              <a:t>11/08/2022</a:t>
            </a:fld>
            <a:r>
              <a:rPr lang="en-BE" dirty="0"/>
              <a:t>  </a:t>
            </a:r>
            <a:r>
              <a:rPr lang="en-BE" dirty="0">
                <a:effectLst/>
              </a:rPr>
              <a:t>|  </a:t>
            </a:r>
            <a:r>
              <a:rPr lang="en-GB" dirty="0"/>
              <a:t>P</a:t>
            </a:r>
            <a:r>
              <a:rPr lang="en-BE" dirty="0"/>
              <a:t>AGE </a:t>
            </a:r>
            <a:fld id="{3C66DE6B-CC4B-F74A-99D4-2DC8DD154D90}" type="slidenum">
              <a:rPr lang="en-BE" smtClean="0"/>
              <a:pPr/>
              <a:t>‹#›</a:t>
            </a:fld>
            <a:endParaRPr lang="en-BE" dirty="0"/>
          </a:p>
        </p:txBody>
      </p:sp>
    </p:spTree>
    <p:extLst>
      <p:ext uri="{BB962C8B-B14F-4D97-AF65-F5344CB8AC3E}">
        <p14:creationId xmlns:p14="http://schemas.microsoft.com/office/powerpoint/2010/main" val="25834101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Title and 3 columns_dark">
    <p:bg>
      <p:bgPr>
        <a:solidFill>
          <a:srgbClr val="001D39"/>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hasCustomPrompt="1"/>
          </p:nvPr>
        </p:nvSpPr>
        <p:spPr>
          <a:xfrm>
            <a:off x="1343472" y="3352799"/>
            <a:ext cx="3347815" cy="2955926"/>
          </a:xfrm>
        </p:spPr>
        <p:txBody>
          <a:bodyPr/>
          <a:lstStyle>
            <a:lvl1pPr>
              <a:lnSpc>
                <a:spcPts val="28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1343473" y="2617643"/>
            <a:ext cx="3347814" cy="735156"/>
          </a:xfrm>
        </p:spPr>
        <p:txBody>
          <a:bodyPr anchor="b">
            <a:noAutofit/>
          </a:bodyPr>
          <a:lstStyle>
            <a:lvl1pPr marL="0" indent="0">
              <a:lnSpc>
                <a:spcPts val="3200"/>
              </a:lnSpc>
              <a:buNone/>
              <a:defRPr sz="2800" b="0">
                <a:solidFill>
                  <a:srgbClr val="AFD8E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2" name="Title 1">
            <a:extLst>
              <a:ext uri="{FF2B5EF4-FFF2-40B4-BE49-F238E27FC236}">
                <a16:creationId xmlns:a16="http://schemas.microsoft.com/office/drawing/2014/main" id="{030BD1BB-4F76-EA48-8500-4B586D72D3DC}"/>
              </a:ext>
            </a:extLst>
          </p:cNvPr>
          <p:cNvSpPr>
            <a:spLocks noGrp="1"/>
          </p:cNvSpPr>
          <p:nvPr>
            <p:ph type="title"/>
          </p:nvPr>
        </p:nvSpPr>
        <p:spPr>
          <a:xfrm>
            <a:off x="1338586" y="1112693"/>
            <a:ext cx="10515600" cy="1325563"/>
          </a:xfrm>
        </p:spPr>
        <p:txBody>
          <a:bodyPr/>
          <a:lstStyle>
            <a:lvl1pPr>
              <a:defRPr>
                <a:solidFill>
                  <a:schemeClr val="bg1"/>
                </a:solidFill>
              </a:defRPr>
            </a:lvl1pPr>
          </a:lstStyle>
          <a:p>
            <a:r>
              <a:rPr lang="en-GB" dirty="0"/>
              <a:t>Click to edit Master title style</a:t>
            </a:r>
            <a:endParaRPr lang="en-BE" dirty="0"/>
          </a:p>
        </p:txBody>
      </p:sp>
      <p:sp>
        <p:nvSpPr>
          <p:cNvPr id="9" name="Content Placeholder 3">
            <a:extLst>
              <a:ext uri="{FF2B5EF4-FFF2-40B4-BE49-F238E27FC236}">
                <a16:creationId xmlns:a16="http://schemas.microsoft.com/office/drawing/2014/main" id="{DA10ADEA-8541-5B43-B7EA-A39366AB1A97}"/>
              </a:ext>
            </a:extLst>
          </p:cNvPr>
          <p:cNvSpPr>
            <a:spLocks noGrp="1"/>
          </p:cNvSpPr>
          <p:nvPr>
            <p:ph sz="half" idx="12" hasCustomPrompt="1"/>
          </p:nvPr>
        </p:nvSpPr>
        <p:spPr>
          <a:xfrm>
            <a:off x="4941437" y="3352799"/>
            <a:ext cx="3347815" cy="2955926"/>
          </a:xfrm>
        </p:spPr>
        <p:txBody>
          <a:bodyPr/>
          <a:lstStyle>
            <a:lvl1pPr>
              <a:lnSpc>
                <a:spcPts val="26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marL="1828800" indent="0">
              <a:buNone/>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5" name="Content Placeholder 3">
            <a:extLst>
              <a:ext uri="{FF2B5EF4-FFF2-40B4-BE49-F238E27FC236}">
                <a16:creationId xmlns:a16="http://schemas.microsoft.com/office/drawing/2014/main" id="{D2530195-F13F-B04D-A745-E6A53976FAC4}"/>
              </a:ext>
            </a:extLst>
          </p:cNvPr>
          <p:cNvSpPr>
            <a:spLocks noGrp="1"/>
          </p:cNvSpPr>
          <p:nvPr>
            <p:ph sz="half" idx="14" hasCustomPrompt="1"/>
          </p:nvPr>
        </p:nvSpPr>
        <p:spPr>
          <a:xfrm>
            <a:off x="8539403" y="3352799"/>
            <a:ext cx="3347815" cy="2955926"/>
          </a:xfrm>
        </p:spPr>
        <p:txBody>
          <a:bodyPr/>
          <a:lstStyle>
            <a:lvl1pPr>
              <a:lnSpc>
                <a:spcPts val="28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3" name="Footer Placeholder 4">
            <a:extLst>
              <a:ext uri="{FF2B5EF4-FFF2-40B4-BE49-F238E27FC236}">
                <a16:creationId xmlns:a16="http://schemas.microsoft.com/office/drawing/2014/main" id="{64E23829-47DA-2C44-AED6-17CED323073B}"/>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7" name="Slide Number Placeholder 5">
            <a:extLst>
              <a:ext uri="{FF2B5EF4-FFF2-40B4-BE49-F238E27FC236}">
                <a16:creationId xmlns:a16="http://schemas.microsoft.com/office/drawing/2014/main" id="{A9A77119-278E-9C47-87E6-D91C61F6D608}"/>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11" name="Text Placeholder 2">
            <a:extLst>
              <a:ext uri="{FF2B5EF4-FFF2-40B4-BE49-F238E27FC236}">
                <a16:creationId xmlns:a16="http://schemas.microsoft.com/office/drawing/2014/main" id="{1BE41607-8469-3646-8B93-EA9401D7019B}"/>
              </a:ext>
            </a:extLst>
          </p:cNvPr>
          <p:cNvSpPr>
            <a:spLocks noGrp="1"/>
          </p:cNvSpPr>
          <p:nvPr>
            <p:ph type="body" idx="15" hasCustomPrompt="1"/>
          </p:nvPr>
        </p:nvSpPr>
        <p:spPr>
          <a:xfrm>
            <a:off x="4941438" y="2617643"/>
            <a:ext cx="3347814" cy="735156"/>
          </a:xfrm>
        </p:spPr>
        <p:txBody>
          <a:bodyPr anchor="b">
            <a:noAutofit/>
          </a:bodyPr>
          <a:lstStyle>
            <a:lvl1pPr marL="0" indent="0">
              <a:lnSpc>
                <a:spcPts val="3200"/>
              </a:lnSpc>
              <a:buNone/>
              <a:defRPr sz="2800" b="0">
                <a:solidFill>
                  <a:srgbClr val="AFD8E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8" name="Text Placeholder 2">
            <a:extLst>
              <a:ext uri="{FF2B5EF4-FFF2-40B4-BE49-F238E27FC236}">
                <a16:creationId xmlns:a16="http://schemas.microsoft.com/office/drawing/2014/main" id="{1BE41607-8469-3646-8B93-EA9401D7019B}"/>
              </a:ext>
            </a:extLst>
          </p:cNvPr>
          <p:cNvSpPr>
            <a:spLocks noGrp="1"/>
          </p:cNvSpPr>
          <p:nvPr>
            <p:ph type="body" idx="16" hasCustomPrompt="1"/>
          </p:nvPr>
        </p:nvSpPr>
        <p:spPr>
          <a:xfrm>
            <a:off x="8539404" y="2617643"/>
            <a:ext cx="3347814" cy="735156"/>
          </a:xfrm>
        </p:spPr>
        <p:txBody>
          <a:bodyPr anchor="b">
            <a:noAutofit/>
          </a:bodyPr>
          <a:lstStyle>
            <a:lvl1pPr marL="0" indent="0">
              <a:lnSpc>
                <a:spcPts val="3200"/>
              </a:lnSpc>
              <a:buNone/>
              <a:defRPr sz="2800" b="0">
                <a:solidFill>
                  <a:srgbClr val="AFD8ED"/>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Tree>
    <p:extLst>
      <p:ext uri="{BB962C8B-B14F-4D97-AF65-F5344CB8AC3E}">
        <p14:creationId xmlns:p14="http://schemas.microsoft.com/office/powerpoint/2010/main" val="293071255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Title and 4 columns_dark">
    <p:bg>
      <p:bgPr>
        <a:solidFill>
          <a:srgbClr val="001D39"/>
        </a:solidFill>
        <a:effectLst/>
      </p:bgPr>
    </p:bg>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19D0786-AD54-6A4B-8BA6-F028206B7362}"/>
              </a:ext>
            </a:extLst>
          </p:cNvPr>
          <p:cNvSpPr>
            <a:spLocks noGrp="1"/>
          </p:cNvSpPr>
          <p:nvPr>
            <p:ph sz="half" idx="2" hasCustomPrompt="1"/>
          </p:nvPr>
        </p:nvSpPr>
        <p:spPr>
          <a:xfrm>
            <a:off x="1343472" y="1772816"/>
            <a:ext cx="5157787" cy="1656184"/>
          </a:xfrm>
        </p:spPr>
        <p:txBody>
          <a:bodyPr/>
          <a:lstStyle>
            <a:lvl1pPr>
              <a:lnSpc>
                <a:spcPts val="2600"/>
              </a:lnSpc>
              <a:defRPr>
                <a:solidFill>
                  <a:srgbClr val="AFD8ED"/>
                </a:solidFill>
              </a:defRPr>
            </a:lvl1pPr>
            <a:lvl2pPr>
              <a:lnSpc>
                <a:spcPts val="2600"/>
              </a:lnSpc>
              <a:defRPr>
                <a:solidFill>
                  <a:schemeClr val="bg1"/>
                </a:solidFill>
              </a:defRPr>
            </a:lvl2pPr>
            <a:lvl3pPr>
              <a:lnSpc>
                <a:spcPts val="2600"/>
              </a:lnSpc>
              <a:defRPr>
                <a:solidFill>
                  <a:schemeClr val="bg1"/>
                </a:solidFill>
              </a:defRPr>
            </a:lvl3pPr>
            <a:lvl4pPr>
              <a:lnSpc>
                <a:spcPts val="2600"/>
              </a:lnSpc>
              <a:defRPr>
                <a:solidFill>
                  <a:schemeClr val="bg1"/>
                </a:solidFill>
              </a:defRPr>
            </a:lvl4pPr>
            <a:lvl5pPr>
              <a:lnSpc>
                <a:spcPts val="2600"/>
              </a:lnSpc>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3" name="Text Placeholder 2">
            <a:extLst>
              <a:ext uri="{FF2B5EF4-FFF2-40B4-BE49-F238E27FC236}">
                <a16:creationId xmlns:a16="http://schemas.microsoft.com/office/drawing/2014/main" id="{1BE41607-8469-3646-8B93-EA9401D7019B}"/>
              </a:ext>
            </a:extLst>
          </p:cNvPr>
          <p:cNvSpPr>
            <a:spLocks noGrp="1"/>
          </p:cNvSpPr>
          <p:nvPr>
            <p:ph type="body" idx="1" hasCustomPrompt="1"/>
          </p:nvPr>
        </p:nvSpPr>
        <p:spPr>
          <a:xfrm>
            <a:off x="1343472" y="1037660"/>
            <a:ext cx="5157787" cy="735156"/>
          </a:xfrm>
        </p:spPr>
        <p:txBody>
          <a:bodyPr anchor="b">
            <a:normAutofit/>
          </a:bodyPr>
          <a:lstStyle>
            <a:lvl1pPr marL="0" indent="0">
              <a:buNone/>
              <a:defRPr sz="2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6" name="Content Placeholder 5">
            <a:extLst>
              <a:ext uri="{FF2B5EF4-FFF2-40B4-BE49-F238E27FC236}">
                <a16:creationId xmlns:a16="http://schemas.microsoft.com/office/drawing/2014/main" id="{7711697A-3AFB-364E-8BF8-A7DD7A4100EC}"/>
              </a:ext>
            </a:extLst>
          </p:cNvPr>
          <p:cNvSpPr>
            <a:spLocks noGrp="1"/>
          </p:cNvSpPr>
          <p:nvPr>
            <p:ph sz="quarter" idx="4" hasCustomPrompt="1"/>
          </p:nvPr>
        </p:nvSpPr>
        <p:spPr>
          <a:xfrm>
            <a:off x="6675884" y="1772816"/>
            <a:ext cx="5183188" cy="1656184"/>
          </a:xfrm>
        </p:spPr>
        <p:txBody>
          <a:bodyPr/>
          <a:lstStyle>
            <a:lvl1pPr>
              <a:lnSpc>
                <a:spcPts val="2600"/>
              </a:lnSpc>
              <a:defRPr>
                <a:solidFill>
                  <a:srgbClr val="AFD8ED"/>
                </a:solidFill>
              </a:defRPr>
            </a:lvl1pPr>
            <a:lvl2pPr>
              <a:lnSpc>
                <a:spcPts val="2600"/>
              </a:lnSpc>
              <a:defRPr>
                <a:solidFill>
                  <a:schemeClr val="bg1"/>
                </a:solidFill>
              </a:defRPr>
            </a:lvl2pPr>
            <a:lvl3pPr>
              <a:lnSpc>
                <a:spcPts val="2600"/>
              </a:lnSpc>
              <a:defRPr>
                <a:solidFill>
                  <a:schemeClr val="bg1"/>
                </a:solidFill>
              </a:defRPr>
            </a:lvl3pPr>
            <a:lvl4pPr>
              <a:lnSpc>
                <a:spcPts val="2600"/>
              </a:lnSpc>
              <a:defRPr>
                <a:solidFill>
                  <a:schemeClr val="bg1"/>
                </a:solidFill>
              </a:defRPr>
            </a:lvl4pPr>
            <a:lvl5pPr>
              <a:lnSpc>
                <a:spcPts val="2600"/>
              </a:lnSpc>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3" name="Text Placeholder 2">
            <a:extLst>
              <a:ext uri="{FF2B5EF4-FFF2-40B4-BE49-F238E27FC236}">
                <a16:creationId xmlns:a16="http://schemas.microsoft.com/office/drawing/2014/main" id="{034B3D56-08AA-4A47-9152-DA7E97C05A2C}"/>
              </a:ext>
            </a:extLst>
          </p:cNvPr>
          <p:cNvSpPr>
            <a:spLocks noGrp="1"/>
          </p:cNvSpPr>
          <p:nvPr>
            <p:ph type="body" idx="12" hasCustomPrompt="1"/>
          </p:nvPr>
        </p:nvSpPr>
        <p:spPr>
          <a:xfrm>
            <a:off x="6675884" y="1037660"/>
            <a:ext cx="5157787" cy="735156"/>
          </a:xfrm>
        </p:spPr>
        <p:txBody>
          <a:bodyPr anchor="b">
            <a:normAutofit/>
          </a:bodyPr>
          <a:lstStyle>
            <a:lvl1pPr marL="0" indent="0">
              <a:buNone/>
              <a:defRPr sz="26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7" name="Content Placeholder 3">
            <a:extLst>
              <a:ext uri="{FF2B5EF4-FFF2-40B4-BE49-F238E27FC236}">
                <a16:creationId xmlns:a16="http://schemas.microsoft.com/office/drawing/2014/main" id="{C19221D1-052C-5D40-8511-336429F936DF}"/>
              </a:ext>
            </a:extLst>
          </p:cNvPr>
          <p:cNvSpPr>
            <a:spLocks noGrp="1"/>
          </p:cNvSpPr>
          <p:nvPr>
            <p:ph sz="half" idx="13" hasCustomPrompt="1"/>
          </p:nvPr>
        </p:nvSpPr>
        <p:spPr>
          <a:xfrm>
            <a:off x="1343472" y="4476260"/>
            <a:ext cx="5157787" cy="1656184"/>
          </a:xfrm>
        </p:spPr>
        <p:txBody>
          <a:bodyPr/>
          <a:lstStyle>
            <a:lvl1pPr>
              <a:lnSpc>
                <a:spcPts val="2600"/>
              </a:lnSpc>
              <a:defRPr>
                <a:solidFill>
                  <a:srgbClr val="AFD8ED"/>
                </a:solidFill>
              </a:defRPr>
            </a:lvl1pPr>
            <a:lvl2pPr>
              <a:lnSpc>
                <a:spcPts val="2600"/>
              </a:lnSpc>
              <a:defRPr>
                <a:solidFill>
                  <a:schemeClr val="bg1"/>
                </a:solidFill>
              </a:defRPr>
            </a:lvl2pPr>
            <a:lvl3pPr>
              <a:lnSpc>
                <a:spcPts val="2600"/>
              </a:lnSpc>
              <a:defRPr>
                <a:solidFill>
                  <a:schemeClr val="bg1"/>
                </a:solidFill>
              </a:defRPr>
            </a:lvl3pPr>
            <a:lvl4pPr>
              <a:lnSpc>
                <a:spcPts val="2600"/>
              </a:lnSpc>
              <a:defRPr>
                <a:solidFill>
                  <a:schemeClr val="bg1"/>
                </a:solidFill>
              </a:defRPr>
            </a:lvl4pPr>
            <a:lvl5pPr>
              <a:lnSpc>
                <a:spcPts val="2600"/>
              </a:lnSpc>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18" name="Text Placeholder 2">
            <a:extLst>
              <a:ext uri="{FF2B5EF4-FFF2-40B4-BE49-F238E27FC236}">
                <a16:creationId xmlns:a16="http://schemas.microsoft.com/office/drawing/2014/main" id="{720B8056-8C88-0746-A769-F1530B55EF31}"/>
              </a:ext>
            </a:extLst>
          </p:cNvPr>
          <p:cNvSpPr>
            <a:spLocks noGrp="1"/>
          </p:cNvSpPr>
          <p:nvPr>
            <p:ph type="body" idx="14" hasCustomPrompt="1"/>
          </p:nvPr>
        </p:nvSpPr>
        <p:spPr>
          <a:xfrm>
            <a:off x="1343472" y="3741104"/>
            <a:ext cx="5157787" cy="735156"/>
          </a:xfrm>
        </p:spPr>
        <p:txBody>
          <a:bodyPr anchor="b">
            <a:noAutofit/>
          </a:bodyPr>
          <a:lstStyle>
            <a:lvl1pPr marL="0" indent="0">
              <a:buNone/>
              <a:defRPr sz="26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9" name="Content Placeholder 5">
            <a:extLst>
              <a:ext uri="{FF2B5EF4-FFF2-40B4-BE49-F238E27FC236}">
                <a16:creationId xmlns:a16="http://schemas.microsoft.com/office/drawing/2014/main" id="{0A01FA02-3A50-1046-81FF-94E3ADF0CF6E}"/>
              </a:ext>
            </a:extLst>
          </p:cNvPr>
          <p:cNvSpPr>
            <a:spLocks noGrp="1"/>
          </p:cNvSpPr>
          <p:nvPr>
            <p:ph sz="quarter" idx="15" hasCustomPrompt="1"/>
          </p:nvPr>
        </p:nvSpPr>
        <p:spPr>
          <a:xfrm>
            <a:off x="6675884" y="4476260"/>
            <a:ext cx="5183188" cy="1656184"/>
          </a:xfrm>
        </p:spPr>
        <p:txBody>
          <a:bodyPr/>
          <a:lstStyle>
            <a:lvl1pPr>
              <a:lnSpc>
                <a:spcPts val="2600"/>
              </a:lnSpc>
              <a:defRPr>
                <a:solidFill>
                  <a:srgbClr val="AFD8ED"/>
                </a:solidFill>
              </a:defRPr>
            </a:lvl1pPr>
            <a:lvl2pPr>
              <a:lnSpc>
                <a:spcPts val="2600"/>
              </a:lnSpc>
              <a:defRPr>
                <a:solidFill>
                  <a:schemeClr val="bg1"/>
                </a:solidFill>
              </a:defRPr>
            </a:lvl2pPr>
            <a:lvl3pPr>
              <a:lnSpc>
                <a:spcPts val="2600"/>
              </a:lnSpc>
              <a:defRPr>
                <a:solidFill>
                  <a:schemeClr val="bg1"/>
                </a:solidFill>
              </a:defRPr>
            </a:lvl3pPr>
            <a:lvl4pPr>
              <a:lnSpc>
                <a:spcPts val="2600"/>
              </a:lnSpc>
              <a:defRPr>
                <a:solidFill>
                  <a:schemeClr val="bg1"/>
                </a:solidFill>
              </a:defRPr>
            </a:lvl4pPr>
            <a:lvl5pPr>
              <a:lnSpc>
                <a:spcPts val="2600"/>
              </a:lnSpc>
              <a:defRPr>
                <a:solidFill>
                  <a:schemeClr val="tx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20" name="Text Placeholder 2">
            <a:extLst>
              <a:ext uri="{FF2B5EF4-FFF2-40B4-BE49-F238E27FC236}">
                <a16:creationId xmlns:a16="http://schemas.microsoft.com/office/drawing/2014/main" id="{297670B0-9EC5-7C4B-98A8-A7C940914871}"/>
              </a:ext>
            </a:extLst>
          </p:cNvPr>
          <p:cNvSpPr>
            <a:spLocks noGrp="1"/>
          </p:cNvSpPr>
          <p:nvPr>
            <p:ph type="body" idx="16" hasCustomPrompt="1"/>
          </p:nvPr>
        </p:nvSpPr>
        <p:spPr>
          <a:xfrm>
            <a:off x="6675884" y="3741104"/>
            <a:ext cx="5157787" cy="735156"/>
          </a:xfrm>
        </p:spPr>
        <p:txBody>
          <a:bodyPr anchor="b">
            <a:noAutofit/>
          </a:bodyPr>
          <a:lstStyle>
            <a:lvl1pPr marL="0" indent="0">
              <a:buNone/>
              <a:defRPr sz="26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 master text styles</a:t>
            </a:r>
          </a:p>
        </p:txBody>
      </p:sp>
      <p:sp>
        <p:nvSpPr>
          <p:cNvPr id="12" name="Footer Placeholder 4">
            <a:extLst>
              <a:ext uri="{FF2B5EF4-FFF2-40B4-BE49-F238E27FC236}">
                <a16:creationId xmlns:a16="http://schemas.microsoft.com/office/drawing/2014/main" id="{B7AB4C84-30B5-7C4B-9D27-50F642A26B28}"/>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Noto Sans" panose="020B0502040504020204" pitchFamily="34" charset="0"/>
                <a:ea typeface="Noto Sans" panose="020B0502040504020204" pitchFamily="34" charset="0"/>
                <a:cs typeface="Noto Sans" panose="020B0502040504020204" pitchFamily="34" charset="0"/>
              </a:defRPr>
            </a:lvl1pPr>
          </a:lstStyle>
          <a:p>
            <a:r>
              <a:rPr lang="en-BE" dirty="0"/>
              <a:t>NATO </a:t>
            </a:r>
            <a:r>
              <a:rPr lang="en-BE" dirty="0">
                <a:latin typeface="Arial" panose="020B0604020202020204" pitchFamily="34" charset="0"/>
                <a:cs typeface="Arial" panose="020B0604020202020204" pitchFamily="34" charset="0"/>
              </a:rPr>
              <a:t>UNCLASSIFIED</a:t>
            </a:r>
          </a:p>
        </p:txBody>
      </p:sp>
      <p:sp>
        <p:nvSpPr>
          <p:cNvPr id="14" name="Slide Number Placeholder 5">
            <a:extLst>
              <a:ext uri="{FF2B5EF4-FFF2-40B4-BE49-F238E27FC236}">
                <a16:creationId xmlns:a16="http://schemas.microsoft.com/office/drawing/2014/main" id="{919B5221-A9B0-7940-9FF9-F60966C81219}"/>
              </a:ext>
            </a:extLst>
          </p:cNvPr>
          <p:cNvSpPr>
            <a:spLocks noGrp="1"/>
          </p:cNvSpPr>
          <p:nvPr>
            <p:ph type="sldNum" sz="quarter" idx="17"/>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Tree>
    <p:extLst>
      <p:ext uri="{BB962C8B-B14F-4D97-AF65-F5344CB8AC3E}">
        <p14:creationId xmlns:p14="http://schemas.microsoft.com/office/powerpoint/2010/main" val="29962368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Only_dark">
    <p:bg>
      <p:bgPr>
        <a:solidFill>
          <a:srgbClr val="001D3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a:xfrm>
            <a:off x="1342800" y="2708920"/>
            <a:ext cx="10515600" cy="1325563"/>
          </a:xfrm>
        </p:spPr>
        <p:txBody>
          <a:bodyPr/>
          <a:lstStyle>
            <a:lvl1pPr>
              <a:defRPr>
                <a:solidFill>
                  <a:schemeClr val="bg1"/>
                </a:solidFill>
              </a:defRPr>
            </a:lvl1pPr>
          </a:lstStyle>
          <a:p>
            <a:r>
              <a:rPr lang="en-GB" dirty="0"/>
              <a:t>Click to edit Master title style</a:t>
            </a:r>
            <a:endParaRPr lang="en-B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Tree>
    <p:extLst>
      <p:ext uri="{BB962C8B-B14F-4D97-AF65-F5344CB8AC3E}">
        <p14:creationId xmlns:p14="http://schemas.microsoft.com/office/powerpoint/2010/main" val="280841381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Blank_dark">
    <p:bg>
      <p:bgPr>
        <a:solidFill>
          <a:srgbClr val="001D39"/>
        </a:soli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0D1ED6DF-FF59-A74E-833B-F2FCF86C83A2}"/>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7" name="Slide Number Placeholder 5">
            <a:extLst>
              <a:ext uri="{FF2B5EF4-FFF2-40B4-BE49-F238E27FC236}">
                <a16:creationId xmlns:a16="http://schemas.microsoft.com/office/drawing/2014/main" id="{FDC2BAE2-C0DF-D646-B902-64573BF7DB46}"/>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Tree>
    <p:extLst>
      <p:ext uri="{BB962C8B-B14F-4D97-AF65-F5344CB8AC3E}">
        <p14:creationId xmlns:p14="http://schemas.microsoft.com/office/powerpoint/2010/main" val="37424534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8_Title Only">
    <p:bg>
      <p:bgPr>
        <a:solidFill>
          <a:srgbClr val="001D39"/>
        </a:solidFill>
        <a:effectLst/>
      </p:bgPr>
    </p:bg>
    <p:spTree>
      <p:nvGrpSpPr>
        <p:cNvPr id="1" name=""/>
        <p:cNvGrpSpPr/>
        <p:nvPr/>
      </p:nvGrpSpPr>
      <p:grpSpPr>
        <a:xfrm>
          <a:off x="0" y="0"/>
          <a:ext cx="0" cy="0"/>
          <a:chOff x="0" y="0"/>
          <a:chExt cx="0" cy="0"/>
        </a:xfrm>
      </p:grpSpPr>
      <p:graphicFrame>
        <p:nvGraphicFramePr>
          <p:cNvPr id="15" name="Content Placeholder 25">
            <a:extLst>
              <a:ext uri="{FF2B5EF4-FFF2-40B4-BE49-F238E27FC236}">
                <a16:creationId xmlns:a16="http://schemas.microsoft.com/office/drawing/2014/main" id="{660AF5F3-395B-C04B-B7C0-C4E21B5E2071}"/>
              </a:ext>
            </a:extLst>
          </p:cNvPr>
          <p:cNvGraphicFramePr>
            <a:graphicFrameLocks/>
          </p:cNvGraphicFramePr>
          <p:nvPr userDrawn="1"/>
        </p:nvGraphicFramePr>
        <p:xfrm>
          <a:off x="6097441" y="2651917"/>
          <a:ext cx="4398818" cy="3378142"/>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a:solidFill>
                  <a:schemeClr val="bg1"/>
                </a:solidFill>
              </a:defRPr>
            </a:lvl1pPr>
          </a:lstStyle>
          <a:p>
            <a:r>
              <a:rPr lang="en-GB" dirty="0"/>
              <a:t>Click to edit Master title style</a:t>
            </a:r>
            <a:endParaRPr lang="en-B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graphicFrame>
        <p:nvGraphicFramePr>
          <p:cNvPr id="10" name="Content Placeholder 25">
            <a:extLst>
              <a:ext uri="{FF2B5EF4-FFF2-40B4-BE49-F238E27FC236}">
                <a16:creationId xmlns:a16="http://schemas.microsoft.com/office/drawing/2014/main" id="{87F10C19-9C47-5B46-97A2-15131427E3E7}"/>
              </a:ext>
            </a:extLst>
          </p:cNvPr>
          <p:cNvGraphicFramePr>
            <a:graphicFrameLocks/>
          </p:cNvGraphicFramePr>
          <p:nvPr userDrawn="1"/>
        </p:nvGraphicFramePr>
        <p:xfrm>
          <a:off x="1343472" y="2651917"/>
          <a:ext cx="4398818" cy="33781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Content Placeholder 25">
            <a:extLst>
              <a:ext uri="{FF2B5EF4-FFF2-40B4-BE49-F238E27FC236}">
                <a16:creationId xmlns:a16="http://schemas.microsoft.com/office/drawing/2014/main" id="{9FF65E60-B7E9-7D4F-826B-05ACAD2E5AA8}"/>
              </a:ext>
            </a:extLst>
          </p:cNvPr>
          <p:cNvGraphicFramePr>
            <a:graphicFrameLocks/>
          </p:cNvGraphicFramePr>
          <p:nvPr userDrawn="1"/>
        </p:nvGraphicFramePr>
        <p:xfrm>
          <a:off x="6097441" y="2651917"/>
          <a:ext cx="4398818" cy="3378142"/>
        </p:xfrm>
        <a:graphic>
          <a:graphicData uri="http://schemas.openxmlformats.org/drawingml/2006/chart">
            <c:chart xmlns:c="http://schemas.openxmlformats.org/drawingml/2006/chart" xmlns:r="http://schemas.openxmlformats.org/officeDocument/2006/relationships" r:id="rId4"/>
          </a:graphicData>
        </a:graphic>
      </p:graphicFrame>
      <p:sp>
        <p:nvSpPr>
          <p:cNvPr id="7" name="Chart Placeholder 6">
            <a:extLst>
              <a:ext uri="{FF2B5EF4-FFF2-40B4-BE49-F238E27FC236}">
                <a16:creationId xmlns:a16="http://schemas.microsoft.com/office/drawing/2014/main" id="{E548A333-8913-584B-A4DE-084F4804C6DF}"/>
              </a:ext>
            </a:extLst>
          </p:cNvPr>
          <p:cNvSpPr>
            <a:spLocks noGrp="1"/>
          </p:cNvSpPr>
          <p:nvPr>
            <p:ph type="chart" sz="quarter" idx="19"/>
          </p:nvPr>
        </p:nvSpPr>
        <p:spPr>
          <a:xfrm>
            <a:off x="6097441" y="2651916"/>
            <a:ext cx="4398817" cy="3378143"/>
          </a:xfrm>
        </p:spPr>
        <p:txBody>
          <a:bodyPr/>
          <a:lstStyle>
            <a:lvl1pPr marL="0" indent="0">
              <a:buFontTx/>
              <a:buNone/>
              <a:defRPr/>
            </a:lvl1pPr>
          </a:lstStyle>
          <a:p>
            <a:endParaRPr lang="en-BE" dirty="0"/>
          </a:p>
        </p:txBody>
      </p:sp>
      <p:sp>
        <p:nvSpPr>
          <p:cNvPr id="11" name="Chart Placeholder 6">
            <a:extLst>
              <a:ext uri="{FF2B5EF4-FFF2-40B4-BE49-F238E27FC236}">
                <a16:creationId xmlns:a16="http://schemas.microsoft.com/office/drawing/2014/main" id="{E548A333-8913-584B-A4DE-084F4804C6DF}"/>
              </a:ext>
            </a:extLst>
          </p:cNvPr>
          <p:cNvSpPr>
            <a:spLocks noGrp="1"/>
          </p:cNvSpPr>
          <p:nvPr>
            <p:ph type="chart" sz="quarter" idx="20"/>
          </p:nvPr>
        </p:nvSpPr>
        <p:spPr>
          <a:xfrm>
            <a:off x="1343473" y="2651915"/>
            <a:ext cx="4398817" cy="3378143"/>
          </a:xfrm>
        </p:spPr>
        <p:txBody>
          <a:bodyPr/>
          <a:lstStyle>
            <a:lvl1pPr marL="0" indent="0">
              <a:buFontTx/>
              <a:buNone/>
              <a:defRPr/>
            </a:lvl1pPr>
          </a:lstStyle>
          <a:p>
            <a:endParaRPr lang="en-BE" dirty="0"/>
          </a:p>
        </p:txBody>
      </p:sp>
    </p:spTree>
    <p:extLst>
      <p:ext uri="{BB962C8B-B14F-4D97-AF65-F5344CB8AC3E}">
        <p14:creationId xmlns:p14="http://schemas.microsoft.com/office/powerpoint/2010/main" val="39911154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_Title + smart graphic_dark">
    <p:bg>
      <p:bgPr>
        <a:solidFill>
          <a:srgbClr val="001D3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52B32-4B01-E647-A789-75D4BB3FC9C9}"/>
              </a:ext>
            </a:extLst>
          </p:cNvPr>
          <p:cNvSpPr>
            <a:spLocks noGrp="1"/>
          </p:cNvSpPr>
          <p:nvPr>
            <p:ph type="title"/>
          </p:nvPr>
        </p:nvSpPr>
        <p:spPr/>
        <p:txBody>
          <a:bodyPr/>
          <a:lstStyle>
            <a:lvl1pPr>
              <a:defRPr>
                <a:solidFill>
                  <a:schemeClr val="bg1"/>
                </a:solidFill>
              </a:defRPr>
            </a:lvl1pPr>
          </a:lstStyle>
          <a:p>
            <a:r>
              <a:rPr lang="en-GB" dirty="0"/>
              <a:t>Click to edit Master title style</a:t>
            </a:r>
            <a:endParaRPr lang="en-BE" dirty="0"/>
          </a:p>
        </p:txBody>
      </p:sp>
      <p:sp>
        <p:nvSpPr>
          <p:cNvPr id="5" name="Footer Placeholder 4">
            <a:extLst>
              <a:ext uri="{FF2B5EF4-FFF2-40B4-BE49-F238E27FC236}">
                <a16:creationId xmlns:a16="http://schemas.microsoft.com/office/drawing/2014/main" id="{A436C765-45C9-C441-81D1-86CB0B7C08B7}"/>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8" name="Slide Number Placeholder 5">
            <a:extLst>
              <a:ext uri="{FF2B5EF4-FFF2-40B4-BE49-F238E27FC236}">
                <a16:creationId xmlns:a16="http://schemas.microsoft.com/office/drawing/2014/main" id="{3F5CF2AE-CAF3-054A-AF03-271ECC7EAA1C}"/>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7" name="SmartArt Placeholder 6">
            <a:extLst>
              <a:ext uri="{FF2B5EF4-FFF2-40B4-BE49-F238E27FC236}">
                <a16:creationId xmlns:a16="http://schemas.microsoft.com/office/drawing/2014/main" id="{EBA310F8-DC7A-BC43-9251-362ABFCAC01D}"/>
              </a:ext>
            </a:extLst>
          </p:cNvPr>
          <p:cNvSpPr>
            <a:spLocks noGrp="1"/>
          </p:cNvSpPr>
          <p:nvPr>
            <p:ph type="dgm" sz="quarter" idx="18"/>
          </p:nvPr>
        </p:nvSpPr>
        <p:spPr>
          <a:xfrm>
            <a:off x="1343472" y="2996952"/>
            <a:ext cx="10590528" cy="1800000"/>
          </a:xfrm>
        </p:spPr>
        <p:txBody>
          <a:bodyPr anchor="ctr"/>
          <a:lstStyle>
            <a:lvl1pPr marL="0" indent="0" algn="ctr">
              <a:buFontTx/>
              <a:buNone/>
              <a:defRPr>
                <a:latin typeface="Arial" panose="020B0604020202020204" pitchFamily="34" charset="0"/>
                <a:cs typeface="Arial" panose="020B0604020202020204" pitchFamily="34" charset="0"/>
              </a:defRPr>
            </a:lvl1pPr>
          </a:lstStyle>
          <a:p>
            <a:endParaRPr lang="en-BE" dirty="0"/>
          </a:p>
        </p:txBody>
      </p:sp>
    </p:spTree>
    <p:extLst>
      <p:ext uri="{BB962C8B-B14F-4D97-AF65-F5344CB8AC3E}">
        <p14:creationId xmlns:p14="http://schemas.microsoft.com/office/powerpoint/2010/main" val="9774860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_Content with Caption_dark">
    <p:bg>
      <p:bgPr>
        <a:solidFill>
          <a:srgbClr val="001D3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6350A1-80AA-4540-867E-9337914D1645}"/>
              </a:ext>
            </a:extLst>
          </p:cNvPr>
          <p:cNvSpPr>
            <a:spLocks noGrp="1"/>
          </p:cNvSpPr>
          <p:nvPr>
            <p:ph type="title"/>
          </p:nvPr>
        </p:nvSpPr>
        <p:spPr>
          <a:xfrm>
            <a:off x="1342800" y="1247774"/>
            <a:ext cx="3932237" cy="1069975"/>
          </a:xfrm>
        </p:spPr>
        <p:txBody>
          <a:bodyPr anchor="t"/>
          <a:lstStyle>
            <a:lvl1pPr>
              <a:lnSpc>
                <a:spcPts val="3600"/>
              </a:lnSpc>
              <a:defRPr sz="3200">
                <a:solidFill>
                  <a:schemeClr val="bg1"/>
                </a:solidFill>
              </a:defRPr>
            </a:lvl1pPr>
          </a:lstStyle>
          <a:p>
            <a:r>
              <a:rPr lang="en-GB" dirty="0"/>
              <a:t>Click to edit Master title style</a:t>
            </a:r>
            <a:endParaRPr lang="en-BE" dirty="0"/>
          </a:p>
        </p:txBody>
      </p:sp>
      <p:sp>
        <p:nvSpPr>
          <p:cNvPr id="3" name="Content Placeholder 2">
            <a:extLst>
              <a:ext uri="{FF2B5EF4-FFF2-40B4-BE49-F238E27FC236}">
                <a16:creationId xmlns:a16="http://schemas.microsoft.com/office/drawing/2014/main" id="{55392917-C80D-0645-B785-B6B129FA74F5}"/>
              </a:ext>
            </a:extLst>
          </p:cNvPr>
          <p:cNvSpPr>
            <a:spLocks noGrp="1"/>
          </p:cNvSpPr>
          <p:nvPr>
            <p:ph idx="1"/>
          </p:nvPr>
        </p:nvSpPr>
        <p:spPr>
          <a:xfrm>
            <a:off x="5447928" y="1271587"/>
            <a:ext cx="6172200" cy="4962526"/>
          </a:xfrm>
        </p:spPr>
        <p:txBody>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2000"/>
            </a:lvl5pPr>
            <a:lvl6pPr>
              <a:defRPr sz="2000"/>
            </a:lvl6pPr>
            <a:lvl7pPr>
              <a:defRPr sz="2000"/>
            </a:lvl7pPr>
            <a:lvl8pPr>
              <a:defRPr sz="2000"/>
            </a:lvl8pPr>
            <a:lvl9pPr>
              <a:defRPr sz="2000"/>
            </a:lvl9p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4" name="Text Placeholder 3">
            <a:extLst>
              <a:ext uri="{FF2B5EF4-FFF2-40B4-BE49-F238E27FC236}">
                <a16:creationId xmlns:a16="http://schemas.microsoft.com/office/drawing/2014/main" id="{585E5D54-8724-9B4C-B479-706A97DF72DC}"/>
              </a:ext>
            </a:extLst>
          </p:cNvPr>
          <p:cNvSpPr>
            <a:spLocks noGrp="1"/>
          </p:cNvSpPr>
          <p:nvPr>
            <p:ph type="body" sz="half" idx="2"/>
          </p:nvPr>
        </p:nvSpPr>
        <p:spPr>
          <a:xfrm>
            <a:off x="1342800" y="231775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7" name="Footer Placeholder 4">
            <a:extLst>
              <a:ext uri="{FF2B5EF4-FFF2-40B4-BE49-F238E27FC236}">
                <a16:creationId xmlns:a16="http://schemas.microsoft.com/office/drawing/2014/main" id="{01662CC6-465C-4A42-BFF8-83D38E994D12}"/>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0" name="Slide Number Placeholder 5">
            <a:extLst>
              <a:ext uri="{FF2B5EF4-FFF2-40B4-BE49-F238E27FC236}">
                <a16:creationId xmlns:a16="http://schemas.microsoft.com/office/drawing/2014/main" id="{3F18D5C7-803B-E84A-BEDB-AFCEC6FE9849}"/>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Tree>
    <p:extLst>
      <p:ext uri="{BB962C8B-B14F-4D97-AF65-F5344CB8AC3E}">
        <p14:creationId xmlns:p14="http://schemas.microsoft.com/office/powerpoint/2010/main" val="6141946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6_Picture with Caption_dark">
    <p:bg>
      <p:bgPr>
        <a:solidFill>
          <a:srgbClr val="001D39"/>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854C744-C537-8445-893C-CE55E502E8A8}"/>
              </a:ext>
            </a:extLst>
          </p:cNvPr>
          <p:cNvSpPr>
            <a:spLocks noGrp="1"/>
          </p:cNvSpPr>
          <p:nvPr>
            <p:ph type="pic" idx="1" hasCustomPrompt="1"/>
          </p:nvPr>
        </p:nvSpPr>
        <p:spPr>
          <a:xfrm>
            <a:off x="5447928" y="1247774"/>
            <a:ext cx="6172200" cy="4873625"/>
          </a:xfrm>
          <a:solidFill>
            <a:srgbClr val="AFD8ED"/>
          </a:solidFill>
        </p:spPr>
        <p:txBody>
          <a:bodyPr anchor="ctr"/>
          <a:lstStyle>
            <a:lvl1pPr marL="0" indent="0" algn="ctr">
              <a:buNone/>
              <a:defRPr sz="3200" baseline="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Drag your photo here.</a:t>
            </a:r>
            <a:endParaRPr lang="en-BE" dirty="0"/>
          </a:p>
        </p:txBody>
      </p:sp>
      <p:sp>
        <p:nvSpPr>
          <p:cNvPr id="11" name="Text Placeholder 3">
            <a:extLst>
              <a:ext uri="{FF2B5EF4-FFF2-40B4-BE49-F238E27FC236}">
                <a16:creationId xmlns:a16="http://schemas.microsoft.com/office/drawing/2014/main" id="{872D5FD3-AE2B-3F45-BEB0-B180C05E5D89}"/>
              </a:ext>
            </a:extLst>
          </p:cNvPr>
          <p:cNvSpPr>
            <a:spLocks noGrp="1"/>
          </p:cNvSpPr>
          <p:nvPr>
            <p:ph type="body" sz="half" idx="2"/>
          </p:nvPr>
        </p:nvSpPr>
        <p:spPr>
          <a:xfrm>
            <a:off x="1343472" y="231775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7" name="Footer Placeholder 4">
            <a:extLst>
              <a:ext uri="{FF2B5EF4-FFF2-40B4-BE49-F238E27FC236}">
                <a16:creationId xmlns:a16="http://schemas.microsoft.com/office/drawing/2014/main" id="{CA37A7F5-EE0D-7146-BDF7-6B4C160EBD7D}"/>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2" name="Slide Number Placeholder 5">
            <a:extLst>
              <a:ext uri="{FF2B5EF4-FFF2-40B4-BE49-F238E27FC236}">
                <a16:creationId xmlns:a16="http://schemas.microsoft.com/office/drawing/2014/main" id="{7AD4BF7A-9D8E-134C-93D6-6AAD43A5196E}"/>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8" name="Title 1">
            <a:extLst>
              <a:ext uri="{FF2B5EF4-FFF2-40B4-BE49-F238E27FC236}">
                <a16:creationId xmlns:a16="http://schemas.microsoft.com/office/drawing/2014/main" id="{C46350A1-80AA-4540-867E-9337914D1645}"/>
              </a:ext>
            </a:extLst>
          </p:cNvPr>
          <p:cNvSpPr>
            <a:spLocks noGrp="1"/>
          </p:cNvSpPr>
          <p:nvPr>
            <p:ph type="title"/>
          </p:nvPr>
        </p:nvSpPr>
        <p:spPr>
          <a:xfrm>
            <a:off x="1342800" y="1247774"/>
            <a:ext cx="3932237" cy="1069975"/>
          </a:xfrm>
        </p:spPr>
        <p:txBody>
          <a:bodyPr anchor="t"/>
          <a:lstStyle>
            <a:lvl1pPr>
              <a:lnSpc>
                <a:spcPts val="3600"/>
              </a:lnSpc>
              <a:defRPr sz="3200">
                <a:solidFill>
                  <a:schemeClr val="bg1"/>
                </a:solidFill>
              </a:defRPr>
            </a:lvl1pPr>
          </a:lstStyle>
          <a:p>
            <a:r>
              <a:rPr lang="en-GB" dirty="0"/>
              <a:t>Click to edit Master title style</a:t>
            </a:r>
            <a:endParaRPr lang="en-BE" dirty="0"/>
          </a:p>
        </p:txBody>
      </p:sp>
    </p:spTree>
    <p:extLst>
      <p:ext uri="{BB962C8B-B14F-4D97-AF65-F5344CB8AC3E}">
        <p14:creationId xmlns:p14="http://schemas.microsoft.com/office/powerpoint/2010/main" val="94414597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6. Full-size photo">
    <p:bg>
      <p:bgPr>
        <a:solidFill>
          <a:srgbClr val="001D39"/>
        </a:solidFill>
        <a:effectLst/>
      </p:bgPr>
    </p:bg>
    <p:spTree>
      <p:nvGrpSpPr>
        <p:cNvPr id="1" name=""/>
        <p:cNvGrpSpPr/>
        <p:nvPr/>
      </p:nvGrpSpPr>
      <p:grpSpPr>
        <a:xfrm>
          <a:off x="0" y="0"/>
          <a:ext cx="0" cy="0"/>
          <a:chOff x="0" y="0"/>
          <a:chExt cx="0" cy="0"/>
        </a:xfrm>
      </p:grpSpPr>
      <p:sp>
        <p:nvSpPr>
          <p:cNvPr id="10" name="Text Placeholder 10"/>
          <p:cNvSpPr txBox="1">
            <a:spLocks/>
          </p:cNvSpPr>
          <p:nvPr userDrawn="1"/>
        </p:nvSpPr>
        <p:spPr>
          <a:xfrm>
            <a:off x="1343471" y="5443624"/>
            <a:ext cx="6371843" cy="371475"/>
          </a:xfrm>
          <a:prstGeom prst="rect">
            <a:avLst/>
          </a:prstGeom>
        </p:spPr>
        <p:txBody>
          <a:bodyPr>
            <a:normAutofit fontScale="77500" lnSpcReduction="20000"/>
          </a:bodyPr>
          <a:lstStyle>
            <a:lvl1pPr marL="0" indent="0" algn="l" defTabSz="914400" rtl="0" eaLnBrk="1" latinLnBrk="0" hangingPunct="1">
              <a:lnSpc>
                <a:spcPct val="150000"/>
              </a:lnSpc>
              <a:spcBef>
                <a:spcPts val="1000"/>
              </a:spcBef>
              <a:buClr>
                <a:srgbClr val="AFD8ED"/>
              </a:buClr>
              <a:buFontTx/>
              <a:buNone/>
              <a:defRPr sz="1800" kern="1200">
                <a:solidFill>
                  <a:srgbClr val="244084"/>
                </a:solid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AFD8ED"/>
              </a:buClr>
              <a:buFont typeface="Wingdings" pitchFamily="2" charset="2"/>
              <a:buChar char="§"/>
              <a:defRPr sz="2000" kern="1200">
                <a:solidFill>
                  <a:srgbClr val="FFFFFF"/>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AFD8ED"/>
              </a:buClr>
              <a:buFont typeface="Wingdings" pitchFamily="2" charset="2"/>
              <a:buChar char="§"/>
              <a:defRPr sz="1800" kern="1200">
                <a:solidFill>
                  <a:srgbClr val="FFFFFF"/>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AFD8ED"/>
              </a:buClr>
              <a:buFont typeface="Wingdings" pitchFamily="2" charset="2"/>
              <a:buChar char="§"/>
              <a:defRPr sz="1600" kern="1200">
                <a:solidFill>
                  <a:srgbClr val="FFFFFF"/>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chemeClr val="bg1"/>
              </a:solidFill>
            </a:endParaRPr>
          </a:p>
        </p:txBody>
      </p:sp>
      <p:sp>
        <p:nvSpPr>
          <p:cNvPr id="11"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3"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Tree>
    <p:extLst>
      <p:ext uri="{BB962C8B-B14F-4D97-AF65-F5344CB8AC3E}">
        <p14:creationId xmlns:p14="http://schemas.microsoft.com/office/powerpoint/2010/main" val="480841067"/>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6. Text +photo half">
    <p:bg>
      <p:bgPr>
        <a:solidFill>
          <a:srgbClr val="001D39"/>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hasCustomPrompt="1"/>
          </p:nvPr>
        </p:nvSpPr>
        <p:spPr>
          <a:xfrm>
            <a:off x="6096000" y="0"/>
            <a:ext cx="6096000" cy="6858000"/>
          </a:xfrm>
          <a:solidFill>
            <a:srgbClr val="AFD8ED"/>
          </a:solidFill>
        </p:spPr>
        <p:txBody>
          <a:bodyPr anchor="ctr"/>
          <a:lstStyle>
            <a:lvl1pPr marL="0" indent="0" algn="ctr">
              <a:buFontTx/>
              <a:buNone/>
              <a:defRPr>
                <a:solidFill>
                  <a:schemeClr val="tx1"/>
                </a:solidFill>
              </a:defRPr>
            </a:lvl1pPr>
          </a:lstStyle>
          <a:p>
            <a:r>
              <a:rPr lang="en-US" dirty="0"/>
              <a:t>Drag your photo here.</a:t>
            </a:r>
            <a:endParaRPr lang="en-GB" dirty="0"/>
          </a:p>
        </p:txBody>
      </p:sp>
      <p:sp>
        <p:nvSpPr>
          <p:cNvPr id="10" name="Text Placeholder 10"/>
          <p:cNvSpPr txBox="1">
            <a:spLocks/>
          </p:cNvSpPr>
          <p:nvPr userDrawn="1"/>
        </p:nvSpPr>
        <p:spPr>
          <a:xfrm>
            <a:off x="1343471" y="5443624"/>
            <a:ext cx="6371843" cy="371475"/>
          </a:xfrm>
          <a:prstGeom prst="rect">
            <a:avLst/>
          </a:prstGeom>
        </p:spPr>
        <p:txBody>
          <a:bodyPr>
            <a:normAutofit fontScale="77500" lnSpcReduction="20000"/>
          </a:bodyPr>
          <a:lstStyle>
            <a:lvl1pPr marL="0" indent="0" algn="l" defTabSz="914400" rtl="0" eaLnBrk="1" latinLnBrk="0" hangingPunct="1">
              <a:lnSpc>
                <a:spcPct val="150000"/>
              </a:lnSpc>
              <a:spcBef>
                <a:spcPts val="1000"/>
              </a:spcBef>
              <a:buClr>
                <a:srgbClr val="AFD8ED"/>
              </a:buClr>
              <a:buFontTx/>
              <a:buNone/>
              <a:defRPr sz="1800" kern="1200">
                <a:solidFill>
                  <a:srgbClr val="244084"/>
                </a:solid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AFD8ED"/>
              </a:buClr>
              <a:buFont typeface="Wingdings" pitchFamily="2" charset="2"/>
              <a:buChar char="§"/>
              <a:defRPr sz="2000" kern="1200">
                <a:solidFill>
                  <a:srgbClr val="FFFFFF"/>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AFD8ED"/>
              </a:buClr>
              <a:buFont typeface="Wingdings" pitchFamily="2" charset="2"/>
              <a:buChar char="§"/>
              <a:defRPr sz="1800" kern="1200">
                <a:solidFill>
                  <a:srgbClr val="FFFFFF"/>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AFD8ED"/>
              </a:buClr>
              <a:buFont typeface="Wingdings" pitchFamily="2" charset="2"/>
              <a:buChar char="§"/>
              <a:defRPr sz="1600" kern="1200">
                <a:solidFill>
                  <a:srgbClr val="FFFFFF"/>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chemeClr val="bg1"/>
              </a:solidFill>
            </a:endParaRPr>
          </a:p>
        </p:txBody>
      </p:sp>
      <p:sp>
        <p:nvSpPr>
          <p:cNvPr id="11"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3"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14" name="Title 1">
            <a:extLst>
              <a:ext uri="{FF2B5EF4-FFF2-40B4-BE49-F238E27FC236}">
                <a16:creationId xmlns:a16="http://schemas.microsoft.com/office/drawing/2014/main" id="{C46350A1-80AA-4540-867E-9337914D1645}"/>
              </a:ext>
            </a:extLst>
          </p:cNvPr>
          <p:cNvSpPr>
            <a:spLocks noGrp="1"/>
          </p:cNvSpPr>
          <p:nvPr>
            <p:ph type="title"/>
          </p:nvPr>
        </p:nvSpPr>
        <p:spPr>
          <a:xfrm>
            <a:off x="1342800" y="1247774"/>
            <a:ext cx="4537176" cy="1069975"/>
          </a:xfrm>
        </p:spPr>
        <p:txBody>
          <a:bodyPr anchor="t"/>
          <a:lstStyle>
            <a:lvl1pPr>
              <a:lnSpc>
                <a:spcPts val="3600"/>
              </a:lnSpc>
              <a:defRPr sz="3200">
                <a:solidFill>
                  <a:schemeClr val="bg1"/>
                </a:solidFill>
              </a:defRPr>
            </a:lvl1pPr>
          </a:lstStyle>
          <a:p>
            <a:r>
              <a:rPr lang="en-GB" dirty="0"/>
              <a:t>Click to edit Master title style</a:t>
            </a:r>
            <a:endParaRPr lang="en-BE" dirty="0"/>
          </a:p>
        </p:txBody>
      </p:sp>
      <p:sp>
        <p:nvSpPr>
          <p:cNvPr id="3" name="Text Placeholder 2"/>
          <p:cNvSpPr>
            <a:spLocks noGrp="1"/>
          </p:cNvSpPr>
          <p:nvPr>
            <p:ph type="body" sz="quarter" idx="16"/>
          </p:nvPr>
        </p:nvSpPr>
        <p:spPr>
          <a:xfrm>
            <a:off x="1342801" y="2317750"/>
            <a:ext cx="4537300" cy="3703638"/>
          </a:xfrm>
        </p:spPr>
        <p:txBody>
          <a:bodyPr/>
          <a:lstStyle>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207564132"/>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6. Text +2 photos half">
    <p:bg>
      <p:bgPr>
        <a:solidFill>
          <a:srgbClr val="001D39"/>
        </a:solidFill>
        <a:effectLst/>
      </p:bgPr>
    </p:bg>
    <p:spTree>
      <p:nvGrpSpPr>
        <p:cNvPr id="1" name=""/>
        <p:cNvGrpSpPr/>
        <p:nvPr/>
      </p:nvGrpSpPr>
      <p:grpSpPr>
        <a:xfrm>
          <a:off x="0" y="0"/>
          <a:ext cx="0" cy="0"/>
          <a:chOff x="0" y="0"/>
          <a:chExt cx="0" cy="0"/>
        </a:xfrm>
      </p:grpSpPr>
      <p:sp>
        <p:nvSpPr>
          <p:cNvPr id="12" name="Picture Placeholder 4"/>
          <p:cNvSpPr>
            <a:spLocks noGrp="1"/>
          </p:cNvSpPr>
          <p:nvPr>
            <p:ph type="pic" sz="quarter" idx="16" hasCustomPrompt="1"/>
          </p:nvPr>
        </p:nvSpPr>
        <p:spPr>
          <a:xfrm>
            <a:off x="6096000" y="3474000"/>
            <a:ext cx="6096000" cy="3384000"/>
          </a:xfrm>
          <a:solidFill>
            <a:srgbClr val="AFD8ED"/>
          </a:solidFill>
        </p:spPr>
        <p:txBody>
          <a:bodyPr anchor="ctr"/>
          <a:lstStyle>
            <a:lvl1pPr marL="0" indent="0" algn="ctr">
              <a:buFontTx/>
              <a:buNone/>
              <a:defRPr>
                <a:solidFill>
                  <a:schemeClr val="tx1"/>
                </a:solidFill>
              </a:defRPr>
            </a:lvl1pPr>
          </a:lstStyle>
          <a:p>
            <a:r>
              <a:rPr lang="en-US" dirty="0"/>
              <a:t>Drag your photo here.</a:t>
            </a:r>
            <a:endParaRPr lang="en-GB" dirty="0"/>
          </a:p>
        </p:txBody>
      </p:sp>
      <p:sp>
        <p:nvSpPr>
          <p:cNvPr id="5" name="Picture Placeholder 4"/>
          <p:cNvSpPr>
            <a:spLocks noGrp="1"/>
          </p:cNvSpPr>
          <p:nvPr>
            <p:ph type="pic" sz="quarter" idx="15" hasCustomPrompt="1"/>
          </p:nvPr>
        </p:nvSpPr>
        <p:spPr>
          <a:xfrm>
            <a:off x="6096000" y="0"/>
            <a:ext cx="6096000" cy="3384000"/>
          </a:xfrm>
          <a:solidFill>
            <a:srgbClr val="AFD8ED"/>
          </a:solidFill>
        </p:spPr>
        <p:txBody>
          <a:bodyPr anchor="ctr"/>
          <a:lstStyle>
            <a:lvl1pPr marL="0" indent="0" algn="ctr">
              <a:buFontTx/>
              <a:buNone/>
              <a:defRPr>
                <a:solidFill>
                  <a:schemeClr val="tx1"/>
                </a:solidFill>
              </a:defRPr>
            </a:lvl1pPr>
          </a:lstStyle>
          <a:p>
            <a:r>
              <a:rPr lang="en-US" dirty="0"/>
              <a:t>Drag your photo here.</a:t>
            </a:r>
            <a:endParaRPr lang="en-GB" dirty="0"/>
          </a:p>
        </p:txBody>
      </p:sp>
      <p:sp>
        <p:nvSpPr>
          <p:cNvPr id="10" name="Text Placeholder 10"/>
          <p:cNvSpPr txBox="1">
            <a:spLocks/>
          </p:cNvSpPr>
          <p:nvPr userDrawn="1"/>
        </p:nvSpPr>
        <p:spPr>
          <a:xfrm>
            <a:off x="1343471" y="5443624"/>
            <a:ext cx="6371843" cy="371475"/>
          </a:xfrm>
          <a:prstGeom prst="rect">
            <a:avLst/>
          </a:prstGeom>
        </p:spPr>
        <p:txBody>
          <a:bodyPr>
            <a:normAutofit fontScale="77500" lnSpcReduction="20000"/>
          </a:bodyPr>
          <a:lstStyle>
            <a:lvl1pPr marL="0" indent="0" algn="l" defTabSz="914400" rtl="0" eaLnBrk="1" latinLnBrk="0" hangingPunct="1">
              <a:lnSpc>
                <a:spcPct val="150000"/>
              </a:lnSpc>
              <a:spcBef>
                <a:spcPts val="1000"/>
              </a:spcBef>
              <a:buClr>
                <a:srgbClr val="AFD8ED"/>
              </a:buClr>
              <a:buFontTx/>
              <a:buNone/>
              <a:defRPr sz="1800" kern="1200">
                <a:solidFill>
                  <a:srgbClr val="244084"/>
                </a:solid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AFD8ED"/>
              </a:buClr>
              <a:buFont typeface="Wingdings" pitchFamily="2" charset="2"/>
              <a:buChar char="§"/>
              <a:defRPr sz="2000" kern="1200">
                <a:solidFill>
                  <a:srgbClr val="FFFFFF"/>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AFD8ED"/>
              </a:buClr>
              <a:buFont typeface="Wingdings" pitchFamily="2" charset="2"/>
              <a:buChar char="§"/>
              <a:defRPr sz="1800" kern="1200">
                <a:solidFill>
                  <a:srgbClr val="FFFFFF"/>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AFD8ED"/>
              </a:buClr>
              <a:buFont typeface="Wingdings" pitchFamily="2" charset="2"/>
              <a:buChar char="§"/>
              <a:defRPr sz="1600" kern="1200">
                <a:solidFill>
                  <a:srgbClr val="FFFFFF"/>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chemeClr val="bg1"/>
              </a:solidFill>
            </a:endParaRPr>
          </a:p>
        </p:txBody>
      </p:sp>
      <p:sp>
        <p:nvSpPr>
          <p:cNvPr id="11"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3"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17" name="Title 1">
            <a:extLst>
              <a:ext uri="{FF2B5EF4-FFF2-40B4-BE49-F238E27FC236}">
                <a16:creationId xmlns:a16="http://schemas.microsoft.com/office/drawing/2014/main" id="{C46350A1-80AA-4540-867E-9337914D1645}"/>
              </a:ext>
            </a:extLst>
          </p:cNvPr>
          <p:cNvSpPr>
            <a:spLocks noGrp="1"/>
          </p:cNvSpPr>
          <p:nvPr>
            <p:ph type="title"/>
          </p:nvPr>
        </p:nvSpPr>
        <p:spPr>
          <a:xfrm>
            <a:off x="1342800" y="1247774"/>
            <a:ext cx="4537176" cy="1069975"/>
          </a:xfrm>
        </p:spPr>
        <p:txBody>
          <a:bodyPr anchor="t"/>
          <a:lstStyle>
            <a:lvl1pPr>
              <a:lnSpc>
                <a:spcPts val="3600"/>
              </a:lnSpc>
              <a:defRPr sz="3200">
                <a:solidFill>
                  <a:schemeClr val="bg1"/>
                </a:solidFill>
              </a:defRPr>
            </a:lvl1pPr>
          </a:lstStyle>
          <a:p>
            <a:r>
              <a:rPr lang="en-GB" dirty="0"/>
              <a:t>Click to edit Master title style</a:t>
            </a:r>
            <a:endParaRPr lang="en-BE" dirty="0"/>
          </a:p>
        </p:txBody>
      </p:sp>
      <p:sp>
        <p:nvSpPr>
          <p:cNvPr id="6" name="Text Placeholder 5"/>
          <p:cNvSpPr>
            <a:spLocks noGrp="1"/>
          </p:cNvSpPr>
          <p:nvPr>
            <p:ph type="body" sz="quarter" idx="17"/>
          </p:nvPr>
        </p:nvSpPr>
        <p:spPr>
          <a:xfrm>
            <a:off x="1343025" y="2317750"/>
            <a:ext cx="4537075" cy="3775075"/>
          </a:xfrm>
        </p:spPr>
        <p:txBody>
          <a:bodyPr/>
          <a:lstStyle>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969798678"/>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6. Text +3 photos horizontal">
    <p:bg>
      <p:bgPr>
        <a:solidFill>
          <a:srgbClr val="001D39"/>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6" hasCustomPrompt="1"/>
          </p:nvPr>
        </p:nvSpPr>
        <p:spPr>
          <a:xfrm>
            <a:off x="0" y="2348880"/>
            <a:ext cx="4007768" cy="2204864"/>
          </a:xfrm>
          <a:solidFill>
            <a:srgbClr val="AFD8ED"/>
          </a:solidFill>
        </p:spPr>
        <p:txBody>
          <a:bodyPr anchor="ctr"/>
          <a:lstStyle>
            <a:lvl1pPr marL="0" indent="0" algn="ctr">
              <a:buFontTx/>
              <a:buNone/>
              <a:defRPr>
                <a:solidFill>
                  <a:schemeClr val="tx1"/>
                </a:solidFill>
              </a:defRPr>
            </a:lvl1pPr>
          </a:lstStyle>
          <a:p>
            <a:r>
              <a:rPr lang="en-US" dirty="0"/>
              <a:t>Drag your photo here.</a:t>
            </a:r>
            <a:endParaRPr lang="en-GB" dirty="0"/>
          </a:p>
        </p:txBody>
      </p:sp>
      <p:sp>
        <p:nvSpPr>
          <p:cNvPr id="10" name="Picture Placeholder 3"/>
          <p:cNvSpPr>
            <a:spLocks noGrp="1"/>
          </p:cNvSpPr>
          <p:nvPr>
            <p:ph type="pic" sz="quarter" idx="17" hasCustomPrompt="1"/>
          </p:nvPr>
        </p:nvSpPr>
        <p:spPr>
          <a:xfrm>
            <a:off x="4104000" y="2348880"/>
            <a:ext cx="4006800" cy="2204864"/>
          </a:xfrm>
          <a:solidFill>
            <a:srgbClr val="AFD8ED"/>
          </a:solidFill>
        </p:spPr>
        <p:txBody>
          <a:bodyPr anchor="ctr"/>
          <a:lstStyle>
            <a:lvl1pPr marL="0" indent="0" algn="ctr">
              <a:buFontTx/>
              <a:buNone/>
              <a:defRPr>
                <a:solidFill>
                  <a:schemeClr val="tx1"/>
                </a:solidFill>
              </a:defRPr>
            </a:lvl1pPr>
          </a:lstStyle>
          <a:p>
            <a:r>
              <a:rPr lang="en-US" dirty="0"/>
              <a:t>Drag your photo here.</a:t>
            </a:r>
            <a:endParaRPr lang="en-GB" dirty="0"/>
          </a:p>
        </p:txBody>
      </p:sp>
      <p:sp>
        <p:nvSpPr>
          <p:cNvPr id="11" name="Picture Placeholder 3"/>
          <p:cNvSpPr>
            <a:spLocks noGrp="1"/>
          </p:cNvSpPr>
          <p:nvPr>
            <p:ph type="pic" sz="quarter" idx="18" hasCustomPrompt="1"/>
          </p:nvPr>
        </p:nvSpPr>
        <p:spPr>
          <a:xfrm>
            <a:off x="8189695" y="2348880"/>
            <a:ext cx="4006800" cy="2204864"/>
          </a:xfrm>
          <a:solidFill>
            <a:srgbClr val="AFD8ED"/>
          </a:solidFill>
        </p:spPr>
        <p:txBody>
          <a:bodyPr anchor="ctr"/>
          <a:lstStyle>
            <a:lvl1pPr marL="0" indent="0" algn="ctr">
              <a:buFontTx/>
              <a:buNone/>
              <a:defRPr>
                <a:solidFill>
                  <a:schemeClr val="tx1"/>
                </a:solidFill>
              </a:defRPr>
            </a:lvl1pPr>
          </a:lstStyle>
          <a:p>
            <a:r>
              <a:rPr lang="en-US" dirty="0"/>
              <a:t>Drag your photo here.</a:t>
            </a:r>
            <a:endParaRPr lang="en-GB" dirty="0"/>
          </a:p>
        </p:txBody>
      </p:sp>
      <p:sp>
        <p:nvSpPr>
          <p:cNvPr id="13" name="Title 1">
            <a:extLst>
              <a:ext uri="{FF2B5EF4-FFF2-40B4-BE49-F238E27FC236}">
                <a16:creationId xmlns:a16="http://schemas.microsoft.com/office/drawing/2014/main" id="{E3552B32-4B01-E647-A789-75D4BB3FC9C9}"/>
              </a:ext>
            </a:extLst>
          </p:cNvPr>
          <p:cNvSpPr>
            <a:spLocks noGrp="1"/>
          </p:cNvSpPr>
          <p:nvPr>
            <p:ph type="title"/>
          </p:nvPr>
        </p:nvSpPr>
        <p:spPr>
          <a:xfrm>
            <a:off x="1343472" y="1112693"/>
            <a:ext cx="10590528" cy="1325563"/>
          </a:xfrm>
        </p:spPr>
        <p:txBody>
          <a:bodyPr/>
          <a:lstStyle>
            <a:lvl1pPr>
              <a:defRPr>
                <a:solidFill>
                  <a:schemeClr val="bg1"/>
                </a:solidFill>
              </a:defRPr>
            </a:lvl1pPr>
          </a:lstStyle>
          <a:p>
            <a:r>
              <a:rPr lang="en-GB" dirty="0"/>
              <a:t>Click to edit Master title style</a:t>
            </a:r>
            <a:endParaRPr lang="en-BE" dirty="0"/>
          </a:p>
        </p:txBody>
      </p:sp>
      <p:sp>
        <p:nvSpPr>
          <p:cNvPr id="18" name="Text Placeholder 3">
            <a:extLst>
              <a:ext uri="{FF2B5EF4-FFF2-40B4-BE49-F238E27FC236}">
                <a16:creationId xmlns:a16="http://schemas.microsoft.com/office/drawing/2014/main" id="{872D5FD3-AE2B-3F45-BEB0-B180C05E5D89}"/>
              </a:ext>
            </a:extLst>
          </p:cNvPr>
          <p:cNvSpPr>
            <a:spLocks noGrp="1"/>
          </p:cNvSpPr>
          <p:nvPr>
            <p:ph type="body" sz="half" idx="2"/>
          </p:nvPr>
        </p:nvSpPr>
        <p:spPr>
          <a:xfrm>
            <a:off x="1487488" y="4869160"/>
            <a:ext cx="6623312" cy="126017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dirty="0"/>
              <a:t>Click to edit Master text styles</a:t>
            </a:r>
          </a:p>
        </p:txBody>
      </p:sp>
      <p:sp>
        <p:nvSpPr>
          <p:cNvPr id="19"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20"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Tree>
    <p:extLst>
      <p:ext uri="{BB962C8B-B14F-4D97-AF65-F5344CB8AC3E}">
        <p14:creationId xmlns:p14="http://schemas.microsoft.com/office/powerpoint/2010/main" val="3514664001"/>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6. Text +3 photos vertical">
    <p:bg>
      <p:bgPr>
        <a:solidFill>
          <a:srgbClr val="001D39"/>
        </a:solidFill>
        <a:effectLst/>
      </p:bgPr>
    </p:bg>
    <p:spTree>
      <p:nvGrpSpPr>
        <p:cNvPr id="1" name=""/>
        <p:cNvGrpSpPr/>
        <p:nvPr/>
      </p:nvGrpSpPr>
      <p:grpSpPr>
        <a:xfrm>
          <a:off x="0" y="0"/>
          <a:ext cx="0" cy="0"/>
          <a:chOff x="0" y="0"/>
          <a:chExt cx="0" cy="0"/>
        </a:xfrm>
      </p:grpSpPr>
      <p:sp>
        <p:nvSpPr>
          <p:cNvPr id="12" name="Picture Placeholder 4"/>
          <p:cNvSpPr>
            <a:spLocks noGrp="1"/>
          </p:cNvSpPr>
          <p:nvPr>
            <p:ph type="pic" sz="quarter" idx="16" hasCustomPrompt="1"/>
          </p:nvPr>
        </p:nvSpPr>
        <p:spPr>
          <a:xfrm>
            <a:off x="8616280" y="-9128"/>
            <a:ext cx="3575720" cy="2232000"/>
          </a:xfrm>
          <a:solidFill>
            <a:srgbClr val="AFD8ED"/>
          </a:solidFill>
        </p:spPr>
        <p:txBody>
          <a:bodyPr anchor="ctr"/>
          <a:lstStyle>
            <a:lvl1pPr marL="0" indent="0" algn="ctr">
              <a:buFontTx/>
              <a:buNone/>
              <a:defRPr>
                <a:solidFill>
                  <a:schemeClr val="tx1"/>
                </a:solidFill>
              </a:defRPr>
            </a:lvl1pPr>
          </a:lstStyle>
          <a:p>
            <a:r>
              <a:rPr lang="en-US" dirty="0"/>
              <a:t>Drag your photo here.</a:t>
            </a:r>
            <a:endParaRPr lang="en-GB" dirty="0"/>
          </a:p>
        </p:txBody>
      </p:sp>
      <p:sp>
        <p:nvSpPr>
          <p:cNvPr id="17" name="Picture Placeholder 4"/>
          <p:cNvSpPr>
            <a:spLocks noGrp="1"/>
          </p:cNvSpPr>
          <p:nvPr>
            <p:ph type="pic" sz="quarter" idx="17" hasCustomPrompt="1"/>
          </p:nvPr>
        </p:nvSpPr>
        <p:spPr>
          <a:xfrm>
            <a:off x="8616280" y="2275200"/>
            <a:ext cx="3575720" cy="2232000"/>
          </a:xfrm>
          <a:solidFill>
            <a:srgbClr val="AFD8ED"/>
          </a:solidFill>
        </p:spPr>
        <p:txBody>
          <a:bodyPr anchor="ctr"/>
          <a:lstStyle>
            <a:lvl1pPr marL="0" indent="0" algn="ctr">
              <a:buFontTx/>
              <a:buNone/>
              <a:defRPr>
                <a:solidFill>
                  <a:schemeClr val="tx1"/>
                </a:solidFill>
              </a:defRPr>
            </a:lvl1pPr>
          </a:lstStyle>
          <a:p>
            <a:r>
              <a:rPr lang="en-US" dirty="0"/>
              <a:t>Drag your photo here.</a:t>
            </a:r>
            <a:endParaRPr lang="en-GB" dirty="0"/>
          </a:p>
        </p:txBody>
      </p:sp>
      <p:sp>
        <p:nvSpPr>
          <p:cNvPr id="18" name="Picture Placeholder 4"/>
          <p:cNvSpPr>
            <a:spLocks noGrp="1"/>
          </p:cNvSpPr>
          <p:nvPr>
            <p:ph type="pic" sz="quarter" idx="18" hasCustomPrompt="1"/>
          </p:nvPr>
        </p:nvSpPr>
        <p:spPr>
          <a:xfrm>
            <a:off x="8616280" y="4564800"/>
            <a:ext cx="3575720" cy="2286000"/>
          </a:xfrm>
          <a:solidFill>
            <a:srgbClr val="AFD8ED"/>
          </a:solidFill>
        </p:spPr>
        <p:txBody>
          <a:bodyPr anchor="ctr"/>
          <a:lstStyle>
            <a:lvl1pPr marL="0" indent="0" algn="ctr">
              <a:buFontTx/>
              <a:buNone/>
              <a:defRPr>
                <a:solidFill>
                  <a:schemeClr val="tx1"/>
                </a:solidFill>
              </a:defRPr>
            </a:lvl1pPr>
          </a:lstStyle>
          <a:p>
            <a:r>
              <a:rPr lang="en-US" dirty="0"/>
              <a:t>Drag your photo here.</a:t>
            </a:r>
            <a:endParaRPr lang="en-GB" dirty="0"/>
          </a:p>
        </p:txBody>
      </p:sp>
      <p:sp>
        <p:nvSpPr>
          <p:cNvPr id="10" name="Text Placeholder 10"/>
          <p:cNvSpPr txBox="1">
            <a:spLocks/>
          </p:cNvSpPr>
          <p:nvPr userDrawn="1"/>
        </p:nvSpPr>
        <p:spPr>
          <a:xfrm>
            <a:off x="1343471" y="5745319"/>
            <a:ext cx="6371843" cy="371475"/>
          </a:xfrm>
          <a:prstGeom prst="rect">
            <a:avLst/>
          </a:prstGeom>
        </p:spPr>
        <p:txBody>
          <a:bodyPr>
            <a:normAutofit fontScale="77500" lnSpcReduction="20000"/>
          </a:bodyPr>
          <a:lstStyle>
            <a:lvl1pPr marL="0" indent="0" algn="l" defTabSz="914400" rtl="0" eaLnBrk="1" latinLnBrk="0" hangingPunct="1">
              <a:lnSpc>
                <a:spcPct val="150000"/>
              </a:lnSpc>
              <a:spcBef>
                <a:spcPts val="1000"/>
              </a:spcBef>
              <a:buClr>
                <a:srgbClr val="AFD8ED"/>
              </a:buClr>
              <a:buFontTx/>
              <a:buNone/>
              <a:defRPr sz="1800" kern="1200">
                <a:solidFill>
                  <a:srgbClr val="244084"/>
                </a:solidFill>
                <a:latin typeface="Arial" panose="020B0604020202020204" pitchFamily="34" charset="0"/>
                <a:ea typeface="Noto Sans" panose="020B0502040504020204" pitchFamily="34" charset="0"/>
                <a:cs typeface="Arial" panose="020B0604020202020204" pitchFamily="34" charset="0"/>
              </a:defRPr>
            </a:lvl1pPr>
            <a:lvl2pPr marL="685800" indent="-228600" algn="l" defTabSz="914400" rtl="0" eaLnBrk="1" latinLnBrk="0" hangingPunct="1">
              <a:lnSpc>
                <a:spcPct val="150000"/>
              </a:lnSpc>
              <a:spcBef>
                <a:spcPts val="500"/>
              </a:spcBef>
              <a:buClr>
                <a:srgbClr val="AFD8ED"/>
              </a:buClr>
              <a:buFont typeface="Wingdings" pitchFamily="2" charset="2"/>
              <a:buChar char="§"/>
              <a:defRPr sz="2000" kern="1200">
                <a:solidFill>
                  <a:srgbClr val="FFFFFF"/>
                </a:solidFill>
                <a:latin typeface="Arial" panose="020B0604020202020204" pitchFamily="34" charset="0"/>
                <a:ea typeface="Noto Sans" panose="020B0502040504020204" pitchFamily="34" charset="0"/>
                <a:cs typeface="Arial" panose="020B0604020202020204" pitchFamily="34" charset="0"/>
              </a:defRPr>
            </a:lvl2pPr>
            <a:lvl3pPr marL="1143000" indent="-228600" algn="l" defTabSz="914400" rtl="0" eaLnBrk="1" latinLnBrk="0" hangingPunct="1">
              <a:lnSpc>
                <a:spcPct val="150000"/>
              </a:lnSpc>
              <a:spcBef>
                <a:spcPts val="500"/>
              </a:spcBef>
              <a:buClr>
                <a:srgbClr val="AFD8ED"/>
              </a:buClr>
              <a:buFont typeface="Wingdings" pitchFamily="2" charset="2"/>
              <a:buChar char="§"/>
              <a:defRPr sz="1800" kern="1200">
                <a:solidFill>
                  <a:srgbClr val="FFFFFF"/>
                </a:solidFill>
                <a:latin typeface="Arial" panose="020B0604020202020204" pitchFamily="34" charset="0"/>
                <a:ea typeface="Noto Sans" panose="020B0502040504020204" pitchFamily="34" charset="0"/>
                <a:cs typeface="Arial" panose="020B0604020202020204" pitchFamily="34" charset="0"/>
              </a:defRPr>
            </a:lvl3pPr>
            <a:lvl4pPr marL="1600200" indent="-228600" algn="l" defTabSz="914400" rtl="0" eaLnBrk="1" latinLnBrk="0" hangingPunct="1">
              <a:lnSpc>
                <a:spcPct val="150000"/>
              </a:lnSpc>
              <a:spcBef>
                <a:spcPts val="500"/>
              </a:spcBef>
              <a:buClr>
                <a:srgbClr val="AFD8ED"/>
              </a:buClr>
              <a:buFont typeface="Wingdings" pitchFamily="2" charset="2"/>
              <a:buChar char="§"/>
              <a:defRPr sz="1600" kern="1200">
                <a:solidFill>
                  <a:srgbClr val="FFFFFF"/>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GB" dirty="0">
              <a:solidFill>
                <a:schemeClr val="bg1"/>
              </a:solidFill>
            </a:endParaRPr>
          </a:p>
        </p:txBody>
      </p:sp>
      <p:sp>
        <p:nvSpPr>
          <p:cNvPr id="11" name="Footer Placeholder 4">
            <a:extLst>
              <a:ext uri="{FF2B5EF4-FFF2-40B4-BE49-F238E27FC236}">
                <a16:creationId xmlns:a16="http://schemas.microsoft.com/office/drawing/2014/main" id="{D657737D-F015-CB41-A2DC-45E2C68A3C69}"/>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3" name="Slide Number Placeholder 5">
            <a:extLst>
              <a:ext uri="{FF2B5EF4-FFF2-40B4-BE49-F238E27FC236}">
                <a16:creationId xmlns:a16="http://schemas.microsoft.com/office/drawing/2014/main" id="{0B7B6367-8A58-E94C-A551-20BF4CCAB078}"/>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19" name="Title 1">
            <a:extLst>
              <a:ext uri="{FF2B5EF4-FFF2-40B4-BE49-F238E27FC236}">
                <a16:creationId xmlns:a16="http://schemas.microsoft.com/office/drawing/2014/main" id="{C46350A1-80AA-4540-867E-9337914D1645}"/>
              </a:ext>
            </a:extLst>
          </p:cNvPr>
          <p:cNvSpPr>
            <a:spLocks noGrp="1"/>
          </p:cNvSpPr>
          <p:nvPr>
            <p:ph type="title"/>
          </p:nvPr>
        </p:nvSpPr>
        <p:spPr>
          <a:xfrm>
            <a:off x="1342800" y="1247774"/>
            <a:ext cx="6913440" cy="1069975"/>
          </a:xfrm>
        </p:spPr>
        <p:txBody>
          <a:bodyPr anchor="t"/>
          <a:lstStyle>
            <a:lvl1pPr>
              <a:lnSpc>
                <a:spcPts val="3600"/>
              </a:lnSpc>
              <a:defRPr sz="3200">
                <a:solidFill>
                  <a:schemeClr val="bg1"/>
                </a:solidFill>
              </a:defRPr>
            </a:lvl1pPr>
          </a:lstStyle>
          <a:p>
            <a:r>
              <a:rPr lang="en-GB" dirty="0"/>
              <a:t>Click to edit Master title style</a:t>
            </a:r>
            <a:endParaRPr lang="en-BE" dirty="0"/>
          </a:p>
        </p:txBody>
      </p:sp>
      <p:sp>
        <p:nvSpPr>
          <p:cNvPr id="20" name="Text Placeholder 5"/>
          <p:cNvSpPr>
            <a:spLocks noGrp="1"/>
          </p:cNvSpPr>
          <p:nvPr>
            <p:ph type="body" sz="quarter" idx="19"/>
          </p:nvPr>
        </p:nvSpPr>
        <p:spPr>
          <a:xfrm>
            <a:off x="1343025" y="2317750"/>
            <a:ext cx="6913286" cy="3775075"/>
          </a:xfrm>
        </p:spPr>
        <p:txBody>
          <a:bodyPr/>
          <a:lstStyle>
            <a:lvl5pPr marL="1828800" indent="0">
              <a:buNone/>
              <a:defRPr/>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1600912648"/>
      </p:ext>
    </p:extLst>
  </p:cSld>
  <p:clrMapOvr>
    <a:masterClrMapping/>
  </p:clrMapOvr>
  <p:extLst>
    <p:ext uri="{DCECCB84-F9BA-43D5-87BE-67443E8EF086}">
      <p15:sldGuideLst xmlns:p15="http://schemas.microsoft.com/office/powerpoint/2012/main">
        <p15:guide id="1" pos="7355">
          <p15:clr>
            <a:srgbClr val="FBAE40"/>
          </p15:clr>
        </p15:guide>
        <p15:guide id="2" pos="325">
          <p15:clr>
            <a:srgbClr val="FBAE40"/>
          </p15:clr>
        </p15:guide>
        <p15:guide id="3" orient="horz" pos="346">
          <p15:clr>
            <a:srgbClr val="FBAE40"/>
          </p15:clr>
        </p15:guide>
        <p15:guide id="4" orient="horz" pos="3974">
          <p15:clr>
            <a:srgbClr val="FBAE40"/>
          </p15:clr>
        </p15:guide>
        <p15:guide id="5" pos="665">
          <p15:clr>
            <a:srgbClr val="FBAE40"/>
          </p15:clr>
        </p15:guide>
        <p15:guide id="6" orient="horz" pos="2160">
          <p15:clr>
            <a:srgbClr val="FBAE40"/>
          </p15:clr>
        </p15:guide>
        <p15:guide id="7" pos="91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7_Single picture_dark+caption">
    <p:spTree>
      <p:nvGrpSpPr>
        <p:cNvPr id="1" name=""/>
        <p:cNvGrpSpPr/>
        <p:nvPr/>
      </p:nvGrpSpPr>
      <p:grpSpPr>
        <a:xfrm>
          <a:off x="0" y="0"/>
          <a:ext cx="0" cy="0"/>
          <a:chOff x="0" y="0"/>
          <a:chExt cx="0" cy="0"/>
        </a:xfrm>
      </p:grpSpPr>
      <p:sp>
        <p:nvSpPr>
          <p:cNvPr id="3" name="Picture Placeholder 2"/>
          <p:cNvSpPr>
            <a:spLocks noGrp="1"/>
          </p:cNvSpPr>
          <p:nvPr>
            <p:ph type="pic" sz="quarter" idx="15" hasCustomPrompt="1"/>
          </p:nvPr>
        </p:nvSpPr>
        <p:spPr>
          <a:xfrm>
            <a:off x="1343473" y="1343025"/>
            <a:ext cx="9867600" cy="4678263"/>
          </a:xfrm>
          <a:solidFill>
            <a:srgbClr val="AFD8ED"/>
          </a:solidFill>
        </p:spPr>
        <p:txBody>
          <a:bodyPr/>
          <a:lstStyle>
            <a:lvl1pPr marL="0" indent="0">
              <a:buFontTx/>
              <a:buNone/>
              <a:defRPr>
                <a:solidFill>
                  <a:schemeClr val="tx1"/>
                </a:solidFill>
              </a:defRPr>
            </a:lvl1pPr>
          </a:lstStyle>
          <a:p>
            <a:r>
              <a:rPr lang="en-US" dirty="0"/>
              <a:t>Drag your photo here.</a:t>
            </a:r>
            <a:endParaRPr lang="en-GB" dirty="0"/>
          </a:p>
        </p:txBody>
      </p:sp>
      <p:sp>
        <p:nvSpPr>
          <p:cNvPr id="11" name="Content Placeholder 4"/>
          <p:cNvSpPr>
            <a:spLocks noGrp="1"/>
          </p:cNvSpPr>
          <p:nvPr>
            <p:ph sz="quarter" idx="22" hasCustomPrompt="1"/>
          </p:nvPr>
        </p:nvSpPr>
        <p:spPr>
          <a:xfrm>
            <a:off x="6652800" y="4428000"/>
            <a:ext cx="4967287" cy="1872000"/>
          </a:xfrm>
          <a:solidFill>
            <a:schemeClr val="bg1"/>
          </a:solidFill>
        </p:spPr>
        <p:txBody>
          <a:bodyPr/>
          <a:lstStyle>
            <a:lvl1pPr marL="0" indent="0">
              <a:buFontTx/>
              <a:buNone/>
              <a:defRPr>
                <a:solidFill>
                  <a:schemeClr val="bg1"/>
                </a:solidFill>
              </a:defRPr>
            </a:lvl1pPr>
          </a:lstStyle>
          <a:p>
            <a:pPr lvl="0"/>
            <a:r>
              <a:rPr lang="en-US" dirty="0" err="1"/>
              <a:t>asdad</a:t>
            </a:r>
            <a:endParaRPr lang="en-GB" dirty="0"/>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9"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6785999" y="4294800"/>
            <a:ext cx="4751481" cy="936104"/>
          </a:xfrm>
        </p:spPr>
        <p:txBody>
          <a:bodyPr anchor="b"/>
          <a:lstStyle>
            <a:lvl1pPr marL="0" indent="0">
              <a:lnSpc>
                <a:spcPts val="2800"/>
              </a:lnSpc>
              <a:buFontTx/>
              <a:buNone/>
              <a:defRPr b="0" i="0">
                <a:solidFill>
                  <a:srgbClr val="004A91"/>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a:t>
            </a:r>
          </a:p>
        </p:txBody>
      </p:sp>
      <p:sp>
        <p:nvSpPr>
          <p:cNvPr id="10"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6786000" y="5400000"/>
            <a:ext cx="4751481" cy="882087"/>
          </a:xfrm>
        </p:spPr>
        <p:txBody>
          <a:bodyPr>
            <a:normAutofit/>
          </a:bodyPr>
          <a:lstStyle>
            <a:lvl1pPr marL="0" indent="0">
              <a:lnSpc>
                <a:spcPts val="2000"/>
              </a:lnSpc>
              <a:buFontTx/>
              <a:buNone/>
              <a:defRPr sz="16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cxnSp>
        <p:nvCxnSpPr>
          <p:cNvPr id="16" name="Straight Connector 15"/>
          <p:cNvCxnSpPr/>
          <p:nvPr userDrawn="1"/>
        </p:nvCxnSpPr>
        <p:spPr>
          <a:xfrm>
            <a:off x="6696599" y="5299200"/>
            <a:ext cx="551529" cy="0"/>
          </a:xfrm>
          <a:prstGeom prst="line">
            <a:avLst/>
          </a:prstGeom>
          <a:ln w="31750">
            <a:solidFill>
              <a:srgbClr val="118AC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5769460"/>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7_Single picture only_dark">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A837212-5305-A841-8D6C-B0081C0AE9F0}"/>
              </a:ext>
            </a:extLst>
          </p:cNvPr>
          <p:cNvSpPr>
            <a:spLocks noGrp="1"/>
          </p:cNvSpPr>
          <p:nvPr>
            <p:ph type="pic" sz="quarter" idx="12" hasCustomPrompt="1"/>
          </p:nvPr>
        </p:nvSpPr>
        <p:spPr>
          <a:xfrm>
            <a:off x="1342800" y="1342800"/>
            <a:ext cx="9865768" cy="4679951"/>
          </a:xfrm>
          <a:custGeom>
            <a:avLst/>
            <a:gdLst>
              <a:gd name="connsiteX0" fmla="*/ 0 w 10080625"/>
              <a:gd name="connsiteY0" fmla="*/ 0 h 4679951"/>
              <a:gd name="connsiteX1" fmla="*/ 9300618 w 10080625"/>
              <a:gd name="connsiteY1" fmla="*/ 0 h 4679951"/>
              <a:gd name="connsiteX2" fmla="*/ 10080625 w 10080625"/>
              <a:gd name="connsiteY2" fmla="*/ 780007 h 4679951"/>
              <a:gd name="connsiteX3" fmla="*/ 10080625 w 10080625"/>
              <a:gd name="connsiteY3" fmla="*/ 4679951 h 4679951"/>
              <a:gd name="connsiteX4" fmla="*/ 0 w 10080625"/>
              <a:gd name="connsiteY4" fmla="*/ 4679951 h 4679951"/>
              <a:gd name="connsiteX5" fmla="*/ 0 w 10080625"/>
              <a:gd name="connsiteY5"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75028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10080625 w 10085278"/>
              <a:gd name="connsiteY4" fmla="*/ 4679951 h 4679951"/>
              <a:gd name="connsiteX5" fmla="*/ 0 w 10085278"/>
              <a:gd name="connsiteY5" fmla="*/ 4679951 h 4679951"/>
              <a:gd name="connsiteX6" fmla="*/ 0 w 10085278"/>
              <a:gd name="connsiteY6" fmla="*/ 0 h 4679951"/>
              <a:gd name="connsiteX0" fmla="*/ 0 w 10085278"/>
              <a:gd name="connsiteY0" fmla="*/ 0 h 4679951"/>
              <a:gd name="connsiteX1" fmla="*/ 9300618 w 10085278"/>
              <a:gd name="connsiteY1" fmla="*/ 0 h 4679951"/>
              <a:gd name="connsiteX2" fmla="*/ 10080625 w 10085278"/>
              <a:gd name="connsiteY2" fmla="*/ 780007 h 4679951"/>
              <a:gd name="connsiteX3" fmla="*/ 10085278 w 10085278"/>
              <a:gd name="connsiteY3" fmla="*/ 2589596 h 4679951"/>
              <a:gd name="connsiteX4" fmla="*/ 5371990 w 10085278"/>
              <a:gd name="connsiteY4" fmla="*/ 4679951 h 4679951"/>
              <a:gd name="connsiteX5" fmla="*/ 0 w 10085278"/>
              <a:gd name="connsiteY5" fmla="*/ 4679951 h 4679951"/>
              <a:gd name="connsiteX6" fmla="*/ 0 w 10085278"/>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10085278 w 10088894"/>
              <a:gd name="connsiteY3" fmla="*/ 258959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418684 w 10088894"/>
              <a:gd name="connsiteY3" fmla="*/ 2579086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80625 w 10088894"/>
              <a:gd name="connsiteY2" fmla="*/ 780007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600107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5376643 w 10088894"/>
              <a:gd name="connsiteY3" fmla="*/ 2484494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5371990 w 10088894"/>
              <a:gd name="connsiteY4" fmla="*/ 4679951 h 4679951"/>
              <a:gd name="connsiteX5" fmla="*/ 0 w 10088894"/>
              <a:gd name="connsiteY5" fmla="*/ 4679951 h 4679951"/>
              <a:gd name="connsiteX6" fmla="*/ 0 w 10088894"/>
              <a:gd name="connsiteY6" fmla="*/ 0 h 4679951"/>
              <a:gd name="connsiteX0" fmla="*/ 0 w 10088894"/>
              <a:gd name="connsiteY0" fmla="*/ 0 h 4679951"/>
              <a:gd name="connsiteX1" fmla="*/ 10088894 w 10088894"/>
              <a:gd name="connsiteY1" fmla="*/ 10510 h 4679951"/>
              <a:gd name="connsiteX2" fmla="*/ 10070115 w 10088894"/>
              <a:gd name="connsiteY2" fmla="*/ 2472172 h 4679951"/>
              <a:gd name="connsiteX3" fmla="*/ 10078465 w 10088894"/>
              <a:gd name="connsiteY3" fmla="*/ 4674539 h 4679951"/>
              <a:gd name="connsiteX4" fmla="*/ 0 w 10088894"/>
              <a:gd name="connsiteY4" fmla="*/ 4679951 h 4679951"/>
              <a:gd name="connsiteX5" fmla="*/ 0 w 10088894"/>
              <a:gd name="connsiteY5" fmla="*/ 0 h 4679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88894" h="4679951">
                <a:moveTo>
                  <a:pt x="0" y="0"/>
                </a:moveTo>
                <a:lnTo>
                  <a:pt x="10088894" y="10510"/>
                </a:lnTo>
                <a:cubicBezTo>
                  <a:pt x="10086138" y="267009"/>
                  <a:pt x="10072871" y="2215673"/>
                  <a:pt x="10070115" y="2472172"/>
                </a:cubicBezTo>
                <a:cubicBezTo>
                  <a:pt x="10072898" y="3206294"/>
                  <a:pt x="10075682" y="3940417"/>
                  <a:pt x="10078465" y="4674539"/>
                </a:cubicBezTo>
                <a:lnTo>
                  <a:pt x="0" y="4679951"/>
                </a:lnTo>
                <a:lnTo>
                  <a:pt x="0" y="0"/>
                </a:lnTo>
                <a:close/>
              </a:path>
            </a:pathLst>
          </a:custGeom>
          <a:solidFill>
            <a:srgbClr val="AFD8ED"/>
          </a:solidFill>
        </p:spPr>
        <p:txBody>
          <a:bodyPr anchor="t"/>
          <a:lstStyle>
            <a:lvl1pPr marL="0" indent="0" algn="l">
              <a:buNone/>
              <a:defRPr>
                <a:solidFill>
                  <a:schemeClr val="tx1"/>
                </a:solidFill>
                <a:latin typeface="Arial" panose="020B0604020202020204" pitchFamily="34" charset="0"/>
                <a:cs typeface="Arial" panose="020B0604020202020204" pitchFamily="34" charset="0"/>
              </a:defRPr>
            </a:lvl1pPr>
          </a:lstStyle>
          <a:p>
            <a:r>
              <a:rPr lang="en-US" dirty="0"/>
              <a:t>Drag your photo here.</a:t>
            </a:r>
            <a:endParaRPr lang="en-GB" dirty="0"/>
          </a:p>
        </p:txBody>
      </p:sp>
      <p:sp>
        <p:nvSpPr>
          <p:cNvPr id="12" name="Footer Placeholder 4">
            <a:extLst>
              <a:ext uri="{FF2B5EF4-FFF2-40B4-BE49-F238E27FC236}">
                <a16:creationId xmlns:a16="http://schemas.microsoft.com/office/drawing/2014/main" id="{DE610F55-BE30-1144-94A8-7CBE71D4172D}"/>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3" name="Slide Number Placeholder 5">
            <a:extLst>
              <a:ext uri="{FF2B5EF4-FFF2-40B4-BE49-F238E27FC236}">
                <a16:creationId xmlns:a16="http://schemas.microsoft.com/office/drawing/2014/main" id="{FF71E887-6FEA-674A-A086-6C6D3F763A35}"/>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Tree>
    <p:extLst>
      <p:ext uri="{BB962C8B-B14F-4D97-AF65-F5344CB8AC3E}">
        <p14:creationId xmlns:p14="http://schemas.microsoft.com/office/powerpoint/2010/main" val="1001246858"/>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7. 2 photos + captions_dark">
    <p:spTree>
      <p:nvGrpSpPr>
        <p:cNvPr id="1" name=""/>
        <p:cNvGrpSpPr/>
        <p:nvPr/>
      </p:nvGrpSpPr>
      <p:grpSpPr>
        <a:xfrm>
          <a:off x="0" y="0"/>
          <a:ext cx="0" cy="0"/>
          <a:chOff x="0" y="0"/>
          <a:chExt cx="0" cy="0"/>
        </a:xfrm>
      </p:grpSpPr>
      <p:sp>
        <p:nvSpPr>
          <p:cNvPr id="18" name="Picture Placeholder 2"/>
          <p:cNvSpPr>
            <a:spLocks noGrp="1"/>
          </p:cNvSpPr>
          <p:nvPr>
            <p:ph type="pic" sz="quarter" idx="18" hasCustomPrompt="1"/>
          </p:nvPr>
        </p:nvSpPr>
        <p:spPr>
          <a:xfrm>
            <a:off x="6984932" y="1357313"/>
            <a:ext cx="4903788" cy="3036887"/>
          </a:xfrm>
          <a:solidFill>
            <a:srgbClr val="AFD8ED"/>
          </a:solidFill>
        </p:spPr>
        <p:txBody>
          <a:bodyPr/>
          <a:lstStyle>
            <a:lvl1pPr marL="0" indent="0">
              <a:buFontTx/>
              <a:buNone/>
              <a:defRPr>
                <a:solidFill>
                  <a:schemeClr val="tx1"/>
                </a:solidFill>
              </a:defRPr>
            </a:lvl1pPr>
          </a:lstStyle>
          <a:p>
            <a:r>
              <a:rPr lang="en-US" dirty="0"/>
              <a:t>Drag your photo here.</a:t>
            </a:r>
            <a:endParaRPr lang="en-GB" dirty="0"/>
          </a:p>
        </p:txBody>
      </p:sp>
      <p:sp>
        <p:nvSpPr>
          <p:cNvPr id="21" name="Content Placeholder 4"/>
          <p:cNvSpPr>
            <a:spLocks noGrp="1"/>
          </p:cNvSpPr>
          <p:nvPr>
            <p:ph sz="quarter" idx="22"/>
          </p:nvPr>
        </p:nvSpPr>
        <p:spPr>
          <a:xfrm>
            <a:off x="6496064" y="4008751"/>
            <a:ext cx="4967287" cy="1928813"/>
          </a:xfrm>
          <a:solidFill>
            <a:schemeClr val="bg1"/>
          </a:solidFill>
        </p:spPr>
        <p:txBody>
          <a:bodyPr/>
          <a:lstStyle>
            <a:lvl1pPr marL="0" indent="0">
              <a:buFontTx/>
              <a:buNone/>
              <a:defRPr>
                <a:solidFill>
                  <a:schemeClr val="bg1"/>
                </a:solidFill>
              </a:defRPr>
            </a:lvl1pPr>
          </a:lstStyle>
          <a:p>
            <a:pPr lvl="0"/>
            <a:endParaRPr lang="en-GB" dirty="0"/>
          </a:p>
        </p:txBody>
      </p:sp>
      <p:sp>
        <p:nvSpPr>
          <p:cNvPr id="14" name="Picture Placeholder 2"/>
          <p:cNvSpPr>
            <a:spLocks noGrp="1"/>
          </p:cNvSpPr>
          <p:nvPr>
            <p:ph type="pic" sz="quarter" idx="17" hasCustomPrompt="1"/>
          </p:nvPr>
        </p:nvSpPr>
        <p:spPr>
          <a:xfrm>
            <a:off x="1333378" y="1357313"/>
            <a:ext cx="4903788" cy="3036887"/>
          </a:xfrm>
          <a:solidFill>
            <a:srgbClr val="AFD8ED"/>
          </a:solidFill>
        </p:spPr>
        <p:txBody>
          <a:bodyPr/>
          <a:lstStyle>
            <a:lvl1pPr marL="0" indent="0">
              <a:buFontTx/>
              <a:buNone/>
              <a:defRPr>
                <a:solidFill>
                  <a:schemeClr val="tx1"/>
                </a:solidFill>
              </a:defRPr>
            </a:lvl1pPr>
          </a:lstStyle>
          <a:p>
            <a:r>
              <a:rPr lang="en-US" dirty="0"/>
              <a:t>Drag your photo here.</a:t>
            </a:r>
            <a:endParaRPr lang="en-GB" dirty="0"/>
          </a:p>
        </p:txBody>
      </p:sp>
      <p:sp>
        <p:nvSpPr>
          <p:cNvPr id="5" name="Content Placeholder 4"/>
          <p:cNvSpPr>
            <a:spLocks noGrp="1"/>
          </p:cNvSpPr>
          <p:nvPr>
            <p:ph sz="quarter" idx="21"/>
          </p:nvPr>
        </p:nvSpPr>
        <p:spPr>
          <a:xfrm>
            <a:off x="778728" y="4009945"/>
            <a:ext cx="4967287" cy="1928813"/>
          </a:xfrm>
          <a:solidFill>
            <a:schemeClr val="bg1"/>
          </a:solidFill>
        </p:spPr>
        <p:txBody>
          <a:bodyPr/>
          <a:lstStyle>
            <a:lvl1pPr marL="0" indent="0">
              <a:buFontTx/>
              <a:buNone/>
              <a:defRPr>
                <a:solidFill>
                  <a:schemeClr val="bg1"/>
                </a:solidFill>
              </a:defRPr>
            </a:lvl1pPr>
          </a:lstStyle>
          <a:p>
            <a:pPr lvl="0"/>
            <a:endParaRPr lang="en-GB" dirty="0"/>
          </a:p>
        </p:txBody>
      </p:sp>
      <p:sp>
        <p:nvSpPr>
          <p:cNvPr id="15" name="Footer Placeholder 4">
            <a:extLst>
              <a:ext uri="{FF2B5EF4-FFF2-40B4-BE49-F238E27FC236}">
                <a16:creationId xmlns:a16="http://schemas.microsoft.com/office/drawing/2014/main" id="{F2008B75-392B-1A41-81B9-B8F1B8A2A502}"/>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6" name="Slide Number Placeholder 5">
            <a:extLst>
              <a:ext uri="{FF2B5EF4-FFF2-40B4-BE49-F238E27FC236}">
                <a16:creationId xmlns:a16="http://schemas.microsoft.com/office/drawing/2014/main" id="{2F2AC46F-A001-3448-8143-A28C03D45CA0}"/>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19"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781850" y="4941169"/>
            <a:ext cx="4751481" cy="998240"/>
          </a:xfrm>
        </p:spPr>
        <p:txBody>
          <a:bodyPr anchor="ctr">
            <a:normAutofit/>
          </a:bodyPr>
          <a:lstStyle>
            <a:lvl1pPr marL="0" indent="0">
              <a:lnSpc>
                <a:spcPts val="2000"/>
              </a:lnSpc>
              <a:buFontTx/>
              <a:buNone/>
              <a:defRPr sz="16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23"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781849" y="4009945"/>
            <a:ext cx="4751481" cy="931223"/>
          </a:xfrm>
        </p:spPr>
        <p:txBody>
          <a:bodyPr anchor="b"/>
          <a:lstStyle>
            <a:lvl1pPr marL="0" indent="0">
              <a:buFontTx/>
              <a:buNone/>
              <a:defRPr b="0" i="0">
                <a:solidFill>
                  <a:srgbClr val="004A91"/>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a:t>
            </a:r>
          </a:p>
        </p:txBody>
      </p:sp>
      <p:cxnSp>
        <p:nvCxnSpPr>
          <p:cNvPr id="24" name="Straight Connector 23"/>
          <p:cNvCxnSpPr/>
          <p:nvPr userDrawn="1"/>
        </p:nvCxnSpPr>
        <p:spPr>
          <a:xfrm>
            <a:off x="781849" y="4941168"/>
            <a:ext cx="551529" cy="0"/>
          </a:xfrm>
          <a:prstGeom prst="line">
            <a:avLst/>
          </a:prstGeom>
          <a:ln w="31750">
            <a:solidFill>
              <a:srgbClr val="118ACB"/>
            </a:solidFill>
          </a:ln>
        </p:spPr>
        <p:style>
          <a:lnRef idx="1">
            <a:schemeClr val="accent1"/>
          </a:lnRef>
          <a:fillRef idx="0">
            <a:schemeClr val="accent1"/>
          </a:fillRef>
          <a:effectRef idx="0">
            <a:schemeClr val="accent1"/>
          </a:effectRef>
          <a:fontRef idx="minor">
            <a:schemeClr val="tx1"/>
          </a:fontRef>
        </p:style>
      </p:cxnSp>
      <p:sp>
        <p:nvSpPr>
          <p:cNvPr id="26" name="Text Placeholder 8">
            <a:extLst>
              <a:ext uri="{FF2B5EF4-FFF2-40B4-BE49-F238E27FC236}">
                <a16:creationId xmlns:a16="http://schemas.microsoft.com/office/drawing/2014/main" id="{A682E8E6-AEEB-FE44-9904-C6E3E7B3DBEE}"/>
              </a:ext>
            </a:extLst>
          </p:cNvPr>
          <p:cNvSpPr>
            <a:spLocks noGrp="1"/>
          </p:cNvSpPr>
          <p:nvPr>
            <p:ph type="body" sz="quarter" idx="15" hasCustomPrompt="1"/>
          </p:nvPr>
        </p:nvSpPr>
        <p:spPr>
          <a:xfrm>
            <a:off x="6545398" y="4941170"/>
            <a:ext cx="4751481" cy="998240"/>
          </a:xfrm>
        </p:spPr>
        <p:txBody>
          <a:bodyPr anchor="ctr">
            <a:normAutofit/>
          </a:bodyPr>
          <a:lstStyle>
            <a:lvl1pPr marL="0" indent="0">
              <a:lnSpc>
                <a:spcPts val="2000"/>
              </a:lnSpc>
              <a:buFontTx/>
              <a:buNone/>
              <a:defRPr sz="1600" b="0" i="0">
                <a:solidFill>
                  <a:srgbClr val="001D39"/>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
        <p:nvSpPr>
          <p:cNvPr id="27" name="Text Placeholder 8">
            <a:extLst>
              <a:ext uri="{FF2B5EF4-FFF2-40B4-BE49-F238E27FC236}">
                <a16:creationId xmlns:a16="http://schemas.microsoft.com/office/drawing/2014/main" id="{5A49EE72-3168-6F4A-B685-4378A217B84A}"/>
              </a:ext>
            </a:extLst>
          </p:cNvPr>
          <p:cNvSpPr>
            <a:spLocks noGrp="1"/>
          </p:cNvSpPr>
          <p:nvPr>
            <p:ph type="body" sz="quarter" idx="16" hasCustomPrompt="1"/>
          </p:nvPr>
        </p:nvSpPr>
        <p:spPr>
          <a:xfrm>
            <a:off x="6545397" y="4009946"/>
            <a:ext cx="4751481" cy="931223"/>
          </a:xfrm>
        </p:spPr>
        <p:txBody>
          <a:bodyPr anchor="b"/>
          <a:lstStyle>
            <a:lvl1pPr marL="0" indent="0">
              <a:buFontTx/>
              <a:buNone/>
              <a:defRPr b="0" i="0">
                <a:solidFill>
                  <a:srgbClr val="004A91"/>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a:t>
            </a:r>
          </a:p>
        </p:txBody>
      </p:sp>
      <p:cxnSp>
        <p:nvCxnSpPr>
          <p:cNvPr id="28" name="Straight Connector 27"/>
          <p:cNvCxnSpPr/>
          <p:nvPr userDrawn="1"/>
        </p:nvCxnSpPr>
        <p:spPr>
          <a:xfrm>
            <a:off x="6545397" y="4941169"/>
            <a:ext cx="551529" cy="0"/>
          </a:xfrm>
          <a:prstGeom prst="line">
            <a:avLst/>
          </a:prstGeom>
          <a:ln w="31750">
            <a:solidFill>
              <a:srgbClr val="118AC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9328030"/>
      </p:ext>
    </p:extLst>
  </p:cSld>
  <p:clrMapOvr>
    <a:masterClrMapping/>
  </p:clrMapOvr>
  <p:extLst>
    <p:ext uri="{DCECCB84-F9BA-43D5-87BE-67443E8EF086}">
      <p15:sldGuideLst xmlns:p15="http://schemas.microsoft.com/office/powerpoint/2012/main">
        <p15:guide id="1" pos="665">
          <p15:clr>
            <a:srgbClr val="FBAE40"/>
          </p15:clr>
        </p15:guide>
        <p15:guide id="2" pos="7015">
          <p15:clr>
            <a:srgbClr val="FBAE40"/>
          </p15:clr>
        </p15:guide>
        <p15:guide id="3" orient="horz" pos="686">
          <p15:clr>
            <a:srgbClr val="FBAE40"/>
          </p15:clr>
        </p15:guide>
        <p15:guide id="4" orient="horz" pos="3634">
          <p15:clr>
            <a:srgbClr val="FBAE40"/>
          </p15:clr>
        </p15:guide>
        <p15:guide id="5" pos="3364">
          <p15:clr>
            <a:srgbClr val="FBAE40"/>
          </p15:clr>
        </p15:guide>
        <p15:guide id="6" pos="3749">
          <p15:clr>
            <a:srgbClr val="FBAE40"/>
          </p15:clr>
        </p15:guide>
        <p15:guide id="7" orient="horz" pos="259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 Photo + text_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userDrawn="1"/>
        </p:nvSpPr>
        <p:spPr>
          <a:xfrm>
            <a:off x="0" y="2321766"/>
            <a:ext cx="12192000" cy="3447209"/>
          </a:xfrm>
          <a:prstGeom prst="rect">
            <a:avLst/>
          </a:prstGeom>
          <a:solidFill>
            <a:srgbClr val="004A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 name="Picture Placeholder 2">
            <a:extLst>
              <a:ext uri="{FF2B5EF4-FFF2-40B4-BE49-F238E27FC236}">
                <a16:creationId xmlns:a16="http://schemas.microsoft.com/office/drawing/2014/main" id="{8319F1B3-37EE-E548-B284-431ED7681904}"/>
              </a:ext>
            </a:extLst>
          </p:cNvPr>
          <p:cNvSpPr>
            <a:spLocks noGrp="1"/>
          </p:cNvSpPr>
          <p:nvPr>
            <p:ph type="pic" sz="quarter" idx="15" hasCustomPrompt="1"/>
          </p:nvPr>
        </p:nvSpPr>
        <p:spPr>
          <a:xfrm>
            <a:off x="1343472" y="1760629"/>
            <a:ext cx="5760640" cy="3447209"/>
          </a:xfrm>
          <a:solidFill>
            <a:srgbClr val="AFD8ED"/>
          </a:solidFill>
        </p:spPr>
        <p:txBody>
          <a:bodyPr anchor="ctr"/>
          <a:lstStyle>
            <a:lvl1pPr marL="0" indent="0" algn="ctr">
              <a:buNone/>
              <a:defRPr lang="en-BE">
                <a:solidFill>
                  <a:schemeClr val="tx1"/>
                </a:solidFill>
              </a:defRPr>
            </a:lvl1pPr>
          </a:lstStyle>
          <a:p>
            <a:r>
              <a:rPr lang="nl-BE" dirty="0"/>
              <a:t>Drag your photo here.</a:t>
            </a:r>
            <a:endParaRPr lang="en-BE" dirty="0"/>
          </a:p>
        </p:txBody>
      </p:sp>
      <p:sp>
        <p:nvSpPr>
          <p:cNvPr id="12" name="Footer Placeholder 4">
            <a:extLst>
              <a:ext uri="{FF2B5EF4-FFF2-40B4-BE49-F238E27FC236}">
                <a16:creationId xmlns:a16="http://schemas.microsoft.com/office/drawing/2014/main" id="{43251F8B-F318-5F44-B782-0A1B78572AD7}"/>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3" name="Slide Number Placeholder 5">
            <a:extLst>
              <a:ext uri="{FF2B5EF4-FFF2-40B4-BE49-F238E27FC236}">
                <a16:creationId xmlns:a16="http://schemas.microsoft.com/office/drawing/2014/main" id="{18648030-9CF7-004F-82B0-682CBA02C2E0}"/>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11" name="Rectangle 10">
            <a:extLst>
              <a:ext uri="{FF2B5EF4-FFF2-40B4-BE49-F238E27FC236}">
                <a16:creationId xmlns:a16="http://schemas.microsoft.com/office/drawing/2014/main" id="{7B8D8AE4-C68B-F147-A1AE-DC7E19D6F874}"/>
              </a:ext>
            </a:extLst>
          </p:cNvPr>
          <p:cNvSpPr/>
          <p:nvPr userDrawn="1"/>
        </p:nvSpPr>
        <p:spPr>
          <a:xfrm>
            <a:off x="7150950" y="2321766"/>
            <a:ext cx="4966447" cy="1597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4"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7365916" y="3495257"/>
            <a:ext cx="4751481" cy="2273718"/>
          </a:xfrm>
        </p:spPr>
        <p:txBody>
          <a:bodyPr anchor="t">
            <a:normAutofit/>
          </a:bodyPr>
          <a:lstStyle>
            <a:lvl1pPr marL="0" indent="0">
              <a:lnSpc>
                <a:spcPts val="2000"/>
              </a:lnSpc>
              <a:buFontTx/>
              <a:buNone/>
              <a:defRPr sz="1600" b="0" i="0">
                <a:solidFill>
                  <a:schemeClr val="bg1"/>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cxnSp>
        <p:nvCxnSpPr>
          <p:cNvPr id="15" name="Straight Connector 14"/>
          <p:cNvCxnSpPr/>
          <p:nvPr userDrawn="1"/>
        </p:nvCxnSpPr>
        <p:spPr>
          <a:xfrm>
            <a:off x="7365915" y="3284984"/>
            <a:ext cx="551529" cy="0"/>
          </a:xfrm>
          <a:prstGeom prst="line">
            <a:avLst/>
          </a:prstGeom>
          <a:ln w="31750">
            <a:solidFill>
              <a:srgbClr val="118ACB"/>
            </a:solidFill>
          </a:ln>
        </p:spPr>
        <p:style>
          <a:lnRef idx="1">
            <a:schemeClr val="accent1"/>
          </a:lnRef>
          <a:fillRef idx="0">
            <a:schemeClr val="accent1"/>
          </a:fillRef>
          <a:effectRef idx="0">
            <a:schemeClr val="accent1"/>
          </a:effectRef>
          <a:fontRef idx="minor">
            <a:schemeClr val="tx1"/>
          </a:fontRef>
        </p:style>
      </p:cxnSp>
      <p:sp>
        <p:nvSpPr>
          <p:cNvPr id="16" name="Text Placeholder 8">
            <a:extLst>
              <a:ext uri="{FF2B5EF4-FFF2-40B4-BE49-F238E27FC236}">
                <a16:creationId xmlns:a16="http://schemas.microsoft.com/office/drawing/2014/main" id="{5A49EE72-3168-6F4A-B685-4378A217B84A}"/>
              </a:ext>
            </a:extLst>
          </p:cNvPr>
          <p:cNvSpPr>
            <a:spLocks noGrp="1"/>
          </p:cNvSpPr>
          <p:nvPr>
            <p:ph type="body" sz="quarter" idx="13" hasCustomPrompt="1"/>
          </p:nvPr>
        </p:nvSpPr>
        <p:spPr>
          <a:xfrm>
            <a:off x="7365915" y="2326647"/>
            <a:ext cx="4751481" cy="931223"/>
          </a:xfrm>
        </p:spPr>
        <p:txBody>
          <a:bodyPr anchor="b"/>
          <a:lstStyle>
            <a:lvl1pPr marL="0" indent="0">
              <a:buFontTx/>
              <a:buNone/>
              <a:defRPr b="0" i="0">
                <a:solidFill>
                  <a:schemeClr val="bg1"/>
                </a:solidFill>
                <a:latin typeface="Arial" panose="020B0604020202020204" pitchFamily="34" charset="0"/>
                <a:ea typeface="Arial" panose="020B0604020202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Place here your image title</a:t>
            </a:r>
          </a:p>
        </p:txBody>
      </p:sp>
    </p:spTree>
    <p:extLst>
      <p:ext uri="{BB962C8B-B14F-4D97-AF65-F5344CB8AC3E}">
        <p14:creationId xmlns:p14="http://schemas.microsoft.com/office/powerpoint/2010/main" val="4109932744"/>
      </p:ext>
    </p:extLst>
  </p:cSld>
  <p:clrMapOvr>
    <a:masterClrMapping/>
  </p:clrMapOvr>
  <p:extLst>
    <p:ext uri="{DCECCB84-F9BA-43D5-87BE-67443E8EF086}">
      <p15:sldGuideLst xmlns:p15="http://schemas.microsoft.com/office/powerpoint/2012/main">
        <p15:guide id="1" pos="688">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8. Quote_dark">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8D8AE4-C68B-F147-A1AE-DC7E19D6F874}"/>
              </a:ext>
            </a:extLst>
          </p:cNvPr>
          <p:cNvSpPr/>
          <p:nvPr userDrawn="1"/>
        </p:nvSpPr>
        <p:spPr>
          <a:xfrm>
            <a:off x="1343471" y="1705395"/>
            <a:ext cx="10848529" cy="3447209"/>
          </a:xfrm>
          <a:prstGeom prst="rect">
            <a:avLst/>
          </a:prstGeom>
          <a:solidFill>
            <a:srgbClr val="004A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solidFill>
                <a:srgbClr val="001D39"/>
              </a:solidFill>
            </a:endParaRPr>
          </a:p>
        </p:txBody>
      </p:sp>
      <p:sp>
        <p:nvSpPr>
          <p:cNvPr id="5" name="Text Placeholder 4">
            <a:extLst>
              <a:ext uri="{FF2B5EF4-FFF2-40B4-BE49-F238E27FC236}">
                <a16:creationId xmlns:a16="http://schemas.microsoft.com/office/drawing/2014/main" id="{73C96993-E15E-4940-A9BC-7ED7BAAD1022}"/>
              </a:ext>
            </a:extLst>
          </p:cNvPr>
          <p:cNvSpPr>
            <a:spLocks noGrp="1"/>
          </p:cNvSpPr>
          <p:nvPr>
            <p:ph type="body" sz="quarter" idx="16" hasCustomPrompt="1"/>
          </p:nvPr>
        </p:nvSpPr>
        <p:spPr>
          <a:xfrm>
            <a:off x="1975824" y="3979918"/>
            <a:ext cx="4168857" cy="358542"/>
          </a:xfrm>
        </p:spPr>
        <p:txBody>
          <a:bodyPr>
            <a:noAutofit/>
          </a:bodyPr>
          <a:lstStyle>
            <a:lvl1pPr marL="0" indent="0">
              <a:buNone/>
              <a:defRPr sz="1400">
                <a:solidFill>
                  <a:srgbClr val="AFD8ED"/>
                </a:solidFill>
              </a:defRPr>
            </a:lvl1pPr>
          </a:lstStyle>
          <a:p>
            <a:pPr lvl="0"/>
            <a:r>
              <a:rPr lang="en-US" dirty="0">
                <a:effectLst/>
              </a:rPr>
              <a:t>NATO Secretary General Jens Stoltenberg</a:t>
            </a:r>
            <a:endParaRPr lang="en-BE" dirty="0"/>
          </a:p>
        </p:txBody>
      </p:sp>
      <p:pic>
        <p:nvPicPr>
          <p:cNvPr id="4" name="Picture 3">
            <a:extLst>
              <a:ext uri="{FF2B5EF4-FFF2-40B4-BE49-F238E27FC236}">
                <a16:creationId xmlns:a16="http://schemas.microsoft.com/office/drawing/2014/main" id="{65CB4289-0019-7E40-8571-C42EF6AEA16D}"/>
              </a:ext>
            </a:extLst>
          </p:cNvPr>
          <p:cNvPicPr>
            <a:picLocks noChangeAspect="1"/>
          </p:cNvPicPr>
          <p:nvPr userDrawn="1"/>
        </p:nvPicPr>
        <p:blipFill>
          <a:blip r:embed="rId2"/>
          <a:stretch>
            <a:fillRect/>
          </a:stretch>
        </p:blipFill>
        <p:spPr>
          <a:xfrm>
            <a:off x="1569317" y="2376147"/>
            <a:ext cx="437749" cy="406400"/>
          </a:xfrm>
          <a:prstGeom prst="rect">
            <a:avLst/>
          </a:prstGeom>
        </p:spPr>
      </p:pic>
      <p:pic>
        <p:nvPicPr>
          <p:cNvPr id="10" name="Picture 9">
            <a:extLst>
              <a:ext uri="{FF2B5EF4-FFF2-40B4-BE49-F238E27FC236}">
                <a16:creationId xmlns:a16="http://schemas.microsoft.com/office/drawing/2014/main" id="{9D9A5C46-AE34-7245-A4D1-EAA774A7370A}"/>
              </a:ext>
            </a:extLst>
          </p:cNvPr>
          <p:cNvPicPr>
            <a:picLocks noChangeAspect="1"/>
          </p:cNvPicPr>
          <p:nvPr userDrawn="1"/>
        </p:nvPicPr>
        <p:blipFill>
          <a:blip r:embed="rId3"/>
          <a:stretch>
            <a:fillRect/>
          </a:stretch>
        </p:blipFill>
        <p:spPr>
          <a:xfrm>
            <a:off x="11317781" y="3829508"/>
            <a:ext cx="437749" cy="406400"/>
          </a:xfrm>
          <a:prstGeom prst="rect">
            <a:avLst/>
          </a:prstGeom>
        </p:spPr>
      </p:pic>
      <p:sp>
        <p:nvSpPr>
          <p:cNvPr id="12" name="Footer Placeholder 4">
            <a:extLst>
              <a:ext uri="{FF2B5EF4-FFF2-40B4-BE49-F238E27FC236}">
                <a16:creationId xmlns:a16="http://schemas.microsoft.com/office/drawing/2014/main" id="{9B4FD6F2-1834-E84C-AE9F-F790780A946D}"/>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13" name="Slide Number Placeholder 5">
            <a:extLst>
              <a:ext uri="{FF2B5EF4-FFF2-40B4-BE49-F238E27FC236}">
                <a16:creationId xmlns:a16="http://schemas.microsoft.com/office/drawing/2014/main" id="{A2259B1D-626B-0445-B9CA-501D4CE9A872}"/>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sp>
        <p:nvSpPr>
          <p:cNvPr id="14" name="Text Placeholder 8">
            <a:extLst>
              <a:ext uri="{FF2B5EF4-FFF2-40B4-BE49-F238E27FC236}">
                <a16:creationId xmlns:a16="http://schemas.microsoft.com/office/drawing/2014/main" id="{A682E8E6-AEEB-FE44-9904-C6E3E7B3DBEE}"/>
              </a:ext>
            </a:extLst>
          </p:cNvPr>
          <p:cNvSpPr>
            <a:spLocks noGrp="1"/>
          </p:cNvSpPr>
          <p:nvPr>
            <p:ph type="body" sz="quarter" idx="14" hasCustomPrompt="1"/>
          </p:nvPr>
        </p:nvSpPr>
        <p:spPr>
          <a:xfrm>
            <a:off x="1951817" y="2736132"/>
            <a:ext cx="9616791" cy="1124916"/>
          </a:xfrm>
        </p:spPr>
        <p:txBody>
          <a:bodyPr anchor="ctr">
            <a:normAutofit/>
          </a:bodyPr>
          <a:lstStyle>
            <a:lvl1pPr marL="0" indent="0">
              <a:lnSpc>
                <a:spcPts val="3000"/>
              </a:lnSpc>
              <a:buFontTx/>
              <a:buNone/>
              <a:defRPr sz="2400" b="0" i="0">
                <a:solidFill>
                  <a:schemeClr val="bg1"/>
                </a:solidFill>
                <a:latin typeface="Arial" panose="020B0604020202020204" pitchFamily="34" charset="0"/>
                <a:ea typeface="Noto Sans" panose="020B0502040504020204" pitchFamily="34" charset="0"/>
                <a:cs typeface="Arial" panose="020B0604020202020204" pitchFamily="34" charset="0"/>
              </a:defRPr>
            </a:lvl1pPr>
            <a:lvl2pPr>
              <a:defRPr b="0" i="0">
                <a:solidFill>
                  <a:srgbClr val="001D39"/>
                </a:solidFill>
                <a:latin typeface="Orpheus Pro Medium" panose="02000000000000000000" pitchFamily="2" charset="77"/>
              </a:defRPr>
            </a:lvl2pPr>
            <a:lvl3pPr marL="914400" indent="0">
              <a:buFontTx/>
              <a:buNone/>
              <a:defRPr b="0" i="0">
                <a:solidFill>
                  <a:srgbClr val="001D39"/>
                </a:solidFill>
                <a:latin typeface="Orpheus Pro Medium" panose="02000000000000000000" pitchFamily="2" charset="77"/>
              </a:defRPr>
            </a:lvl3pPr>
            <a:lvl4pPr marL="1371600" indent="0">
              <a:buFontTx/>
              <a:buNone/>
              <a:defRPr b="0" i="0">
                <a:solidFill>
                  <a:srgbClr val="001D39"/>
                </a:solidFill>
                <a:latin typeface="Orpheus Pro Medium" panose="02000000000000000000" pitchFamily="2" charset="77"/>
              </a:defRPr>
            </a:lvl4pPr>
            <a:lvl5pPr marL="1828800" indent="0">
              <a:buFontTx/>
              <a:buNone/>
              <a:defRPr b="0" i="0">
                <a:solidFill>
                  <a:srgbClr val="001D39"/>
                </a:solidFill>
                <a:latin typeface="Orpheus Pro Medium" panose="02000000000000000000" pitchFamily="2" charset="77"/>
              </a:defRPr>
            </a:lvl5pPr>
          </a:lstStyle>
          <a:p>
            <a:pPr lvl="0"/>
            <a:r>
              <a:rPr lang="en-GB" dirty="0"/>
              <a:t>Quote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r>
              <a:rPr lang="en-GB" dirty="0" err="1"/>
              <a:t>sed</a:t>
            </a:r>
            <a:r>
              <a:rPr lang="en-GB" dirty="0"/>
              <a:t>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a:t>
            </a:r>
            <a:r>
              <a:rPr lang="en-GB" dirty="0" err="1"/>
              <a:t>labore</a:t>
            </a:r>
            <a:r>
              <a:rPr lang="en-GB" dirty="0"/>
              <a:t> et dolore magna </a:t>
            </a:r>
            <a:r>
              <a:rPr lang="en-GB" dirty="0" err="1"/>
              <a:t>aliqua</a:t>
            </a:r>
            <a:r>
              <a:rPr lang="en-GB" dirty="0"/>
              <a:t>.</a:t>
            </a:r>
          </a:p>
        </p:txBody>
      </p:sp>
    </p:spTree>
    <p:extLst>
      <p:ext uri="{BB962C8B-B14F-4D97-AF65-F5344CB8AC3E}">
        <p14:creationId xmlns:p14="http://schemas.microsoft.com/office/powerpoint/2010/main" val="2822697335"/>
      </p:ext>
    </p:extLst>
  </p:cSld>
  <p:clrMapOvr>
    <a:masterClrMapping/>
  </p:clrMapOvr>
  <p:extLst>
    <p:ext uri="{DCECCB84-F9BA-43D5-87BE-67443E8EF086}">
      <p15:sldGuideLst xmlns:p15="http://schemas.microsoft.com/office/powerpoint/2012/main">
        <p15:guide id="1" pos="688">
          <p15:clr>
            <a:srgbClr val="FBAE40"/>
          </p15:clr>
        </p15:guide>
        <p15:guide id="2" pos="7015">
          <p15:clr>
            <a:srgbClr val="FBAE40"/>
          </p15:clr>
        </p15:guide>
        <p15:guide id="3" orient="horz" pos="686">
          <p15:clr>
            <a:srgbClr val="FBAE40"/>
          </p15:clr>
        </p15:guide>
        <p15:guide id="4" orient="horz" pos="3634">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 Contact_dark">
    <p:bg>
      <p:bgPr>
        <a:solidFill>
          <a:srgbClr val="001D39"/>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C7540FA-DACD-CE4A-ACC0-6B27872EFE03}"/>
              </a:ext>
            </a:extLst>
          </p:cNvPr>
          <p:cNvSpPr>
            <a:spLocks noGrp="1"/>
          </p:cNvSpPr>
          <p:nvPr>
            <p:ph type="title" hasCustomPrompt="1"/>
          </p:nvPr>
        </p:nvSpPr>
        <p:spPr>
          <a:xfrm>
            <a:off x="1342800" y="2996952"/>
            <a:ext cx="9024318" cy="1325563"/>
          </a:xfrm>
        </p:spPr>
        <p:txBody>
          <a:bodyPr/>
          <a:lstStyle>
            <a:lvl1pPr>
              <a:defRPr>
                <a:solidFill>
                  <a:schemeClr val="bg1"/>
                </a:solidFill>
              </a:defRPr>
            </a:lvl1pPr>
          </a:lstStyle>
          <a:p>
            <a:r>
              <a:rPr lang="en-GB" dirty="0"/>
              <a:t>Contact us</a:t>
            </a:r>
            <a:endParaRPr lang="en-BE" dirty="0"/>
          </a:p>
        </p:txBody>
      </p:sp>
      <p:sp>
        <p:nvSpPr>
          <p:cNvPr id="13" name="Subtitle 2">
            <a:extLst>
              <a:ext uri="{FF2B5EF4-FFF2-40B4-BE49-F238E27FC236}">
                <a16:creationId xmlns:a16="http://schemas.microsoft.com/office/drawing/2014/main" id="{AF9B224A-DD06-D343-A646-2D5EC1098C25}"/>
              </a:ext>
            </a:extLst>
          </p:cNvPr>
          <p:cNvSpPr txBox="1">
            <a:spLocks/>
          </p:cNvSpPr>
          <p:nvPr userDrawn="1"/>
        </p:nvSpPr>
        <p:spPr>
          <a:xfrm>
            <a:off x="1345779" y="4350171"/>
            <a:ext cx="832511" cy="413728"/>
          </a:xfrm>
          <a:prstGeom prst="rect">
            <a:avLst/>
          </a:prstGeom>
          <a:noFill/>
          <a:ln w="25400">
            <a:noFill/>
          </a:ln>
          <a:effectLst/>
        </p:spPr>
        <p:txBody>
          <a:bodyPr vert="horz" lIns="91440" tIns="45720" rIns="91440" bIns="45720" rtlCol="0" anchor="t">
            <a:normAutofit/>
          </a:bodyPr>
          <a:lstStyle>
            <a:lvl1pPr marL="0" indent="0" algn="l" defTabSz="914400" rtl="0" eaLnBrk="1" latinLnBrk="0" hangingPunct="1">
              <a:lnSpc>
                <a:spcPct val="150000"/>
              </a:lnSpc>
              <a:spcBef>
                <a:spcPts val="1000"/>
              </a:spcBef>
              <a:buFont typeface="Arial" panose="020B0604020202020204" pitchFamily="34" charset="0"/>
              <a:buNone/>
              <a:defRPr sz="1800" kern="1200">
                <a:solidFill>
                  <a:srgbClr val="383838"/>
                </a:solidFill>
                <a:latin typeface="Source Sans Pro" panose="020B0503030403020204" pitchFamily="34" charset="0"/>
                <a:ea typeface="Source Sans Pro" panose="020B0503030403020204" pitchFamily="34"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383838"/>
                </a:solidFill>
                <a:latin typeface="Source Sans Pro" panose="020B0503030403020204" pitchFamily="34" charset="0"/>
                <a:ea typeface="Source Sans Pro" panose="020B0503030403020204" pitchFamily="34" charset="0"/>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383838"/>
                </a:solidFill>
                <a:latin typeface="Source Sans Pro" panose="020B0503030403020204" pitchFamily="34" charset="0"/>
                <a:ea typeface="Source Sans Pro" panose="020B0503030403020204" pitchFamily="34" charset="0"/>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383838"/>
                </a:solidFill>
                <a:latin typeface="Source Sans Pro" panose="020B0503030403020204" pitchFamily="34" charset="0"/>
                <a:ea typeface="Source Sans Pro" panose="020B0503030403020204" pitchFamily="34" charset="0"/>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383838"/>
                </a:solidFill>
                <a:latin typeface="Source Sans Pro" panose="020B0503030403020204" pitchFamily="34" charset="0"/>
                <a:ea typeface="Source Sans Pro" panose="020B0503030403020204" pitchFamily="34"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200" dirty="0">
                <a:solidFill>
                  <a:srgbClr val="AFD8ED"/>
                </a:solidFill>
                <a:latin typeface="Arial" panose="020B0604020202020204" pitchFamily="34" charset="0"/>
                <a:ea typeface="Noto Sans" panose="020B0502040504020204" pitchFamily="34" charset="0"/>
                <a:cs typeface="Arial" panose="020B0604020202020204" pitchFamily="34" charset="0"/>
              </a:rPr>
              <a:t>E-mail</a:t>
            </a:r>
            <a:endParaRPr lang="en-BE" sz="1200" dirty="0">
              <a:solidFill>
                <a:srgbClr val="AFD8ED"/>
              </a:solidFill>
              <a:latin typeface="Arial" panose="020B0604020202020204" pitchFamily="34" charset="0"/>
              <a:ea typeface="Noto Sans" panose="020B0502040504020204" pitchFamily="34" charset="0"/>
              <a:cs typeface="Arial" panose="020B0604020202020204" pitchFamily="34" charset="0"/>
            </a:endParaRPr>
          </a:p>
        </p:txBody>
      </p:sp>
      <p:sp>
        <p:nvSpPr>
          <p:cNvPr id="16" name="Subtitle 2">
            <a:extLst>
              <a:ext uri="{FF2B5EF4-FFF2-40B4-BE49-F238E27FC236}">
                <a16:creationId xmlns:a16="http://schemas.microsoft.com/office/drawing/2014/main" id="{39E80EC9-8B27-EE41-9371-7D76F496AAE4}"/>
              </a:ext>
            </a:extLst>
          </p:cNvPr>
          <p:cNvSpPr txBox="1">
            <a:spLocks/>
          </p:cNvSpPr>
          <p:nvPr userDrawn="1"/>
        </p:nvSpPr>
        <p:spPr>
          <a:xfrm>
            <a:off x="1345779" y="4705446"/>
            <a:ext cx="832511" cy="413728"/>
          </a:xfrm>
          <a:prstGeom prst="rect">
            <a:avLst/>
          </a:prstGeom>
          <a:noFill/>
          <a:ln w="25400">
            <a:noFill/>
          </a:ln>
          <a:effectLst/>
        </p:spPr>
        <p:txBody>
          <a:bodyPr vert="horz" lIns="91440" tIns="45720" rIns="91440" bIns="45720" rtlCol="0" anchor="t">
            <a:normAutofit/>
          </a:bodyPr>
          <a:lstStyle>
            <a:lvl1pPr marL="0" indent="0" algn="l" defTabSz="914400" rtl="0" eaLnBrk="1" latinLnBrk="0" hangingPunct="1">
              <a:lnSpc>
                <a:spcPct val="150000"/>
              </a:lnSpc>
              <a:spcBef>
                <a:spcPts val="1000"/>
              </a:spcBef>
              <a:buFont typeface="Arial" panose="020B0604020202020204" pitchFamily="34" charset="0"/>
              <a:buNone/>
              <a:defRPr sz="1800" kern="1200">
                <a:solidFill>
                  <a:srgbClr val="383838"/>
                </a:solidFill>
                <a:latin typeface="Source Sans Pro" panose="020B0503030403020204" pitchFamily="34" charset="0"/>
                <a:ea typeface="Source Sans Pro" panose="020B0503030403020204" pitchFamily="34" charset="0"/>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rgbClr val="383838"/>
                </a:solidFill>
                <a:latin typeface="Source Sans Pro" panose="020B0503030403020204" pitchFamily="34" charset="0"/>
                <a:ea typeface="Source Sans Pro" panose="020B0503030403020204" pitchFamily="34" charset="0"/>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rgbClr val="383838"/>
                </a:solidFill>
                <a:latin typeface="Source Sans Pro" panose="020B0503030403020204" pitchFamily="34" charset="0"/>
                <a:ea typeface="Source Sans Pro" panose="020B0503030403020204" pitchFamily="34" charset="0"/>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rgbClr val="383838"/>
                </a:solidFill>
                <a:latin typeface="Source Sans Pro" panose="020B0503030403020204" pitchFamily="34" charset="0"/>
                <a:ea typeface="Source Sans Pro" panose="020B0503030403020204" pitchFamily="34" charset="0"/>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rgbClr val="383838"/>
                </a:solidFill>
                <a:latin typeface="Source Sans Pro" panose="020B0503030403020204" pitchFamily="34" charset="0"/>
                <a:ea typeface="Source Sans Pro" panose="020B0503030403020204" pitchFamily="34" charset="0"/>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sz="1200" b="0" i="0" dirty="0">
                <a:solidFill>
                  <a:srgbClr val="AFD8ED"/>
                </a:solidFill>
                <a:latin typeface="Arial" panose="020B0604020202020204" pitchFamily="34" charset="0"/>
                <a:ea typeface="Noto Sans" panose="020B0502040504020204" pitchFamily="34" charset="0"/>
                <a:cs typeface="Arial" panose="020B0604020202020204" pitchFamily="34" charset="0"/>
              </a:rPr>
              <a:t>Phone</a:t>
            </a:r>
            <a:endParaRPr lang="en-BE" sz="1200" b="0" i="0" dirty="0">
              <a:solidFill>
                <a:srgbClr val="AFD8ED"/>
              </a:solidFill>
              <a:latin typeface="Arial" panose="020B0604020202020204" pitchFamily="34" charset="0"/>
              <a:ea typeface="Noto Sans" panose="020B0502040504020204" pitchFamily="34" charset="0"/>
              <a:cs typeface="Arial" panose="020B0604020202020204" pitchFamily="34" charset="0"/>
            </a:endParaRPr>
          </a:p>
        </p:txBody>
      </p:sp>
      <p:sp>
        <p:nvSpPr>
          <p:cNvPr id="21" name="Text Placeholder 20">
            <a:extLst>
              <a:ext uri="{FF2B5EF4-FFF2-40B4-BE49-F238E27FC236}">
                <a16:creationId xmlns:a16="http://schemas.microsoft.com/office/drawing/2014/main" id="{D61FBFD3-0C7E-6944-839E-23CE2A3959D9}"/>
              </a:ext>
            </a:extLst>
          </p:cNvPr>
          <p:cNvSpPr>
            <a:spLocks noGrp="1"/>
          </p:cNvSpPr>
          <p:nvPr>
            <p:ph type="body" sz="quarter" idx="14" hasCustomPrompt="1"/>
          </p:nvPr>
        </p:nvSpPr>
        <p:spPr>
          <a:xfrm>
            <a:off x="2063552" y="4337729"/>
            <a:ext cx="3887787" cy="342900"/>
          </a:xfrm>
        </p:spPr>
        <p:txBody>
          <a:bodyPr anchor="ctr">
            <a:noAutofit/>
          </a:bodyPr>
          <a:lstStyle>
            <a:lvl1pPr marL="0" indent="0">
              <a:buNone/>
              <a:defRPr sz="1400">
                <a:solidFill>
                  <a:srgbClr val="FFFFFF"/>
                </a:solidFill>
              </a:defRPr>
            </a:lvl1pPr>
          </a:lstStyle>
          <a:p>
            <a:pPr lvl="0"/>
            <a:r>
              <a:rPr lang="en-GB" dirty="0" err="1"/>
              <a:t>John.doe@nato.int</a:t>
            </a:r>
            <a:endParaRPr lang="en-BE" dirty="0"/>
          </a:p>
        </p:txBody>
      </p:sp>
      <p:sp>
        <p:nvSpPr>
          <p:cNvPr id="22" name="Text Placeholder 20">
            <a:extLst>
              <a:ext uri="{FF2B5EF4-FFF2-40B4-BE49-F238E27FC236}">
                <a16:creationId xmlns:a16="http://schemas.microsoft.com/office/drawing/2014/main" id="{48D2D7B9-9719-5948-A695-3E51EFFC1289}"/>
              </a:ext>
            </a:extLst>
          </p:cNvPr>
          <p:cNvSpPr>
            <a:spLocks noGrp="1"/>
          </p:cNvSpPr>
          <p:nvPr>
            <p:ph type="body" sz="quarter" idx="15" hasCustomPrompt="1"/>
          </p:nvPr>
        </p:nvSpPr>
        <p:spPr>
          <a:xfrm>
            <a:off x="2063552" y="4690800"/>
            <a:ext cx="3887787" cy="342900"/>
          </a:xfrm>
        </p:spPr>
        <p:txBody>
          <a:bodyPr anchor="ctr">
            <a:noAutofit/>
          </a:bodyPr>
          <a:lstStyle>
            <a:lvl1pPr marL="0" indent="0">
              <a:buNone/>
              <a:defRPr sz="1400">
                <a:solidFill>
                  <a:srgbClr val="FFFFFF"/>
                </a:solidFill>
              </a:defRPr>
            </a:lvl1pPr>
          </a:lstStyle>
          <a:p>
            <a:r>
              <a:rPr lang="en-US" dirty="0"/>
              <a:t>+</a:t>
            </a:r>
            <a:r>
              <a:rPr lang="en-GB" dirty="0"/>
              <a:t>32 (0)7071234 </a:t>
            </a:r>
          </a:p>
        </p:txBody>
      </p:sp>
      <p:sp>
        <p:nvSpPr>
          <p:cNvPr id="15" name="Footer Placeholder 4">
            <a:extLst>
              <a:ext uri="{FF2B5EF4-FFF2-40B4-BE49-F238E27FC236}">
                <a16:creationId xmlns:a16="http://schemas.microsoft.com/office/drawing/2014/main" id="{9B634A37-9158-B44C-BD04-1C623BBE9270}"/>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Noto Sans" panose="020B0502040504020204" pitchFamily="34" charset="0"/>
                <a:ea typeface="Noto Sans" panose="020B0502040504020204" pitchFamily="34" charset="0"/>
                <a:cs typeface="Noto Sans" panose="020B0502040504020204" pitchFamily="34" charset="0"/>
              </a:defRPr>
            </a:lvl1pPr>
          </a:lstStyle>
          <a:p>
            <a:r>
              <a:rPr lang="en-BE" dirty="0"/>
              <a:t>NATO </a:t>
            </a:r>
            <a:r>
              <a:rPr lang="en-BE" dirty="0">
                <a:latin typeface="Arial" panose="020B0604020202020204" pitchFamily="34" charset="0"/>
                <a:cs typeface="Arial" panose="020B0604020202020204" pitchFamily="34" charset="0"/>
              </a:rPr>
              <a:t>UNCLASSIFIED</a:t>
            </a:r>
          </a:p>
        </p:txBody>
      </p:sp>
      <p:sp>
        <p:nvSpPr>
          <p:cNvPr id="17" name="Slide Number Placeholder 5">
            <a:extLst>
              <a:ext uri="{FF2B5EF4-FFF2-40B4-BE49-F238E27FC236}">
                <a16:creationId xmlns:a16="http://schemas.microsoft.com/office/drawing/2014/main" id="{0C5CCA6E-E857-D343-9DF5-20B5F4BA616B}"/>
              </a:ext>
            </a:extLst>
          </p:cNvPr>
          <p:cNvSpPr>
            <a:spLocks noGrp="1"/>
          </p:cNvSpPr>
          <p:nvPr>
            <p:ph type="sldNum" sz="quarter" idx="4"/>
          </p:nvPr>
        </p:nvSpPr>
        <p:spPr>
          <a:xfrm>
            <a:off x="9180297"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cxnSp>
        <p:nvCxnSpPr>
          <p:cNvPr id="10" name="Straight Connector 9"/>
          <p:cNvCxnSpPr/>
          <p:nvPr userDrawn="1"/>
        </p:nvCxnSpPr>
        <p:spPr>
          <a:xfrm>
            <a:off x="1415480" y="4149080"/>
            <a:ext cx="648072" cy="0"/>
          </a:xfrm>
          <a:prstGeom prst="line">
            <a:avLst/>
          </a:prstGeom>
          <a:ln w="31750">
            <a:solidFill>
              <a:srgbClr val="118AC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4832250"/>
      </p:ext>
    </p:extLst>
  </p:cSld>
  <p:clrMapOvr>
    <a:masterClrMapping/>
  </p:clrMapOvr>
  <p:extLst>
    <p:ext uri="{DCECCB84-F9BA-43D5-87BE-67443E8EF086}">
      <p15:sldGuideLst xmlns:p15="http://schemas.microsoft.com/office/powerpoint/2012/main">
        <p15:guide id="1" pos="7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24" Type="http://schemas.openxmlformats.org/officeDocument/2006/relationships/image" Target="../media/image6.jpeg"/><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theme" Target="../theme/theme3.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1B2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11506" y="6491154"/>
            <a:ext cx="1630800" cy="365125"/>
          </a:xfrm>
          <a:prstGeom prst="rect">
            <a:avLst/>
          </a:prstGeom>
        </p:spPr>
        <p:txBody>
          <a:bodyPr vert="horz" lIns="91440" tIns="45720" rIns="72000" bIns="45720" rtlCol="0" anchor="ctr"/>
          <a:lstStyle>
            <a:lvl1pPr algn="r">
              <a:defRPr sz="900">
                <a:solidFill>
                  <a:schemeClr val="bg1"/>
                </a:solidFill>
                <a:latin typeface="Arial" panose="020B0604020202020204" pitchFamily="34" charset="0"/>
                <a:cs typeface="Arial" panose="020B0604020202020204" pitchFamily="34" charset="0"/>
              </a:defRPr>
            </a:lvl1pPr>
          </a:lstStyle>
          <a:p>
            <a:r>
              <a:rPr lang="en-US" dirty="0"/>
              <a:t>NATO UNCLASSIFIED</a:t>
            </a:r>
            <a:endParaRPr lang="en-GB" dirty="0"/>
          </a:p>
        </p:txBody>
      </p:sp>
      <p:sp>
        <p:nvSpPr>
          <p:cNvPr id="6" name="Slide Number Placeholder 5"/>
          <p:cNvSpPr>
            <a:spLocks noGrp="1"/>
          </p:cNvSpPr>
          <p:nvPr>
            <p:ph type="sldNum" sz="quarter" idx="4"/>
          </p:nvPr>
        </p:nvSpPr>
        <p:spPr>
          <a:xfrm>
            <a:off x="1642305" y="6491154"/>
            <a:ext cx="393107" cy="365125"/>
          </a:xfrm>
          <a:prstGeom prst="rect">
            <a:avLst/>
          </a:prstGeom>
        </p:spPr>
        <p:txBody>
          <a:bodyPr vert="horz" lIns="36000" tIns="45720" rIns="91440" bIns="45720" rtlCol="0" anchor="ctr"/>
          <a:lstStyle>
            <a:lvl1pPr algn="l">
              <a:defRPr sz="900">
                <a:solidFill>
                  <a:schemeClr val="bg1"/>
                </a:solidFill>
                <a:latin typeface="Arial" panose="020B0604020202020204" pitchFamily="34" charset="0"/>
                <a:cs typeface="Arial" panose="020B0604020202020204" pitchFamily="34" charset="0"/>
              </a:defRPr>
            </a:lvl1pPr>
          </a:lstStyle>
          <a:p>
            <a:r>
              <a:rPr lang="en-GB" dirty="0"/>
              <a:t>| </a:t>
            </a:r>
            <a:fld id="{8B6D2138-FEC4-40D2-9837-FDE6E75EFDBE}" type="slidenum">
              <a:rPr lang="en-GB" smtClean="0"/>
              <a:pPr/>
              <a:t>‹#›</a:t>
            </a:fld>
            <a:endParaRPr lang="en-GB" dirty="0"/>
          </a:p>
        </p:txBody>
      </p:sp>
      <p:sp>
        <p:nvSpPr>
          <p:cNvPr id="11" name="Date Placeholder 3"/>
          <p:cNvSpPr>
            <a:spLocks noGrp="1"/>
          </p:cNvSpPr>
          <p:nvPr>
            <p:ph type="dt" sz="half" idx="2"/>
          </p:nvPr>
        </p:nvSpPr>
        <p:spPr>
          <a:xfrm>
            <a:off x="11370566" y="6491154"/>
            <a:ext cx="821433" cy="365125"/>
          </a:xfrm>
          <a:prstGeom prst="rect">
            <a:avLst/>
          </a:prstGeom>
        </p:spPr>
        <p:txBody>
          <a:bodyPr vert="horz" lIns="72000" tIns="45720" rIns="72000" bIns="45720" rtlCol="0" anchor="ctr"/>
          <a:lstStyle>
            <a:lvl1pPr algn="l">
              <a:defRPr sz="900">
                <a:solidFill>
                  <a:schemeClr val="bg1"/>
                </a:solidFill>
                <a:latin typeface="Arial" panose="020B0604020202020204" pitchFamily="34" charset="0"/>
                <a:cs typeface="Arial" panose="020B0604020202020204" pitchFamily="34" charset="0"/>
              </a:defRPr>
            </a:lvl1pPr>
          </a:lstStyle>
          <a:p>
            <a:fld id="{F3B78FE4-9831-4114-88CE-48FDFE234A90}" type="datetime1">
              <a:rPr lang="en-GB" smtClean="0"/>
              <a:t>08/11/2022</a:t>
            </a:fld>
            <a:endParaRPr lang="en-GB" dirty="0"/>
          </a:p>
        </p:txBody>
      </p:sp>
      <p:sp>
        <p:nvSpPr>
          <p:cNvPr id="12" name="Date Placeholder 3"/>
          <p:cNvSpPr txBox="1">
            <a:spLocks/>
          </p:cNvSpPr>
          <p:nvPr/>
        </p:nvSpPr>
        <p:spPr>
          <a:xfrm>
            <a:off x="10298524" y="6492875"/>
            <a:ext cx="1174653"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rgbClr val="24408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solidFill>
                  <a:schemeClr val="bg1"/>
                </a:solidFill>
              </a:rPr>
              <a:t>NCI Academy  |    </a:t>
            </a:r>
          </a:p>
        </p:txBody>
      </p:sp>
    </p:spTree>
    <p:extLst>
      <p:ext uri="{BB962C8B-B14F-4D97-AF65-F5344CB8AC3E}">
        <p14:creationId xmlns:p14="http://schemas.microsoft.com/office/powerpoint/2010/main" val="3127192418"/>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78" r:id="rId5"/>
    <p:sldLayoutId id="2147483664" r:id="rId6"/>
    <p:sldLayoutId id="2147483665" r:id="rId7"/>
    <p:sldLayoutId id="2147483666" r:id="rId8"/>
    <p:sldLayoutId id="2147483667" r:id="rId9"/>
  </p:sldLayoutIdLst>
  <p:hf hdr="0"/>
  <p:txStyles>
    <p:titleStyle>
      <a:lvl1pPr algn="l" defTabSz="914400" rtl="0" eaLnBrk="1" latinLnBrk="0" hangingPunct="1">
        <a:lnSpc>
          <a:spcPct val="90000"/>
        </a:lnSpc>
        <a:spcBef>
          <a:spcPct val="0"/>
        </a:spcBef>
        <a:buNone/>
        <a:defRPr sz="32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s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s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s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s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s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Footer Placeholder 4"/>
          <p:cNvSpPr>
            <a:spLocks noGrp="1"/>
          </p:cNvSpPr>
          <p:nvPr>
            <p:ph type="ftr" sz="quarter" idx="3"/>
          </p:nvPr>
        </p:nvSpPr>
        <p:spPr>
          <a:xfrm>
            <a:off x="1741" y="6491154"/>
            <a:ext cx="1630625" cy="365125"/>
          </a:xfrm>
          <a:prstGeom prst="rect">
            <a:avLst/>
          </a:prstGeom>
        </p:spPr>
        <p:txBody>
          <a:bodyPr vert="horz" lIns="91440" tIns="45720" rIns="72000" bIns="45720" rtlCol="0" anchor="ctr"/>
          <a:lstStyle>
            <a:lvl1pPr algn="r">
              <a:defRPr sz="900">
                <a:solidFill>
                  <a:srgbClr val="244084"/>
                </a:solidFill>
                <a:latin typeface="Arial" panose="020B0604020202020204" pitchFamily="34" charset="0"/>
                <a:cs typeface="Arial" panose="020B0604020202020204" pitchFamily="34" charset="0"/>
              </a:defRPr>
            </a:lvl1pPr>
          </a:lstStyle>
          <a:p>
            <a:r>
              <a:rPr lang="en-US" dirty="0"/>
              <a:t>NATO UNCLASSIFIED</a:t>
            </a:r>
            <a:endParaRPr lang="en-GB" dirty="0"/>
          </a:p>
        </p:txBody>
      </p:sp>
      <p:sp>
        <p:nvSpPr>
          <p:cNvPr id="6" name="Slide Number Placeholder 5"/>
          <p:cNvSpPr>
            <a:spLocks noGrp="1"/>
          </p:cNvSpPr>
          <p:nvPr>
            <p:ph type="sldNum" sz="quarter" idx="4"/>
          </p:nvPr>
        </p:nvSpPr>
        <p:spPr>
          <a:xfrm>
            <a:off x="1632366" y="6491154"/>
            <a:ext cx="393107" cy="365125"/>
          </a:xfrm>
          <a:prstGeom prst="rect">
            <a:avLst/>
          </a:prstGeom>
        </p:spPr>
        <p:txBody>
          <a:bodyPr vert="horz" lIns="36000" tIns="45720" rIns="91440" bIns="45720" rtlCol="0" anchor="ctr"/>
          <a:lstStyle>
            <a:lvl1pPr algn="l">
              <a:defRPr sz="900">
                <a:solidFill>
                  <a:srgbClr val="244084"/>
                </a:solidFill>
                <a:latin typeface="Arial" panose="020B0604020202020204" pitchFamily="34" charset="0"/>
                <a:cs typeface="Arial" panose="020B0604020202020204" pitchFamily="34" charset="0"/>
              </a:defRPr>
            </a:lvl1pPr>
          </a:lstStyle>
          <a:p>
            <a:r>
              <a:rPr lang="en-GB" dirty="0"/>
              <a:t>| </a:t>
            </a:r>
            <a:fld id="{8B6D2138-FEC4-40D2-9837-FDE6E75EFDBE}" type="slidenum">
              <a:rPr lang="en-GB" smtClean="0"/>
              <a:pPr/>
              <a:t>‹#›</a:t>
            </a:fld>
            <a:endParaRPr lang="en-GB" dirty="0"/>
          </a:p>
        </p:txBody>
      </p:sp>
      <p:sp>
        <p:nvSpPr>
          <p:cNvPr id="8" name="Date Placeholder 3"/>
          <p:cNvSpPr>
            <a:spLocks noGrp="1"/>
          </p:cNvSpPr>
          <p:nvPr>
            <p:ph type="dt" sz="half" idx="2"/>
          </p:nvPr>
        </p:nvSpPr>
        <p:spPr>
          <a:xfrm>
            <a:off x="11370566" y="6491154"/>
            <a:ext cx="821433" cy="365125"/>
          </a:xfrm>
          <a:prstGeom prst="rect">
            <a:avLst/>
          </a:prstGeom>
        </p:spPr>
        <p:txBody>
          <a:bodyPr vert="horz" lIns="72000" tIns="45720" rIns="72000" bIns="45720" rtlCol="0" anchor="ctr"/>
          <a:lstStyle>
            <a:lvl1pPr algn="l">
              <a:defRPr sz="900">
                <a:solidFill>
                  <a:srgbClr val="244084"/>
                </a:solidFill>
                <a:latin typeface="Arial" panose="020B0604020202020204" pitchFamily="34" charset="0"/>
                <a:cs typeface="Arial" panose="020B0604020202020204" pitchFamily="34" charset="0"/>
              </a:defRPr>
            </a:lvl1pPr>
          </a:lstStyle>
          <a:p>
            <a:fld id="{C08C7B58-4AC0-4808-A305-A7C6E5F350AA}" type="datetime1">
              <a:rPr lang="en-GB" smtClean="0"/>
              <a:t>08/11/2022</a:t>
            </a:fld>
            <a:endParaRPr lang="en-GB" dirty="0"/>
          </a:p>
        </p:txBody>
      </p:sp>
      <p:sp>
        <p:nvSpPr>
          <p:cNvPr id="9" name="Date Placeholder 3"/>
          <p:cNvSpPr txBox="1">
            <a:spLocks/>
          </p:cNvSpPr>
          <p:nvPr/>
        </p:nvSpPr>
        <p:spPr>
          <a:xfrm>
            <a:off x="10258491" y="6481834"/>
            <a:ext cx="1174653"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rgbClr val="244084"/>
                </a:solidFill>
                <a:latin typeface="Arial" panose="020B0604020202020204" pitchFamily="34" charset="0"/>
                <a:ea typeface="+mn-ea"/>
                <a:cs typeface="Arial" panose="020B06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NCI Academy  |    </a:t>
            </a:r>
          </a:p>
        </p:txBody>
      </p:sp>
    </p:spTree>
    <p:extLst>
      <p:ext uri="{BB962C8B-B14F-4D97-AF65-F5344CB8AC3E}">
        <p14:creationId xmlns:p14="http://schemas.microsoft.com/office/powerpoint/2010/main" val="1870362807"/>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9" r:id="rId5"/>
    <p:sldLayoutId id="2147483673" r:id="rId6"/>
    <p:sldLayoutId id="2147483674" r:id="rId7"/>
    <p:sldLayoutId id="2147483675" r:id="rId8"/>
    <p:sldLayoutId id="2147483676" r:id="rId9"/>
  </p:sldLayoutIdLst>
  <p:hf hdr="0"/>
  <p:txStyles>
    <p:titleStyle>
      <a:lvl1pPr algn="l" defTabSz="914400" rtl="0" eaLnBrk="1" latinLnBrk="0" hangingPunct="1">
        <a:lnSpc>
          <a:spcPct val="90000"/>
        </a:lnSpc>
        <a:spcBef>
          <a:spcPct val="0"/>
        </a:spcBef>
        <a:buNone/>
        <a:defRPr sz="3200" kern="1200">
          <a:solidFill>
            <a:srgbClr val="244084"/>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44084"/>
          </a:solidFill>
          <a:latin typeface="Ariasl"/>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244084"/>
          </a:solidFill>
          <a:latin typeface="Ariasl"/>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244084"/>
          </a:solidFill>
          <a:latin typeface="Ariasl"/>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244084"/>
          </a:solidFill>
          <a:latin typeface="Ariasl"/>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244084"/>
          </a:solidFill>
          <a:latin typeface="Arias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001D3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DFC04C9-B501-5D48-A805-4935DC0BC047}"/>
              </a:ext>
            </a:extLst>
          </p:cNvPr>
          <p:cNvSpPr>
            <a:spLocks noGrp="1"/>
          </p:cNvSpPr>
          <p:nvPr>
            <p:ph type="title"/>
          </p:nvPr>
        </p:nvSpPr>
        <p:spPr>
          <a:xfrm>
            <a:off x="1343472" y="1112693"/>
            <a:ext cx="10590528" cy="1325563"/>
          </a:xfrm>
          <a:prstGeom prst="rect">
            <a:avLst/>
          </a:prstGeom>
        </p:spPr>
        <p:txBody>
          <a:bodyPr vert="horz" lIns="91440" tIns="45720" rIns="91440" bIns="45720" rtlCol="0" anchor="ctr">
            <a:normAutofit/>
          </a:bodyPr>
          <a:lstStyle/>
          <a:p>
            <a:r>
              <a:rPr lang="en-GB" dirty="0"/>
              <a:t>Click to edit Master title</a:t>
            </a:r>
            <a:endParaRPr lang="en-BE" dirty="0"/>
          </a:p>
        </p:txBody>
      </p:sp>
      <p:sp>
        <p:nvSpPr>
          <p:cNvPr id="3" name="Text Placeholder 2">
            <a:extLst>
              <a:ext uri="{FF2B5EF4-FFF2-40B4-BE49-F238E27FC236}">
                <a16:creationId xmlns:a16="http://schemas.microsoft.com/office/drawing/2014/main" id="{4D1BC9A9-7B8B-8241-9B15-3E47EEDD02B3}"/>
              </a:ext>
            </a:extLst>
          </p:cNvPr>
          <p:cNvSpPr>
            <a:spLocks noGrp="1"/>
          </p:cNvSpPr>
          <p:nvPr>
            <p:ph type="body" idx="1"/>
          </p:nvPr>
        </p:nvSpPr>
        <p:spPr>
          <a:xfrm>
            <a:off x="1343472" y="2438256"/>
            <a:ext cx="10590528" cy="369108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p:txBody>
      </p:sp>
      <p:sp>
        <p:nvSpPr>
          <p:cNvPr id="5" name="Footer Placeholder 4">
            <a:extLst>
              <a:ext uri="{FF2B5EF4-FFF2-40B4-BE49-F238E27FC236}">
                <a16:creationId xmlns:a16="http://schemas.microsoft.com/office/drawing/2014/main" id="{D91C20A6-FE70-C243-AE15-9AFDDCD8551A}"/>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r>
              <a:rPr lang="en-BE" dirty="0"/>
              <a:t>NATO UNCLASSIFIED</a:t>
            </a:r>
          </a:p>
        </p:txBody>
      </p:sp>
      <p:sp>
        <p:nvSpPr>
          <p:cNvPr id="6" name="Slide Number Placeholder 5">
            <a:extLst>
              <a:ext uri="{FF2B5EF4-FFF2-40B4-BE49-F238E27FC236}">
                <a16:creationId xmlns:a16="http://schemas.microsoft.com/office/drawing/2014/main" id="{2D9DC6B1-4B05-8D4F-B57F-AF4A120D8E7D}"/>
              </a:ext>
            </a:extLst>
          </p:cNvPr>
          <p:cNvSpPr>
            <a:spLocks noGrp="1"/>
          </p:cNvSpPr>
          <p:nvPr>
            <p:ph type="sldNum" sz="quarter" idx="4"/>
          </p:nvPr>
        </p:nvSpPr>
        <p:spPr>
          <a:xfrm>
            <a:off x="9190800"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fld id="{9E9C1426-0F0D-BC4F-BF6C-4B07893ACD48}" type="datetimeFigureOut">
              <a:rPr lang="en-BE" smtClean="0"/>
              <a:pPr/>
              <a:t>11/08/2022</a:t>
            </a:fld>
            <a:r>
              <a:rPr lang="en-BE" dirty="0"/>
              <a:t>  |  </a:t>
            </a:r>
            <a:r>
              <a:rPr lang="en-GB" dirty="0"/>
              <a:t>P</a:t>
            </a:r>
            <a:r>
              <a:rPr lang="en-BE" dirty="0"/>
              <a:t>AGE </a:t>
            </a:r>
            <a:fld id="{3C66DE6B-CC4B-F74A-99D4-2DC8DD154D90}" type="slidenum">
              <a:rPr lang="en-BE" smtClean="0"/>
              <a:pPr/>
              <a:t>‹#›</a:t>
            </a:fld>
            <a:endParaRPr lang="en-BE" dirty="0"/>
          </a:p>
        </p:txBody>
      </p:sp>
      <p:pic>
        <p:nvPicPr>
          <p:cNvPr id="9" name="Picture 8">
            <a:extLst>
              <a:ext uri="{FF2B5EF4-FFF2-40B4-BE49-F238E27FC236}">
                <a16:creationId xmlns:a16="http://schemas.microsoft.com/office/drawing/2014/main" id="{1A66EB2F-B83A-A349-B9BF-4E6197A3C97E}"/>
              </a:ext>
            </a:extLst>
          </p:cNvPr>
          <p:cNvPicPr>
            <a:picLocks noChangeAspect="1"/>
          </p:cNvPicPr>
          <p:nvPr userDrawn="1"/>
        </p:nvPicPr>
        <p:blipFill>
          <a:blip r:embed="rId24" cstate="screen">
            <a:extLst>
              <a:ext uri="{28A0092B-C50C-407E-A947-70E740481C1C}">
                <a14:useLocalDpi xmlns:a14="http://schemas.microsoft.com/office/drawing/2010/main"/>
              </a:ext>
            </a:extLst>
          </a:blip>
          <a:stretch>
            <a:fillRect/>
          </a:stretch>
        </p:blipFill>
        <p:spPr>
          <a:xfrm>
            <a:off x="180936" y="179999"/>
            <a:ext cx="1161600" cy="806151"/>
          </a:xfrm>
          <a:prstGeom prst="rect">
            <a:avLst/>
          </a:prstGeom>
        </p:spPr>
      </p:pic>
    </p:spTree>
    <p:extLst>
      <p:ext uri="{BB962C8B-B14F-4D97-AF65-F5344CB8AC3E}">
        <p14:creationId xmlns:p14="http://schemas.microsoft.com/office/powerpoint/2010/main" val="2135456922"/>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 id="2147483702" r:id="rId21"/>
    <p:sldLayoutId id="2147483703" r:id="rId22"/>
  </p:sldLayoutIdLst>
  <p:hf hdr="0" dt="0"/>
  <p:txStyles>
    <p:titleStyle>
      <a:lvl1pPr algn="l" defTabSz="914400" rtl="0" eaLnBrk="1" latinLnBrk="0" hangingPunct="1">
        <a:lnSpc>
          <a:spcPts val="4200"/>
        </a:lnSpc>
        <a:spcBef>
          <a:spcPct val="0"/>
        </a:spcBef>
        <a:buNone/>
        <a:defRPr sz="3800" b="0" i="0" kern="1200">
          <a:solidFill>
            <a:srgbClr val="FFFFFF"/>
          </a:solidFill>
          <a:latin typeface="Arial" panose="020B0604020202020204" pitchFamily="34" charset="0"/>
          <a:ea typeface="Arial" panose="020B0604020202020204" pitchFamily="34" charset="0"/>
          <a:cs typeface="Arial" panose="020B0604020202020204" pitchFamily="34" charset="0"/>
        </a:defRPr>
      </a:lvl1pPr>
    </p:titleStyle>
    <p:bodyStyle>
      <a:lvl1pPr marL="228600" indent="-228600" algn="l" defTabSz="914400" rtl="0" eaLnBrk="1" latinLnBrk="0" hangingPunct="1">
        <a:lnSpc>
          <a:spcPts val="2880"/>
        </a:lnSpc>
        <a:spcBef>
          <a:spcPts val="1000"/>
        </a:spcBef>
        <a:buClr>
          <a:srgbClr val="FF6315"/>
        </a:buClr>
        <a:buFont typeface="Arial" panose="020B0604020202020204" pitchFamily="34" charset="0"/>
        <a:buChar char="l"/>
        <a:defRPr sz="2400" kern="1200">
          <a:solidFill>
            <a:srgbClr val="FFFFFF"/>
          </a:solidFill>
          <a:latin typeface="Arial" panose="020B0604020202020204" pitchFamily="34" charset="0"/>
          <a:ea typeface="Noto Sans" panose="020B0502040504020204" pitchFamily="34" charset="0"/>
          <a:cs typeface="Arial" panose="020B0604020202020204" pitchFamily="34" charset="0"/>
        </a:defRPr>
      </a:lvl1pPr>
      <a:lvl2pPr marL="457200" indent="0" algn="l" defTabSz="914400" rtl="0" eaLnBrk="1" latinLnBrk="0" hangingPunct="1">
        <a:lnSpc>
          <a:spcPct val="150000"/>
        </a:lnSpc>
        <a:spcBef>
          <a:spcPts val="500"/>
        </a:spcBef>
        <a:buClr>
          <a:srgbClr val="AFD8ED"/>
        </a:buClr>
        <a:buFontTx/>
        <a:buNone/>
        <a:defRPr sz="2000" kern="1200">
          <a:solidFill>
            <a:srgbClr val="FFFFFF"/>
          </a:solidFill>
          <a:latin typeface="Arial" panose="020B0604020202020204" pitchFamily="34" charset="0"/>
          <a:ea typeface="Noto Sans" panose="020B0502040504020204" pitchFamily="34" charset="0"/>
          <a:cs typeface="Arial" panose="020B0604020202020204" pitchFamily="34" charset="0"/>
        </a:defRPr>
      </a:lvl2pPr>
      <a:lvl3pPr marL="914400" indent="0" algn="l" defTabSz="914400" rtl="0" eaLnBrk="1" latinLnBrk="0" hangingPunct="1">
        <a:lnSpc>
          <a:spcPct val="150000"/>
        </a:lnSpc>
        <a:spcBef>
          <a:spcPts val="500"/>
        </a:spcBef>
        <a:buClr>
          <a:srgbClr val="AFD8ED"/>
        </a:buClr>
        <a:buFontTx/>
        <a:buNone/>
        <a:defRPr sz="1800" kern="1200">
          <a:solidFill>
            <a:srgbClr val="FFFFFF"/>
          </a:solidFill>
          <a:latin typeface="Arial" panose="020B0604020202020204" pitchFamily="34" charset="0"/>
          <a:ea typeface="Noto Sans" panose="020B0502040504020204" pitchFamily="34" charset="0"/>
          <a:cs typeface="Arial" panose="020B0604020202020204" pitchFamily="34" charset="0"/>
        </a:defRPr>
      </a:lvl3pPr>
      <a:lvl4pPr marL="1371600" indent="0" algn="l" defTabSz="914400" rtl="0" eaLnBrk="1" latinLnBrk="0" hangingPunct="1">
        <a:lnSpc>
          <a:spcPct val="150000"/>
        </a:lnSpc>
        <a:spcBef>
          <a:spcPts val="500"/>
        </a:spcBef>
        <a:buClr>
          <a:srgbClr val="AFD8ED"/>
        </a:buClr>
        <a:buFontTx/>
        <a:buNone/>
        <a:defRPr sz="1600" kern="1200">
          <a:solidFill>
            <a:srgbClr val="FFFFFF"/>
          </a:solidFill>
          <a:latin typeface="Arial" panose="020B0604020202020204" pitchFamily="34" charset="0"/>
          <a:ea typeface="Noto Sans" panose="020B0502040504020204" pitchFamily="34" charset="0"/>
          <a:cs typeface="Arial" panose="020B0604020202020204" pitchFamily="34" charset="0"/>
        </a:defRPr>
      </a:lvl4pPr>
      <a:lvl5pPr marL="2057400" indent="-228600" algn="l" defTabSz="914400" rtl="0" eaLnBrk="1" latinLnBrk="0" hangingPunct="1">
        <a:lnSpc>
          <a:spcPct val="150000"/>
        </a:lnSpc>
        <a:spcBef>
          <a:spcPts val="500"/>
        </a:spcBef>
        <a:buClr>
          <a:srgbClr val="AFD8ED"/>
        </a:buClr>
        <a:buFont typeface="Arial" panose="020B0604020202020204" pitchFamily="34" charset="0"/>
        <a:buChar char="•"/>
        <a:defRPr sz="1800" kern="1200">
          <a:solidFill>
            <a:srgbClr val="383838"/>
          </a:solidFill>
          <a:latin typeface="Source Sans Pro" panose="020B0503030403020204" pitchFamily="34" charset="0"/>
          <a:ea typeface="Source Sans Pro" panose="020B05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25">
          <p15:clr>
            <a:srgbClr val="F26B43"/>
          </p15:clr>
        </p15:guide>
        <p15:guide id="2" pos="7355">
          <p15:clr>
            <a:srgbClr val="F26B43"/>
          </p15:clr>
        </p15:guide>
        <p15:guide id="3" orient="horz" pos="300">
          <p15:clr>
            <a:srgbClr val="F26B43"/>
          </p15:clr>
        </p15:guide>
        <p15:guide id="4" orient="horz" pos="3974">
          <p15:clr>
            <a:srgbClr val="F26B43"/>
          </p15:clr>
        </p15:guide>
        <p15:guide id="5" pos="121">
          <p15:clr>
            <a:srgbClr val="F26B43"/>
          </p15:clr>
        </p15:guide>
        <p15:guide id="6" orient="horz" pos="572">
          <p15:clr>
            <a:srgbClr val="F26B43"/>
          </p15:clr>
        </p15:guide>
        <p15:guide id="7" orient="horz" pos="3861">
          <p15:clr>
            <a:srgbClr val="F26B43"/>
          </p15:clr>
        </p15:guide>
        <p15:guide id="8" orient="horz" pos="119">
          <p15:clr>
            <a:srgbClr val="F26B43"/>
          </p15:clr>
        </p15:guide>
        <p15:guide id="9"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7.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20.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29.png"/><Relationship Id="rId3" Type="http://schemas.openxmlformats.org/officeDocument/2006/relationships/image" Target="../media/image21.png"/><Relationship Id="rId7" Type="http://schemas.openxmlformats.org/officeDocument/2006/relationships/image" Target="../media/image26.png"/><Relationship Id="rId12" Type="http://schemas.openxmlformats.org/officeDocument/2006/relationships/image" Target="../media/image20.png"/><Relationship Id="rId2" Type="http://schemas.openxmlformats.org/officeDocument/2006/relationships/image" Target="../media/image17.png"/><Relationship Id="rId16" Type="http://schemas.openxmlformats.org/officeDocument/2006/relationships/image" Target="../media/image25.png"/><Relationship Id="rId1" Type="http://schemas.openxmlformats.org/officeDocument/2006/relationships/slideLayout" Target="../slideLayouts/slideLayout20.xml"/><Relationship Id="rId6" Type="http://schemas.openxmlformats.org/officeDocument/2006/relationships/image" Target="../media/image24.png"/><Relationship Id="rId11" Type="http://schemas.openxmlformats.org/officeDocument/2006/relationships/image" Target="../media/image19.png"/><Relationship Id="rId5" Type="http://schemas.openxmlformats.org/officeDocument/2006/relationships/image" Target="../media/image23.png"/><Relationship Id="rId15" Type="http://schemas.openxmlformats.org/officeDocument/2006/relationships/image" Target="../media/image18.png"/><Relationship Id="rId10" Type="http://schemas.openxmlformats.org/officeDocument/2006/relationships/image" Target="../media/image30.png"/><Relationship Id="rId4" Type="http://schemas.openxmlformats.org/officeDocument/2006/relationships/image" Target="../media/image22.png"/><Relationship Id="rId9" Type="http://schemas.openxmlformats.org/officeDocument/2006/relationships/image" Target="../media/image28.png"/><Relationship Id="rId14" Type="http://schemas.openxmlformats.org/officeDocument/2006/relationships/image" Target="../media/image3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4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image" Target="../media/image17.png"/><Relationship Id="rId16" Type="http://schemas.openxmlformats.org/officeDocument/2006/relationships/image" Target="../media/image31.png"/><Relationship Id="rId1" Type="http://schemas.openxmlformats.org/officeDocument/2006/relationships/slideLayout" Target="../slideLayouts/slideLayout20.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 Id="rId14" Type="http://schemas.openxmlformats.org/officeDocument/2006/relationships/image" Target="../media/image2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3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8.xml"/></Relationships>
</file>

<file path=ppt/slides/_rels/slide60.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38.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0.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62.xml.rels><?xml version="1.0" encoding="UTF-8" standalone="yes"?>
<Relationships xmlns="http://schemas.openxmlformats.org/package/2006/relationships"><Relationship Id="rId3" Type="http://schemas.openxmlformats.org/officeDocument/2006/relationships/hyperlink" Target="https://lognet.nato.int/" TargetMode="External"/><Relationship Id="rId2" Type="http://schemas.openxmlformats.org/officeDocument/2006/relationships/hyperlink" Target="http://lognet.nato.int/" TargetMode="External"/><Relationship Id="rId1" Type="http://schemas.openxmlformats.org/officeDocument/2006/relationships/slideLayout" Target="../slideLayouts/slideLayout2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38.xml"/></Relationships>
</file>

<file path=ppt/slides/_rels/slide6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3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1"/>
          </p:nvPr>
        </p:nvSpPr>
        <p:spPr/>
        <p:txBody>
          <a:bodyPr>
            <a:normAutofit/>
          </a:bodyPr>
          <a:lstStyle/>
          <a:p>
            <a:r>
              <a:rPr lang="en-US" dirty="0"/>
              <a:t>Logistics Planning and Execution Supporting Tools - LOGFAS</a:t>
            </a:r>
          </a:p>
        </p:txBody>
      </p:sp>
      <p:sp>
        <p:nvSpPr>
          <p:cNvPr id="6" name="Title 5"/>
          <p:cNvSpPr>
            <a:spLocks noGrp="1"/>
          </p:cNvSpPr>
          <p:nvPr>
            <p:ph type="title"/>
          </p:nvPr>
        </p:nvSpPr>
        <p:spPr/>
        <p:txBody>
          <a:bodyPr>
            <a:normAutofit/>
          </a:bodyPr>
          <a:lstStyle/>
          <a:p>
            <a:r>
              <a:rPr lang="en-US" altLang="en-US" sz="4800" dirty="0"/>
              <a:t>LOGFAS</a:t>
            </a:r>
            <a:endParaRPr lang="en-GB" sz="4800" dirty="0"/>
          </a:p>
        </p:txBody>
      </p:sp>
      <p:sp>
        <p:nvSpPr>
          <p:cNvPr id="8" name="Content Placeholder 7"/>
          <p:cNvSpPr>
            <a:spLocks noGrp="1"/>
          </p:cNvSpPr>
          <p:nvPr>
            <p:ph sz="quarter" idx="12"/>
          </p:nvPr>
        </p:nvSpPr>
        <p:spPr/>
        <p:txBody>
          <a:bodyPr/>
          <a:lstStyle/>
          <a:p>
            <a:pPr lvl="0"/>
            <a:r>
              <a:rPr lang="en-US" dirty="0"/>
              <a:t>LOGFAS Section</a:t>
            </a:r>
            <a:endParaRPr lang="en-GB" dirty="0"/>
          </a:p>
        </p:txBody>
      </p:sp>
      <p:sp>
        <p:nvSpPr>
          <p:cNvPr id="10" name="Footer Placeholder 4">
            <a:extLst>
              <a:ext uri="{FF2B5EF4-FFF2-40B4-BE49-F238E27FC236}">
                <a16:creationId xmlns:a16="http://schemas.microsoft.com/office/drawing/2014/main" id="{D91C20A6-FE70-C243-AE15-9AFDDCD8551A}"/>
              </a:ext>
            </a:extLst>
          </p:cNvPr>
          <p:cNvSpPr>
            <a:spLocks noGrp="1"/>
          </p:cNvSpPr>
          <p:nvPr>
            <p:ph type="ftr" sz="quarter" idx="3"/>
          </p:nvPr>
        </p:nvSpPr>
        <p:spPr>
          <a:xfrm>
            <a:off x="188696" y="6480000"/>
            <a:ext cx="4114800" cy="365125"/>
          </a:xfrm>
          <a:prstGeom prst="rect">
            <a:avLst/>
          </a:prstGeom>
        </p:spPr>
        <p:txBody>
          <a:bodyPr vert="horz" lIns="91440" tIns="45720" rIns="91440" bIns="45720" rtlCol="0" anchor="ctr"/>
          <a:lstStyle>
            <a:lvl1pPr algn="l">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BE" sz="1000" b="0" i="0" u="none" strike="noStrike" kern="1200" cap="none" spc="0" normalizeH="0" baseline="0" noProof="0" dirty="0">
                <a:ln>
                  <a:noFill/>
                </a:ln>
                <a:solidFill>
                  <a:srgbClr val="719AC1"/>
                </a:solidFill>
                <a:effectLst/>
                <a:uLnTx/>
                <a:uFillTx/>
                <a:latin typeface="Arial" panose="020B0604020202020204" pitchFamily="34" charset="0"/>
                <a:cs typeface="Arial" panose="020B0604020202020204" pitchFamily="34" charset="0"/>
              </a:rPr>
              <a:t>NATO UNCLASSIFIED</a:t>
            </a:r>
          </a:p>
        </p:txBody>
      </p:sp>
      <p:sp>
        <p:nvSpPr>
          <p:cNvPr id="11" name="Slide Number Placeholder 5">
            <a:extLst>
              <a:ext uri="{FF2B5EF4-FFF2-40B4-BE49-F238E27FC236}">
                <a16:creationId xmlns:a16="http://schemas.microsoft.com/office/drawing/2014/main" id="{2D9DC6B1-4B05-8D4F-B57F-AF4A120D8E7D}"/>
              </a:ext>
            </a:extLst>
          </p:cNvPr>
          <p:cNvSpPr>
            <a:spLocks noGrp="1"/>
          </p:cNvSpPr>
          <p:nvPr>
            <p:ph type="sldNum" sz="quarter" idx="4"/>
          </p:nvPr>
        </p:nvSpPr>
        <p:spPr>
          <a:xfrm>
            <a:off x="9190800" y="6480000"/>
            <a:ext cx="2743200" cy="365125"/>
          </a:xfrm>
          <a:prstGeom prst="rect">
            <a:avLst/>
          </a:prstGeom>
        </p:spPr>
        <p:txBody>
          <a:bodyPr vert="horz" lIns="91440" tIns="45720" rIns="91440" bIns="45720" rtlCol="0" anchor="ctr"/>
          <a:lstStyle>
            <a:lvl1pPr algn="r">
              <a:defRPr sz="1000" b="0" i="0">
                <a:solidFill>
                  <a:srgbClr val="719AC1"/>
                </a:solidFill>
                <a:latin typeface="Arial" panose="020B0604020202020204" pitchFamily="34" charset="0"/>
                <a:ea typeface="Noto Sans" panose="020B0502040504020204" pitchFamily="34" charset="0"/>
                <a:cs typeface="Arial" panose="020B0604020202020204" pitchFamily="34" charset="0"/>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E9C1426-0F0D-BC4F-BF6C-4B07893ACD48}" type="datetimeFigureOut">
              <a:rPr kumimoji="0" lang="en-BE" sz="1000" b="0" i="0" u="none" strike="noStrike" kern="1200" cap="none" spc="0" normalizeH="0" baseline="0" noProof="0" smtClean="0">
                <a:ln>
                  <a:noFill/>
                </a:ln>
                <a:solidFill>
                  <a:srgbClr val="719AC1"/>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11/08/2022</a:t>
            </a:fld>
            <a:r>
              <a:rPr kumimoji="0" lang="en-BE" sz="1000" b="0" i="0" u="none" strike="noStrike" kern="1200" cap="none" spc="0" normalizeH="0" baseline="0" noProof="0" dirty="0">
                <a:ln>
                  <a:noFill/>
                </a:ln>
                <a:solidFill>
                  <a:srgbClr val="719AC1"/>
                </a:solidFill>
                <a:effectLst/>
                <a:uLnTx/>
                <a:uFillTx/>
                <a:latin typeface="Arial" panose="020B0604020202020204" pitchFamily="34" charset="0"/>
                <a:cs typeface="Arial" panose="020B0604020202020204" pitchFamily="34" charset="0"/>
              </a:rPr>
              <a:t>  |  </a:t>
            </a:r>
            <a:r>
              <a:rPr kumimoji="0" lang="en-GB" sz="1000" b="0" i="0" u="none" strike="noStrike" kern="1200" cap="none" spc="0" normalizeH="0" baseline="0" noProof="0" dirty="0">
                <a:ln>
                  <a:noFill/>
                </a:ln>
                <a:solidFill>
                  <a:srgbClr val="719AC1"/>
                </a:solidFill>
                <a:effectLst/>
                <a:uLnTx/>
                <a:uFillTx/>
                <a:latin typeface="Arial" panose="020B0604020202020204" pitchFamily="34" charset="0"/>
                <a:cs typeface="Arial" panose="020B0604020202020204" pitchFamily="34" charset="0"/>
              </a:rPr>
              <a:t>P</a:t>
            </a:r>
            <a:r>
              <a:rPr kumimoji="0" lang="en-BE" sz="1000" b="0" i="0" u="none" strike="noStrike" kern="1200" cap="none" spc="0" normalizeH="0" baseline="0" noProof="0" dirty="0">
                <a:ln>
                  <a:noFill/>
                </a:ln>
                <a:solidFill>
                  <a:srgbClr val="719AC1"/>
                </a:solidFill>
                <a:effectLst/>
                <a:uLnTx/>
                <a:uFillTx/>
                <a:latin typeface="Arial" panose="020B0604020202020204" pitchFamily="34" charset="0"/>
                <a:cs typeface="Arial" panose="020B0604020202020204" pitchFamily="34" charset="0"/>
              </a:rPr>
              <a:t>AGE </a:t>
            </a:r>
            <a:fld id="{3C66DE6B-CC4B-F74A-99D4-2DC8DD154D90}" type="slidenum">
              <a:rPr kumimoji="0" lang="en-BE" sz="1000" b="0" i="0" u="none" strike="noStrike" kern="1200" cap="none" spc="0" normalizeH="0" baseline="0" noProof="0" smtClean="0">
                <a:ln>
                  <a:noFill/>
                </a:ln>
                <a:solidFill>
                  <a:srgbClr val="719AC1"/>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BE" sz="1000" b="0" i="0" u="none" strike="noStrike" kern="1200" cap="none" spc="0" normalizeH="0" baseline="0" noProof="0" dirty="0">
              <a:ln>
                <a:noFill/>
              </a:ln>
              <a:solidFill>
                <a:srgbClr val="719AC1"/>
              </a:solidFill>
              <a:effectLst/>
              <a:uLnTx/>
              <a:uFillTx/>
              <a:latin typeface="Arial" panose="020B0604020202020204" pitchFamily="34" charset="0"/>
              <a:cs typeface="Arial" panose="020B0604020202020204" pitchFamily="34" charset="0"/>
            </a:endParaRPr>
          </a:p>
        </p:txBody>
      </p:sp>
      <p:pic>
        <p:nvPicPr>
          <p:cNvPr id="12" name="Picture 11"/>
          <p:cNvPicPr>
            <a:picLocks noChangeAspect="1"/>
          </p:cNvPicPr>
          <p:nvPr/>
        </p:nvPicPr>
        <p:blipFill>
          <a:blip r:embed="rId3"/>
          <a:stretch>
            <a:fillRect/>
          </a:stretch>
        </p:blipFill>
        <p:spPr>
          <a:xfrm>
            <a:off x="10809535" y="203704"/>
            <a:ext cx="1185312" cy="1185312"/>
          </a:xfrm>
          <a:prstGeom prst="rect">
            <a:avLst/>
          </a:prstGeom>
        </p:spPr>
      </p:pic>
    </p:spTree>
    <p:extLst>
      <p:ext uri="{BB962C8B-B14F-4D97-AF65-F5344CB8AC3E}">
        <p14:creationId xmlns:p14="http://schemas.microsoft.com/office/powerpoint/2010/main" val="12847864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What is a NATO FAS?</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US" dirty="0"/>
              <a:t>A NATO </a:t>
            </a:r>
            <a:r>
              <a:rPr lang="en-US" b="1" dirty="0">
                <a:solidFill>
                  <a:schemeClr val="accent1">
                    <a:lumMod val="40000"/>
                    <a:lumOff val="60000"/>
                  </a:schemeClr>
                </a:solidFill>
              </a:rPr>
              <a:t>Functional Area Services (FAS)</a:t>
            </a:r>
            <a:r>
              <a:rPr lang="en-US" b="1" dirty="0"/>
              <a:t> </a:t>
            </a:r>
            <a:r>
              <a:rPr lang="en-US" dirty="0"/>
              <a:t>provides a system or series of software modules that allow the specialist areas to work together in a collective/collaborative way.</a:t>
            </a:r>
          </a:p>
          <a:p>
            <a:pPr marL="0" indent="0" algn="just">
              <a:buNone/>
            </a:pPr>
            <a:r>
              <a:rPr lang="en-US" dirty="0"/>
              <a:t>This </a:t>
            </a:r>
            <a:r>
              <a:rPr lang="en-US" b="1" u="sng" dirty="0"/>
              <a:t>enables</a:t>
            </a:r>
            <a:r>
              <a:rPr lang="en-US" dirty="0"/>
              <a:t> the passing information between the different Divisions and Branches (CJ2, CJ3, CJ4, CJ5, etc).</a:t>
            </a:r>
          </a:p>
          <a:p>
            <a:pPr marL="0" indent="0" algn="just">
              <a:buNone/>
            </a:pPr>
            <a:r>
              <a:rPr lang="en-US" dirty="0"/>
              <a:t>They are </a:t>
            </a:r>
            <a:r>
              <a:rPr lang="en-US" b="1" dirty="0"/>
              <a:t>Joint Service</a:t>
            </a:r>
            <a:r>
              <a:rPr lang="en-US" dirty="0"/>
              <a:t>, </a:t>
            </a:r>
            <a:r>
              <a:rPr lang="en-US" b="1" dirty="0"/>
              <a:t>Multi-National</a:t>
            </a:r>
            <a:r>
              <a:rPr lang="en-US" dirty="0"/>
              <a:t> and used at </a:t>
            </a:r>
            <a:r>
              <a:rPr lang="en-US" b="1" u="sng" dirty="0"/>
              <a:t>all</a:t>
            </a:r>
            <a:r>
              <a:rPr lang="en-US" dirty="0"/>
              <a:t> levels of planning (Strategic, Operational and Tactical)</a:t>
            </a:r>
          </a:p>
          <a:p>
            <a:pPr marL="0" indent="0" algn="just">
              <a:buNone/>
            </a:pPr>
            <a:r>
              <a:rPr lang="en-US" dirty="0"/>
              <a:t>Also used in the </a:t>
            </a:r>
            <a:r>
              <a:rPr lang="en-US" b="1" dirty="0">
                <a:solidFill>
                  <a:schemeClr val="accent1">
                    <a:lumMod val="40000"/>
                    <a:lumOff val="60000"/>
                  </a:schemeClr>
                </a:solidFill>
              </a:rPr>
              <a:t>execution</a:t>
            </a:r>
            <a:r>
              <a:rPr lang="en-US" dirty="0"/>
              <a:t> of movement/logistic operations.</a:t>
            </a:r>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a:t>
            </a:fld>
            <a:endParaRPr lang="en-BE" dirty="0"/>
          </a:p>
        </p:txBody>
      </p:sp>
    </p:spTree>
    <p:extLst>
      <p:ext uri="{BB962C8B-B14F-4D97-AF65-F5344CB8AC3E}">
        <p14:creationId xmlns:p14="http://schemas.microsoft.com/office/powerpoint/2010/main" val="31040942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Important Note</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US" dirty="0"/>
              <a:t>Information is </a:t>
            </a:r>
            <a:r>
              <a:rPr lang="en-US" b="1" dirty="0">
                <a:solidFill>
                  <a:schemeClr val="accent1">
                    <a:lumMod val="40000"/>
                    <a:lumOff val="60000"/>
                  </a:schemeClr>
                </a:solidFill>
              </a:rPr>
              <a:t>key</a:t>
            </a:r>
            <a:r>
              <a:rPr lang="en-US" dirty="0"/>
              <a:t> to any modern coalition operation but is only relevant if:</a:t>
            </a:r>
          </a:p>
          <a:p>
            <a:pPr marL="971550" lvl="2" indent="-285750" algn="just">
              <a:buClr>
                <a:schemeClr val="bg1"/>
              </a:buClr>
              <a:buFont typeface="Arial" panose="020B0604020202020204" pitchFamily="34" charset="0"/>
              <a:buChar char="•"/>
            </a:pPr>
            <a:r>
              <a:rPr lang="en-US" dirty="0"/>
              <a:t>Accurate </a:t>
            </a:r>
            <a:endParaRPr lang="en-US" dirty="0" smtClean="0"/>
          </a:p>
          <a:p>
            <a:pPr marL="971550" lvl="2" indent="-285750" algn="just">
              <a:buClr>
                <a:schemeClr val="bg1"/>
              </a:buClr>
              <a:buFont typeface="Arial" panose="020B0604020202020204" pitchFamily="34" charset="0"/>
              <a:buChar char="•"/>
            </a:pPr>
            <a:r>
              <a:rPr lang="en-US" dirty="0" smtClean="0"/>
              <a:t>Contains </a:t>
            </a:r>
            <a:r>
              <a:rPr lang="en-US" dirty="0"/>
              <a:t>all the required elements</a:t>
            </a:r>
          </a:p>
          <a:p>
            <a:pPr marL="971550" lvl="2" indent="-285750" algn="just">
              <a:buClr>
                <a:schemeClr val="bg1"/>
              </a:buClr>
              <a:buFont typeface="Arial" panose="020B0604020202020204" pitchFamily="34" charset="0"/>
              <a:buChar char="•"/>
            </a:pPr>
            <a:r>
              <a:rPr lang="en-US" dirty="0"/>
              <a:t>Understandable</a:t>
            </a:r>
          </a:p>
          <a:p>
            <a:pPr marL="971550" lvl="2" indent="-285750" algn="just">
              <a:buClr>
                <a:schemeClr val="bg1"/>
              </a:buClr>
              <a:buFont typeface="Arial" panose="020B0604020202020204" pitchFamily="34" charset="0"/>
              <a:buChar char="•"/>
            </a:pPr>
            <a:r>
              <a:rPr lang="en-US" dirty="0" smtClean="0"/>
              <a:t>Timely</a:t>
            </a:r>
            <a:endParaRPr lang="en-US" dirty="0"/>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3</a:t>
            </a:fld>
            <a:endParaRPr lang="en-BE" dirty="0"/>
          </a:p>
        </p:txBody>
      </p:sp>
    </p:spTree>
    <p:extLst>
      <p:ext uri="{BB962C8B-B14F-4D97-AF65-F5344CB8AC3E}">
        <p14:creationId xmlns:p14="http://schemas.microsoft.com/office/powerpoint/2010/main" val="4267226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GB" dirty="0"/>
              <a:t>Logistics Functional Area Services (LOGFAS)</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GB" dirty="0"/>
              <a:t>LOGFAS provides a series of Modules used by NATO that allow for the analysis, planning, execution and reporting of M&amp;T and Logistics, using an integrated series of computer programs.</a:t>
            </a:r>
          </a:p>
          <a:p>
            <a:pPr marL="0" indent="0" algn="just">
              <a:buNone/>
            </a:pPr>
            <a:r>
              <a:rPr lang="en-GB" dirty="0"/>
              <a:t>The LOGFAS Programs/Modules use the same database format and therefore all data can be easily shared.</a:t>
            </a:r>
          </a:p>
          <a:p>
            <a:pPr marL="971550" lvl="2" indent="-285750" algn="just">
              <a:buClr>
                <a:schemeClr val="bg1"/>
              </a:buClr>
              <a:buFont typeface="Arial" panose="020B0604020202020204" pitchFamily="34" charset="0"/>
              <a:buChar char="•"/>
            </a:pPr>
            <a:r>
              <a:rPr lang="en-GB" dirty="0"/>
              <a:t>Data exchange can be by using the Export and Import data processes.</a:t>
            </a:r>
          </a:p>
          <a:p>
            <a:pPr marL="0" indent="0" algn="just">
              <a:buNone/>
            </a:pPr>
            <a:r>
              <a:rPr lang="en-GB" dirty="0"/>
              <a:t>The programs are cleared to be issued and used by all NATO Nations, PFP and Coalition Nations. </a:t>
            </a:r>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a:t>
            </a:fld>
            <a:endParaRPr lang="en-BE" dirty="0"/>
          </a:p>
        </p:txBody>
      </p:sp>
    </p:spTree>
    <p:extLst>
      <p:ext uri="{BB962C8B-B14F-4D97-AF65-F5344CB8AC3E}">
        <p14:creationId xmlns:p14="http://schemas.microsoft.com/office/powerpoint/2010/main" val="1579568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Why do we use LOGFAS in NATO?</a:t>
            </a:r>
          </a:p>
        </p:txBody>
      </p:sp>
      <p:sp>
        <p:nvSpPr>
          <p:cNvPr id="10" name="Content Placeholder 9"/>
          <p:cNvSpPr>
            <a:spLocks noGrp="1"/>
          </p:cNvSpPr>
          <p:nvPr>
            <p:ph idx="1"/>
          </p:nvPr>
        </p:nvSpPr>
        <p:spPr>
          <a:xfrm>
            <a:off x="1343472" y="2438256"/>
            <a:ext cx="10352342" cy="3691082"/>
          </a:xfrm>
        </p:spPr>
        <p:txBody>
          <a:bodyPr/>
          <a:lstStyle/>
          <a:p>
            <a:pPr marL="0" indent="0" algn="just">
              <a:buNone/>
            </a:pPr>
            <a:r>
              <a:rPr lang="en-US" dirty="0"/>
              <a:t>The use of LOGFAS is mandated by NATO by the MC 336 NATO Principles and Policies for Movements &amp;Transportation (M&amp;T).</a:t>
            </a:r>
          </a:p>
          <a:p>
            <a:pPr marL="1028700" lvl="2" indent="-342900" algn="just">
              <a:buClr>
                <a:schemeClr val="bg1"/>
              </a:buClr>
              <a:buFont typeface="Arial" panose="020B0604020202020204" pitchFamily="34" charset="0"/>
              <a:buChar char="•"/>
            </a:pPr>
            <a:r>
              <a:rPr lang="en-US" b="1" dirty="0">
                <a:solidFill>
                  <a:schemeClr val="accent1">
                    <a:lumMod val="40000"/>
                    <a:lumOff val="60000"/>
                  </a:schemeClr>
                </a:solidFill>
              </a:rPr>
              <a:t>MC 336/2 </a:t>
            </a:r>
            <a:r>
              <a:rPr lang="en-US" dirty="0"/>
              <a:t>approved by </a:t>
            </a:r>
            <a:r>
              <a:rPr lang="en-US" b="1" dirty="0"/>
              <a:t>North Atlantic Council (NAC).</a:t>
            </a:r>
          </a:p>
          <a:p>
            <a:pPr marL="1028700" lvl="2" indent="-342900" algn="just">
              <a:buClr>
                <a:schemeClr val="bg1"/>
              </a:buClr>
              <a:buFont typeface="Arial" panose="020B0604020202020204" pitchFamily="34" charset="0"/>
              <a:buChar char="•"/>
            </a:pPr>
            <a:r>
              <a:rPr lang="en-US" b="1" dirty="0">
                <a:solidFill>
                  <a:schemeClr val="accent1">
                    <a:lumMod val="40000"/>
                    <a:lumOff val="60000"/>
                  </a:schemeClr>
                </a:solidFill>
              </a:rPr>
              <a:t>MC 336/3 </a:t>
            </a:r>
            <a:r>
              <a:rPr lang="en-US" dirty="0"/>
              <a:t>approved by </a:t>
            </a:r>
            <a:r>
              <a:rPr lang="en-US" b="1" dirty="0"/>
              <a:t>Military Committee (MC).</a:t>
            </a:r>
          </a:p>
          <a:p>
            <a:pPr marL="0" indent="0" algn="just">
              <a:buNone/>
            </a:pPr>
            <a:r>
              <a:rPr lang="en-US" dirty="0"/>
              <a:t>In </a:t>
            </a:r>
            <a:r>
              <a:rPr lang="en-US" b="1" dirty="0"/>
              <a:t>MC 336/3 </a:t>
            </a:r>
            <a:r>
              <a:rPr lang="en-US" dirty="0"/>
              <a:t>at Paragraphs 8.3 and 8.4 it states: </a:t>
            </a:r>
          </a:p>
          <a:p>
            <a:pPr marL="0" indent="0" algn="just">
              <a:buNone/>
            </a:pPr>
            <a:r>
              <a:rPr lang="en-US" b="1" i="1" dirty="0">
                <a:solidFill>
                  <a:schemeClr val="accent1">
                    <a:lumMod val="40000"/>
                    <a:lumOff val="60000"/>
                  </a:schemeClr>
                </a:solidFill>
              </a:rPr>
              <a:t>“NATO Nations…. are to use LOGFAS Tools to facilitate multinational deployment planning, execution monitoring and transfer of information”. </a:t>
            </a:r>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5</a:t>
            </a:fld>
            <a:endParaRPr lang="en-BE" dirty="0"/>
          </a:p>
        </p:txBody>
      </p:sp>
    </p:spTree>
    <p:extLst>
      <p:ext uri="{BB962C8B-B14F-4D97-AF65-F5344CB8AC3E}">
        <p14:creationId xmlns:p14="http://schemas.microsoft.com/office/powerpoint/2010/main" val="1487017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Overriding Principles</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US" dirty="0"/>
              <a:t>That a </a:t>
            </a:r>
            <a:r>
              <a:rPr lang="en-US" b="1" u="sng" dirty="0"/>
              <a:t>single</a:t>
            </a:r>
            <a:r>
              <a:rPr lang="en-US" dirty="0"/>
              <a:t> piece of data, once created, is used again and again:</a:t>
            </a:r>
          </a:p>
          <a:p>
            <a:pPr marL="971550" lvl="2" indent="-285750" algn="just">
              <a:buClr>
                <a:schemeClr val="bg1"/>
              </a:buClr>
              <a:buFont typeface="Arial" panose="020B0604020202020204" pitchFamily="34" charset="0"/>
              <a:buChar char="•"/>
            </a:pPr>
            <a:r>
              <a:rPr lang="en-US" dirty="0"/>
              <a:t>Reduces the need for constant data recreation.</a:t>
            </a:r>
          </a:p>
          <a:p>
            <a:pPr marL="971550" lvl="2" indent="-285750" algn="just">
              <a:buClr>
                <a:schemeClr val="bg1"/>
              </a:buClr>
              <a:buFont typeface="Arial" panose="020B0604020202020204" pitchFamily="34" charset="0"/>
              <a:buChar char="•"/>
            </a:pPr>
            <a:r>
              <a:rPr lang="en-US" dirty="0"/>
              <a:t>Prevents stove piping of data.</a:t>
            </a:r>
          </a:p>
          <a:p>
            <a:pPr marL="971550" lvl="2" indent="-285750" algn="just">
              <a:buClr>
                <a:schemeClr val="bg1"/>
              </a:buClr>
              <a:buFont typeface="Arial" panose="020B0604020202020204" pitchFamily="34" charset="0"/>
              <a:buChar char="•"/>
            </a:pPr>
            <a:r>
              <a:rPr lang="en-US" dirty="0"/>
              <a:t>Maintains responsibilities at correct level.</a:t>
            </a:r>
          </a:p>
          <a:p>
            <a:pPr marL="971550" lvl="2" indent="-285750" algn="just">
              <a:buClr>
                <a:schemeClr val="bg1"/>
              </a:buClr>
              <a:buFont typeface="Arial" panose="020B0604020202020204" pitchFamily="34" charset="0"/>
              <a:buChar char="•"/>
            </a:pPr>
            <a:r>
              <a:rPr lang="en-US" dirty="0"/>
              <a:t>Once created it can be updated or enhanced.</a:t>
            </a:r>
          </a:p>
          <a:p>
            <a:pPr marL="0" indent="0" algn="just">
              <a:buNone/>
            </a:pPr>
            <a:r>
              <a:rPr lang="en-US" dirty="0"/>
              <a:t>The </a:t>
            </a:r>
            <a:r>
              <a:rPr lang="en-US" b="1" u="sng" dirty="0"/>
              <a:t>same</a:t>
            </a:r>
            <a:r>
              <a:rPr lang="en-US" dirty="0"/>
              <a:t> Item data can be used by all the LOGFAS Modules and for all purposes and processes.</a:t>
            </a:r>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6</a:t>
            </a:fld>
            <a:endParaRPr lang="en-BE" dirty="0"/>
          </a:p>
        </p:txBody>
      </p:sp>
    </p:spTree>
    <p:extLst>
      <p:ext uri="{BB962C8B-B14F-4D97-AF65-F5344CB8AC3E}">
        <p14:creationId xmlns:p14="http://schemas.microsoft.com/office/powerpoint/2010/main" val="2246407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Overriding Principles (Continued)</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US" dirty="0"/>
              <a:t>As data is passed there is </a:t>
            </a:r>
            <a:r>
              <a:rPr lang="en-US" b="1" u="sng" dirty="0"/>
              <a:t>clear</a:t>
            </a:r>
            <a:r>
              <a:rPr lang="en-US" dirty="0"/>
              <a:t> and </a:t>
            </a:r>
            <a:r>
              <a:rPr lang="en-US" b="1" u="sng" dirty="0"/>
              <a:t>equal</a:t>
            </a:r>
            <a:r>
              <a:rPr lang="en-US" dirty="0"/>
              <a:t> understanding regardless of how it is applied:</a:t>
            </a:r>
          </a:p>
          <a:p>
            <a:pPr marL="971550" lvl="2" indent="-285750" algn="just">
              <a:lnSpc>
                <a:spcPct val="100000"/>
              </a:lnSpc>
              <a:buClr>
                <a:schemeClr val="bg1"/>
              </a:buClr>
              <a:buFont typeface="Arial" panose="020B0604020202020204" pitchFamily="34" charset="0"/>
              <a:buChar char="•"/>
            </a:pPr>
            <a:r>
              <a:rPr lang="en-US" dirty="0"/>
              <a:t>A Mission planned in ADAMS can be used in EVE and CORSOM to execute and report. It may need to be verified and updated. But not recreated in each Module.</a:t>
            </a:r>
          </a:p>
          <a:p>
            <a:pPr marL="971550" lvl="2" indent="-285750" algn="just">
              <a:lnSpc>
                <a:spcPct val="100000"/>
              </a:lnSpc>
              <a:buClr>
                <a:schemeClr val="bg1"/>
              </a:buClr>
              <a:buFont typeface="Arial" panose="020B0604020202020204" pitchFamily="34" charset="0"/>
              <a:buChar cha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7</a:t>
            </a:fld>
            <a:endParaRPr lang="en-BE" dirty="0"/>
          </a:p>
        </p:txBody>
      </p:sp>
    </p:spTree>
    <p:extLst>
      <p:ext uri="{BB962C8B-B14F-4D97-AF65-F5344CB8AC3E}">
        <p14:creationId xmlns:p14="http://schemas.microsoft.com/office/powerpoint/2010/main" val="1741584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How do we use LOGFAS?</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US" dirty="0"/>
              <a:t>How LOGFAS is implemented at the </a:t>
            </a:r>
            <a:r>
              <a:rPr lang="en-US" b="1" u="sng" dirty="0"/>
              <a:t>national level</a:t>
            </a:r>
            <a:r>
              <a:rPr lang="en-US" b="1" dirty="0"/>
              <a:t> </a:t>
            </a:r>
            <a:r>
              <a:rPr lang="en-US" dirty="0"/>
              <a:t>is the responsibility of the individual Nation, but it needs to be in accordance with NATO Doctrine.</a:t>
            </a:r>
          </a:p>
          <a:p>
            <a:pPr marL="0" indent="0" algn="just">
              <a:buNone/>
            </a:pPr>
            <a:r>
              <a:rPr lang="en-US" b="1" dirty="0">
                <a:solidFill>
                  <a:schemeClr val="tx2">
                    <a:lumMod val="40000"/>
                    <a:lumOff val="60000"/>
                  </a:schemeClr>
                </a:solidFill>
              </a:rPr>
              <a:t>Why?</a:t>
            </a:r>
          </a:p>
          <a:p>
            <a:pPr marL="971550" lvl="2" indent="-285750" algn="just">
              <a:lnSpc>
                <a:spcPct val="100000"/>
              </a:lnSpc>
              <a:buClr>
                <a:schemeClr val="bg1"/>
              </a:buClr>
              <a:buFont typeface="Arial" panose="020B0604020202020204" pitchFamily="34" charset="0"/>
              <a:buChar char="•"/>
            </a:pPr>
            <a:r>
              <a:rPr lang="en-US" dirty="0"/>
              <a:t>In the CJ4 World  you have to make many decisions and making a decision follows a thought process!</a:t>
            </a:r>
          </a:p>
          <a:p>
            <a:pPr marL="971550" lvl="2" indent="-285750" algn="just">
              <a:buClr>
                <a:schemeClr val="bg1"/>
              </a:buClr>
              <a:buFont typeface="Arial" panose="020B0604020202020204" pitchFamily="34" charset="0"/>
              <a:buChar char="•"/>
            </a:pPr>
            <a:r>
              <a:rPr lang="en-US" dirty="0"/>
              <a:t>There needs to be an equal understanding of the data, regardless of the source.</a:t>
            </a:r>
          </a:p>
          <a:p>
            <a:pPr marL="971550" lvl="2" indent="-285750" algn="just">
              <a:buClr>
                <a:schemeClr val="bg1"/>
              </a:buClr>
              <a:buFont typeface="Arial" panose="020B0604020202020204" pitchFamily="34" charset="0"/>
              <a:buChar char="•"/>
            </a:pPr>
            <a:r>
              <a:rPr lang="en-US" dirty="0"/>
              <a:t>To do this you need to be able to work with information and to use it to your advantage.</a:t>
            </a:r>
          </a:p>
          <a:p>
            <a:pPr marL="0" indent="0" algn="just">
              <a:buNone/>
            </a:pPr>
            <a:r>
              <a:rPr lang="en-US" dirty="0"/>
              <a:t>LOGFAS provides methods to do this. </a:t>
            </a:r>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8</a:t>
            </a:fld>
            <a:endParaRPr lang="en-BE" dirty="0"/>
          </a:p>
        </p:txBody>
      </p:sp>
    </p:spTree>
    <p:extLst>
      <p:ext uri="{BB962C8B-B14F-4D97-AF65-F5344CB8AC3E}">
        <p14:creationId xmlns:p14="http://schemas.microsoft.com/office/powerpoint/2010/main" val="900636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Minus 44"/>
          <p:cNvSpPr/>
          <p:nvPr/>
        </p:nvSpPr>
        <p:spPr>
          <a:xfrm>
            <a:off x="6897125" y="4191749"/>
            <a:ext cx="1500010" cy="438057"/>
          </a:xfrm>
          <a:prstGeom prst="mathMin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Minus 42"/>
          <p:cNvSpPr/>
          <p:nvPr/>
        </p:nvSpPr>
        <p:spPr>
          <a:xfrm rot="19340181">
            <a:off x="3501619" y="4697580"/>
            <a:ext cx="1932672" cy="438057"/>
          </a:xfrm>
          <a:prstGeom prst="mathMin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 name="Minus 41"/>
          <p:cNvSpPr/>
          <p:nvPr/>
        </p:nvSpPr>
        <p:spPr>
          <a:xfrm rot="1803864">
            <a:off x="3574149" y="3851553"/>
            <a:ext cx="1859445" cy="438057"/>
          </a:xfrm>
          <a:prstGeom prst="mathMin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Minus 40"/>
          <p:cNvSpPr/>
          <p:nvPr/>
        </p:nvSpPr>
        <p:spPr>
          <a:xfrm rot="16200000">
            <a:off x="5486487" y="4846465"/>
            <a:ext cx="1177046" cy="438057"/>
          </a:xfrm>
          <a:prstGeom prst="mathMin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 name="Minus 39"/>
          <p:cNvSpPr/>
          <p:nvPr/>
        </p:nvSpPr>
        <p:spPr>
          <a:xfrm rot="16200000">
            <a:off x="5486486" y="3450963"/>
            <a:ext cx="1177046" cy="438057"/>
          </a:xfrm>
          <a:prstGeom prst="mathMinus">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9" name="Rectangle 18"/>
          <p:cNvSpPr/>
          <p:nvPr/>
        </p:nvSpPr>
        <p:spPr>
          <a:xfrm>
            <a:off x="4831733" y="5272183"/>
            <a:ext cx="2414880" cy="1238669"/>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000" b="1" dirty="0">
                <a:solidFill>
                  <a:schemeClr val="tx1"/>
                </a:solidFill>
                <a:latin typeface="Arial" panose="020B0604020202020204" pitchFamily="34" charset="0"/>
                <a:cs typeface="Arial" panose="020B0604020202020204" pitchFamily="34" charset="0"/>
              </a:rPr>
              <a:t>CORE MODULES</a:t>
            </a:r>
          </a:p>
        </p:txBody>
      </p:sp>
      <p:sp>
        <p:nvSpPr>
          <p:cNvPr id="9" name="Title 8"/>
          <p:cNvSpPr>
            <a:spLocks noGrp="1"/>
          </p:cNvSpPr>
          <p:nvPr>
            <p:ph type="title"/>
          </p:nvPr>
        </p:nvSpPr>
        <p:spPr/>
        <p:txBody>
          <a:bodyPr>
            <a:normAutofit/>
          </a:bodyPr>
          <a:lstStyle/>
          <a:p>
            <a:r>
              <a:rPr lang="en-US" dirty="0"/>
              <a:t>LOGFAS Vs </a:t>
            </a:r>
            <a:r>
              <a:rPr lang="en-US" dirty="0" smtClean="0"/>
              <a:t>7 (Series)</a:t>
            </a:r>
            <a:r>
              <a:rPr lang="en-US" dirty="0"/>
              <a:t/>
            </a:r>
            <a:br>
              <a:rPr lang="en-US" dirty="0"/>
            </a:br>
            <a:r>
              <a:rPr lang="en-US" sz="2400" dirty="0"/>
              <a:t>Common and Specialized Software Tools</a:t>
            </a:r>
            <a:endParaRPr lang="en-US" dirty="0"/>
          </a:p>
        </p:txBody>
      </p:sp>
      <p:sp>
        <p:nvSpPr>
          <p:cNvPr id="10" name="Content Placeholder 9"/>
          <p:cNvSpPr>
            <a:spLocks noGrp="1"/>
          </p:cNvSpPr>
          <p:nvPr>
            <p:ph idx="1"/>
          </p:nvPr>
        </p:nvSpPr>
        <p:spPr>
          <a:xfrm>
            <a:off x="1343472" y="2591985"/>
            <a:ext cx="10341709" cy="3691082"/>
          </a:xfrm>
        </p:spPr>
        <p:txBody>
          <a:bodyPr/>
          <a:lstStyle/>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9</a:t>
            </a:fld>
            <a:endParaRPr lang="en-BE" dirty="0"/>
          </a:p>
        </p:txBody>
      </p:sp>
      <p:sp>
        <p:nvSpPr>
          <p:cNvPr id="6" name="Rectangle 5"/>
          <p:cNvSpPr/>
          <p:nvPr/>
        </p:nvSpPr>
        <p:spPr>
          <a:xfrm>
            <a:off x="4965285" y="3924982"/>
            <a:ext cx="2147776" cy="97222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800" b="1" dirty="0">
                <a:solidFill>
                  <a:schemeClr val="tx1"/>
                </a:solidFill>
                <a:latin typeface="Arial" panose="020B0604020202020204" pitchFamily="34" charset="0"/>
                <a:cs typeface="Arial" panose="020B0604020202020204" pitchFamily="34" charset="0"/>
              </a:rPr>
              <a:t>LOGBASE</a:t>
            </a:r>
          </a:p>
        </p:txBody>
      </p:sp>
      <p:pic>
        <p:nvPicPr>
          <p:cNvPr id="2" name="Picture 1"/>
          <p:cNvPicPr>
            <a:picLocks noChangeAspect="1"/>
          </p:cNvPicPr>
          <p:nvPr/>
        </p:nvPicPr>
        <p:blipFill>
          <a:blip r:embed="rId2"/>
          <a:stretch>
            <a:fillRect/>
          </a:stretch>
        </p:blipFill>
        <p:spPr>
          <a:xfrm>
            <a:off x="4971349" y="4297209"/>
            <a:ext cx="2226846" cy="621559"/>
          </a:xfrm>
          <a:prstGeom prst="rect">
            <a:avLst/>
          </a:prstGeom>
        </p:spPr>
      </p:pic>
      <p:grpSp>
        <p:nvGrpSpPr>
          <p:cNvPr id="8" name="Group 7"/>
          <p:cNvGrpSpPr/>
          <p:nvPr/>
        </p:nvGrpSpPr>
        <p:grpSpPr>
          <a:xfrm>
            <a:off x="5143162" y="2707248"/>
            <a:ext cx="1863694" cy="847203"/>
            <a:chOff x="3341162" y="1400175"/>
            <a:chExt cx="1875071" cy="1119532"/>
          </a:xfrm>
        </p:grpSpPr>
        <p:sp>
          <p:nvSpPr>
            <p:cNvPr id="13" name="Rectangle 12"/>
            <p:cNvSpPr/>
            <p:nvPr/>
          </p:nvSpPr>
          <p:spPr>
            <a:xfrm>
              <a:off x="3341162" y="1400175"/>
              <a:ext cx="1875071" cy="1119532"/>
            </a:xfrm>
            <a:prstGeom prst="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000" b="1" dirty="0">
                  <a:solidFill>
                    <a:schemeClr val="tx1"/>
                  </a:solidFill>
                  <a:latin typeface="Arial" panose="020B0604020202020204" pitchFamily="34" charset="0"/>
                  <a:cs typeface="Arial" panose="020B0604020202020204" pitchFamily="34" charset="0"/>
                </a:rPr>
                <a:t>ADMIN</a:t>
              </a:r>
            </a:p>
          </p:txBody>
        </p:sp>
        <p:sp>
          <p:nvSpPr>
            <p:cNvPr id="14" name="TextBox 13"/>
            <p:cNvSpPr txBox="1"/>
            <p:nvPr/>
          </p:nvSpPr>
          <p:spPr>
            <a:xfrm>
              <a:off x="3471457" y="1960720"/>
              <a:ext cx="691257" cy="488052"/>
            </a:xfrm>
            <a:prstGeom prst="rect">
              <a:avLst/>
            </a:prstGeom>
            <a:solidFill>
              <a:srgbClr val="FFFF0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LCM</a:t>
              </a:r>
            </a:p>
          </p:txBody>
        </p:sp>
        <p:sp>
          <p:nvSpPr>
            <p:cNvPr id="15" name="TextBox 14"/>
            <p:cNvSpPr txBox="1"/>
            <p:nvPr/>
          </p:nvSpPr>
          <p:spPr>
            <a:xfrm>
              <a:off x="4342435" y="1959940"/>
              <a:ext cx="788735" cy="497932"/>
            </a:xfrm>
            <a:prstGeom prst="rect">
              <a:avLst/>
            </a:prstGeom>
            <a:solidFill>
              <a:srgbClr val="FFFF0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UMM</a:t>
              </a:r>
            </a:p>
          </p:txBody>
        </p:sp>
      </p:grpSp>
      <p:sp>
        <p:nvSpPr>
          <p:cNvPr id="16" name="TextBox 15"/>
          <p:cNvSpPr txBox="1"/>
          <p:nvPr/>
        </p:nvSpPr>
        <p:spPr>
          <a:xfrm>
            <a:off x="5337793" y="5625706"/>
            <a:ext cx="1336853" cy="369332"/>
          </a:xfrm>
          <a:prstGeom prst="rect">
            <a:avLst/>
          </a:prstGeom>
          <a:solidFill>
            <a:srgbClr val="FFFF0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GeoMan</a:t>
            </a:r>
          </a:p>
        </p:txBody>
      </p:sp>
      <p:sp>
        <p:nvSpPr>
          <p:cNvPr id="17" name="TextBox 16"/>
          <p:cNvSpPr txBox="1"/>
          <p:nvPr/>
        </p:nvSpPr>
        <p:spPr>
          <a:xfrm>
            <a:off x="5244524" y="6071029"/>
            <a:ext cx="680959" cy="369332"/>
          </a:xfrm>
          <a:prstGeom prst="rect">
            <a:avLst/>
          </a:prstGeom>
          <a:solidFill>
            <a:srgbClr val="FFFF0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LDM</a:t>
            </a:r>
          </a:p>
        </p:txBody>
      </p:sp>
      <p:sp>
        <p:nvSpPr>
          <p:cNvPr id="18" name="TextBox 17"/>
          <p:cNvSpPr txBox="1"/>
          <p:nvPr/>
        </p:nvSpPr>
        <p:spPr>
          <a:xfrm>
            <a:off x="6149887" y="6071029"/>
            <a:ext cx="742437" cy="369332"/>
          </a:xfrm>
          <a:prstGeom prst="rect">
            <a:avLst/>
          </a:prstGeom>
          <a:solidFill>
            <a:srgbClr val="FFFF0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SPM</a:t>
            </a:r>
          </a:p>
        </p:txBody>
      </p:sp>
      <p:grpSp>
        <p:nvGrpSpPr>
          <p:cNvPr id="23" name="Group 22"/>
          <p:cNvGrpSpPr/>
          <p:nvPr/>
        </p:nvGrpSpPr>
        <p:grpSpPr>
          <a:xfrm>
            <a:off x="1889801" y="2783950"/>
            <a:ext cx="2122159" cy="1808549"/>
            <a:chOff x="125466" y="1430934"/>
            <a:chExt cx="2160240" cy="1969376"/>
          </a:xfrm>
        </p:grpSpPr>
        <p:sp>
          <p:nvSpPr>
            <p:cNvPr id="24" name="Rectangle 23"/>
            <p:cNvSpPr/>
            <p:nvPr/>
          </p:nvSpPr>
          <p:spPr>
            <a:xfrm>
              <a:off x="125466" y="1430934"/>
              <a:ext cx="2160240" cy="1969376"/>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000" b="1" dirty="0">
                  <a:solidFill>
                    <a:schemeClr val="bg1"/>
                  </a:solidFill>
                  <a:latin typeface="Arial" panose="020B0604020202020204" pitchFamily="34" charset="0"/>
                  <a:cs typeface="Arial" panose="020B0604020202020204" pitchFamily="34" charset="0"/>
                </a:rPr>
                <a:t>M&amp;T</a:t>
              </a:r>
            </a:p>
          </p:txBody>
        </p:sp>
        <p:sp>
          <p:nvSpPr>
            <p:cNvPr id="25" name="TextBox 24"/>
            <p:cNvSpPr txBox="1"/>
            <p:nvPr/>
          </p:nvSpPr>
          <p:spPr>
            <a:xfrm>
              <a:off x="600745" y="2072326"/>
              <a:ext cx="1292485" cy="359356"/>
            </a:xfrm>
            <a:prstGeom prst="rect">
              <a:avLst/>
            </a:prstGeom>
            <a:solidFill>
              <a:srgbClr val="FF7C8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ADAMS</a:t>
              </a:r>
            </a:p>
          </p:txBody>
        </p:sp>
        <p:sp>
          <p:nvSpPr>
            <p:cNvPr id="26" name="TextBox 25"/>
            <p:cNvSpPr txBox="1"/>
            <p:nvPr/>
          </p:nvSpPr>
          <p:spPr>
            <a:xfrm>
              <a:off x="799039" y="2479204"/>
              <a:ext cx="867429" cy="359356"/>
            </a:xfrm>
            <a:prstGeom prst="rect">
              <a:avLst/>
            </a:prstGeom>
            <a:solidFill>
              <a:srgbClr val="FF7C8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EVE</a:t>
              </a:r>
            </a:p>
          </p:txBody>
        </p:sp>
        <p:sp>
          <p:nvSpPr>
            <p:cNvPr id="27" name="TextBox 26"/>
            <p:cNvSpPr txBox="1"/>
            <p:nvPr/>
          </p:nvSpPr>
          <p:spPr>
            <a:xfrm>
              <a:off x="514709" y="2888764"/>
              <a:ext cx="1464559" cy="359356"/>
            </a:xfrm>
            <a:prstGeom prst="rect">
              <a:avLst/>
            </a:prstGeom>
            <a:solidFill>
              <a:srgbClr val="FF7C8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CORSOM</a:t>
              </a:r>
            </a:p>
          </p:txBody>
        </p:sp>
      </p:grpSp>
      <p:grpSp>
        <p:nvGrpSpPr>
          <p:cNvPr id="28" name="Group 27"/>
          <p:cNvGrpSpPr/>
          <p:nvPr/>
        </p:nvGrpSpPr>
        <p:grpSpPr>
          <a:xfrm>
            <a:off x="1881957" y="4832426"/>
            <a:ext cx="2124632" cy="1468346"/>
            <a:chOff x="125466" y="3509536"/>
            <a:chExt cx="2160240" cy="1380207"/>
          </a:xfrm>
        </p:grpSpPr>
        <p:sp>
          <p:nvSpPr>
            <p:cNvPr id="29" name="Rectangle 28"/>
            <p:cNvSpPr/>
            <p:nvPr/>
          </p:nvSpPr>
          <p:spPr>
            <a:xfrm>
              <a:off x="125466" y="3509536"/>
              <a:ext cx="2160240" cy="1380207"/>
            </a:xfrm>
            <a:prstGeom prst="rect">
              <a:avLst/>
            </a:prstGeom>
            <a:solidFill>
              <a:srgbClr val="000099"/>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Bef>
                  <a:spcPts val="600"/>
                </a:spcBef>
              </a:pPr>
              <a:r>
                <a:rPr lang="en-GB" sz="2000" b="1" dirty="0">
                  <a:solidFill>
                    <a:schemeClr val="bg1"/>
                  </a:solidFill>
                  <a:latin typeface="Arial" panose="020B0604020202020204" pitchFamily="34" charset="0"/>
                  <a:cs typeface="Arial" panose="020B0604020202020204" pitchFamily="34" charset="0"/>
                </a:rPr>
                <a:t>M&amp;T Web</a:t>
              </a:r>
            </a:p>
          </p:txBody>
        </p:sp>
        <p:sp>
          <p:nvSpPr>
            <p:cNvPr id="30" name="TextBox 29"/>
            <p:cNvSpPr txBox="1"/>
            <p:nvPr/>
          </p:nvSpPr>
          <p:spPr>
            <a:xfrm>
              <a:off x="212238" y="4041792"/>
              <a:ext cx="1960081" cy="333223"/>
            </a:xfrm>
            <a:prstGeom prst="rect">
              <a:avLst/>
            </a:prstGeom>
            <a:solidFill>
              <a:srgbClr val="FF7C8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ADAMS Web</a:t>
              </a:r>
            </a:p>
          </p:txBody>
        </p:sp>
        <p:sp>
          <p:nvSpPr>
            <p:cNvPr id="31" name="TextBox 30"/>
            <p:cNvSpPr txBox="1"/>
            <p:nvPr/>
          </p:nvSpPr>
          <p:spPr>
            <a:xfrm>
              <a:off x="427439" y="4407793"/>
              <a:ext cx="1523793" cy="333223"/>
            </a:xfrm>
            <a:prstGeom prst="rect">
              <a:avLst/>
            </a:prstGeom>
            <a:solidFill>
              <a:srgbClr val="FF7C80"/>
            </a:solidFill>
            <a:ln w="19050">
              <a:solidFill>
                <a:schemeClr val="tx1"/>
              </a:solidFill>
            </a:ln>
          </p:spPr>
          <p:txBody>
            <a:bodyPr wrap="square" rtlCol="0">
              <a:spAutoFit/>
            </a:bodyPr>
            <a:lstStyle/>
            <a:p>
              <a:pPr algn="ctr"/>
              <a:r>
                <a:rPr lang="en-GB" b="1" dirty="0">
                  <a:latin typeface="Arial" panose="020B0604020202020204" pitchFamily="34" charset="0"/>
                  <a:cs typeface="Arial" panose="020B0604020202020204" pitchFamily="34" charset="0"/>
                </a:rPr>
                <a:t>EVE Web</a:t>
              </a:r>
            </a:p>
          </p:txBody>
        </p:sp>
      </p:grpSp>
      <p:sp>
        <p:nvSpPr>
          <p:cNvPr id="4" name="7-Point Star 3"/>
          <p:cNvSpPr/>
          <p:nvPr/>
        </p:nvSpPr>
        <p:spPr>
          <a:xfrm>
            <a:off x="8121771" y="2440243"/>
            <a:ext cx="2154543" cy="1150463"/>
          </a:xfrm>
          <a:prstGeom prst="star7">
            <a:avLst/>
          </a:prstGeom>
          <a:solidFill>
            <a:schemeClr val="bg1">
              <a:lumMod val="85000"/>
            </a:schemeClr>
          </a:solidFill>
          <a:ln w="476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2" name="Rectangle 36"/>
          <p:cNvSpPr>
            <a:spLocks noChangeArrowheads="1"/>
          </p:cNvSpPr>
          <p:nvPr/>
        </p:nvSpPr>
        <p:spPr bwMode="auto">
          <a:xfrm>
            <a:off x="8580024" y="2709166"/>
            <a:ext cx="1238038" cy="53529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b="1" dirty="0"/>
              <a:t>NS Wan</a:t>
            </a:r>
          </a:p>
          <a:p>
            <a:pPr algn="ctr" eaLnBrk="1" hangingPunct="1"/>
            <a:r>
              <a:rPr lang="en-GB" altLang="en-US" b="1" dirty="0"/>
              <a:t>Internet</a:t>
            </a:r>
          </a:p>
        </p:txBody>
      </p:sp>
      <p:grpSp>
        <p:nvGrpSpPr>
          <p:cNvPr id="33" name="Group 32"/>
          <p:cNvGrpSpPr/>
          <p:nvPr/>
        </p:nvGrpSpPr>
        <p:grpSpPr>
          <a:xfrm>
            <a:off x="8181199" y="3808159"/>
            <a:ext cx="2614999" cy="1181802"/>
            <a:chOff x="0" y="5373216"/>
            <a:chExt cx="2885949" cy="1153125"/>
          </a:xfrm>
          <a:solidFill>
            <a:schemeClr val="tx2">
              <a:lumMod val="40000"/>
              <a:lumOff val="60000"/>
            </a:schemeClr>
          </a:solidFill>
        </p:grpSpPr>
        <p:sp>
          <p:nvSpPr>
            <p:cNvPr id="34" name="Rectangle 33"/>
            <p:cNvSpPr/>
            <p:nvPr/>
          </p:nvSpPr>
          <p:spPr>
            <a:xfrm>
              <a:off x="0" y="5373216"/>
              <a:ext cx="2879144" cy="1153125"/>
            </a:xfrm>
            <a:prstGeom prst="rect">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GB" sz="2000" b="1" dirty="0">
                  <a:solidFill>
                    <a:schemeClr val="tx1"/>
                  </a:solidFill>
                  <a:latin typeface="Arial" panose="020B0604020202020204" pitchFamily="34" charset="0"/>
                  <a:cs typeface="Arial" panose="020B0604020202020204" pitchFamily="34" charset="0"/>
                </a:rPr>
                <a:t>LOGREP</a:t>
              </a:r>
              <a:endParaRPr lang="en-GB" sz="1600" b="1" dirty="0">
                <a:solidFill>
                  <a:schemeClr val="tx1"/>
                </a:solidFill>
                <a:latin typeface="Arial" panose="020B0604020202020204" pitchFamily="34" charset="0"/>
                <a:cs typeface="Arial" panose="020B0604020202020204" pitchFamily="34" charset="0"/>
              </a:endParaRPr>
            </a:p>
          </p:txBody>
        </p:sp>
        <p:sp>
          <p:nvSpPr>
            <p:cNvPr id="35" name="TextBox 34"/>
            <p:cNvSpPr txBox="1"/>
            <p:nvPr/>
          </p:nvSpPr>
          <p:spPr>
            <a:xfrm>
              <a:off x="1146775" y="6031914"/>
              <a:ext cx="656260" cy="394295"/>
            </a:xfrm>
            <a:prstGeom prst="rect">
              <a:avLst/>
            </a:prstGeom>
            <a:grpFill/>
            <a:ln w="19050">
              <a:solidFill>
                <a:schemeClr val="tx1"/>
              </a:solidFill>
            </a:ln>
          </p:spPr>
          <p:txBody>
            <a:bodyPr wrap="none" rtlCol="0">
              <a:spAutoFit/>
            </a:bodyPr>
            <a:lstStyle/>
            <a:p>
              <a:pPr algn="ctr"/>
              <a:r>
                <a:rPr lang="en-GB" b="1" dirty="0">
                  <a:latin typeface="Arial" panose="020B0604020202020204" pitchFamily="34" charset="0"/>
                  <a:cs typeface="Arial" panose="020B0604020202020204" pitchFamily="34" charset="0"/>
                </a:rPr>
                <a:t>SDM</a:t>
              </a:r>
            </a:p>
          </p:txBody>
        </p:sp>
        <p:sp>
          <p:nvSpPr>
            <p:cNvPr id="36" name="TextBox 35"/>
            <p:cNvSpPr txBox="1"/>
            <p:nvPr/>
          </p:nvSpPr>
          <p:spPr>
            <a:xfrm>
              <a:off x="63887" y="5671385"/>
              <a:ext cx="2822062" cy="328580"/>
            </a:xfrm>
            <a:prstGeom prst="rect">
              <a:avLst/>
            </a:prstGeom>
            <a:grpFill/>
          </p:spPr>
          <p:txBody>
            <a:bodyPr wrap="none" rtlCol="0">
              <a:spAutoFit/>
            </a:bodyPr>
            <a:lstStyle/>
            <a:p>
              <a:pPr algn="ctr"/>
              <a:r>
                <a:rPr lang="en-GB" sz="1400" b="1" dirty="0">
                  <a:solidFill>
                    <a:schemeClr val="tx1"/>
                  </a:solidFill>
                  <a:latin typeface="Arial" panose="020B0604020202020204" pitchFamily="34" charset="0"/>
                  <a:cs typeface="Arial" panose="020B0604020202020204" pitchFamily="34" charset="0"/>
                </a:rPr>
                <a:t>(Functions in LDM/GeoMan)</a:t>
              </a:r>
              <a:endParaRPr lang="en-GB" sz="1400" dirty="0"/>
            </a:p>
          </p:txBody>
        </p:sp>
      </p:grpSp>
      <p:grpSp>
        <p:nvGrpSpPr>
          <p:cNvPr id="37" name="Group 58"/>
          <p:cNvGrpSpPr>
            <a:grpSpLocks/>
          </p:cNvGrpSpPr>
          <p:nvPr/>
        </p:nvGrpSpPr>
        <p:grpSpPr bwMode="auto">
          <a:xfrm>
            <a:off x="8138057" y="5355608"/>
            <a:ext cx="2651975" cy="990831"/>
            <a:chOff x="4237" y="3629"/>
            <a:chExt cx="1558" cy="661"/>
          </a:xfrm>
        </p:grpSpPr>
        <p:sp>
          <p:nvSpPr>
            <p:cNvPr id="38" name="Oval 59"/>
            <p:cNvSpPr>
              <a:spLocks noChangeArrowheads="1"/>
            </p:cNvSpPr>
            <p:nvPr/>
          </p:nvSpPr>
          <p:spPr bwMode="auto">
            <a:xfrm>
              <a:off x="4237" y="3629"/>
              <a:ext cx="1558" cy="661"/>
            </a:xfrm>
            <a:prstGeom prst="ellipse">
              <a:avLst/>
            </a:prstGeom>
            <a:solidFill>
              <a:srgbClr val="FFCC99"/>
            </a:solidFill>
            <a:ln w="5080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endParaRPr lang="en-US" altLang="en-US" sz="1400" dirty="0">
                <a:latin typeface="Pristina" pitchFamily="66" charset="0"/>
              </a:endParaRPr>
            </a:p>
          </p:txBody>
        </p:sp>
        <p:sp>
          <p:nvSpPr>
            <p:cNvPr id="39" name="Rectangle 60"/>
            <p:cNvSpPr>
              <a:spLocks noChangeArrowheads="1"/>
            </p:cNvSpPr>
            <p:nvPr/>
          </p:nvSpPr>
          <p:spPr bwMode="auto">
            <a:xfrm>
              <a:off x="4404" y="3802"/>
              <a:ext cx="1224" cy="308"/>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GB" altLang="en-US" sz="2400" b="1" dirty="0"/>
                <a:t>Other Services</a:t>
              </a:r>
            </a:p>
          </p:txBody>
        </p:sp>
      </p:grpSp>
      <p:sp>
        <p:nvSpPr>
          <p:cNvPr id="44" name="Up-Down Arrow 43"/>
          <p:cNvSpPr/>
          <p:nvPr/>
        </p:nvSpPr>
        <p:spPr>
          <a:xfrm rot="3315141" flipH="1">
            <a:off x="7631130" y="3096263"/>
            <a:ext cx="199038" cy="1310019"/>
          </a:xfrm>
          <a:prstGeom prst="up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7" name="Up-Down Arrow 46"/>
          <p:cNvSpPr/>
          <p:nvPr/>
        </p:nvSpPr>
        <p:spPr>
          <a:xfrm rot="7425134" flipH="1">
            <a:off x="7672092" y="4444329"/>
            <a:ext cx="206256" cy="1394774"/>
          </a:xfrm>
          <a:prstGeom prst="up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1476955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3" grpId="0" animBg="1"/>
      <p:bldP spid="42" grpId="0" animBg="1"/>
      <p:bldP spid="41" grpId="0" animBg="1"/>
      <p:bldP spid="40" grpId="0" animBg="1"/>
      <p:bldP spid="19" grpId="0" animBg="1"/>
      <p:bldP spid="6" grpId="0" animBg="1"/>
      <p:bldP spid="16" grpId="0" animBg="1"/>
      <p:bldP spid="17" grpId="0" animBg="1"/>
      <p:bldP spid="18" grpId="0" animBg="1"/>
      <p:bldP spid="4" grpId="0" animBg="1"/>
      <p:bldP spid="32" grpId="0"/>
      <p:bldP spid="44" grpId="0" animBg="1"/>
      <p:bldP spid="47"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2" y="827701"/>
            <a:ext cx="10590528" cy="1325563"/>
          </a:xfrm>
        </p:spPr>
        <p:txBody>
          <a:bodyPr/>
          <a:lstStyle/>
          <a:p>
            <a:r>
              <a:rPr lang="en-US" dirty="0"/>
              <a:t>LOGFAS Connection Manager (LCM)</a:t>
            </a:r>
          </a:p>
        </p:txBody>
      </p:sp>
      <p:sp>
        <p:nvSpPr>
          <p:cNvPr id="10" name="Content Placeholder 9"/>
          <p:cNvSpPr>
            <a:spLocks noGrp="1"/>
          </p:cNvSpPr>
          <p:nvPr>
            <p:ph idx="1"/>
          </p:nvPr>
        </p:nvSpPr>
        <p:spPr>
          <a:xfrm>
            <a:off x="1343472" y="1807805"/>
            <a:ext cx="10352342" cy="4326735"/>
          </a:xfrm>
        </p:spPr>
        <p:txBody>
          <a:bodyPr>
            <a:normAutofit/>
          </a:bodyPr>
          <a:lstStyle/>
          <a:p>
            <a:pPr marL="228600" lvl="1" algn="just">
              <a:lnSpc>
                <a:spcPct val="100000"/>
              </a:lnSpc>
            </a:pPr>
            <a:r>
              <a:rPr lang="en-GB" sz="2400" dirty="0"/>
              <a:t>The Management of LOGFAS Databases is achieved using the </a:t>
            </a:r>
            <a:r>
              <a:rPr lang="en-GB" sz="2400" b="1" dirty="0">
                <a:solidFill>
                  <a:schemeClr val="accent1">
                    <a:lumMod val="40000"/>
                    <a:lumOff val="60000"/>
                  </a:schemeClr>
                </a:solidFill>
              </a:rPr>
              <a:t>LOGFAS Connection Manager (LCM) </a:t>
            </a:r>
            <a:r>
              <a:rPr lang="en-GB" sz="2400" dirty="0"/>
              <a:t>module</a:t>
            </a:r>
          </a:p>
          <a:p>
            <a:pPr marL="228600" lvl="1" algn="just">
              <a:lnSpc>
                <a:spcPct val="100000"/>
              </a:lnSpc>
            </a:pPr>
            <a:r>
              <a:rPr lang="en-GB" sz="2400" dirty="0"/>
              <a:t>The LCM require the </a:t>
            </a:r>
            <a:r>
              <a:rPr lang="en-GB" sz="2400" b="1" dirty="0"/>
              <a:t>LOGFAS Manager </a:t>
            </a:r>
            <a:r>
              <a:rPr lang="en-GB" sz="2400" dirty="0"/>
              <a:t>and </a:t>
            </a:r>
            <a:r>
              <a:rPr lang="en-GB" sz="2400" b="1" dirty="0"/>
              <a:t>Sys Admin Staff </a:t>
            </a:r>
            <a:r>
              <a:rPr lang="en-GB" sz="2400" dirty="0"/>
              <a:t>to work together, so that the requirements are clearly understood and any upgrading of the LOGFAS Programs and Data Sets is achieved in a coordinated way. </a:t>
            </a:r>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10</a:t>
            </a:fld>
            <a:endParaRPr lang="en-BE" dirty="0"/>
          </a:p>
        </p:txBody>
      </p:sp>
    </p:spTree>
    <p:extLst>
      <p:ext uri="{BB962C8B-B14F-4D97-AF65-F5344CB8AC3E}">
        <p14:creationId xmlns:p14="http://schemas.microsoft.com/office/powerpoint/2010/main" val="2953554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2" y="1053842"/>
            <a:ext cx="10590528" cy="1325563"/>
          </a:xfrm>
        </p:spPr>
        <p:txBody>
          <a:bodyPr/>
          <a:lstStyle/>
          <a:p>
            <a:r>
              <a:rPr lang="en-US" dirty="0"/>
              <a:t>LOGFAS Connection Manager (LCM) - Continued</a:t>
            </a:r>
          </a:p>
        </p:txBody>
      </p:sp>
      <p:sp>
        <p:nvSpPr>
          <p:cNvPr id="10" name="Content Placeholder 9"/>
          <p:cNvSpPr>
            <a:spLocks noGrp="1"/>
          </p:cNvSpPr>
          <p:nvPr>
            <p:ph idx="1"/>
          </p:nvPr>
        </p:nvSpPr>
        <p:spPr>
          <a:xfrm>
            <a:off x="1343472" y="2379404"/>
            <a:ext cx="10352342" cy="3755135"/>
          </a:xfrm>
        </p:spPr>
        <p:txBody>
          <a:bodyPr>
            <a:normAutofit/>
          </a:bodyPr>
          <a:lstStyle/>
          <a:p>
            <a:pPr marL="0" indent="0" algn="just">
              <a:lnSpc>
                <a:spcPct val="100000"/>
              </a:lnSpc>
              <a:buNone/>
            </a:pPr>
            <a:r>
              <a:rPr lang="en-GB" dirty="0"/>
              <a:t>The LCM can be used to connect to a:</a:t>
            </a:r>
          </a:p>
          <a:p>
            <a:pPr marL="1028700" lvl="2" indent="-342900" algn="just">
              <a:lnSpc>
                <a:spcPct val="100000"/>
              </a:lnSpc>
              <a:buClr>
                <a:schemeClr val="bg1"/>
              </a:buClr>
              <a:buFont typeface="Arial" panose="020B0604020202020204" pitchFamily="34" charset="0"/>
              <a:buChar char="•"/>
            </a:pPr>
            <a:r>
              <a:rPr lang="en-GB" sz="2200" b="1" dirty="0">
                <a:solidFill>
                  <a:schemeClr val="accent1">
                    <a:lumMod val="40000"/>
                    <a:lumOff val="60000"/>
                  </a:schemeClr>
                </a:solidFill>
              </a:rPr>
              <a:t>Local Database </a:t>
            </a:r>
            <a:r>
              <a:rPr lang="en-GB" sz="2200" dirty="0"/>
              <a:t>(standalone)</a:t>
            </a:r>
          </a:p>
          <a:p>
            <a:pPr marL="1028700" lvl="2" indent="-342900" algn="just">
              <a:lnSpc>
                <a:spcPct val="100000"/>
              </a:lnSpc>
              <a:buClr>
                <a:schemeClr val="bg1"/>
              </a:buClr>
              <a:buFont typeface="Arial" panose="020B0604020202020204" pitchFamily="34" charset="0"/>
              <a:buChar char="•"/>
            </a:pPr>
            <a:r>
              <a:rPr lang="en-GB" sz="2200" b="1" dirty="0">
                <a:solidFill>
                  <a:schemeClr val="accent1">
                    <a:lumMod val="40000"/>
                    <a:lumOff val="60000"/>
                  </a:schemeClr>
                </a:solidFill>
              </a:rPr>
              <a:t>Server</a:t>
            </a:r>
            <a:r>
              <a:rPr lang="en-GB" sz="2200" dirty="0"/>
              <a:t> </a:t>
            </a:r>
            <a:r>
              <a:rPr lang="en-GB" sz="2200" b="1" dirty="0">
                <a:solidFill>
                  <a:schemeClr val="accent1">
                    <a:lumMod val="40000"/>
                    <a:lumOff val="60000"/>
                  </a:schemeClr>
                </a:solidFill>
              </a:rPr>
              <a:t>Database</a:t>
            </a:r>
            <a:r>
              <a:rPr lang="en-GB" sz="2200" dirty="0"/>
              <a:t> (networked)</a:t>
            </a:r>
          </a:p>
          <a:p>
            <a:pPr marL="0" indent="0" algn="just">
              <a:lnSpc>
                <a:spcPct val="100000"/>
              </a:lnSpc>
              <a:buClr>
                <a:schemeClr val="bg1"/>
              </a:buClr>
              <a:buNone/>
            </a:pPr>
            <a:r>
              <a:rPr lang="en-GB" dirty="0"/>
              <a:t>When used on a network by applying </a:t>
            </a:r>
            <a:r>
              <a:rPr lang="en-GB" b="1" dirty="0"/>
              <a:t>Server/Client </a:t>
            </a:r>
            <a:r>
              <a:rPr lang="en-GB" dirty="0"/>
              <a:t>working principles, the connection to the database is achieved using the LCM and then the </a:t>
            </a:r>
            <a:r>
              <a:rPr lang="en-GB" b="1" u="sng" dirty="0"/>
              <a:t>individual</a:t>
            </a:r>
            <a:r>
              <a:rPr lang="en-GB" dirty="0"/>
              <a:t> </a:t>
            </a:r>
            <a:r>
              <a:rPr lang="en-GB" b="1" dirty="0"/>
              <a:t>User</a:t>
            </a:r>
            <a:r>
              <a:rPr lang="en-GB" dirty="0"/>
              <a:t> </a:t>
            </a:r>
            <a:r>
              <a:rPr lang="en-GB" b="1" dirty="0"/>
              <a:t>privileges</a:t>
            </a:r>
            <a:r>
              <a:rPr lang="en-GB" dirty="0"/>
              <a:t>, </a:t>
            </a:r>
            <a:r>
              <a:rPr lang="en-GB" b="1" dirty="0"/>
              <a:t>rights</a:t>
            </a:r>
            <a:r>
              <a:rPr lang="en-GB" dirty="0"/>
              <a:t> and </a:t>
            </a:r>
            <a:r>
              <a:rPr lang="en-GB" b="1" dirty="0"/>
              <a:t>permissions</a:t>
            </a:r>
            <a:r>
              <a:rPr lang="en-GB" dirty="0"/>
              <a:t> are managed using the </a:t>
            </a:r>
            <a:r>
              <a:rPr lang="en-GB" sz="2200" b="1" dirty="0">
                <a:solidFill>
                  <a:schemeClr val="accent1">
                    <a:lumMod val="40000"/>
                    <a:lumOff val="60000"/>
                  </a:schemeClr>
                </a:solidFill>
              </a:rPr>
              <a:t>User</a:t>
            </a:r>
            <a:r>
              <a:rPr lang="en-GB" dirty="0"/>
              <a:t> </a:t>
            </a:r>
            <a:r>
              <a:rPr lang="en-GB" sz="2200" b="1" dirty="0">
                <a:solidFill>
                  <a:schemeClr val="accent1">
                    <a:lumMod val="40000"/>
                    <a:lumOff val="60000"/>
                  </a:schemeClr>
                </a:solidFill>
              </a:rPr>
              <a:t>Management</a:t>
            </a:r>
            <a:r>
              <a:rPr lang="en-GB" dirty="0"/>
              <a:t> </a:t>
            </a:r>
            <a:r>
              <a:rPr lang="en-GB" sz="2200" b="1" dirty="0">
                <a:solidFill>
                  <a:schemeClr val="accent1">
                    <a:lumMod val="40000"/>
                    <a:lumOff val="60000"/>
                  </a:schemeClr>
                </a:solidFill>
              </a:rPr>
              <a:t>Module</a:t>
            </a:r>
            <a:r>
              <a:rPr lang="en-GB" dirty="0"/>
              <a:t> </a:t>
            </a:r>
            <a:r>
              <a:rPr lang="en-GB" sz="2200" b="1" dirty="0">
                <a:solidFill>
                  <a:schemeClr val="accent1">
                    <a:lumMod val="40000"/>
                    <a:lumOff val="60000"/>
                  </a:schemeClr>
                </a:solidFill>
              </a:rPr>
              <a:t>(UMM)</a:t>
            </a:r>
            <a:r>
              <a:rPr lang="en-GB" sz="2200" dirty="0"/>
              <a:t>.</a:t>
            </a:r>
          </a:p>
          <a:p>
            <a:pPr marL="0" indent="0" algn="just">
              <a:lnSpc>
                <a:spcPct val="100000"/>
              </a:lnSpc>
              <a:buClr>
                <a:schemeClr val="bg1"/>
              </a:buClr>
              <a:buNone/>
            </a:pPr>
            <a:endParaRPr lang="en-US" sz="2800"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11</a:t>
            </a:fld>
            <a:endParaRPr lang="en-BE" dirty="0"/>
          </a:p>
        </p:txBody>
      </p:sp>
    </p:spTree>
    <p:extLst>
      <p:ext uri="{BB962C8B-B14F-4D97-AF65-F5344CB8AC3E}">
        <p14:creationId xmlns:p14="http://schemas.microsoft.com/office/powerpoint/2010/main" val="84161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9"/>
          <p:cNvSpPr>
            <a:spLocks noGrp="1"/>
          </p:cNvSpPr>
          <p:nvPr>
            <p:ph idx="1"/>
          </p:nvPr>
        </p:nvSpPr>
        <p:spPr>
          <a:xfrm>
            <a:off x="1343472" y="1807805"/>
            <a:ext cx="10352342" cy="4326735"/>
          </a:xfrm>
        </p:spPr>
        <p:txBody>
          <a:bodyPr>
            <a:normAutofit/>
          </a:bodyPr>
          <a:lstStyle/>
          <a:p>
            <a:pPr marL="228600" lvl="1" algn="just">
              <a:lnSpc>
                <a:spcPct val="100000"/>
              </a:lnSpc>
            </a:pPr>
            <a:r>
              <a:rPr lang="en-GB" sz="2400" dirty="0"/>
              <a:t>LOGFAS uses a series of </a:t>
            </a:r>
            <a:r>
              <a:rPr lang="en-GB" sz="2400" b="1" dirty="0">
                <a:solidFill>
                  <a:schemeClr val="accent1">
                    <a:lumMod val="40000"/>
                    <a:lumOff val="60000"/>
                  </a:schemeClr>
                </a:solidFill>
              </a:rPr>
              <a:t>Controlled (or Reference) Data Sets </a:t>
            </a:r>
            <a:r>
              <a:rPr lang="en-GB" sz="2400" dirty="0"/>
              <a:t>to manage the database and data within them. </a:t>
            </a:r>
          </a:p>
          <a:p>
            <a:pPr marL="228600" lvl="1" algn="just">
              <a:lnSpc>
                <a:spcPct val="100000"/>
              </a:lnSpc>
            </a:pPr>
            <a:endParaRPr lang="en-GB" sz="2400" dirty="0"/>
          </a:p>
          <a:p>
            <a:pPr marL="228600" lvl="1" algn="just">
              <a:lnSpc>
                <a:spcPct val="100000"/>
              </a:lnSpc>
            </a:pPr>
            <a:endParaRPr lang="en-GB" sz="2400" dirty="0"/>
          </a:p>
          <a:p>
            <a:pPr marL="228600" lvl="1" algn="just">
              <a:lnSpc>
                <a:spcPct val="100000"/>
              </a:lnSpc>
            </a:pPr>
            <a:endParaRPr lang="en-GB" sz="2400" dirty="0"/>
          </a:p>
          <a:p>
            <a:pPr marL="228600" lvl="1" algn="just">
              <a:lnSpc>
                <a:spcPct val="100000"/>
              </a:lnSpc>
            </a:pPr>
            <a:endParaRPr lang="en-GB" sz="2400" dirty="0"/>
          </a:p>
          <a:p>
            <a:pPr marL="228600" lvl="1" algn="just">
              <a:lnSpc>
                <a:spcPct val="100000"/>
              </a:lnSpc>
            </a:pPr>
            <a:endParaRPr lang="en-GB" sz="2400" dirty="0"/>
          </a:p>
          <a:p>
            <a:pPr marL="228600" lvl="1" algn="just">
              <a:lnSpc>
                <a:spcPct val="100000"/>
              </a:lnSpc>
            </a:pPr>
            <a:r>
              <a:rPr lang="en-GB" sz="2400" dirty="0"/>
              <a:t>These </a:t>
            </a:r>
            <a:r>
              <a:rPr lang="en-GB" sz="2400" b="1" dirty="0">
                <a:solidFill>
                  <a:schemeClr val="accent1">
                    <a:lumMod val="40000"/>
                    <a:lumOff val="60000"/>
                  </a:schemeClr>
                </a:solidFill>
              </a:rPr>
              <a:t>Data Sets </a:t>
            </a:r>
            <a:r>
              <a:rPr lang="en-GB" sz="2400" dirty="0"/>
              <a:t>are </a:t>
            </a:r>
            <a:r>
              <a:rPr lang="en-GB" sz="2400" b="1" dirty="0"/>
              <a:t>Centrally Managed</a:t>
            </a:r>
            <a:r>
              <a:rPr lang="en-GB" sz="2400" dirty="0"/>
              <a:t> by Allied Command Operations (ACO) and LOGFAS </a:t>
            </a:r>
            <a:r>
              <a:rPr lang="en-GB" sz="2400" b="1" u="sng" dirty="0"/>
              <a:t>will not</a:t>
            </a:r>
            <a:r>
              <a:rPr lang="en-GB" sz="2400" b="1" dirty="0"/>
              <a:t> </a:t>
            </a:r>
            <a:r>
              <a:rPr lang="en-GB" sz="2400" dirty="0"/>
              <a:t>allow data to be imported from one database to another unless </a:t>
            </a:r>
            <a:r>
              <a:rPr lang="en-GB" sz="2400" b="1" u="sng" dirty="0" smtClean="0"/>
              <a:t>All</a:t>
            </a:r>
            <a:r>
              <a:rPr lang="en-GB" sz="2400" dirty="0" smtClean="0"/>
              <a:t> </a:t>
            </a:r>
            <a:r>
              <a:rPr lang="en-GB" sz="2400" smtClean="0"/>
              <a:t>of the </a:t>
            </a:r>
            <a:r>
              <a:rPr lang="en-GB" sz="2400" b="1" smtClean="0">
                <a:solidFill>
                  <a:schemeClr val="accent1">
                    <a:lumMod val="40000"/>
                    <a:lumOff val="60000"/>
                  </a:schemeClr>
                </a:solidFill>
              </a:rPr>
              <a:t>Data </a:t>
            </a:r>
            <a:r>
              <a:rPr lang="en-GB" sz="2400" b="1" dirty="0" smtClean="0">
                <a:solidFill>
                  <a:schemeClr val="accent1">
                    <a:lumMod val="40000"/>
                    <a:lumOff val="60000"/>
                  </a:schemeClr>
                </a:solidFill>
              </a:rPr>
              <a:t>Sets </a:t>
            </a:r>
            <a:r>
              <a:rPr lang="en-GB" sz="2400" dirty="0" smtClean="0"/>
              <a:t>are </a:t>
            </a:r>
            <a:r>
              <a:rPr lang="en-GB" sz="2400" dirty="0"/>
              <a:t>equal.</a:t>
            </a:r>
            <a:endParaRPr lang="en-US" sz="2400" dirty="0"/>
          </a:p>
        </p:txBody>
      </p:sp>
      <p:pic>
        <p:nvPicPr>
          <p:cNvPr id="5" name="Picture 4">
            <a:extLst>
              <a:ext uri="{FF2B5EF4-FFF2-40B4-BE49-F238E27FC236}">
                <a16:creationId xmlns:a16="http://schemas.microsoft.com/office/drawing/2014/main" id="{D49A1C82-A0D1-B3F4-6443-163E2CB694F2}"/>
              </a:ext>
            </a:extLst>
          </p:cNvPr>
          <p:cNvPicPr>
            <a:picLocks noChangeAspect="1"/>
          </p:cNvPicPr>
          <p:nvPr/>
        </p:nvPicPr>
        <p:blipFill>
          <a:blip r:embed="rId2"/>
          <a:stretch>
            <a:fillRect/>
          </a:stretch>
        </p:blipFill>
        <p:spPr>
          <a:xfrm>
            <a:off x="2809257" y="2708497"/>
            <a:ext cx="7420772" cy="1692990"/>
          </a:xfrm>
          <a:prstGeom prst="rect">
            <a:avLst/>
          </a:prstGeom>
        </p:spPr>
      </p:pic>
      <p:sp>
        <p:nvSpPr>
          <p:cNvPr id="9" name="Title 8"/>
          <p:cNvSpPr>
            <a:spLocks noGrp="1"/>
          </p:cNvSpPr>
          <p:nvPr>
            <p:ph type="title"/>
          </p:nvPr>
        </p:nvSpPr>
        <p:spPr>
          <a:xfrm>
            <a:off x="1343472" y="827701"/>
            <a:ext cx="10590528" cy="1325563"/>
          </a:xfrm>
        </p:spPr>
        <p:txBody>
          <a:bodyPr/>
          <a:lstStyle/>
          <a:p>
            <a:r>
              <a:rPr lang="en-GB" dirty="0"/>
              <a:t>Controlled (Reference) Data Sets</a:t>
            </a: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12</a:t>
            </a:fld>
            <a:endParaRPr lang="en-BE" dirty="0"/>
          </a:p>
        </p:txBody>
      </p:sp>
      <p:sp>
        <p:nvSpPr>
          <p:cNvPr id="2" name="Rectangle 1">
            <a:extLst>
              <a:ext uri="{FF2B5EF4-FFF2-40B4-BE49-F238E27FC236}">
                <a16:creationId xmlns:a16="http://schemas.microsoft.com/office/drawing/2014/main" id="{A31B922A-84EB-DF81-7924-3463238CF886}"/>
              </a:ext>
            </a:extLst>
          </p:cNvPr>
          <p:cNvSpPr/>
          <p:nvPr/>
        </p:nvSpPr>
        <p:spPr>
          <a:xfrm>
            <a:off x="7688827" y="3133368"/>
            <a:ext cx="2084438" cy="19976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4844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GB" altLang="en-US" sz="4200" dirty="0"/>
              <a:t>The Data Circle of LOGFAS - Part 1</a:t>
            </a:r>
            <a:r>
              <a:rPr lang="en-GB" altLang="en-US" sz="4000" b="1" dirty="0"/>
              <a:t/>
            </a:r>
            <a:br>
              <a:rPr lang="en-GB" altLang="en-US" sz="4000" b="1" dirty="0"/>
            </a:br>
            <a:r>
              <a:rPr lang="en-US" sz="2800" dirty="0"/>
              <a:t>Data </a:t>
            </a:r>
            <a:r>
              <a:rPr lang="en-US" sz="2700" dirty="0"/>
              <a:t>exchange</a:t>
            </a:r>
            <a:r>
              <a:rPr lang="en-US" sz="2800" dirty="0"/>
              <a:t> and planning in the National and Multi-National Arena</a:t>
            </a:r>
          </a:p>
        </p:txBody>
      </p:sp>
      <p:sp>
        <p:nvSpPr>
          <p:cNvPr id="10" name="Content Placeholder 9"/>
          <p:cNvSpPr>
            <a:spLocks noGrp="1"/>
          </p:cNvSpPr>
          <p:nvPr>
            <p:ph idx="1"/>
          </p:nvPr>
        </p:nvSpPr>
        <p:spPr>
          <a:xfrm>
            <a:off x="1343472" y="2591985"/>
            <a:ext cx="10341709" cy="3691082"/>
          </a:xfrm>
        </p:spPr>
        <p:txBody>
          <a:bodyPr/>
          <a:lstStyle/>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13</a:t>
            </a:fld>
            <a:endParaRPr lang="en-BE" dirty="0"/>
          </a:p>
        </p:txBody>
      </p:sp>
      <p:sp>
        <p:nvSpPr>
          <p:cNvPr id="56" name="TextBox 55"/>
          <p:cNvSpPr txBox="1"/>
          <p:nvPr/>
        </p:nvSpPr>
        <p:spPr>
          <a:xfrm>
            <a:off x="2115878" y="2493932"/>
            <a:ext cx="2466754" cy="553998"/>
          </a:xfrm>
          <a:prstGeom prst="rect">
            <a:avLst/>
          </a:prstGeom>
          <a:solidFill>
            <a:srgbClr val="ABF3C3"/>
          </a:solidFill>
          <a:ln>
            <a:solidFill>
              <a:schemeClr val="tx1"/>
            </a:solidFill>
          </a:ln>
        </p:spPr>
        <p:txBody>
          <a:bodyPr wrap="square" rtlCol="0">
            <a:spAutoFit/>
          </a:bodyPr>
          <a:lstStyle/>
          <a:p>
            <a:pPr algn="ctr"/>
            <a:r>
              <a:rPr lang="en-GB" sz="1600" b="1" dirty="0"/>
              <a:t>National Data (Systems)</a:t>
            </a:r>
          </a:p>
          <a:p>
            <a:pPr algn="ctr"/>
            <a:r>
              <a:rPr lang="en-GB" sz="1400" dirty="0"/>
              <a:t>Geo / Items / Forces / HNS etc.</a:t>
            </a:r>
          </a:p>
        </p:txBody>
      </p:sp>
      <p:sp>
        <p:nvSpPr>
          <p:cNvPr id="57" name="TextBox 56"/>
          <p:cNvSpPr txBox="1"/>
          <p:nvPr/>
        </p:nvSpPr>
        <p:spPr>
          <a:xfrm>
            <a:off x="2115878" y="3869811"/>
            <a:ext cx="2466754" cy="553998"/>
          </a:xfrm>
          <a:prstGeom prst="rect">
            <a:avLst/>
          </a:prstGeom>
          <a:solidFill>
            <a:srgbClr val="EFEEBE"/>
          </a:solidFill>
          <a:ln>
            <a:solidFill>
              <a:schemeClr val="tx1"/>
            </a:solidFill>
          </a:ln>
        </p:spPr>
        <p:txBody>
          <a:bodyPr wrap="square" rtlCol="0">
            <a:spAutoFit/>
          </a:bodyPr>
          <a:lstStyle/>
          <a:p>
            <a:pPr algn="ctr"/>
            <a:r>
              <a:rPr lang="en-GB" sz="1600" b="1" dirty="0"/>
              <a:t>LOGFAS – LDM</a:t>
            </a:r>
          </a:p>
          <a:p>
            <a:pPr algn="ctr"/>
            <a:r>
              <a:rPr lang="en-GB" sz="1400" dirty="0"/>
              <a:t>Geo / Items Forces / HNS etc.</a:t>
            </a:r>
          </a:p>
        </p:txBody>
      </p:sp>
      <p:sp>
        <p:nvSpPr>
          <p:cNvPr id="58" name="TextBox 57"/>
          <p:cNvSpPr txBox="1"/>
          <p:nvPr/>
        </p:nvSpPr>
        <p:spPr>
          <a:xfrm>
            <a:off x="2115878" y="5490653"/>
            <a:ext cx="2466754" cy="553998"/>
          </a:xfrm>
          <a:prstGeom prst="rect">
            <a:avLst/>
          </a:prstGeom>
          <a:solidFill>
            <a:srgbClr val="EFEEBE"/>
          </a:solidFill>
          <a:ln>
            <a:solidFill>
              <a:schemeClr val="tx1"/>
            </a:solidFill>
          </a:ln>
        </p:spPr>
        <p:txBody>
          <a:bodyPr wrap="square" rtlCol="0">
            <a:spAutoFit/>
          </a:bodyPr>
          <a:lstStyle/>
          <a:p>
            <a:pPr algn="ctr"/>
            <a:r>
              <a:rPr lang="en-GB" sz="1600" b="1" dirty="0"/>
              <a:t>LOGFAS – LDM</a:t>
            </a:r>
          </a:p>
          <a:p>
            <a:pPr algn="ctr"/>
            <a:r>
              <a:rPr lang="en-GB" sz="1400" dirty="0"/>
              <a:t>Logistic Reporting</a:t>
            </a:r>
          </a:p>
        </p:txBody>
      </p:sp>
      <p:sp>
        <p:nvSpPr>
          <p:cNvPr id="59" name="TextBox 58"/>
          <p:cNvSpPr txBox="1"/>
          <p:nvPr/>
        </p:nvSpPr>
        <p:spPr>
          <a:xfrm>
            <a:off x="5644859" y="2493932"/>
            <a:ext cx="1902691" cy="338554"/>
          </a:xfrm>
          <a:prstGeom prst="rect">
            <a:avLst/>
          </a:prstGeom>
          <a:solidFill>
            <a:srgbClr val="ABF3C3"/>
          </a:solidFill>
          <a:ln>
            <a:solidFill>
              <a:schemeClr val="tx1"/>
            </a:solidFill>
          </a:ln>
        </p:spPr>
        <p:txBody>
          <a:bodyPr wrap="square" rtlCol="0">
            <a:spAutoFit/>
          </a:bodyPr>
          <a:lstStyle/>
          <a:p>
            <a:pPr algn="ctr"/>
            <a:r>
              <a:rPr lang="en-GB" sz="1600" b="1" dirty="0"/>
              <a:t>National Factors</a:t>
            </a:r>
          </a:p>
        </p:txBody>
      </p:sp>
      <p:sp>
        <p:nvSpPr>
          <p:cNvPr id="60" name="TextBox 59"/>
          <p:cNvSpPr txBox="1"/>
          <p:nvPr/>
        </p:nvSpPr>
        <p:spPr>
          <a:xfrm>
            <a:off x="5643067" y="3438924"/>
            <a:ext cx="2608789" cy="984885"/>
          </a:xfrm>
          <a:prstGeom prst="rect">
            <a:avLst/>
          </a:prstGeom>
          <a:solidFill>
            <a:srgbClr val="EFEEBE"/>
          </a:solidFill>
          <a:ln>
            <a:solidFill>
              <a:schemeClr val="tx1"/>
            </a:solidFill>
          </a:ln>
        </p:spPr>
        <p:txBody>
          <a:bodyPr wrap="square" rtlCol="0">
            <a:spAutoFit/>
          </a:bodyPr>
          <a:lstStyle/>
          <a:p>
            <a:pPr algn="ctr"/>
            <a:r>
              <a:rPr lang="en-GB" sz="1600" b="1" dirty="0"/>
              <a:t>LOGFAS – LDM</a:t>
            </a:r>
          </a:p>
          <a:p>
            <a:pPr algn="ctr"/>
            <a:r>
              <a:rPr lang="en-GB" sz="1400" dirty="0"/>
              <a:t>Sustainment  Stockpile Planning and Packaging Options (SDOS / CDOS)</a:t>
            </a:r>
          </a:p>
        </p:txBody>
      </p:sp>
      <p:sp>
        <p:nvSpPr>
          <p:cNvPr id="61" name="TextBox 60"/>
          <p:cNvSpPr txBox="1"/>
          <p:nvPr/>
        </p:nvSpPr>
        <p:spPr>
          <a:xfrm>
            <a:off x="5643067" y="5226007"/>
            <a:ext cx="4939148" cy="861774"/>
          </a:xfrm>
          <a:prstGeom prst="rect">
            <a:avLst/>
          </a:prstGeom>
          <a:solidFill>
            <a:srgbClr val="EFEEBE"/>
          </a:solidFill>
          <a:ln>
            <a:solidFill>
              <a:schemeClr val="tx1"/>
            </a:solidFill>
          </a:ln>
        </p:spPr>
        <p:txBody>
          <a:bodyPr wrap="square" rtlCol="0">
            <a:spAutoFit/>
          </a:bodyPr>
          <a:lstStyle/>
          <a:p>
            <a:pPr algn="ctr"/>
            <a:r>
              <a:rPr lang="en-GB" b="1" dirty="0"/>
              <a:t>LOGFAS – LDM</a:t>
            </a:r>
          </a:p>
          <a:p>
            <a:pPr algn="ctr"/>
            <a:r>
              <a:rPr lang="en-GB" sz="3200" dirty="0"/>
              <a:t>Force Profile and Holdings</a:t>
            </a:r>
            <a:endParaRPr lang="en-GB" dirty="0"/>
          </a:p>
        </p:txBody>
      </p:sp>
      <p:sp>
        <p:nvSpPr>
          <p:cNvPr id="62" name="TextBox 61"/>
          <p:cNvSpPr txBox="1"/>
          <p:nvPr/>
        </p:nvSpPr>
        <p:spPr>
          <a:xfrm>
            <a:off x="8805593" y="3429232"/>
            <a:ext cx="1965038" cy="553998"/>
          </a:xfrm>
          <a:prstGeom prst="rect">
            <a:avLst/>
          </a:prstGeom>
          <a:solidFill>
            <a:srgbClr val="FFC000"/>
          </a:solidFill>
          <a:ln>
            <a:solidFill>
              <a:schemeClr val="tx1"/>
            </a:solidFill>
          </a:ln>
        </p:spPr>
        <p:txBody>
          <a:bodyPr wrap="square" rtlCol="0">
            <a:spAutoFit/>
          </a:bodyPr>
          <a:lstStyle/>
          <a:p>
            <a:pPr algn="ctr"/>
            <a:r>
              <a:rPr lang="en-GB" sz="1600" b="1" dirty="0"/>
              <a:t>LOGFAS - SPM</a:t>
            </a:r>
          </a:p>
          <a:p>
            <a:pPr algn="ctr"/>
            <a:r>
              <a:rPr lang="en-GB" sz="1400" dirty="0"/>
              <a:t>Resupply Planning</a:t>
            </a:r>
          </a:p>
        </p:txBody>
      </p:sp>
      <p:sp>
        <p:nvSpPr>
          <p:cNvPr id="63" name="Down Arrow 62"/>
          <p:cNvSpPr/>
          <p:nvPr/>
        </p:nvSpPr>
        <p:spPr>
          <a:xfrm>
            <a:off x="6429949" y="2907218"/>
            <a:ext cx="332510" cy="443191"/>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4" name="Down Arrow 63"/>
          <p:cNvSpPr/>
          <p:nvPr/>
        </p:nvSpPr>
        <p:spPr>
          <a:xfrm>
            <a:off x="6429949" y="4499817"/>
            <a:ext cx="332510" cy="63234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5" name="Bent Arrow 64"/>
          <p:cNvSpPr/>
          <p:nvPr/>
        </p:nvSpPr>
        <p:spPr>
          <a:xfrm rot="10800000" flipH="1">
            <a:off x="1352810" y="2720840"/>
            <a:ext cx="711200" cy="1599053"/>
          </a:xfrm>
          <a:prstGeom prst="bentArrow">
            <a:avLst>
              <a:gd name="adj1" fmla="val 25000"/>
              <a:gd name="adj2" fmla="val 21795"/>
              <a:gd name="adj3" fmla="val 25000"/>
              <a:gd name="adj4" fmla="val 4375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66" name="Minus 65"/>
          <p:cNvSpPr/>
          <p:nvPr/>
        </p:nvSpPr>
        <p:spPr>
          <a:xfrm>
            <a:off x="1222744" y="2339163"/>
            <a:ext cx="978196" cy="738072"/>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7" name="Bent Arrow 66"/>
          <p:cNvSpPr/>
          <p:nvPr/>
        </p:nvSpPr>
        <p:spPr>
          <a:xfrm rot="10800000" flipH="1">
            <a:off x="1352810" y="3564063"/>
            <a:ext cx="711200" cy="2358872"/>
          </a:xfrm>
          <a:prstGeom prst="bentArrow">
            <a:avLst>
              <a:gd name="adj1" fmla="val 25000"/>
              <a:gd name="adj2" fmla="val 21795"/>
              <a:gd name="adj3" fmla="val 25000"/>
              <a:gd name="adj4" fmla="val 4375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68" name="TextBox 67"/>
          <p:cNvSpPr txBox="1"/>
          <p:nvPr/>
        </p:nvSpPr>
        <p:spPr>
          <a:xfrm>
            <a:off x="2610760" y="3494346"/>
            <a:ext cx="1476990" cy="369332"/>
          </a:xfrm>
          <a:prstGeom prst="rect">
            <a:avLst/>
          </a:prstGeom>
          <a:noFill/>
        </p:spPr>
        <p:txBody>
          <a:bodyPr wrap="square" rtlCol="0">
            <a:spAutoFit/>
          </a:bodyPr>
          <a:lstStyle/>
          <a:p>
            <a:r>
              <a:rPr lang="en-GB" b="1" dirty="0">
                <a:solidFill>
                  <a:schemeClr val="bg1"/>
                </a:solidFill>
              </a:rPr>
              <a:t>Headquarters</a:t>
            </a:r>
          </a:p>
        </p:txBody>
      </p:sp>
      <p:sp>
        <p:nvSpPr>
          <p:cNvPr id="69" name="TextBox 68"/>
          <p:cNvSpPr txBox="1"/>
          <p:nvPr/>
        </p:nvSpPr>
        <p:spPr>
          <a:xfrm>
            <a:off x="3017319" y="6007581"/>
            <a:ext cx="663871" cy="369332"/>
          </a:xfrm>
          <a:prstGeom prst="rect">
            <a:avLst/>
          </a:prstGeom>
          <a:noFill/>
        </p:spPr>
        <p:txBody>
          <a:bodyPr wrap="square" rtlCol="0">
            <a:spAutoFit/>
          </a:bodyPr>
          <a:lstStyle/>
          <a:p>
            <a:r>
              <a:rPr lang="en-GB" b="1" dirty="0">
                <a:solidFill>
                  <a:schemeClr val="bg1"/>
                </a:solidFill>
              </a:rPr>
              <a:t>Unit</a:t>
            </a:r>
          </a:p>
        </p:txBody>
      </p:sp>
      <p:sp>
        <p:nvSpPr>
          <p:cNvPr id="70" name="Down Arrow 69"/>
          <p:cNvSpPr/>
          <p:nvPr/>
        </p:nvSpPr>
        <p:spPr>
          <a:xfrm>
            <a:off x="3182999" y="4495595"/>
            <a:ext cx="332510" cy="91819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1" name="Minus 70"/>
          <p:cNvSpPr/>
          <p:nvPr/>
        </p:nvSpPr>
        <p:spPr>
          <a:xfrm>
            <a:off x="4545417" y="3777774"/>
            <a:ext cx="583964" cy="738072"/>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Bent Arrow 71"/>
          <p:cNvSpPr/>
          <p:nvPr/>
        </p:nvSpPr>
        <p:spPr>
          <a:xfrm flipV="1">
            <a:off x="4871037" y="4145491"/>
            <a:ext cx="711204" cy="1551710"/>
          </a:xfrm>
          <a:prstGeom prst="ben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73" name="Right Arrow 72"/>
          <p:cNvSpPr/>
          <p:nvPr/>
        </p:nvSpPr>
        <p:spPr>
          <a:xfrm rot="10800000">
            <a:off x="4634499" y="5712270"/>
            <a:ext cx="910941" cy="334521"/>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Bent Arrow 73"/>
          <p:cNvSpPr/>
          <p:nvPr/>
        </p:nvSpPr>
        <p:spPr>
          <a:xfrm rot="5400000">
            <a:off x="8490808" y="1799514"/>
            <a:ext cx="629570" cy="2364102"/>
          </a:xfrm>
          <a:prstGeom prst="ben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75" name="Down Arrow 74"/>
          <p:cNvSpPr/>
          <p:nvPr/>
        </p:nvSpPr>
        <p:spPr>
          <a:xfrm>
            <a:off x="9633097" y="4060095"/>
            <a:ext cx="354548" cy="1072066"/>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6" name="Down Arrow 75"/>
          <p:cNvSpPr/>
          <p:nvPr/>
        </p:nvSpPr>
        <p:spPr>
          <a:xfrm rot="16200000">
            <a:off x="10850435" y="5324106"/>
            <a:ext cx="361540" cy="776328"/>
          </a:xfrm>
          <a:prstGeom prst="downArrow">
            <a:avLst/>
          </a:prstGeom>
          <a:pattFill prst="ltUpDiag">
            <a:fgClr>
              <a:schemeClr val="bg1">
                <a:lumMod val="50000"/>
              </a:schemeClr>
            </a:fgClr>
            <a:bgClr>
              <a:schemeClr val="bg1">
                <a:lumMod val="75000"/>
              </a:schemeClr>
            </a:bgClr>
          </a:patt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634963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69"/>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3"/>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p:bldP spid="69" grpId="0"/>
      <p:bldP spid="70" grpId="0" animBg="1"/>
      <p:bldP spid="71" grpId="0" animBg="1"/>
      <p:bldP spid="72" grpId="0" animBg="1"/>
      <p:bldP spid="73" grpId="0" animBg="1"/>
      <p:bldP spid="74" grpId="0" animBg="1"/>
      <p:bldP spid="75" grpId="0" animBg="1"/>
      <p:bldP spid="76"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LOGFAS Data Modules</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US" dirty="0"/>
              <a:t>Geographic Manager </a:t>
            </a:r>
          </a:p>
          <a:p>
            <a:pPr marL="971550" lvl="2" indent="-285750" algn="just">
              <a:buClr>
                <a:schemeClr val="bg1"/>
              </a:buClr>
              <a:buFont typeface="Arial" panose="020B0604020202020204" pitchFamily="34" charset="0"/>
              <a:buChar char="•"/>
            </a:pPr>
            <a:r>
              <a:rPr lang="en-US" dirty="0"/>
              <a:t>Maps and Map Projects</a:t>
            </a:r>
          </a:p>
          <a:p>
            <a:pPr marL="971550" lvl="2" indent="-285750" algn="just">
              <a:buClr>
                <a:schemeClr val="bg1"/>
              </a:buClr>
              <a:buFont typeface="Arial" panose="020B0604020202020204" pitchFamily="34" charset="0"/>
              <a:buChar char="•"/>
            </a:pPr>
            <a:r>
              <a:rPr lang="en-US" dirty="0"/>
              <a:t>Geographical Locations (GeoLocs)</a:t>
            </a:r>
          </a:p>
          <a:p>
            <a:pPr marL="971550" lvl="2" indent="-285750" algn="just">
              <a:buClr>
                <a:schemeClr val="bg1"/>
              </a:buClr>
              <a:buFont typeface="Arial" panose="020B0604020202020204" pitchFamily="34" charset="0"/>
              <a:buChar char="•"/>
            </a:pPr>
            <a:r>
              <a:rPr lang="en-US" dirty="0"/>
              <a:t>Infrastructure Data</a:t>
            </a:r>
          </a:p>
          <a:p>
            <a:pPr marL="971550" lvl="2" indent="-285750" algn="just">
              <a:buClr>
                <a:schemeClr val="bg1"/>
              </a:buClr>
              <a:buFont typeface="Arial" panose="020B0604020202020204" pitchFamily="34" charset="0"/>
              <a:buChar char="•"/>
            </a:pPr>
            <a:r>
              <a:rPr lang="en-US" dirty="0"/>
              <a:t>Transportation Networks/Routes</a:t>
            </a:r>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14</a:t>
            </a:fld>
            <a:endParaRPr lang="en-BE" dirty="0"/>
          </a:p>
        </p:txBody>
      </p:sp>
    </p:spTree>
    <p:extLst>
      <p:ext uri="{BB962C8B-B14F-4D97-AF65-F5344CB8AC3E}">
        <p14:creationId xmlns:p14="http://schemas.microsoft.com/office/powerpoint/2010/main" val="4216860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Maps and Map Projects</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GB" b="1" dirty="0">
                <a:solidFill>
                  <a:schemeClr val="accent1">
                    <a:lumMod val="40000"/>
                    <a:lumOff val="60000"/>
                  </a:schemeClr>
                </a:solidFill>
              </a:rPr>
              <a:t>Geographical Map Data </a:t>
            </a:r>
            <a:r>
              <a:rPr lang="en-GB" dirty="0"/>
              <a:t>covers the use of </a:t>
            </a:r>
            <a:r>
              <a:rPr lang="en-GB" b="1" dirty="0">
                <a:solidFill>
                  <a:schemeClr val="accent1">
                    <a:lumMod val="40000"/>
                    <a:lumOff val="60000"/>
                  </a:schemeClr>
                </a:solidFill>
              </a:rPr>
              <a:t>Map Projects </a:t>
            </a:r>
            <a:r>
              <a:rPr lang="en-GB" dirty="0"/>
              <a:t>and any associated </a:t>
            </a:r>
            <a:r>
              <a:rPr lang="en-GB" b="1" dirty="0">
                <a:solidFill>
                  <a:schemeClr val="accent1">
                    <a:lumMod val="40000"/>
                    <a:lumOff val="60000"/>
                  </a:schemeClr>
                </a:solidFill>
              </a:rPr>
              <a:t>Project Maps</a:t>
            </a:r>
            <a:r>
              <a:rPr lang="en-GB" dirty="0"/>
              <a:t>.</a:t>
            </a:r>
          </a:p>
          <a:p>
            <a:pPr marL="0" indent="0" algn="just">
              <a:buNone/>
            </a:pPr>
            <a:r>
              <a:rPr lang="en-GB" dirty="0"/>
              <a:t>GeoMan can use </a:t>
            </a:r>
            <a:r>
              <a:rPr lang="en-GB" b="1" dirty="0">
                <a:solidFill>
                  <a:schemeClr val="accent1">
                    <a:lumMod val="40000"/>
                    <a:lumOff val="60000"/>
                  </a:schemeClr>
                </a:solidFill>
              </a:rPr>
              <a:t>Local Maps </a:t>
            </a:r>
            <a:r>
              <a:rPr lang="en-GB" dirty="0"/>
              <a:t>that are created from the </a:t>
            </a:r>
            <a:r>
              <a:rPr lang="en-GB" b="1" dirty="0"/>
              <a:t>Digital Chart of the World (DCW)</a:t>
            </a:r>
            <a:r>
              <a:rPr lang="en-GB" dirty="0"/>
              <a:t> data that is installed as part of the LOGFAS installation.</a:t>
            </a:r>
          </a:p>
          <a:p>
            <a:pPr marL="0" indent="0" algn="just">
              <a:buNone/>
            </a:pPr>
            <a:r>
              <a:rPr lang="en-GB" dirty="0"/>
              <a:t>Or </a:t>
            </a:r>
            <a:r>
              <a:rPr lang="en-US" dirty="0"/>
              <a:t>using </a:t>
            </a:r>
            <a:r>
              <a:rPr lang="en-US" b="1" dirty="0">
                <a:solidFill>
                  <a:schemeClr val="accent1">
                    <a:lumMod val="40000"/>
                    <a:lumOff val="60000"/>
                  </a:schemeClr>
                </a:solidFill>
              </a:rPr>
              <a:t>Server Maps</a:t>
            </a:r>
            <a:r>
              <a:rPr lang="en-US" dirty="0"/>
              <a:t>.</a:t>
            </a:r>
          </a:p>
          <a:p>
            <a:pPr marL="0" indent="0" algn="just">
              <a:buNone/>
            </a:pPr>
            <a:r>
              <a:rPr lang="en-US" dirty="0"/>
              <a:t>LOGFAS can also use </a:t>
            </a:r>
            <a:r>
              <a:rPr lang="en-US" b="1" dirty="0"/>
              <a:t>Real Geography </a:t>
            </a:r>
            <a:r>
              <a:rPr lang="en-US" dirty="0"/>
              <a:t>or </a:t>
            </a:r>
            <a:r>
              <a:rPr lang="en-US" b="1" dirty="0"/>
              <a:t>Artificial Geography</a:t>
            </a:r>
            <a:r>
              <a:rPr lang="en-US" dirty="0"/>
              <a:t>.</a:t>
            </a:r>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15</a:t>
            </a:fld>
            <a:endParaRPr lang="en-BE" dirty="0"/>
          </a:p>
        </p:txBody>
      </p:sp>
    </p:spTree>
    <p:extLst>
      <p:ext uri="{BB962C8B-B14F-4D97-AF65-F5344CB8AC3E}">
        <p14:creationId xmlns:p14="http://schemas.microsoft.com/office/powerpoint/2010/main" val="246279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6417600" y="4743982"/>
            <a:ext cx="828675" cy="371475"/>
          </a:xfrm>
          <a:prstGeom prst="rect">
            <a:avLst/>
          </a:prstGeom>
          <a:effectLst/>
        </p:spPr>
      </p:pic>
      <p:pic>
        <p:nvPicPr>
          <p:cNvPr id="2" name="Picture 1"/>
          <p:cNvPicPr>
            <a:picLocks noChangeAspect="1"/>
          </p:cNvPicPr>
          <p:nvPr/>
        </p:nvPicPr>
        <p:blipFill>
          <a:blip r:embed="rId2"/>
          <a:stretch>
            <a:fillRect/>
          </a:stretch>
        </p:blipFill>
        <p:spPr>
          <a:xfrm>
            <a:off x="676400" y="4814732"/>
            <a:ext cx="828675" cy="371475"/>
          </a:xfrm>
          <a:prstGeom prst="rect">
            <a:avLst/>
          </a:prstGeom>
        </p:spPr>
      </p:pic>
      <p:sp>
        <p:nvSpPr>
          <p:cNvPr id="3" name="Footer Placeholder 2"/>
          <p:cNvSpPr>
            <a:spLocks noGrp="1"/>
          </p:cNvSpPr>
          <p:nvPr>
            <p:ph type="ftr" sz="quarter" idx="3"/>
          </p:nvPr>
        </p:nvSpPr>
        <p:spPr/>
        <p:txBody>
          <a:bodyPr/>
          <a:lstStyle/>
          <a:p>
            <a:r>
              <a:rPr lang="en-BE"/>
              <a:t>NATO UNCLASSIFIED</a:t>
            </a:r>
            <a:endParaRPr lang="en-BE" dirty="0"/>
          </a:p>
        </p:txBody>
      </p:sp>
      <p:sp>
        <p:nvSpPr>
          <p:cNvPr id="4" name="Slide Number Placeholder 3"/>
          <p:cNvSpPr>
            <a:spLocks noGrp="1"/>
          </p:cNvSpPr>
          <p:nvPr>
            <p:ph type="sldNum" sz="quarter" idx="4"/>
          </p:nvPr>
        </p:nvSpPr>
        <p:spPr/>
        <p:txBody>
          <a:bodyPr/>
          <a:lstStyle/>
          <a:p>
            <a:fld id="{4C25CD76-EDF5-474A-A446-A4463C906C21}" type="datetime1">
              <a:rPr lang="LID4096" smtClean="0"/>
              <a:pPr/>
              <a:t>11/08/2022</a:t>
            </a:fld>
            <a:r>
              <a:rPr lang="en-BE"/>
              <a:t>  |  </a:t>
            </a:r>
            <a:r>
              <a:rPr lang="en-GB" dirty="0"/>
              <a:t>P</a:t>
            </a:r>
            <a:r>
              <a:rPr lang="en-BE"/>
              <a:t>AGE </a:t>
            </a:r>
            <a:fld id="{3C66DE6B-CC4B-F74A-99D4-2DC8DD154D90}" type="slidenum">
              <a:rPr lang="en-BE" smtClean="0"/>
              <a:pPr/>
              <a:t>16</a:t>
            </a:fld>
            <a:endParaRPr lang="en-BE" dirty="0"/>
          </a:p>
        </p:txBody>
      </p:sp>
      <p:sp>
        <p:nvSpPr>
          <p:cNvPr id="24" name="Title 8"/>
          <p:cNvSpPr txBox="1">
            <a:spLocks/>
          </p:cNvSpPr>
          <p:nvPr/>
        </p:nvSpPr>
        <p:spPr>
          <a:xfrm>
            <a:off x="1332969" y="1309354"/>
            <a:ext cx="10590528" cy="1325563"/>
          </a:xfrm>
          <a:prstGeom prst="rect">
            <a:avLst/>
          </a:prstGeom>
        </p:spPr>
        <p:txBody>
          <a:bodyPr/>
          <a:lstStyle>
            <a:lvl1pPr algn="l" defTabSz="914400" rtl="0" eaLnBrk="1" latinLnBrk="0" hangingPunct="1">
              <a:lnSpc>
                <a:spcPts val="4200"/>
              </a:lnSpc>
              <a:spcBef>
                <a:spcPct val="0"/>
              </a:spcBef>
              <a:buNone/>
              <a:defRPr sz="3800" b="0" i="0" kern="1200">
                <a:solidFill>
                  <a:srgbClr val="FFFFFF"/>
                </a:solidFill>
                <a:latin typeface="Arial" panose="020B0604020202020204" pitchFamily="34" charset="0"/>
                <a:ea typeface="Arial" panose="020B0604020202020204" pitchFamily="34" charset="0"/>
                <a:cs typeface="Arial" panose="020B0604020202020204" pitchFamily="34" charset="0"/>
              </a:defRPr>
            </a:lvl1pPr>
          </a:lstStyle>
          <a:p>
            <a:r>
              <a:rPr lang="en-US" dirty="0"/>
              <a:t>Maps and Map Projects (Continued)</a:t>
            </a:r>
          </a:p>
        </p:txBody>
      </p:sp>
      <p:pic>
        <p:nvPicPr>
          <p:cNvPr id="6" name="Picture 5">
            <a:extLst>
              <a:ext uri="{FF2B5EF4-FFF2-40B4-BE49-F238E27FC236}">
                <a16:creationId xmlns:a16="http://schemas.microsoft.com/office/drawing/2014/main" id="{F473B1E3-8230-04DF-06EA-2F866E186A48}"/>
              </a:ext>
            </a:extLst>
          </p:cNvPr>
          <p:cNvPicPr>
            <a:picLocks noChangeAspect="1"/>
          </p:cNvPicPr>
          <p:nvPr/>
        </p:nvPicPr>
        <p:blipFill>
          <a:blip r:embed="rId3"/>
          <a:stretch>
            <a:fillRect/>
          </a:stretch>
        </p:blipFill>
        <p:spPr>
          <a:xfrm>
            <a:off x="6299948" y="2323010"/>
            <a:ext cx="4903788" cy="3100646"/>
          </a:xfrm>
          <a:prstGeom prst="rect">
            <a:avLst/>
          </a:prstGeom>
        </p:spPr>
      </p:pic>
      <p:sp>
        <p:nvSpPr>
          <p:cNvPr id="14" name="AutoShape 16"/>
          <p:cNvSpPr>
            <a:spLocks noChangeArrowheads="1"/>
          </p:cNvSpPr>
          <p:nvPr/>
        </p:nvSpPr>
        <p:spPr bwMode="auto">
          <a:xfrm>
            <a:off x="8008883" y="5607787"/>
            <a:ext cx="2095699" cy="447780"/>
          </a:xfrm>
          <a:prstGeom prst="wedgeRoundRectCallout">
            <a:avLst>
              <a:gd name="adj1" fmla="val 12863"/>
              <a:gd name="adj2" fmla="val -158005"/>
              <a:gd name="adj3" fmla="val 16667"/>
            </a:avLst>
          </a:prstGeom>
          <a:solidFill>
            <a:schemeClr val="accent2">
              <a:lumMod val="20000"/>
              <a:lumOff val="80000"/>
            </a:schemeClr>
          </a:solidFill>
          <a:ln w="12700">
            <a:solidFill>
              <a:schemeClr val="tx1"/>
            </a:solidFill>
            <a:miter lim="800000"/>
            <a:headEnd type="none" w="sm" len="sm"/>
            <a:tailEnd type="none" w="sm" len="sm"/>
          </a:ln>
          <a:effec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dirty="0"/>
              <a:t>Server Map</a:t>
            </a:r>
            <a:endParaRPr lang="en-GB" altLang="en-US" dirty="0"/>
          </a:p>
        </p:txBody>
      </p:sp>
      <p:pic>
        <p:nvPicPr>
          <p:cNvPr id="17" name="Picture 16">
            <a:extLst>
              <a:ext uri="{FF2B5EF4-FFF2-40B4-BE49-F238E27FC236}">
                <a16:creationId xmlns:a16="http://schemas.microsoft.com/office/drawing/2014/main" id="{09C378D2-16F8-2AA1-635A-E95B4D645E07}"/>
              </a:ext>
            </a:extLst>
          </p:cNvPr>
          <p:cNvPicPr>
            <a:picLocks noChangeAspect="1"/>
          </p:cNvPicPr>
          <p:nvPr/>
        </p:nvPicPr>
        <p:blipFill>
          <a:blip r:embed="rId4"/>
          <a:stretch>
            <a:fillRect/>
          </a:stretch>
        </p:blipFill>
        <p:spPr>
          <a:xfrm>
            <a:off x="2246112" y="2323010"/>
            <a:ext cx="3334075" cy="3100646"/>
          </a:xfrm>
          <a:prstGeom prst="rect">
            <a:avLst/>
          </a:prstGeom>
        </p:spPr>
      </p:pic>
      <p:sp>
        <p:nvSpPr>
          <p:cNvPr id="13" name="AutoShape 16"/>
          <p:cNvSpPr>
            <a:spLocks noChangeArrowheads="1"/>
          </p:cNvSpPr>
          <p:nvPr/>
        </p:nvSpPr>
        <p:spPr bwMode="auto">
          <a:xfrm>
            <a:off x="1982308" y="5607787"/>
            <a:ext cx="2291972" cy="688082"/>
          </a:xfrm>
          <a:prstGeom prst="wedgeRoundRectCallout">
            <a:avLst>
              <a:gd name="adj1" fmla="val 22295"/>
              <a:gd name="adj2" fmla="val -159640"/>
              <a:gd name="adj3" fmla="val 16667"/>
            </a:avLst>
          </a:prstGeom>
          <a:solidFill>
            <a:schemeClr val="accent2">
              <a:lumMod val="20000"/>
              <a:lumOff val="80000"/>
            </a:schemeClr>
          </a:solidFill>
          <a:ln w="12700">
            <a:solidFill>
              <a:schemeClr val="tx1"/>
            </a:solidFill>
            <a:miter lim="800000"/>
            <a:headEnd type="none" w="sm" len="sm"/>
            <a:tailEnd type="none" w="sm" len="sm"/>
          </a:ln>
          <a:effectLst/>
        </p:spPr>
        <p:txBody>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r>
              <a:rPr lang="en-US" altLang="en-US" dirty="0"/>
              <a:t>Digital Charts of the World (DCW)</a:t>
            </a:r>
            <a:endParaRPr lang="en-GB" altLang="en-US" dirty="0"/>
          </a:p>
        </p:txBody>
      </p:sp>
    </p:spTree>
    <p:extLst>
      <p:ext uri="{BB962C8B-B14F-4D97-AF65-F5344CB8AC3E}">
        <p14:creationId xmlns:p14="http://schemas.microsoft.com/office/powerpoint/2010/main" val="1447463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Geographic Manager - GeoLocs</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GB" dirty="0"/>
              <a:t>Specific location types relating to </a:t>
            </a:r>
            <a:r>
              <a:rPr lang="en-GB" b="1" dirty="0">
                <a:solidFill>
                  <a:schemeClr val="accent1">
                    <a:lumMod val="40000"/>
                    <a:lumOff val="60000"/>
                  </a:schemeClr>
                </a:solidFill>
              </a:rPr>
              <a:t>Movements </a:t>
            </a:r>
            <a:r>
              <a:rPr lang="en-GB" dirty="0"/>
              <a:t>and</a:t>
            </a:r>
            <a:r>
              <a:rPr lang="en-GB" b="1" dirty="0">
                <a:solidFill>
                  <a:schemeClr val="accent1">
                    <a:lumMod val="40000"/>
                    <a:lumOff val="60000"/>
                  </a:schemeClr>
                </a:solidFill>
              </a:rPr>
              <a:t> Logistic Planning</a:t>
            </a:r>
            <a:r>
              <a:rPr lang="en-GB" dirty="0"/>
              <a:t>.</a:t>
            </a:r>
          </a:p>
          <a:p>
            <a:pPr marL="0" indent="0" algn="just">
              <a:buNone/>
            </a:pPr>
            <a:r>
              <a:rPr lang="en-GB" dirty="0"/>
              <a:t>Used to support the </a:t>
            </a:r>
            <a:r>
              <a:rPr lang="en-GB" b="1" dirty="0">
                <a:solidFill>
                  <a:schemeClr val="accent1">
                    <a:lumMod val="40000"/>
                    <a:lumOff val="60000"/>
                  </a:schemeClr>
                </a:solidFill>
              </a:rPr>
              <a:t>analysis</a:t>
            </a:r>
            <a:r>
              <a:rPr lang="en-GB" dirty="0"/>
              <a:t>, </a:t>
            </a:r>
            <a:r>
              <a:rPr lang="en-GB" b="1" dirty="0">
                <a:solidFill>
                  <a:schemeClr val="accent1">
                    <a:lumMod val="40000"/>
                    <a:lumOff val="60000"/>
                  </a:schemeClr>
                </a:solidFill>
              </a:rPr>
              <a:t>planning</a:t>
            </a:r>
            <a:r>
              <a:rPr lang="en-GB" dirty="0"/>
              <a:t> and </a:t>
            </a:r>
            <a:r>
              <a:rPr lang="en-GB" b="1" dirty="0">
                <a:solidFill>
                  <a:schemeClr val="accent1">
                    <a:lumMod val="40000"/>
                    <a:lumOff val="60000"/>
                  </a:schemeClr>
                </a:solidFill>
              </a:rPr>
              <a:t>execution</a:t>
            </a:r>
            <a:r>
              <a:rPr lang="en-GB" dirty="0"/>
              <a:t> work of the LOGFAS Operator.</a:t>
            </a:r>
          </a:p>
          <a:p>
            <a:pPr marL="0" indent="0" algn="just">
              <a:buNone/>
            </a:pPr>
            <a:r>
              <a:rPr lang="en-GB" dirty="0"/>
              <a:t>These GeoLocs support all of the LOGFAS modules: ADAMS, EVE, CORSOM, SDM, SPM, and LDM (</a:t>
            </a:r>
            <a:r>
              <a:rPr lang="en-GB" b="1" dirty="0">
                <a:solidFill>
                  <a:schemeClr val="accent1">
                    <a:lumMod val="40000"/>
                    <a:lumOff val="60000"/>
                  </a:schemeClr>
                </a:solidFill>
              </a:rPr>
              <a:t>for</a:t>
            </a:r>
            <a:r>
              <a:rPr lang="en-GB" dirty="0"/>
              <a:t> LOGREP). </a:t>
            </a: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17</a:t>
            </a:fld>
            <a:endParaRPr lang="en-BE" dirty="0"/>
          </a:p>
        </p:txBody>
      </p:sp>
    </p:spTree>
    <p:extLst>
      <p:ext uri="{BB962C8B-B14F-4D97-AF65-F5344CB8AC3E}">
        <p14:creationId xmlns:p14="http://schemas.microsoft.com/office/powerpoint/2010/main" val="796267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LOGFAS Data Modules (Continued)</a:t>
            </a:r>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buNone/>
            </a:pPr>
            <a:r>
              <a:rPr lang="en-US" dirty="0"/>
              <a:t>LOGFAS Data Management (LDM)</a:t>
            </a:r>
          </a:p>
          <a:p>
            <a:pPr marL="971550" lvl="2" indent="-285750" algn="just">
              <a:buClr>
                <a:schemeClr val="bg1"/>
              </a:buClr>
              <a:buFont typeface="Arial" panose="020B0604020202020204" pitchFamily="34" charset="0"/>
              <a:buChar char="•"/>
            </a:pPr>
            <a:r>
              <a:rPr lang="en-US" dirty="0"/>
              <a:t>Items of Equipment, Dimensions, Properties</a:t>
            </a:r>
          </a:p>
          <a:p>
            <a:pPr marL="971550" lvl="2" indent="-285750" algn="just">
              <a:buClr>
                <a:schemeClr val="bg1"/>
              </a:buClr>
              <a:buFont typeface="Arial" panose="020B0604020202020204" pitchFamily="34" charset="0"/>
              <a:buChar char="•"/>
            </a:pPr>
            <a:r>
              <a:rPr lang="en-US" dirty="0"/>
              <a:t>Forces and Force Profiles Data, Home Bases, Unit Holdings and Hierarchical Force Organization</a:t>
            </a:r>
          </a:p>
          <a:p>
            <a:pPr marL="971550" lvl="2" indent="-285750" algn="just">
              <a:buClr>
                <a:schemeClr val="bg1"/>
              </a:buClr>
              <a:buFont typeface="Arial" panose="020B0604020202020204" pitchFamily="34" charset="0"/>
              <a:buChar char="•"/>
            </a:pPr>
            <a:r>
              <a:rPr lang="en-US" dirty="0"/>
              <a:t>Consumption Data </a:t>
            </a:r>
          </a:p>
          <a:p>
            <a:pPr marL="971550" lvl="2" indent="-285750" algn="just">
              <a:buClr>
                <a:schemeClr val="bg1"/>
              </a:buClr>
              <a:buFont typeface="Arial" panose="020B0604020202020204" pitchFamily="34" charset="0"/>
              <a:buChar char="•"/>
            </a:pPr>
            <a:r>
              <a:rPr lang="en-US" dirty="0"/>
              <a:t>Plans, SORs, AFLs and ADLs</a:t>
            </a:r>
          </a:p>
          <a:p>
            <a:pPr marL="971550" lvl="2" indent="-285750" algn="just">
              <a:buClr>
                <a:schemeClr val="bg1"/>
              </a:buClr>
              <a:buFont typeface="Arial" panose="020B0604020202020204" pitchFamily="34" charset="0"/>
              <a:buChar char="•"/>
            </a:pPr>
            <a:r>
              <a:rPr lang="en-US" dirty="0"/>
              <a:t>Transportation Asset Data (Types and Fleet)</a:t>
            </a:r>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18</a:t>
            </a:fld>
            <a:endParaRPr lang="en-BE" dirty="0"/>
          </a:p>
        </p:txBody>
      </p:sp>
    </p:spTree>
    <p:extLst>
      <p:ext uri="{BB962C8B-B14F-4D97-AF65-F5344CB8AC3E}">
        <p14:creationId xmlns:p14="http://schemas.microsoft.com/office/powerpoint/2010/main" val="390550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LOGFAS - Item Types</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There are 5 Item Type options in LOGFAS:</a:t>
            </a:r>
          </a:p>
          <a:p>
            <a:pPr marL="971550" lvl="2" indent="-285750" algn="just">
              <a:buClr>
                <a:schemeClr val="bg1"/>
              </a:buClr>
              <a:buFont typeface="Arial" panose="020B0604020202020204" pitchFamily="34" charset="0"/>
              <a:buChar char="•"/>
            </a:pPr>
            <a:r>
              <a:rPr lang="en-US" b="1" dirty="0">
                <a:solidFill>
                  <a:schemeClr val="tx2">
                    <a:lumMod val="40000"/>
                    <a:lumOff val="60000"/>
                  </a:schemeClr>
                </a:solidFill>
              </a:rPr>
              <a:t>CONSUMABLE MATERIAL</a:t>
            </a:r>
            <a:r>
              <a:rPr lang="en-US" dirty="0"/>
              <a:t>: Munitions, Fuel, Food etc. </a:t>
            </a:r>
          </a:p>
          <a:p>
            <a:pPr marL="971550" lvl="2" indent="-285750" algn="just">
              <a:buClr>
                <a:schemeClr val="bg1"/>
              </a:buClr>
              <a:buFont typeface="Arial" panose="020B0604020202020204" pitchFamily="34" charset="0"/>
              <a:buChar char="•"/>
            </a:pPr>
            <a:r>
              <a:rPr lang="en-US" b="1" dirty="0">
                <a:solidFill>
                  <a:schemeClr val="tx2">
                    <a:lumMod val="40000"/>
                    <a:lumOff val="60000"/>
                  </a:schemeClr>
                </a:solidFill>
              </a:rPr>
              <a:t>EQUIPMENT</a:t>
            </a:r>
            <a:r>
              <a:rPr lang="en-US" dirty="0"/>
              <a:t>: Vehicles, Containerized Equipment, Weapons, Communications Equipment etc.</a:t>
            </a:r>
          </a:p>
          <a:p>
            <a:pPr marL="971550" lvl="2" indent="-285750" algn="just">
              <a:buClr>
                <a:schemeClr val="bg1"/>
              </a:buClr>
              <a:buFont typeface="Arial" panose="020B0604020202020204" pitchFamily="34" charset="0"/>
              <a:buChar char="•"/>
            </a:pPr>
            <a:r>
              <a:rPr lang="en-US" b="1" dirty="0">
                <a:solidFill>
                  <a:schemeClr val="tx2">
                    <a:lumMod val="40000"/>
                    <a:lumOff val="60000"/>
                  </a:schemeClr>
                </a:solidFill>
              </a:rPr>
              <a:t>OTHER</a:t>
            </a:r>
            <a:r>
              <a:rPr lang="en-US" dirty="0"/>
              <a:t>: Animals, Waste etc., or items that do not fall into another type.</a:t>
            </a:r>
          </a:p>
          <a:p>
            <a:pPr marL="971550" lvl="2" indent="-285750" algn="just">
              <a:buClr>
                <a:schemeClr val="bg1"/>
              </a:buClr>
              <a:buFont typeface="Arial" panose="020B0604020202020204" pitchFamily="34" charset="0"/>
              <a:buChar char="•"/>
            </a:pPr>
            <a:r>
              <a:rPr lang="en-US" b="1" dirty="0">
                <a:solidFill>
                  <a:schemeClr val="tx2">
                    <a:lumMod val="40000"/>
                    <a:lumOff val="60000"/>
                  </a:schemeClr>
                </a:solidFill>
              </a:rPr>
              <a:t>PACKAGE</a:t>
            </a:r>
            <a:r>
              <a:rPr lang="en-US" dirty="0"/>
              <a:t>: Items that are used to collate other things. E.g. Drums, Containers, Pallets, ULCs, etc.</a:t>
            </a:r>
          </a:p>
          <a:p>
            <a:pPr marL="971550" lvl="2" indent="-285750" algn="just">
              <a:buClr>
                <a:schemeClr val="bg1"/>
              </a:buClr>
              <a:buFont typeface="Arial" panose="020B0604020202020204" pitchFamily="34" charset="0"/>
              <a:buChar char="•"/>
            </a:pPr>
            <a:r>
              <a:rPr lang="en-US" b="1" dirty="0">
                <a:solidFill>
                  <a:schemeClr val="tx2">
                    <a:lumMod val="40000"/>
                    <a:lumOff val="60000"/>
                  </a:schemeClr>
                </a:solidFill>
              </a:rPr>
              <a:t>PERSONNEL</a:t>
            </a:r>
            <a:r>
              <a:rPr lang="en-US" dirty="0"/>
              <a:t>: Personnel.</a:t>
            </a:r>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19</a:t>
            </a:fld>
            <a:endParaRPr lang="en-BE" dirty="0"/>
          </a:p>
        </p:txBody>
      </p:sp>
    </p:spTree>
    <p:extLst>
      <p:ext uri="{BB962C8B-B14F-4D97-AF65-F5344CB8AC3E}">
        <p14:creationId xmlns:p14="http://schemas.microsoft.com/office/powerpoint/2010/main" val="350824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Item Data – Reportable Item Codes (RIC)</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The term </a:t>
            </a:r>
            <a:r>
              <a:rPr lang="en-US" b="1" dirty="0">
                <a:solidFill>
                  <a:schemeClr val="accent1">
                    <a:lumMod val="40000"/>
                    <a:lumOff val="60000"/>
                  </a:schemeClr>
                </a:solidFill>
              </a:rPr>
              <a:t>RIC</a:t>
            </a:r>
            <a:r>
              <a:rPr lang="en-US" dirty="0"/>
              <a:t> is a </a:t>
            </a:r>
            <a:r>
              <a:rPr lang="en-US" b="1" u="sng" dirty="0"/>
              <a:t>Descriptive</a:t>
            </a:r>
            <a:r>
              <a:rPr lang="en-US" dirty="0"/>
              <a:t> code that shows the </a:t>
            </a:r>
            <a:r>
              <a:rPr lang="en-US" b="1" dirty="0">
                <a:solidFill>
                  <a:schemeClr val="tx2">
                    <a:lumMod val="40000"/>
                    <a:lumOff val="60000"/>
                  </a:schemeClr>
                </a:solidFill>
              </a:rPr>
              <a:t>Capability</a:t>
            </a:r>
            <a:r>
              <a:rPr lang="en-US" dirty="0"/>
              <a:t> of the Item – or what is it or what does it do!</a:t>
            </a:r>
          </a:p>
          <a:p>
            <a:pPr marL="0" indent="0" algn="just">
              <a:buClr>
                <a:schemeClr val="bg1"/>
              </a:buClr>
              <a:buNone/>
            </a:pPr>
            <a:r>
              <a:rPr lang="en-US" dirty="0"/>
              <a:t>The </a:t>
            </a:r>
            <a:r>
              <a:rPr lang="en-US" b="1" dirty="0">
                <a:solidFill>
                  <a:schemeClr val="tx2">
                    <a:lumMod val="40000"/>
                    <a:lumOff val="60000"/>
                  </a:schemeClr>
                </a:solidFill>
              </a:rPr>
              <a:t>RICs</a:t>
            </a:r>
            <a:r>
              <a:rPr lang="en-US" dirty="0"/>
              <a:t> allow the data to be integrated without the need to know individual languages or abbreviations used by services or nations.</a:t>
            </a:r>
          </a:p>
          <a:p>
            <a:pPr marL="0" indent="0" algn="just">
              <a:buClr>
                <a:schemeClr val="bg1"/>
              </a:buClr>
              <a:buNone/>
            </a:pPr>
            <a:r>
              <a:rPr lang="en-US" dirty="0"/>
              <a:t>A </a:t>
            </a:r>
            <a:r>
              <a:rPr lang="en-US" b="1" dirty="0">
                <a:solidFill>
                  <a:schemeClr val="tx2">
                    <a:lumMod val="40000"/>
                    <a:lumOff val="60000"/>
                  </a:schemeClr>
                </a:solidFill>
              </a:rPr>
              <a:t>RIC</a:t>
            </a:r>
            <a:r>
              <a:rPr lang="en-US" dirty="0"/>
              <a:t> is a </a:t>
            </a:r>
            <a:r>
              <a:rPr lang="en-US" b="1" u="sng" dirty="0"/>
              <a:t>six</a:t>
            </a:r>
            <a:r>
              <a:rPr lang="en-US" dirty="0"/>
              <a:t> figure </a:t>
            </a:r>
            <a:r>
              <a:rPr lang="en-US" b="1" u="sng" dirty="0"/>
              <a:t>Alpha-Numeric Code</a:t>
            </a:r>
            <a:r>
              <a:rPr lang="en-US" b="1" dirty="0"/>
              <a:t> </a:t>
            </a:r>
            <a:r>
              <a:rPr lang="en-US" dirty="0"/>
              <a:t>that must be applied to the Item.</a:t>
            </a:r>
          </a:p>
          <a:p>
            <a:pPr marL="0" indent="0" algn="just">
              <a:buClr>
                <a:schemeClr val="bg1"/>
              </a:buClr>
              <a:buNone/>
            </a:pPr>
            <a:endParaRPr lang="en-US" dirty="0"/>
          </a:p>
          <a:p>
            <a:pPr marL="0" indent="0" algn="just">
              <a:buClr>
                <a:schemeClr val="bg1"/>
              </a:buClr>
              <a:buNone/>
            </a:pPr>
            <a:r>
              <a:rPr lang="en-US" dirty="0"/>
              <a:t>For Example: </a:t>
            </a:r>
            <a:r>
              <a:rPr lang="en-US" b="1" dirty="0">
                <a:solidFill>
                  <a:schemeClr val="tx2">
                    <a:lumMod val="40000"/>
                    <a:lumOff val="60000"/>
                  </a:schemeClr>
                </a:solidFill>
              </a:rPr>
              <a:t>LA21CB</a:t>
            </a:r>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20</a:t>
            </a:fld>
            <a:endParaRPr lang="en-BE" dirty="0"/>
          </a:p>
        </p:txBody>
      </p:sp>
    </p:spTree>
    <p:extLst>
      <p:ext uri="{BB962C8B-B14F-4D97-AF65-F5344CB8AC3E}">
        <p14:creationId xmlns:p14="http://schemas.microsoft.com/office/powerpoint/2010/main" val="3585765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Force Data</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For all LOGFAS Functions the </a:t>
            </a:r>
            <a:r>
              <a:rPr lang="en-US" b="1" u="sng" dirty="0"/>
              <a:t>allocation</a:t>
            </a:r>
            <a:r>
              <a:rPr lang="en-US" dirty="0"/>
              <a:t> of the correct </a:t>
            </a:r>
            <a:r>
              <a:rPr lang="en-US" b="1" dirty="0">
                <a:solidFill>
                  <a:schemeClr val="accent1">
                    <a:lumMod val="40000"/>
                    <a:lumOff val="60000"/>
                  </a:schemeClr>
                </a:solidFill>
              </a:rPr>
              <a:t>HOMEBASE</a:t>
            </a:r>
            <a:r>
              <a:rPr lang="en-US" dirty="0"/>
              <a:t> (for Deployed Forces this is the Base Location in-theatre) is critical.</a:t>
            </a:r>
          </a:p>
          <a:p>
            <a:pPr marL="0" indent="0" algn="just">
              <a:buClr>
                <a:schemeClr val="bg1"/>
              </a:buClr>
              <a:buNone/>
            </a:pPr>
            <a:r>
              <a:rPr lang="en-US" dirty="0"/>
              <a:t>When creating a </a:t>
            </a:r>
            <a:r>
              <a:rPr lang="en-US" b="1" dirty="0">
                <a:solidFill>
                  <a:schemeClr val="accent1">
                    <a:lumMod val="40000"/>
                    <a:lumOff val="60000"/>
                  </a:schemeClr>
                </a:solidFill>
              </a:rPr>
              <a:t>Force</a:t>
            </a:r>
            <a:r>
              <a:rPr lang="en-US" dirty="0"/>
              <a:t> this field is </a:t>
            </a:r>
            <a:r>
              <a:rPr lang="en-US" b="1" u="sng" dirty="0"/>
              <a:t>mandatory</a:t>
            </a:r>
            <a:r>
              <a:rPr lang="en-US" dirty="0"/>
              <a:t>.</a:t>
            </a:r>
          </a:p>
          <a:p>
            <a:pPr marL="971550" lvl="2" indent="-285750" algn="just">
              <a:buClr>
                <a:schemeClr val="bg1"/>
              </a:buClr>
              <a:buFont typeface="Arial" panose="020B0604020202020204" pitchFamily="34" charset="0"/>
              <a:buChar char="•"/>
            </a:pPr>
            <a:r>
              <a:rPr lang="en-US" dirty="0"/>
              <a:t>For Maritime Forces – Remember that a Ship is both a Force and an Item.</a:t>
            </a:r>
          </a:p>
          <a:p>
            <a:pPr marL="971550" lvl="2" indent="-285750" algn="just">
              <a:buClr>
                <a:schemeClr val="bg1"/>
              </a:buClr>
              <a:buFont typeface="Arial" panose="020B0604020202020204" pitchFamily="34" charset="0"/>
              <a:buChar char="•"/>
            </a:pPr>
            <a:r>
              <a:rPr lang="en-US" dirty="0"/>
              <a:t>A ship can also be a Transportation Asset.</a:t>
            </a:r>
          </a:p>
          <a:p>
            <a:pPr marL="971550" lvl="2" indent="-285750" algn="just">
              <a:lnSpc>
                <a:spcPct val="100000"/>
              </a:lnSpc>
              <a:buClr>
                <a:schemeClr val="bg1"/>
              </a:buClr>
              <a:buFont typeface="Arial" panose="020B0604020202020204" pitchFamily="34" charset="0"/>
              <a:buChar char="•"/>
            </a:pPr>
            <a:r>
              <a:rPr lang="en-US" dirty="0"/>
              <a:t>For Air Force Units – The Aircraft (Fixed and/or Rotary Wing) can be Items and Transportation Assets.</a:t>
            </a:r>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21</a:t>
            </a:fld>
            <a:endParaRPr lang="en-BE" dirty="0"/>
          </a:p>
        </p:txBody>
      </p:sp>
    </p:spTree>
    <p:extLst>
      <p:ext uri="{BB962C8B-B14F-4D97-AF65-F5344CB8AC3E}">
        <p14:creationId xmlns:p14="http://schemas.microsoft.com/office/powerpoint/2010/main" val="313648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Force Data (Continued)</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b="1" u="sng" dirty="0"/>
              <a:t>Do not</a:t>
            </a:r>
            <a:r>
              <a:rPr lang="en-US" b="1" dirty="0"/>
              <a:t> </a:t>
            </a:r>
            <a:r>
              <a:rPr lang="en-US" dirty="0"/>
              <a:t>be constrained by a name; the </a:t>
            </a:r>
            <a:r>
              <a:rPr lang="en-US" b="1" dirty="0">
                <a:solidFill>
                  <a:schemeClr val="accent1">
                    <a:lumMod val="40000"/>
                    <a:lumOff val="60000"/>
                  </a:schemeClr>
                </a:solidFill>
              </a:rPr>
              <a:t>Force List Options </a:t>
            </a:r>
            <a:r>
              <a:rPr lang="en-US" dirty="0"/>
              <a:t>can also be used to represent:</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Contractor Companies </a:t>
            </a:r>
            <a:r>
              <a:rPr lang="en-US" dirty="0"/>
              <a:t>(especially if in the Resupply Chain or providing a Service).</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Organisations</a:t>
            </a:r>
            <a:r>
              <a:rPr lang="en-US" dirty="0"/>
              <a:t> – Such as Depots/Warehouses (Mil/Civ).</a:t>
            </a:r>
          </a:p>
          <a:p>
            <a:pPr marL="0" indent="0" algn="just">
              <a:buClr>
                <a:schemeClr val="bg1"/>
              </a:buClr>
              <a:buNone/>
            </a:pPr>
            <a:r>
              <a:rPr lang="en-US" dirty="0"/>
              <a:t>To provide the information that you need,  a </a:t>
            </a:r>
            <a:r>
              <a:rPr lang="en-US" b="1" dirty="0">
                <a:solidFill>
                  <a:schemeClr val="accent1">
                    <a:lumMod val="40000"/>
                    <a:lumOff val="60000"/>
                  </a:schemeClr>
                </a:solidFill>
              </a:rPr>
              <a:t>Force ID </a:t>
            </a:r>
            <a:r>
              <a:rPr lang="en-US" dirty="0"/>
              <a:t>system </a:t>
            </a:r>
            <a:r>
              <a:rPr lang="en-US" b="1" u="sng" dirty="0"/>
              <a:t>will</a:t>
            </a:r>
            <a:r>
              <a:rPr lang="en-US" dirty="0"/>
              <a:t> need to be put in to place.</a:t>
            </a:r>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22</a:t>
            </a:fld>
            <a:endParaRPr lang="en-BE" dirty="0"/>
          </a:p>
        </p:txBody>
      </p:sp>
    </p:spTree>
    <p:extLst>
      <p:ext uri="{BB962C8B-B14F-4D97-AF65-F5344CB8AC3E}">
        <p14:creationId xmlns:p14="http://schemas.microsoft.com/office/powerpoint/2010/main" val="1537114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Force Profile and Holdings Data</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For LOGFAS the term </a:t>
            </a:r>
            <a:r>
              <a:rPr lang="en-US" b="1" dirty="0">
                <a:solidFill>
                  <a:schemeClr val="accent1">
                    <a:lumMod val="40000"/>
                    <a:lumOff val="60000"/>
                  </a:schemeClr>
                </a:solidFill>
              </a:rPr>
              <a:t>Force Profile and Holdings (FPH)</a:t>
            </a:r>
            <a:r>
              <a:rPr lang="en-US" dirty="0"/>
              <a:t> refers to computer representation of your </a:t>
            </a:r>
            <a:r>
              <a:rPr lang="en-US" b="1" dirty="0">
                <a:solidFill>
                  <a:schemeClr val="accent1">
                    <a:lumMod val="40000"/>
                    <a:lumOff val="60000"/>
                  </a:schemeClr>
                </a:solidFill>
              </a:rPr>
              <a:t>Forces,</a:t>
            </a:r>
            <a:r>
              <a:rPr lang="en-US" dirty="0"/>
              <a:t> in a hierarchy (if required) with the </a:t>
            </a:r>
            <a:r>
              <a:rPr lang="en-US" b="1" dirty="0">
                <a:solidFill>
                  <a:schemeClr val="accent1">
                    <a:lumMod val="40000"/>
                    <a:lumOff val="60000"/>
                  </a:schemeClr>
                </a:solidFill>
              </a:rPr>
              <a:t>Item</a:t>
            </a:r>
            <a:r>
              <a:rPr lang="en-US" dirty="0"/>
              <a:t> inventory listed against an individual </a:t>
            </a:r>
            <a:r>
              <a:rPr lang="en-US" b="1" dirty="0">
                <a:solidFill>
                  <a:schemeClr val="accent1">
                    <a:lumMod val="40000"/>
                    <a:lumOff val="60000"/>
                  </a:schemeClr>
                </a:solidFill>
              </a:rPr>
              <a:t>Force</a:t>
            </a:r>
            <a:r>
              <a:rPr lang="en-US" dirty="0"/>
              <a:t>.</a:t>
            </a:r>
          </a:p>
          <a:p>
            <a:pPr marL="0" indent="0" algn="just">
              <a:buClr>
                <a:schemeClr val="bg1"/>
              </a:buClr>
              <a:buNone/>
            </a:pPr>
            <a:endParaRPr lang="en-US" dirty="0"/>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23</a:t>
            </a:fld>
            <a:endParaRPr lang="en-BE" dirty="0"/>
          </a:p>
        </p:txBody>
      </p:sp>
    </p:spTree>
    <p:extLst>
      <p:ext uri="{BB962C8B-B14F-4D97-AF65-F5344CB8AC3E}">
        <p14:creationId xmlns:p14="http://schemas.microsoft.com/office/powerpoint/2010/main" val="263730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32969" y="887093"/>
            <a:ext cx="10590528" cy="1325563"/>
          </a:xfrm>
        </p:spPr>
        <p:txBody>
          <a:bodyPr/>
          <a:lstStyle/>
          <a:p>
            <a:r>
              <a:rPr lang="en-US" dirty="0"/>
              <a:t>Sustainment in LOGFAS Introduction</a:t>
            </a:r>
          </a:p>
        </p:txBody>
      </p:sp>
      <p:sp>
        <p:nvSpPr>
          <p:cNvPr id="10" name="Content Placeholder 9"/>
          <p:cNvSpPr>
            <a:spLocks noGrp="1"/>
          </p:cNvSpPr>
          <p:nvPr>
            <p:ph idx="1"/>
          </p:nvPr>
        </p:nvSpPr>
        <p:spPr>
          <a:xfrm>
            <a:off x="1332969" y="2015432"/>
            <a:ext cx="10352342" cy="4464568"/>
          </a:xfrm>
        </p:spPr>
        <p:txBody>
          <a:bodyPr>
            <a:normAutofit/>
          </a:bodyPr>
          <a:lstStyle/>
          <a:p>
            <a:pPr marL="0" indent="0" algn="just">
              <a:buClr>
                <a:schemeClr val="bg1"/>
              </a:buClr>
              <a:buNone/>
            </a:pPr>
            <a:r>
              <a:rPr lang="en-US" dirty="0"/>
              <a:t>When Forces are deployed to a </a:t>
            </a:r>
            <a:r>
              <a:rPr lang="en-US" b="1" dirty="0">
                <a:solidFill>
                  <a:schemeClr val="accent1">
                    <a:lumMod val="40000"/>
                    <a:lumOff val="60000"/>
                  </a:schemeClr>
                </a:solidFill>
              </a:rPr>
              <a:t>Theatre of Operations (TOO)</a:t>
            </a:r>
            <a:r>
              <a:rPr lang="en-US" dirty="0"/>
              <a:t> it is not only Personnel and Equipment that needs to be planned and moved.</a:t>
            </a:r>
          </a:p>
          <a:p>
            <a:pPr marL="0" indent="0" algn="just">
              <a:buClr>
                <a:schemeClr val="bg1"/>
              </a:buClr>
              <a:buNone/>
            </a:pPr>
            <a:r>
              <a:rPr lang="en-US" dirty="0"/>
              <a:t>There is also:</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The Initial (First Line) </a:t>
            </a:r>
            <a:r>
              <a:rPr lang="en-US" dirty="0"/>
              <a:t>Commodities (Supplies) that may transit with the Force.</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The Resupply (Second and Third Line) </a:t>
            </a:r>
            <a:r>
              <a:rPr lang="en-US" dirty="0"/>
              <a:t>Commodities that will follow after the Force is Deployed.</a:t>
            </a:r>
          </a:p>
          <a:p>
            <a:pPr marL="0" indent="0" algn="just">
              <a:buClr>
                <a:schemeClr val="bg1"/>
              </a:buClr>
              <a:buNone/>
            </a:pPr>
            <a:r>
              <a:rPr lang="en-US" dirty="0"/>
              <a:t>Once the amount of supplies is calculated, it </a:t>
            </a:r>
            <a:r>
              <a:rPr lang="en-US" b="1" u="sng" dirty="0"/>
              <a:t>will</a:t>
            </a:r>
            <a:r>
              <a:rPr lang="en-US" dirty="0"/>
              <a:t> need to be </a:t>
            </a:r>
            <a:r>
              <a:rPr lang="en-US" b="1" dirty="0">
                <a:solidFill>
                  <a:schemeClr val="accent1">
                    <a:lumMod val="40000"/>
                    <a:lumOff val="60000"/>
                  </a:schemeClr>
                </a:solidFill>
              </a:rPr>
              <a:t>Packaged</a:t>
            </a:r>
            <a:r>
              <a:rPr lang="en-US" dirty="0"/>
              <a:t> for </a:t>
            </a:r>
            <a:r>
              <a:rPr lang="en-US" b="1" dirty="0">
                <a:solidFill>
                  <a:schemeClr val="accent1">
                    <a:lumMod val="40000"/>
                    <a:lumOff val="60000"/>
                  </a:schemeClr>
                </a:solidFill>
              </a:rPr>
              <a:t>Movement</a:t>
            </a:r>
            <a:r>
              <a:rPr lang="en-US" dirty="0"/>
              <a:t>.</a:t>
            </a:r>
          </a:p>
          <a:p>
            <a:pPr marL="0" indent="0" algn="just">
              <a:buClr>
                <a:schemeClr val="bg1"/>
              </a:buClr>
              <a:buNone/>
            </a:pPr>
            <a:r>
              <a:rPr lang="en-US" dirty="0"/>
              <a:t>The LDM provides the </a:t>
            </a:r>
            <a:r>
              <a:rPr lang="en-US" b="1" dirty="0">
                <a:solidFill>
                  <a:schemeClr val="accent1">
                    <a:lumMod val="40000"/>
                    <a:lumOff val="60000"/>
                  </a:schemeClr>
                </a:solidFill>
              </a:rPr>
              <a:t>Data Fields </a:t>
            </a:r>
            <a:r>
              <a:rPr lang="en-US" dirty="0"/>
              <a:t>that allow for the calculations and Packaging options to be applied. </a:t>
            </a:r>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24</a:t>
            </a:fld>
            <a:endParaRPr lang="en-BE" dirty="0"/>
          </a:p>
        </p:txBody>
      </p:sp>
    </p:spTree>
    <p:extLst>
      <p:ext uri="{BB962C8B-B14F-4D97-AF65-F5344CB8AC3E}">
        <p14:creationId xmlns:p14="http://schemas.microsoft.com/office/powerpoint/2010/main" val="453535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Sustainment Doctrine</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Defines a consumption rate as: </a:t>
            </a:r>
          </a:p>
          <a:p>
            <a:pPr marL="971550" lvl="2" indent="-285750" algn="just">
              <a:buClr>
                <a:schemeClr val="bg1"/>
              </a:buClr>
              <a:buFont typeface="Arial" panose="020B0604020202020204" pitchFamily="34" charset="0"/>
              <a:buChar char="•"/>
            </a:pPr>
            <a:r>
              <a:rPr lang="en-US" dirty="0"/>
              <a:t>The average quantity of an item consumed or expended during a given time interval.</a:t>
            </a:r>
          </a:p>
          <a:p>
            <a:pPr marL="971550" lvl="2" indent="-285750" algn="just">
              <a:buClr>
                <a:schemeClr val="bg1"/>
              </a:buClr>
              <a:buFont typeface="Arial" panose="020B0604020202020204" pitchFamily="34" charset="0"/>
              <a:buChar char="•"/>
            </a:pPr>
            <a:r>
              <a:rPr lang="en-US" dirty="0"/>
              <a:t>This is normally expressed as a</a:t>
            </a:r>
            <a:r>
              <a:rPr lang="en-US" b="1" dirty="0">
                <a:solidFill>
                  <a:schemeClr val="accent1">
                    <a:lumMod val="40000"/>
                    <a:lumOff val="60000"/>
                  </a:schemeClr>
                </a:solidFill>
              </a:rPr>
              <a:t> Standard Day of Supply (SDOS)</a:t>
            </a:r>
            <a:r>
              <a:rPr lang="en-US" dirty="0"/>
              <a:t>. </a:t>
            </a:r>
          </a:p>
          <a:p>
            <a:pPr marL="0" indent="0" algn="just">
              <a:buClr>
                <a:schemeClr val="bg1"/>
              </a:buClr>
              <a:buNone/>
            </a:pPr>
            <a:r>
              <a:rPr lang="en-US" dirty="0"/>
              <a:t>In LOGFAS the expression applied is Daily Consumption Rate (DCR).</a:t>
            </a:r>
          </a:p>
          <a:p>
            <a:pPr marL="0" indent="0" algn="just">
              <a:buClr>
                <a:schemeClr val="bg1"/>
              </a:buClr>
              <a:buNone/>
            </a:pPr>
            <a:r>
              <a:rPr lang="en-US" dirty="0"/>
              <a:t>There are </a:t>
            </a:r>
            <a:r>
              <a:rPr lang="en-US" b="1" dirty="0">
                <a:solidFill>
                  <a:schemeClr val="accent1">
                    <a:lumMod val="40000"/>
                    <a:lumOff val="60000"/>
                  </a:schemeClr>
                </a:solidFill>
              </a:rPr>
              <a:t>2 (two)</a:t>
            </a:r>
            <a:r>
              <a:rPr lang="en-US" dirty="0">
                <a:solidFill>
                  <a:schemeClr val="accent1">
                    <a:lumMod val="40000"/>
                    <a:lumOff val="60000"/>
                  </a:schemeClr>
                </a:solidFill>
              </a:rPr>
              <a:t> </a:t>
            </a:r>
            <a:r>
              <a:rPr lang="en-US" dirty="0"/>
              <a:t>main expressions used for a DOS:</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Standard Day of Supply (SDOS).</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Combat Day of Supply (CDOS).</a:t>
            </a:r>
          </a:p>
          <a:p>
            <a:pPr marL="0" indent="0" algn="just">
              <a:buClr>
                <a:schemeClr val="bg1"/>
              </a:buClr>
              <a:buNone/>
            </a:pPr>
            <a:endParaRPr lang="en-US" dirty="0"/>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25</a:t>
            </a:fld>
            <a:endParaRPr lang="en-BE" dirty="0"/>
          </a:p>
        </p:txBody>
      </p:sp>
    </p:spTree>
    <p:extLst>
      <p:ext uri="{BB962C8B-B14F-4D97-AF65-F5344CB8AC3E}">
        <p14:creationId xmlns:p14="http://schemas.microsoft.com/office/powerpoint/2010/main" val="2175814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5" end="5"/>
                                            </p:txEl>
                                          </p:spTgt>
                                        </p:tgtEl>
                                        <p:attrNameLst>
                                          <p:attrName>ppt_c</p:attrName>
                                        </p:attrNameLst>
                                      </p:cBhvr>
                                      <p:to>
                                        <a:srgbClr val="969696"/>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LDM Sustainment Data – Packaging Options</a:t>
            </a:r>
          </a:p>
        </p:txBody>
      </p:sp>
      <p:sp>
        <p:nvSpPr>
          <p:cNvPr id="10" name="Content Placeholder 9"/>
          <p:cNvSpPr>
            <a:spLocks noGrp="1"/>
          </p:cNvSpPr>
          <p:nvPr>
            <p:ph idx="1"/>
          </p:nvPr>
        </p:nvSpPr>
        <p:spPr>
          <a:xfrm>
            <a:off x="1343472" y="2309785"/>
            <a:ext cx="10352342" cy="4170215"/>
          </a:xfrm>
        </p:spPr>
        <p:txBody>
          <a:bodyPr>
            <a:normAutofit/>
          </a:bodyPr>
          <a:lstStyle/>
          <a:p>
            <a:pPr marL="0" indent="0" algn="just">
              <a:buClr>
                <a:schemeClr val="bg1"/>
              </a:buClr>
              <a:buNone/>
            </a:pPr>
            <a:r>
              <a:rPr lang="en-US" dirty="0"/>
              <a:t>When the amount of the commodity required has been calculated it may need to be </a:t>
            </a:r>
            <a:r>
              <a:rPr lang="en-US" b="1" dirty="0">
                <a:solidFill>
                  <a:schemeClr val="accent1">
                    <a:lumMod val="40000"/>
                    <a:lumOff val="60000"/>
                  </a:schemeClr>
                </a:solidFill>
              </a:rPr>
              <a:t>Packaged</a:t>
            </a:r>
            <a:r>
              <a:rPr lang="en-US" dirty="0"/>
              <a:t> for Movement (Transit).</a:t>
            </a:r>
          </a:p>
          <a:p>
            <a:pPr marL="0" indent="0" algn="just">
              <a:buClr>
                <a:schemeClr val="bg1"/>
              </a:buClr>
              <a:buNone/>
            </a:pPr>
            <a:r>
              <a:rPr lang="en-US" dirty="0"/>
              <a:t>The </a:t>
            </a:r>
            <a:r>
              <a:rPr lang="en-US" b="1" dirty="0">
                <a:solidFill>
                  <a:schemeClr val="accent1">
                    <a:lumMod val="40000"/>
                    <a:lumOff val="60000"/>
                  </a:schemeClr>
                </a:solidFill>
              </a:rPr>
              <a:t>Packaging Options </a:t>
            </a:r>
            <a:r>
              <a:rPr lang="en-US" dirty="0"/>
              <a:t>window will show all of the Commodities using the RIC and:</a:t>
            </a:r>
          </a:p>
          <a:p>
            <a:pPr marL="971550" lvl="2" indent="-285750" algn="just">
              <a:buClr>
                <a:schemeClr val="bg1"/>
              </a:buClr>
              <a:buFont typeface="Arial" panose="020B0604020202020204" pitchFamily="34" charset="0"/>
              <a:buChar char="•"/>
            </a:pPr>
            <a:r>
              <a:rPr lang="en-US" dirty="0"/>
              <a:t>The Unit of Issue (Litres, Rounds, etc.), Quantity and Weight etc. </a:t>
            </a:r>
          </a:p>
          <a:p>
            <a:pPr marL="0" indent="0" algn="just">
              <a:buClr>
                <a:schemeClr val="bg1"/>
              </a:buClr>
              <a:buNone/>
            </a:pPr>
            <a:r>
              <a:rPr lang="en-US" dirty="0"/>
              <a:t>These can then be </a:t>
            </a:r>
            <a:r>
              <a:rPr lang="en-US" b="1" dirty="0">
                <a:solidFill>
                  <a:schemeClr val="accent1">
                    <a:lumMod val="40000"/>
                    <a:lumOff val="60000"/>
                  </a:schemeClr>
                </a:solidFill>
              </a:rPr>
              <a:t>Packaged</a:t>
            </a:r>
            <a:r>
              <a:rPr lang="en-US" dirty="0"/>
              <a:t> as required.</a:t>
            </a:r>
          </a:p>
          <a:p>
            <a:pPr marL="971550" lvl="2" indent="-285750" algn="just">
              <a:buClr>
                <a:schemeClr val="bg1"/>
              </a:buClr>
              <a:buFont typeface="Arial" panose="020B0604020202020204" pitchFamily="34" charset="0"/>
              <a:buChar char="•"/>
            </a:pPr>
            <a:r>
              <a:rPr lang="en-US" dirty="0"/>
              <a:t> Rounds into Boxes, Boxes to Pallets, Pallets to Containers etc.</a:t>
            </a:r>
          </a:p>
          <a:p>
            <a:pPr marL="0" indent="0" algn="just">
              <a:buClr>
                <a:schemeClr val="bg1"/>
              </a:buClr>
              <a:buNone/>
            </a:pPr>
            <a:r>
              <a:rPr lang="en-US" dirty="0"/>
              <a:t>The </a:t>
            </a:r>
            <a:r>
              <a:rPr lang="en-US" b="1" dirty="0">
                <a:solidFill>
                  <a:schemeClr val="accent1">
                    <a:lumMod val="40000"/>
                    <a:lumOff val="60000"/>
                  </a:schemeClr>
                </a:solidFill>
              </a:rPr>
              <a:t>Packages</a:t>
            </a:r>
            <a:r>
              <a:rPr lang="en-US" dirty="0"/>
              <a:t> are created as </a:t>
            </a:r>
            <a:r>
              <a:rPr lang="en-US" b="1" dirty="0">
                <a:solidFill>
                  <a:schemeClr val="accent1">
                    <a:lumMod val="40000"/>
                    <a:lumOff val="60000"/>
                  </a:schemeClr>
                </a:solidFill>
              </a:rPr>
              <a:t>Items</a:t>
            </a:r>
            <a:r>
              <a:rPr lang="en-US" dirty="0"/>
              <a:t> (with the Item Type of Package applied).</a:t>
            </a:r>
          </a:p>
          <a:p>
            <a:pPr marL="0" indent="0" algn="just">
              <a:buClr>
                <a:schemeClr val="bg1"/>
              </a:buClr>
              <a:buNone/>
            </a:pPr>
            <a:endParaRPr lang="en-US" dirty="0"/>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26</a:t>
            </a:fld>
            <a:endParaRPr lang="en-BE" dirty="0"/>
          </a:p>
        </p:txBody>
      </p:sp>
    </p:spTree>
    <p:extLst>
      <p:ext uri="{BB962C8B-B14F-4D97-AF65-F5344CB8AC3E}">
        <p14:creationId xmlns:p14="http://schemas.microsoft.com/office/powerpoint/2010/main" val="3360798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Force Selection Process – 5 Steps </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In LOGFAS the following terms are used.</a:t>
            </a:r>
          </a:p>
          <a:p>
            <a:pPr marL="971550" lvl="2" indent="-285750" algn="just">
              <a:buClr>
                <a:schemeClr val="bg1"/>
              </a:buClr>
              <a:buFont typeface="Arial" panose="020B0604020202020204" pitchFamily="34" charset="0"/>
              <a:buChar char="•"/>
            </a:pPr>
            <a:r>
              <a:rPr lang="en-US" sz="1600" b="1" dirty="0">
                <a:solidFill>
                  <a:schemeClr val="accent1">
                    <a:lumMod val="40000"/>
                    <a:lumOff val="60000"/>
                  </a:schemeClr>
                </a:solidFill>
              </a:rPr>
              <a:t>Plan: </a:t>
            </a:r>
            <a:r>
              <a:rPr lang="en-GB" sz="1600" dirty="0"/>
              <a:t>A Plan identifies an operation (or other military activity, e.g. exercise). The data in LOGFAS entails specific details (e.g. Operation name, Reference date) and is also used as a framework that links and holds relevant data elements together</a:t>
            </a:r>
            <a:endParaRPr lang="en-US" sz="1600" dirty="0"/>
          </a:p>
          <a:p>
            <a:pPr marL="971550" lvl="2" indent="-285750" algn="just">
              <a:buClr>
                <a:schemeClr val="bg1"/>
              </a:buClr>
              <a:buFont typeface="Arial" panose="020B0604020202020204" pitchFamily="34" charset="0"/>
              <a:buChar char="•"/>
            </a:pPr>
            <a:r>
              <a:rPr lang="en-US" sz="1600" b="1" dirty="0">
                <a:solidFill>
                  <a:schemeClr val="accent1">
                    <a:lumMod val="40000"/>
                    <a:lumOff val="60000"/>
                  </a:schemeClr>
                </a:solidFill>
              </a:rPr>
              <a:t>Statement of Requirement (SOR)</a:t>
            </a:r>
            <a:r>
              <a:rPr lang="en-US" sz="1600" dirty="0"/>
              <a:t>: This is a list of the Types of Forces that </a:t>
            </a:r>
            <a:r>
              <a:rPr lang="en-US" sz="1600" b="1" u="sng" dirty="0"/>
              <a:t>are required</a:t>
            </a:r>
            <a:r>
              <a:rPr lang="en-US" sz="1600" b="1" dirty="0"/>
              <a:t> </a:t>
            </a:r>
            <a:r>
              <a:rPr lang="en-US" sz="1600" dirty="0"/>
              <a:t>for an Operation and is </a:t>
            </a:r>
            <a:r>
              <a:rPr lang="en-US" sz="1600" b="1" i="1" u="sng" dirty="0"/>
              <a:t>normally</a:t>
            </a:r>
            <a:r>
              <a:rPr lang="en-US" sz="1600" dirty="0"/>
              <a:t> created as part of the </a:t>
            </a:r>
            <a:r>
              <a:rPr lang="en-US" sz="1600" b="1" u="sng" dirty="0"/>
              <a:t>OPG</a:t>
            </a:r>
            <a:r>
              <a:rPr lang="en-US" sz="1600" dirty="0"/>
              <a:t> process.</a:t>
            </a:r>
          </a:p>
          <a:p>
            <a:pPr marL="971550" lvl="2" indent="-285750" algn="just">
              <a:buClr>
                <a:schemeClr val="bg1"/>
              </a:buClr>
              <a:buFont typeface="Arial" panose="020B0604020202020204" pitchFamily="34" charset="0"/>
              <a:buChar char="•"/>
            </a:pPr>
            <a:r>
              <a:rPr lang="en-GB" sz="1600" b="1" dirty="0">
                <a:solidFill>
                  <a:schemeClr val="accent1">
                    <a:lumMod val="40000"/>
                    <a:lumOff val="60000"/>
                  </a:schemeClr>
                </a:solidFill>
              </a:rPr>
              <a:t>National Force Contribution (NFC)</a:t>
            </a:r>
            <a:r>
              <a:rPr lang="en-GB" sz="1600" dirty="0"/>
              <a:t>: Consists of a Force Profile and Holdings that is prepared for the SORs the Nation (NATO element) is committing specific Forces to. It details for the NATO authority how to further allocate specific Forces to SORs. </a:t>
            </a: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27</a:t>
            </a:fld>
            <a:endParaRPr lang="en-BE" dirty="0"/>
          </a:p>
        </p:txBody>
      </p:sp>
    </p:spTree>
    <p:extLst>
      <p:ext uri="{BB962C8B-B14F-4D97-AF65-F5344CB8AC3E}">
        <p14:creationId xmlns:p14="http://schemas.microsoft.com/office/powerpoint/2010/main" val="3439215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SOR, AFL and ADL Data (Continued)</a:t>
            </a:r>
          </a:p>
        </p:txBody>
      </p:sp>
      <p:sp>
        <p:nvSpPr>
          <p:cNvPr id="10" name="Content Placeholder 9"/>
          <p:cNvSpPr>
            <a:spLocks noGrp="1"/>
          </p:cNvSpPr>
          <p:nvPr>
            <p:ph idx="1"/>
          </p:nvPr>
        </p:nvSpPr>
        <p:spPr>
          <a:xfrm>
            <a:off x="1343472" y="2241032"/>
            <a:ext cx="10352342" cy="4238968"/>
          </a:xfrm>
        </p:spPr>
        <p:txBody>
          <a:bodyPr>
            <a:normAutofit/>
          </a:bodyPr>
          <a:lstStyle/>
          <a:p>
            <a:pPr marL="971550" lvl="2" indent="-285750" algn="just">
              <a:buClr>
                <a:schemeClr val="bg1"/>
              </a:buClr>
              <a:buFont typeface="Arial" panose="020B0604020202020204" pitchFamily="34" charset="0"/>
              <a:buChar char="•"/>
            </a:pPr>
            <a:r>
              <a:rPr lang="en-GB" sz="1600" b="1" dirty="0">
                <a:solidFill>
                  <a:schemeClr val="accent1">
                    <a:lumMod val="40000"/>
                    <a:lumOff val="60000"/>
                  </a:schemeClr>
                </a:solidFill>
              </a:rPr>
              <a:t>Allied Force List (AFL): </a:t>
            </a:r>
            <a:r>
              <a:rPr lang="en-GB" sz="1600" dirty="0"/>
              <a:t>This allocation of the Forces that Nations have made available for the Operation and then linked to the SOR.</a:t>
            </a:r>
          </a:p>
          <a:p>
            <a:pPr marL="971550" lvl="2" indent="-285750" algn="just">
              <a:buClr>
                <a:schemeClr val="bg1"/>
              </a:buClr>
              <a:buFont typeface="Arial" panose="020B0604020202020204" pitchFamily="34" charset="0"/>
              <a:buChar char="•"/>
            </a:pPr>
            <a:r>
              <a:rPr lang="en-GB" sz="1600" dirty="0"/>
              <a:t>The creation of the SOR and AFL is an </a:t>
            </a:r>
            <a:r>
              <a:rPr lang="en-GB" sz="1600" b="1" dirty="0"/>
              <a:t>Operational Planning </a:t>
            </a:r>
            <a:r>
              <a:rPr lang="en-GB" sz="1600" dirty="0"/>
              <a:t>task and is </a:t>
            </a:r>
            <a:r>
              <a:rPr lang="en-GB" sz="1600" b="1" u="sng" dirty="0"/>
              <a:t>normally</a:t>
            </a:r>
            <a:r>
              <a:rPr lang="en-GB" sz="1600" dirty="0"/>
              <a:t> carried out in the TOPFAS Suite and then exported to LOGFAS.</a:t>
            </a:r>
          </a:p>
          <a:p>
            <a:pPr marL="971550" lvl="2" indent="-285750" algn="just">
              <a:buClr>
                <a:schemeClr val="bg1"/>
              </a:buClr>
              <a:buFont typeface="Arial" panose="020B0604020202020204" pitchFamily="34" charset="0"/>
              <a:buChar char="•"/>
            </a:pPr>
            <a:r>
              <a:rPr lang="en-GB" sz="1600" dirty="0"/>
              <a:t>The Forces available for allocation are normally provided as a Force Profile (which can be equally used in TOPFAS).</a:t>
            </a:r>
          </a:p>
          <a:p>
            <a:pPr marL="971550" lvl="2" indent="-285750" algn="just">
              <a:buClr>
                <a:schemeClr val="bg1"/>
              </a:buClr>
              <a:buFont typeface="Arial" panose="020B0604020202020204" pitchFamily="34" charset="0"/>
              <a:buChar char="•"/>
            </a:pPr>
            <a:r>
              <a:rPr lang="en-US" sz="1600" b="1" dirty="0">
                <a:solidFill>
                  <a:schemeClr val="accent1">
                    <a:lumMod val="40000"/>
                    <a:lumOff val="60000"/>
                  </a:schemeClr>
                </a:solidFill>
              </a:rPr>
              <a:t>Allied Disposition List (ADL)</a:t>
            </a:r>
            <a:r>
              <a:rPr lang="en-US" sz="1600" dirty="0"/>
              <a:t>: The allocation of </a:t>
            </a:r>
            <a:r>
              <a:rPr lang="en-US" sz="1600" b="1" dirty="0">
                <a:solidFill>
                  <a:schemeClr val="accent1">
                    <a:lumMod val="40000"/>
                    <a:lumOff val="60000"/>
                  </a:schemeClr>
                </a:solidFill>
              </a:rPr>
              <a:t>Ports (Embarkation and Debarkation)</a:t>
            </a:r>
            <a:r>
              <a:rPr lang="en-US" sz="1600" dirty="0"/>
              <a:t> and </a:t>
            </a:r>
            <a:r>
              <a:rPr lang="en-US" sz="1600" b="1" dirty="0">
                <a:solidFill>
                  <a:schemeClr val="accent1">
                    <a:lumMod val="40000"/>
                    <a:lumOff val="60000"/>
                  </a:schemeClr>
                </a:solidFill>
              </a:rPr>
              <a:t>Days</a:t>
            </a:r>
            <a:r>
              <a:rPr lang="en-US" sz="1600" dirty="0"/>
              <a:t> are linked to the AFL.</a:t>
            </a:r>
          </a:p>
          <a:p>
            <a:pPr marL="0" indent="0" algn="just">
              <a:buClr>
                <a:schemeClr val="bg1"/>
              </a:buClr>
              <a:buNone/>
            </a:pPr>
            <a:r>
              <a:rPr lang="en-US" b="1" dirty="0">
                <a:solidFill>
                  <a:srgbClr val="FF0000"/>
                </a:solidFill>
              </a:rPr>
              <a:t>The ability to create and maintain the SOR, AFL and ADL has been retained in LOGFAS.</a:t>
            </a:r>
          </a:p>
          <a:p>
            <a:pPr marL="971550" lvl="2" indent="-285750" algn="just">
              <a:buClr>
                <a:schemeClr val="bg1"/>
              </a:buClr>
              <a:buFont typeface="Arial" panose="020B0604020202020204" pitchFamily="34" charset="0"/>
              <a:buChar char="•"/>
            </a:pPr>
            <a:endParaRPr lang="en-US" dirty="0"/>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28</a:t>
            </a:fld>
            <a:endParaRPr lang="en-BE" dirty="0"/>
          </a:p>
        </p:txBody>
      </p:sp>
    </p:spTree>
    <p:extLst>
      <p:ext uri="{BB962C8B-B14F-4D97-AF65-F5344CB8AC3E}">
        <p14:creationId xmlns:p14="http://schemas.microsoft.com/office/powerpoint/2010/main" val="2160526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Transport Asset Data </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In LOGFAS the term </a:t>
            </a:r>
            <a:r>
              <a:rPr lang="en-US" b="1" dirty="0">
                <a:solidFill>
                  <a:schemeClr val="accent1">
                    <a:lumMod val="40000"/>
                    <a:lumOff val="60000"/>
                  </a:schemeClr>
                </a:solidFill>
              </a:rPr>
              <a:t>Assets</a:t>
            </a:r>
            <a:r>
              <a:rPr lang="en-US" dirty="0"/>
              <a:t> refers to the </a:t>
            </a:r>
            <a:r>
              <a:rPr lang="en-US" b="1" dirty="0">
                <a:solidFill>
                  <a:schemeClr val="accent1">
                    <a:lumMod val="40000"/>
                    <a:lumOff val="60000"/>
                  </a:schemeClr>
                </a:solidFill>
              </a:rPr>
              <a:t>Transportation Assets </a:t>
            </a:r>
            <a:r>
              <a:rPr lang="en-US" dirty="0"/>
              <a:t>(Aircraft (FW &amp; RW), Ships, Trains and Road (Convoys)) that will be used to analyze the options and source (allocate transport assets) to move the Forces.</a:t>
            </a:r>
          </a:p>
          <a:p>
            <a:pPr marL="0" indent="0" algn="just">
              <a:buClr>
                <a:schemeClr val="bg1"/>
              </a:buClr>
              <a:buNone/>
            </a:pPr>
            <a:r>
              <a:rPr lang="en-US" b="1" dirty="0">
                <a:solidFill>
                  <a:schemeClr val="accent1">
                    <a:lumMod val="40000"/>
                    <a:lumOff val="60000"/>
                  </a:schemeClr>
                </a:solidFill>
              </a:rPr>
              <a:t>Assets</a:t>
            </a:r>
            <a:r>
              <a:rPr lang="en-US" dirty="0"/>
              <a:t> are Created, Edited, Managed and Deleted in the Asset Type and Asset Fleet windows.</a:t>
            </a:r>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29</a:t>
            </a:fld>
            <a:endParaRPr lang="en-BE" dirty="0"/>
          </a:p>
        </p:txBody>
      </p:sp>
    </p:spTree>
    <p:extLst>
      <p:ext uri="{BB962C8B-B14F-4D97-AF65-F5344CB8AC3E}">
        <p14:creationId xmlns:p14="http://schemas.microsoft.com/office/powerpoint/2010/main" val="2781116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Transport Asset Data (Continued)</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There are </a:t>
            </a:r>
            <a:r>
              <a:rPr lang="en-US" b="1" u="sng" dirty="0"/>
              <a:t>two</a:t>
            </a:r>
            <a:r>
              <a:rPr lang="en-US" dirty="0"/>
              <a:t> options available for </a:t>
            </a:r>
            <a:r>
              <a:rPr lang="en-US" b="1" dirty="0">
                <a:solidFill>
                  <a:schemeClr val="accent1">
                    <a:lumMod val="40000"/>
                    <a:lumOff val="60000"/>
                  </a:schemeClr>
                </a:solidFill>
              </a:rPr>
              <a:t>Asset</a:t>
            </a:r>
            <a:r>
              <a:rPr lang="en-US" dirty="0"/>
              <a:t>  data:</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Asset Types: </a:t>
            </a:r>
            <a:r>
              <a:rPr lang="en-US" dirty="0"/>
              <a:t>These are Templates that are used to give specific configurations for the assets.</a:t>
            </a:r>
          </a:p>
          <a:p>
            <a:pPr marL="1428750" lvl="3" indent="-285750" algn="just">
              <a:buClr>
                <a:schemeClr val="bg1"/>
              </a:buClr>
              <a:buFont typeface="Arial" panose="020B0604020202020204" pitchFamily="34" charset="0"/>
              <a:buChar char="•"/>
            </a:pPr>
            <a:r>
              <a:rPr lang="en-US" dirty="0"/>
              <a:t>The </a:t>
            </a:r>
            <a:r>
              <a:rPr lang="en-US" b="1" dirty="0">
                <a:solidFill>
                  <a:schemeClr val="accent1">
                    <a:lumMod val="40000"/>
                    <a:lumOff val="60000"/>
                  </a:schemeClr>
                </a:solidFill>
              </a:rPr>
              <a:t>AAA Asset Types </a:t>
            </a:r>
            <a:r>
              <a:rPr lang="en-US" b="1" u="sng" dirty="0"/>
              <a:t>should not</a:t>
            </a:r>
            <a:r>
              <a:rPr lang="en-US" b="1" dirty="0"/>
              <a:t> </a:t>
            </a:r>
            <a:r>
              <a:rPr lang="en-US" dirty="0"/>
              <a:t>(never ever) be used for real work.</a:t>
            </a:r>
          </a:p>
          <a:p>
            <a:pPr marL="1428750" lvl="3" indent="-285750" algn="just">
              <a:buClr>
                <a:schemeClr val="bg1"/>
              </a:buClr>
              <a:buFont typeface="Arial" panose="020B0604020202020204" pitchFamily="34" charset="0"/>
              <a:buChar char="•"/>
            </a:pPr>
            <a:r>
              <a:rPr lang="en-US" dirty="0"/>
              <a:t>The </a:t>
            </a:r>
            <a:r>
              <a:rPr lang="en-US" b="1" dirty="0">
                <a:solidFill>
                  <a:schemeClr val="accent1">
                    <a:lumMod val="40000"/>
                    <a:lumOff val="60000"/>
                  </a:schemeClr>
                </a:solidFill>
              </a:rPr>
              <a:t>Nation</a:t>
            </a:r>
            <a:r>
              <a:rPr lang="en-US" dirty="0"/>
              <a:t> or </a:t>
            </a:r>
            <a:r>
              <a:rPr lang="en-US" b="1" dirty="0">
                <a:solidFill>
                  <a:schemeClr val="accent1">
                    <a:lumMod val="40000"/>
                    <a:lumOff val="60000"/>
                  </a:schemeClr>
                </a:solidFill>
              </a:rPr>
              <a:t>HQ Code </a:t>
            </a:r>
            <a:r>
              <a:rPr lang="en-US" dirty="0"/>
              <a:t>should be included in the </a:t>
            </a:r>
            <a:r>
              <a:rPr lang="en-US" b="1" dirty="0">
                <a:solidFill>
                  <a:schemeClr val="accent1">
                    <a:lumMod val="40000"/>
                    <a:lumOff val="60000"/>
                  </a:schemeClr>
                </a:solidFill>
              </a:rPr>
              <a:t>Asset Type ID Code</a:t>
            </a:r>
            <a:r>
              <a:rPr lang="en-US" dirty="0"/>
              <a:t>. (E.g. GBR C-130, ITA C-130).</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Asset Fleet: </a:t>
            </a:r>
            <a:r>
              <a:rPr lang="en-US" dirty="0"/>
              <a:t>These are the Specific (Real) Assets that will be used for the actual transport missions.</a:t>
            </a:r>
          </a:p>
          <a:p>
            <a:pPr marL="1428750" lvl="3" indent="-285750" algn="just">
              <a:buClr>
                <a:schemeClr val="bg1"/>
              </a:buClr>
              <a:buFont typeface="Arial" panose="020B0604020202020204" pitchFamily="34" charset="0"/>
              <a:buChar char="•"/>
            </a:pPr>
            <a:endParaRPr lang="en-US" dirty="0"/>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30</a:t>
            </a:fld>
            <a:endParaRPr lang="en-BE" dirty="0"/>
          </a:p>
        </p:txBody>
      </p:sp>
    </p:spTree>
    <p:extLst>
      <p:ext uri="{BB962C8B-B14F-4D97-AF65-F5344CB8AC3E}">
        <p14:creationId xmlns:p14="http://schemas.microsoft.com/office/powerpoint/2010/main" val="3289614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a:bodyPr>
          <a:lstStyle/>
          <a:p>
            <a:r>
              <a:rPr lang="en-GB" altLang="en-US" dirty="0"/>
              <a:t>The Data Circle of LOGFAS – Part 2</a:t>
            </a:r>
            <a:r>
              <a:rPr lang="en-GB" altLang="en-US" b="1" dirty="0"/>
              <a:t/>
            </a:r>
            <a:br>
              <a:rPr lang="en-GB" altLang="en-US" b="1" dirty="0"/>
            </a:br>
            <a:endParaRPr lang="en-US" dirty="0"/>
          </a:p>
        </p:txBody>
      </p:sp>
      <p:sp>
        <p:nvSpPr>
          <p:cNvPr id="10" name="Content Placeholder 9"/>
          <p:cNvSpPr>
            <a:spLocks noGrp="1"/>
          </p:cNvSpPr>
          <p:nvPr>
            <p:ph idx="1"/>
          </p:nvPr>
        </p:nvSpPr>
        <p:spPr>
          <a:xfrm>
            <a:off x="1343472" y="2591985"/>
            <a:ext cx="10341709" cy="3691082"/>
          </a:xfrm>
        </p:spPr>
        <p:txBody>
          <a:bodyPr/>
          <a:lstStyle/>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31</a:t>
            </a:fld>
            <a:endParaRPr lang="en-BE" dirty="0"/>
          </a:p>
        </p:txBody>
      </p:sp>
      <p:sp>
        <p:nvSpPr>
          <p:cNvPr id="76" name="Down Arrow 75"/>
          <p:cNvSpPr/>
          <p:nvPr/>
        </p:nvSpPr>
        <p:spPr>
          <a:xfrm rot="16200000">
            <a:off x="1550866" y="1953863"/>
            <a:ext cx="361540" cy="776328"/>
          </a:xfrm>
          <a:prstGeom prst="downArrow">
            <a:avLst/>
          </a:prstGeom>
          <a:pattFill prst="ltUpDiag">
            <a:fgClr>
              <a:schemeClr val="bg1">
                <a:lumMod val="50000"/>
              </a:schemeClr>
            </a:fgClr>
            <a:bgClr>
              <a:schemeClr val="bg1">
                <a:lumMod val="75000"/>
              </a:schemeClr>
            </a:bgClr>
          </a:pattFill>
          <a:ln>
            <a:solidFill>
              <a:schemeClr val="bg1">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TextBox 27"/>
          <p:cNvSpPr txBox="1"/>
          <p:nvPr/>
        </p:nvSpPr>
        <p:spPr>
          <a:xfrm>
            <a:off x="2198493" y="2037987"/>
            <a:ext cx="2688912" cy="553998"/>
          </a:xfrm>
          <a:prstGeom prst="rect">
            <a:avLst/>
          </a:prstGeom>
          <a:solidFill>
            <a:srgbClr val="EFEEBE"/>
          </a:solidFill>
          <a:ln>
            <a:solidFill>
              <a:schemeClr val="tx1"/>
            </a:solidFill>
          </a:ln>
        </p:spPr>
        <p:txBody>
          <a:bodyPr wrap="square" rtlCol="0">
            <a:spAutoFit/>
          </a:bodyPr>
          <a:lstStyle/>
          <a:p>
            <a:pPr algn="ctr"/>
            <a:r>
              <a:rPr lang="en-GB" sz="1600" b="1" dirty="0"/>
              <a:t>LOGFAS – LDM</a:t>
            </a:r>
          </a:p>
          <a:p>
            <a:pPr algn="ctr"/>
            <a:r>
              <a:rPr lang="en-GB" sz="1400" dirty="0"/>
              <a:t>Force Profile and Holdings</a:t>
            </a:r>
            <a:endParaRPr lang="en-GB" sz="1400" b="1" dirty="0"/>
          </a:p>
        </p:txBody>
      </p:sp>
      <p:sp>
        <p:nvSpPr>
          <p:cNvPr id="29" name="TextBox 28"/>
          <p:cNvSpPr txBox="1"/>
          <p:nvPr/>
        </p:nvSpPr>
        <p:spPr>
          <a:xfrm>
            <a:off x="5720134" y="2037987"/>
            <a:ext cx="1965038" cy="553998"/>
          </a:xfrm>
          <a:prstGeom prst="rect">
            <a:avLst/>
          </a:prstGeom>
          <a:solidFill>
            <a:srgbClr val="F1ABA9"/>
          </a:solidFill>
          <a:ln>
            <a:solidFill>
              <a:schemeClr val="tx1"/>
            </a:solidFill>
          </a:ln>
        </p:spPr>
        <p:txBody>
          <a:bodyPr wrap="square" rtlCol="0">
            <a:spAutoFit/>
          </a:bodyPr>
          <a:lstStyle/>
          <a:p>
            <a:pPr algn="ctr"/>
            <a:r>
              <a:rPr lang="en-GB" sz="1600" b="1" dirty="0"/>
              <a:t>LOGFAS - ADAMS</a:t>
            </a:r>
          </a:p>
          <a:p>
            <a:pPr algn="ctr"/>
            <a:r>
              <a:rPr lang="en-GB" sz="1400" dirty="0"/>
              <a:t>Deployment Planning</a:t>
            </a:r>
          </a:p>
        </p:txBody>
      </p:sp>
      <p:sp>
        <p:nvSpPr>
          <p:cNvPr id="30" name="TextBox 29"/>
          <p:cNvSpPr txBox="1"/>
          <p:nvPr/>
        </p:nvSpPr>
        <p:spPr>
          <a:xfrm>
            <a:off x="8517901" y="2037987"/>
            <a:ext cx="1965038" cy="553998"/>
          </a:xfrm>
          <a:prstGeom prst="rect">
            <a:avLst/>
          </a:prstGeom>
          <a:solidFill>
            <a:srgbClr val="FFFF00"/>
          </a:solidFill>
          <a:ln>
            <a:solidFill>
              <a:schemeClr val="tx1"/>
            </a:solidFill>
          </a:ln>
        </p:spPr>
        <p:txBody>
          <a:bodyPr wrap="square" rtlCol="0">
            <a:spAutoFit/>
          </a:bodyPr>
          <a:lstStyle/>
          <a:p>
            <a:pPr algn="ctr"/>
            <a:r>
              <a:rPr lang="en-GB" sz="1600" b="1" dirty="0"/>
              <a:t>LOGFAS - EVE</a:t>
            </a:r>
          </a:p>
          <a:p>
            <a:pPr algn="ctr"/>
            <a:r>
              <a:rPr lang="en-GB" sz="1400" dirty="0"/>
              <a:t>Deployment Execution</a:t>
            </a:r>
          </a:p>
        </p:txBody>
      </p:sp>
      <p:sp>
        <p:nvSpPr>
          <p:cNvPr id="31" name="TextBox 30"/>
          <p:cNvSpPr txBox="1"/>
          <p:nvPr/>
        </p:nvSpPr>
        <p:spPr>
          <a:xfrm>
            <a:off x="7199852" y="3071162"/>
            <a:ext cx="1902691" cy="584775"/>
          </a:xfrm>
          <a:prstGeom prst="rect">
            <a:avLst/>
          </a:prstGeom>
          <a:solidFill>
            <a:srgbClr val="92D050"/>
          </a:solidFill>
          <a:ln>
            <a:solidFill>
              <a:schemeClr val="tx1"/>
            </a:solidFill>
          </a:ln>
        </p:spPr>
        <p:txBody>
          <a:bodyPr wrap="square" rtlCol="0">
            <a:spAutoFit/>
          </a:bodyPr>
          <a:lstStyle/>
          <a:p>
            <a:pPr algn="ctr"/>
            <a:r>
              <a:rPr lang="en-GB" sz="1600" b="1" dirty="0"/>
              <a:t>MULTINATIONAL PLANNING / C2</a:t>
            </a:r>
          </a:p>
        </p:txBody>
      </p:sp>
      <p:sp>
        <p:nvSpPr>
          <p:cNvPr id="32" name="TextBox 31"/>
          <p:cNvSpPr txBox="1"/>
          <p:nvPr/>
        </p:nvSpPr>
        <p:spPr>
          <a:xfrm>
            <a:off x="8517901" y="4135114"/>
            <a:ext cx="1965037" cy="769441"/>
          </a:xfrm>
          <a:prstGeom prst="rect">
            <a:avLst/>
          </a:prstGeom>
          <a:solidFill>
            <a:schemeClr val="accent1">
              <a:lumMod val="40000"/>
              <a:lumOff val="60000"/>
            </a:schemeClr>
          </a:solidFill>
          <a:ln>
            <a:solidFill>
              <a:srgbClr val="00B0F0"/>
            </a:solidFill>
          </a:ln>
        </p:spPr>
        <p:txBody>
          <a:bodyPr wrap="square" rtlCol="0">
            <a:spAutoFit/>
          </a:bodyPr>
          <a:lstStyle/>
          <a:p>
            <a:pPr algn="ctr"/>
            <a:r>
              <a:rPr lang="en-GB" sz="1600" b="1" dirty="0"/>
              <a:t>LOGFAS – CORSOM</a:t>
            </a:r>
          </a:p>
          <a:p>
            <a:pPr algn="ctr"/>
            <a:r>
              <a:rPr lang="en-GB" sz="1400" dirty="0"/>
              <a:t>Deployment Reception and Onward Movement</a:t>
            </a:r>
          </a:p>
        </p:txBody>
      </p:sp>
      <p:sp>
        <p:nvSpPr>
          <p:cNvPr id="33" name="TextBox 32"/>
          <p:cNvSpPr txBox="1"/>
          <p:nvPr/>
        </p:nvSpPr>
        <p:spPr>
          <a:xfrm>
            <a:off x="8517900" y="5114153"/>
            <a:ext cx="1965038" cy="553998"/>
          </a:xfrm>
          <a:prstGeom prst="rect">
            <a:avLst/>
          </a:prstGeom>
          <a:solidFill>
            <a:srgbClr val="FFC000"/>
          </a:solidFill>
          <a:ln>
            <a:solidFill>
              <a:schemeClr val="tx1"/>
            </a:solidFill>
          </a:ln>
        </p:spPr>
        <p:txBody>
          <a:bodyPr wrap="square" rtlCol="0">
            <a:spAutoFit/>
          </a:bodyPr>
          <a:lstStyle/>
          <a:p>
            <a:pPr algn="ctr"/>
            <a:r>
              <a:rPr lang="en-GB" sz="1600" b="1" dirty="0"/>
              <a:t>LOGFAS - SDM</a:t>
            </a:r>
          </a:p>
          <a:p>
            <a:pPr algn="ctr"/>
            <a:r>
              <a:rPr lang="en-GB" sz="1400" dirty="0"/>
              <a:t>Supply Control</a:t>
            </a:r>
          </a:p>
        </p:txBody>
      </p:sp>
      <p:sp>
        <p:nvSpPr>
          <p:cNvPr id="34" name="TextBox 33"/>
          <p:cNvSpPr txBox="1"/>
          <p:nvPr/>
        </p:nvSpPr>
        <p:spPr>
          <a:xfrm>
            <a:off x="5720134" y="4135114"/>
            <a:ext cx="1902691" cy="553998"/>
          </a:xfrm>
          <a:prstGeom prst="rect">
            <a:avLst/>
          </a:prstGeom>
          <a:solidFill>
            <a:srgbClr val="EFEEBE"/>
          </a:solidFill>
          <a:ln>
            <a:solidFill>
              <a:schemeClr val="tx1"/>
            </a:solidFill>
          </a:ln>
        </p:spPr>
        <p:txBody>
          <a:bodyPr wrap="square" rtlCol="0">
            <a:spAutoFit/>
          </a:bodyPr>
          <a:lstStyle/>
          <a:p>
            <a:pPr algn="ctr"/>
            <a:r>
              <a:rPr lang="en-GB" sz="1600" b="1" dirty="0"/>
              <a:t>LOGFAS – LDM</a:t>
            </a:r>
          </a:p>
          <a:p>
            <a:pPr algn="ctr"/>
            <a:r>
              <a:rPr lang="en-GB" sz="1400" dirty="0"/>
              <a:t>Logistic Reporting</a:t>
            </a:r>
          </a:p>
        </p:txBody>
      </p:sp>
      <p:sp>
        <p:nvSpPr>
          <p:cNvPr id="35" name="TextBox 34"/>
          <p:cNvSpPr txBox="1"/>
          <p:nvPr/>
        </p:nvSpPr>
        <p:spPr>
          <a:xfrm>
            <a:off x="2204206" y="4031100"/>
            <a:ext cx="1902691" cy="769441"/>
          </a:xfrm>
          <a:prstGeom prst="rect">
            <a:avLst/>
          </a:prstGeom>
          <a:solidFill>
            <a:srgbClr val="EFEEBE"/>
          </a:solidFill>
          <a:ln>
            <a:solidFill>
              <a:schemeClr val="tx1"/>
            </a:solidFill>
          </a:ln>
        </p:spPr>
        <p:txBody>
          <a:bodyPr wrap="square" rtlCol="0">
            <a:spAutoFit/>
          </a:bodyPr>
          <a:lstStyle/>
          <a:p>
            <a:pPr algn="ctr"/>
            <a:r>
              <a:rPr lang="en-GB" sz="1600" b="1" dirty="0"/>
              <a:t>LOGFAS – LDM</a:t>
            </a:r>
          </a:p>
          <a:p>
            <a:pPr algn="ctr"/>
            <a:r>
              <a:rPr lang="en-GB" sz="1400" dirty="0"/>
              <a:t>In-Theatre </a:t>
            </a:r>
          </a:p>
          <a:p>
            <a:pPr algn="ctr"/>
            <a:r>
              <a:rPr lang="en-GB" sz="1400" dirty="0"/>
              <a:t>Logistic Reporting</a:t>
            </a:r>
          </a:p>
        </p:txBody>
      </p:sp>
      <p:sp>
        <p:nvSpPr>
          <p:cNvPr id="36" name="Right Arrow 35"/>
          <p:cNvSpPr/>
          <p:nvPr/>
        </p:nvSpPr>
        <p:spPr>
          <a:xfrm>
            <a:off x="4958064" y="2161257"/>
            <a:ext cx="691410" cy="329939"/>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7" name="Right Arrow 36"/>
          <p:cNvSpPr/>
          <p:nvPr/>
        </p:nvSpPr>
        <p:spPr>
          <a:xfrm>
            <a:off x="7755831" y="2164513"/>
            <a:ext cx="691410" cy="329939"/>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8" name="Bent Arrow 37"/>
          <p:cNvSpPr/>
          <p:nvPr/>
        </p:nvSpPr>
        <p:spPr>
          <a:xfrm flipV="1">
            <a:off x="6347050" y="2661173"/>
            <a:ext cx="776763" cy="885788"/>
          </a:xfrm>
          <a:prstGeom prst="ben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39" name="Bent Arrow 38"/>
          <p:cNvSpPr/>
          <p:nvPr/>
        </p:nvSpPr>
        <p:spPr>
          <a:xfrm rot="5400000" flipH="1">
            <a:off x="9189137" y="2650618"/>
            <a:ext cx="798494" cy="819604"/>
          </a:xfrm>
          <a:prstGeom prst="bentArrow">
            <a:avLst>
              <a:gd name="adj1" fmla="val 25000"/>
              <a:gd name="adj2" fmla="val 21795"/>
              <a:gd name="adj3" fmla="val 25000"/>
              <a:gd name="adj4" fmla="val 4375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0" name="Bent Arrow 39"/>
          <p:cNvSpPr/>
          <p:nvPr/>
        </p:nvSpPr>
        <p:spPr>
          <a:xfrm rot="10800000">
            <a:off x="10553598" y="2286000"/>
            <a:ext cx="613602" cy="2317500"/>
          </a:xfrm>
          <a:prstGeom prst="bentArrow">
            <a:avLst>
              <a:gd name="adj1" fmla="val 25000"/>
              <a:gd name="adj2" fmla="val 22444"/>
              <a:gd name="adj3" fmla="val 25000"/>
              <a:gd name="adj4" fmla="val 4375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1" name="Minus 40"/>
          <p:cNvSpPr/>
          <p:nvPr/>
        </p:nvSpPr>
        <p:spPr>
          <a:xfrm>
            <a:off x="10409665" y="1957811"/>
            <a:ext cx="873897" cy="692728"/>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 name="Bent Arrow 41"/>
          <p:cNvSpPr/>
          <p:nvPr/>
        </p:nvSpPr>
        <p:spPr>
          <a:xfrm rot="10800000">
            <a:off x="10553596" y="3957174"/>
            <a:ext cx="613604" cy="1614286"/>
          </a:xfrm>
          <a:prstGeom prst="bentArrow">
            <a:avLst>
              <a:gd name="adj1" fmla="val 25000"/>
              <a:gd name="adj2" fmla="val 21795"/>
              <a:gd name="adj3" fmla="val 25000"/>
              <a:gd name="adj4" fmla="val 4375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3" name="Bent Arrow 42"/>
          <p:cNvSpPr/>
          <p:nvPr/>
        </p:nvSpPr>
        <p:spPr>
          <a:xfrm rot="16200000">
            <a:off x="7056726" y="4085055"/>
            <a:ext cx="701877" cy="2100191"/>
          </a:xfrm>
          <a:prstGeom prst="bentArrow">
            <a:avLst>
              <a:gd name="adj1" fmla="val 25000"/>
              <a:gd name="adj2" fmla="val 21795"/>
              <a:gd name="adj3" fmla="val 25000"/>
              <a:gd name="adj4" fmla="val 43750"/>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4" name="Right Arrow 43"/>
          <p:cNvSpPr/>
          <p:nvPr/>
        </p:nvSpPr>
        <p:spPr>
          <a:xfrm flipH="1">
            <a:off x="7685172" y="4271550"/>
            <a:ext cx="772588" cy="331950"/>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Right Arrow 44"/>
          <p:cNvSpPr/>
          <p:nvPr/>
        </p:nvSpPr>
        <p:spPr>
          <a:xfrm flipH="1">
            <a:off x="4177554" y="4246138"/>
            <a:ext cx="1471919" cy="331950"/>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5" name="Up-Down Arrow 14"/>
          <p:cNvSpPr/>
          <p:nvPr/>
        </p:nvSpPr>
        <p:spPr>
          <a:xfrm rot="18712252">
            <a:off x="5123332" y="2308099"/>
            <a:ext cx="331168" cy="2108163"/>
          </a:xfrm>
          <a:prstGeom prst="upDownArrow">
            <a:avLst/>
          </a:prstGeom>
          <a:solidFill>
            <a:schemeClr val="bg1"/>
          </a:solid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7" name="TextBox 76"/>
          <p:cNvSpPr txBox="1"/>
          <p:nvPr/>
        </p:nvSpPr>
        <p:spPr>
          <a:xfrm>
            <a:off x="2434313" y="3259808"/>
            <a:ext cx="2702249" cy="369332"/>
          </a:xfrm>
          <a:prstGeom prst="rect">
            <a:avLst/>
          </a:prstGeom>
          <a:noFill/>
        </p:spPr>
        <p:txBody>
          <a:bodyPr wrap="square" rtlCol="0">
            <a:spAutoFit/>
          </a:bodyPr>
          <a:lstStyle/>
          <a:p>
            <a:r>
              <a:rPr lang="en-GB" b="1" dirty="0">
                <a:solidFill>
                  <a:schemeClr val="bg1"/>
                </a:solidFill>
              </a:rPr>
              <a:t>Nat C2 and Redeployment</a:t>
            </a:r>
          </a:p>
        </p:txBody>
      </p:sp>
      <p:sp>
        <p:nvSpPr>
          <p:cNvPr id="16" name="TextBox 15"/>
          <p:cNvSpPr txBox="1"/>
          <p:nvPr/>
        </p:nvSpPr>
        <p:spPr bwMode="auto">
          <a:xfrm>
            <a:off x="2705694" y="4784211"/>
            <a:ext cx="899714" cy="452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n-GB" b="1" i="0" dirty="0">
                <a:solidFill>
                  <a:schemeClr val="bg1"/>
                </a:solidFill>
                <a:latin typeface="Calibri" panose="020F0502020204030204" pitchFamily="34" charset="0"/>
                <a:ea typeface="Noto Sans" panose="020B0502040504020204" pitchFamily="34" charset="0"/>
                <a:cs typeface="Calibri" panose="020F0502020204030204" pitchFamily="34" charset="0"/>
              </a:rPr>
              <a:t>MN C2</a:t>
            </a:r>
          </a:p>
        </p:txBody>
      </p:sp>
      <p:sp>
        <p:nvSpPr>
          <p:cNvPr id="80" name="TextBox 79"/>
          <p:cNvSpPr txBox="1"/>
          <p:nvPr/>
        </p:nvSpPr>
        <p:spPr bwMode="auto">
          <a:xfrm>
            <a:off x="7672205" y="4556922"/>
            <a:ext cx="899714" cy="452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n-GB" b="1" i="0" dirty="0">
                <a:solidFill>
                  <a:schemeClr val="bg1"/>
                </a:solidFill>
                <a:latin typeface="Calibri" panose="020F0502020204030204" pitchFamily="34" charset="0"/>
                <a:ea typeface="Noto Sans" panose="020B0502040504020204" pitchFamily="34" charset="0"/>
                <a:cs typeface="Calibri" panose="020F0502020204030204" pitchFamily="34" charset="0"/>
              </a:rPr>
              <a:t>MN C2</a:t>
            </a:r>
          </a:p>
        </p:txBody>
      </p:sp>
      <p:sp>
        <p:nvSpPr>
          <p:cNvPr id="81" name="TextBox 80"/>
          <p:cNvSpPr txBox="1"/>
          <p:nvPr/>
        </p:nvSpPr>
        <p:spPr bwMode="auto">
          <a:xfrm>
            <a:off x="7656336" y="5450371"/>
            <a:ext cx="899714" cy="42332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nchor="ctr">
            <a:spAutoFit/>
          </a:bodyPr>
          <a:lstStyle/>
          <a:p>
            <a:pPr algn="l" eaLnBrk="1" hangingPunct="1">
              <a:lnSpc>
                <a:spcPct val="130000"/>
              </a:lnSpc>
            </a:pPr>
            <a:r>
              <a:rPr lang="en-GB" b="1" i="0" dirty="0">
                <a:solidFill>
                  <a:schemeClr val="bg1"/>
                </a:solidFill>
                <a:latin typeface="Calibri" panose="020F0502020204030204" pitchFamily="34" charset="0"/>
                <a:ea typeface="Noto Sans" panose="020B0502040504020204" pitchFamily="34" charset="0"/>
                <a:cs typeface="Calibri" panose="020F0502020204030204" pitchFamily="34" charset="0"/>
              </a:rPr>
              <a:t>Nat C2</a:t>
            </a:r>
          </a:p>
        </p:txBody>
      </p:sp>
    </p:spTree>
    <p:extLst>
      <p:ext uri="{BB962C8B-B14F-4D97-AF65-F5344CB8AC3E}">
        <p14:creationId xmlns:p14="http://schemas.microsoft.com/office/powerpoint/2010/main" val="209783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4"/>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8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5"/>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15" grpId="0" animBg="1"/>
      <p:bldP spid="77" grpId="0"/>
      <p:bldP spid="16" grpId="0"/>
      <p:bldP spid="80" grpId="0"/>
      <p:bldP spid="81"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283B4-14EC-D9AC-7BB7-24325B96F4F3}"/>
              </a:ext>
            </a:extLst>
          </p:cNvPr>
          <p:cNvSpPr>
            <a:spLocks noGrp="1"/>
          </p:cNvSpPr>
          <p:nvPr>
            <p:ph type="title"/>
          </p:nvPr>
        </p:nvSpPr>
        <p:spPr>
          <a:xfrm>
            <a:off x="1343472" y="1019387"/>
            <a:ext cx="10590528" cy="1325563"/>
          </a:xfrm>
        </p:spPr>
        <p:txBody>
          <a:bodyPr>
            <a:normAutofit/>
          </a:bodyPr>
          <a:lstStyle/>
          <a:p>
            <a:r>
              <a:rPr lang="en-GB" dirty="0"/>
              <a:t>LOGFAS in the NATO Operation Planning Process (NATO OPP).</a:t>
            </a:r>
          </a:p>
        </p:txBody>
      </p:sp>
      <p:sp>
        <p:nvSpPr>
          <p:cNvPr id="3" name="Content Placeholder 2">
            <a:extLst>
              <a:ext uri="{FF2B5EF4-FFF2-40B4-BE49-F238E27FC236}">
                <a16:creationId xmlns:a16="http://schemas.microsoft.com/office/drawing/2014/main" id="{E8C4F4A1-857E-6F47-3BF9-D563E4256315}"/>
              </a:ext>
            </a:extLst>
          </p:cNvPr>
          <p:cNvSpPr>
            <a:spLocks noGrp="1"/>
          </p:cNvSpPr>
          <p:nvPr>
            <p:ph idx="1"/>
          </p:nvPr>
        </p:nvSpPr>
        <p:spPr>
          <a:xfrm>
            <a:off x="1343472" y="2344950"/>
            <a:ext cx="10590528" cy="4135050"/>
          </a:xfrm>
        </p:spPr>
        <p:txBody>
          <a:bodyPr>
            <a:normAutofit fontScale="77500" lnSpcReduction="20000"/>
          </a:bodyPr>
          <a:lstStyle/>
          <a:p>
            <a:pPr marL="0" indent="0">
              <a:lnSpc>
                <a:spcPct val="120000"/>
              </a:lnSpc>
              <a:buNone/>
            </a:pPr>
            <a:r>
              <a:rPr lang="en-GB" dirty="0"/>
              <a:t>Initiation</a:t>
            </a:r>
          </a:p>
          <a:p>
            <a:pPr marL="971550" lvl="2" indent="-285750">
              <a:lnSpc>
                <a:spcPct val="120000"/>
              </a:lnSpc>
              <a:buFont typeface="Arial" panose="020B0604020202020204" pitchFamily="34" charset="0"/>
              <a:buChar char="•"/>
            </a:pPr>
            <a:r>
              <a:rPr lang="en-GB" dirty="0"/>
              <a:t>Political Direction</a:t>
            </a:r>
          </a:p>
          <a:p>
            <a:pPr marL="971550" lvl="2" indent="-285750">
              <a:lnSpc>
                <a:spcPct val="120000"/>
              </a:lnSpc>
              <a:buFont typeface="Arial" panose="020B0604020202020204" pitchFamily="34" charset="0"/>
              <a:buChar char="•"/>
            </a:pPr>
            <a:r>
              <a:rPr lang="en-GB" dirty="0"/>
              <a:t>Strategic Commander’s Advice</a:t>
            </a:r>
          </a:p>
          <a:p>
            <a:pPr marL="0" indent="0">
              <a:lnSpc>
                <a:spcPct val="120000"/>
              </a:lnSpc>
              <a:buNone/>
            </a:pPr>
            <a:r>
              <a:rPr lang="en-GB" dirty="0"/>
              <a:t>Orientation</a:t>
            </a:r>
          </a:p>
          <a:p>
            <a:pPr marL="971550" lvl="2" indent="-285750">
              <a:lnSpc>
                <a:spcPct val="120000"/>
              </a:lnSpc>
              <a:buFont typeface="Arial" panose="020B0604020202020204" pitchFamily="34" charset="0"/>
              <a:buChar char="•"/>
            </a:pPr>
            <a:r>
              <a:rPr lang="en-GB" dirty="0"/>
              <a:t>Scale and Scope of the Operation</a:t>
            </a:r>
          </a:p>
          <a:p>
            <a:pPr marL="971550" lvl="2" indent="-285750">
              <a:lnSpc>
                <a:spcPct val="120000"/>
              </a:lnSpc>
              <a:buFont typeface="Arial" panose="020B0604020202020204" pitchFamily="34" charset="0"/>
              <a:buChar char="•"/>
            </a:pPr>
            <a:r>
              <a:rPr lang="en-GB" dirty="0"/>
              <a:t>Commander’s Planning Guidance</a:t>
            </a:r>
          </a:p>
          <a:p>
            <a:pPr marL="0" indent="0">
              <a:lnSpc>
                <a:spcPct val="120000"/>
              </a:lnSpc>
              <a:buNone/>
            </a:pPr>
            <a:r>
              <a:rPr lang="en-GB" dirty="0"/>
              <a:t>Concept Development</a:t>
            </a:r>
          </a:p>
          <a:p>
            <a:pPr marL="971550" lvl="2" indent="-285750">
              <a:lnSpc>
                <a:spcPct val="120000"/>
              </a:lnSpc>
              <a:buFont typeface="Arial" panose="020B0604020202020204" pitchFamily="34" charset="0"/>
              <a:buChar char="•"/>
            </a:pPr>
            <a:r>
              <a:rPr lang="en-GB" dirty="0"/>
              <a:t>Course of Action</a:t>
            </a:r>
          </a:p>
          <a:p>
            <a:pPr marL="971550" lvl="2" indent="-285750">
              <a:lnSpc>
                <a:spcPct val="120000"/>
              </a:lnSpc>
              <a:buFont typeface="Arial" panose="020B0604020202020204" pitchFamily="34" charset="0"/>
              <a:buChar char="•"/>
            </a:pPr>
            <a:r>
              <a:rPr lang="en-GB" dirty="0"/>
              <a:t>Must be approved at political level</a:t>
            </a:r>
          </a:p>
          <a:p>
            <a:pPr marL="0" indent="0">
              <a:lnSpc>
                <a:spcPct val="120000"/>
              </a:lnSpc>
              <a:buNone/>
            </a:pPr>
            <a:r>
              <a:rPr lang="en-GB" dirty="0"/>
              <a:t>Plan Development</a:t>
            </a:r>
          </a:p>
          <a:p>
            <a:pPr marL="971550" lvl="2" indent="-285750">
              <a:lnSpc>
                <a:spcPct val="120000"/>
              </a:lnSpc>
              <a:buFont typeface="Arial" panose="020B0604020202020204" pitchFamily="34" charset="0"/>
              <a:buChar char="•"/>
            </a:pPr>
            <a:r>
              <a:rPr lang="en-GB" dirty="0"/>
              <a:t>Force Generation</a:t>
            </a:r>
          </a:p>
          <a:p>
            <a:pPr marL="0" indent="0">
              <a:lnSpc>
                <a:spcPct val="120000"/>
              </a:lnSpc>
              <a:buNone/>
            </a:pPr>
            <a:r>
              <a:rPr lang="en-GB" dirty="0"/>
              <a:t>Plan Review</a:t>
            </a:r>
          </a:p>
        </p:txBody>
      </p:sp>
      <p:sp>
        <p:nvSpPr>
          <p:cNvPr id="4" name="Footer Placeholder 3">
            <a:extLst>
              <a:ext uri="{FF2B5EF4-FFF2-40B4-BE49-F238E27FC236}">
                <a16:creationId xmlns:a16="http://schemas.microsoft.com/office/drawing/2014/main" id="{058FCCEC-597C-75B5-802F-8413811A0F92}"/>
              </a:ext>
            </a:extLst>
          </p:cNvPr>
          <p:cNvSpPr>
            <a:spLocks noGrp="1"/>
          </p:cNvSpPr>
          <p:nvPr>
            <p:ph type="ftr" sz="quarter" idx="3"/>
          </p:nvPr>
        </p:nvSpPr>
        <p:spPr/>
        <p:txBody>
          <a:bodyPr/>
          <a:lstStyle/>
          <a:p>
            <a:r>
              <a:rPr lang="en-BE"/>
              <a:t>NATO UNCLASSIFIED</a:t>
            </a:r>
            <a:endParaRPr lang="en-BE" dirty="0"/>
          </a:p>
        </p:txBody>
      </p:sp>
      <p:sp>
        <p:nvSpPr>
          <p:cNvPr id="5" name="Slide Number Placeholder 4">
            <a:extLst>
              <a:ext uri="{FF2B5EF4-FFF2-40B4-BE49-F238E27FC236}">
                <a16:creationId xmlns:a16="http://schemas.microsoft.com/office/drawing/2014/main" id="{B29B8A08-7AFB-4E06-45F1-6197A4F8C716}"/>
              </a:ext>
            </a:extLst>
          </p:cNvPr>
          <p:cNvSpPr>
            <a:spLocks noGrp="1"/>
          </p:cNvSpPr>
          <p:nvPr>
            <p:ph type="sldNum" sz="quarter" idx="4"/>
          </p:nvPr>
        </p:nvSpPr>
        <p:spPr/>
        <p:txBody>
          <a:bodyPr/>
          <a:lstStyle/>
          <a:p>
            <a:fld id="{5C8DB825-D69E-499D-B2F5-3E20C3653074}" type="datetime1">
              <a:rPr lang="LID4096" smtClean="0"/>
              <a:pPr/>
              <a:t>11/08/2022</a:t>
            </a:fld>
            <a:r>
              <a:rPr lang="en-BE"/>
              <a:t>  |  </a:t>
            </a:r>
            <a:r>
              <a:rPr lang="en-GB" dirty="0"/>
              <a:t>P</a:t>
            </a:r>
            <a:r>
              <a:rPr lang="en-BE"/>
              <a:t>AGE </a:t>
            </a:r>
            <a:fld id="{3C66DE6B-CC4B-F74A-99D4-2DC8DD154D90}" type="slidenum">
              <a:rPr lang="en-BE" smtClean="0"/>
              <a:pPr/>
              <a:t>32</a:t>
            </a:fld>
            <a:endParaRPr lang="en-BE" dirty="0"/>
          </a:p>
        </p:txBody>
      </p:sp>
      <p:sp>
        <p:nvSpPr>
          <p:cNvPr id="6" name="Rectangle 5">
            <a:extLst>
              <a:ext uri="{FF2B5EF4-FFF2-40B4-BE49-F238E27FC236}">
                <a16:creationId xmlns:a16="http://schemas.microsoft.com/office/drawing/2014/main" id="{D22783FB-F308-439C-928B-FF50DB58DCCE}"/>
              </a:ext>
            </a:extLst>
          </p:cNvPr>
          <p:cNvSpPr/>
          <p:nvPr/>
        </p:nvSpPr>
        <p:spPr>
          <a:xfrm>
            <a:off x="1343472" y="5293468"/>
            <a:ext cx="2575385" cy="70912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30208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283B4-14EC-D9AC-7BB7-24325B96F4F3}"/>
              </a:ext>
            </a:extLst>
          </p:cNvPr>
          <p:cNvSpPr>
            <a:spLocks noGrp="1"/>
          </p:cNvSpPr>
          <p:nvPr>
            <p:ph type="title"/>
          </p:nvPr>
        </p:nvSpPr>
        <p:spPr>
          <a:xfrm>
            <a:off x="1343471" y="1019387"/>
            <a:ext cx="10711679" cy="1325563"/>
          </a:xfrm>
        </p:spPr>
        <p:txBody>
          <a:bodyPr>
            <a:normAutofit/>
          </a:bodyPr>
          <a:lstStyle/>
          <a:p>
            <a:r>
              <a:rPr lang="en-GB" sz="3400" dirty="0"/>
              <a:t>Deployment Planning Phase 4 – Plan Development (LOGFAS)</a:t>
            </a:r>
          </a:p>
        </p:txBody>
      </p:sp>
      <p:sp>
        <p:nvSpPr>
          <p:cNvPr id="3" name="Content Placeholder 2">
            <a:extLst>
              <a:ext uri="{FF2B5EF4-FFF2-40B4-BE49-F238E27FC236}">
                <a16:creationId xmlns:a16="http://schemas.microsoft.com/office/drawing/2014/main" id="{E8C4F4A1-857E-6F47-3BF9-D563E4256315}"/>
              </a:ext>
            </a:extLst>
          </p:cNvPr>
          <p:cNvSpPr>
            <a:spLocks noGrp="1"/>
          </p:cNvSpPr>
          <p:nvPr>
            <p:ph idx="1"/>
          </p:nvPr>
        </p:nvSpPr>
        <p:spPr>
          <a:xfrm>
            <a:off x="1343472" y="2344950"/>
            <a:ext cx="10590528" cy="4135050"/>
          </a:xfrm>
        </p:spPr>
        <p:txBody>
          <a:bodyPr>
            <a:normAutofit/>
          </a:bodyPr>
          <a:lstStyle/>
          <a:p>
            <a:pPr marL="0" indent="0">
              <a:lnSpc>
                <a:spcPct val="120000"/>
              </a:lnSpc>
              <a:buNone/>
            </a:pPr>
            <a:r>
              <a:rPr lang="en-GB" dirty="0"/>
              <a:t>AMCC/SJLSG Develop the:</a:t>
            </a:r>
          </a:p>
          <a:p>
            <a:pPr marL="971550" lvl="2" indent="-285750">
              <a:lnSpc>
                <a:spcPct val="120000"/>
              </a:lnSpc>
              <a:buFont typeface="Arial" panose="020B0604020202020204" pitchFamily="34" charset="0"/>
              <a:buChar char="•"/>
            </a:pPr>
            <a:r>
              <a:rPr lang="en-GB" dirty="0"/>
              <a:t>LOGFAS Version of the CJSOR.</a:t>
            </a:r>
          </a:p>
          <a:p>
            <a:pPr marL="971550" lvl="2" indent="-285750">
              <a:lnSpc>
                <a:spcPct val="120000"/>
              </a:lnSpc>
              <a:buFont typeface="Arial" panose="020B0604020202020204" pitchFamily="34" charset="0"/>
              <a:buChar char="•"/>
            </a:pPr>
            <a:r>
              <a:rPr lang="en-GB" dirty="0"/>
              <a:t>LOGFAS Version of the Allied Force List (AFL).</a:t>
            </a:r>
          </a:p>
          <a:p>
            <a:pPr marL="971550" lvl="2" indent="-285750">
              <a:lnSpc>
                <a:spcPct val="120000"/>
              </a:lnSpc>
              <a:buFont typeface="Arial" panose="020B0604020202020204" pitchFamily="34" charset="0"/>
              <a:buChar char="•"/>
            </a:pPr>
            <a:r>
              <a:rPr lang="en-GB" dirty="0"/>
              <a:t>LOGFAS Version of the Allied Disposition List (ADL).</a:t>
            </a:r>
          </a:p>
          <a:p>
            <a:pPr marL="0" indent="0">
              <a:lnSpc>
                <a:spcPct val="120000"/>
              </a:lnSpc>
              <a:buNone/>
            </a:pPr>
            <a:r>
              <a:rPr lang="en-GB" b="1" dirty="0">
                <a:solidFill>
                  <a:schemeClr val="accent1">
                    <a:lumMod val="40000"/>
                    <a:lumOff val="60000"/>
                  </a:schemeClr>
                </a:solidFill>
              </a:rPr>
              <a:t>If not created and passed from TOPFAS.</a:t>
            </a:r>
          </a:p>
          <a:p>
            <a:pPr marL="0" indent="0">
              <a:lnSpc>
                <a:spcPct val="120000"/>
              </a:lnSpc>
              <a:buNone/>
            </a:pPr>
            <a:r>
              <a:rPr lang="en-GB" dirty="0"/>
              <a:t>Receives Detailed Deployment Plans:</a:t>
            </a:r>
          </a:p>
          <a:p>
            <a:pPr marL="971550" lvl="2" indent="-285750">
              <a:lnSpc>
                <a:spcPct val="120000"/>
              </a:lnSpc>
              <a:buFont typeface="Arial" panose="020B0604020202020204" pitchFamily="34" charset="0"/>
              <a:buChar char="•"/>
            </a:pPr>
            <a:r>
              <a:rPr lang="en-GB" dirty="0"/>
              <a:t>From Nations.</a:t>
            </a:r>
          </a:p>
          <a:p>
            <a:pPr marL="971550" lvl="2" indent="-285750">
              <a:lnSpc>
                <a:spcPct val="120000"/>
              </a:lnSpc>
              <a:buFont typeface="Arial" panose="020B0604020202020204" pitchFamily="34" charset="0"/>
              <a:buChar char="•"/>
            </a:pPr>
            <a:r>
              <a:rPr lang="en-GB" dirty="0"/>
              <a:t>From Allied HQs.</a:t>
            </a:r>
          </a:p>
          <a:p>
            <a:pPr marL="971550" lvl="2" indent="-285750">
              <a:lnSpc>
                <a:spcPct val="120000"/>
              </a:lnSpc>
              <a:buFont typeface="Arial" panose="020B0604020202020204" pitchFamily="34" charset="0"/>
              <a:buChar char="•"/>
            </a:pPr>
            <a:r>
              <a:rPr lang="en-GB" dirty="0"/>
              <a:t>From NFS Units</a:t>
            </a:r>
          </a:p>
          <a:p>
            <a:pPr marL="0" indent="0">
              <a:lnSpc>
                <a:spcPct val="120000"/>
              </a:lnSpc>
              <a:buNone/>
            </a:pPr>
            <a:endParaRPr lang="en-GB" dirty="0"/>
          </a:p>
          <a:p>
            <a:pPr marL="0" indent="0">
              <a:lnSpc>
                <a:spcPct val="120000"/>
              </a:lnSpc>
              <a:buNone/>
            </a:pPr>
            <a:endParaRPr lang="en-GB" dirty="0"/>
          </a:p>
        </p:txBody>
      </p:sp>
      <p:sp>
        <p:nvSpPr>
          <p:cNvPr id="4" name="Footer Placeholder 3">
            <a:extLst>
              <a:ext uri="{FF2B5EF4-FFF2-40B4-BE49-F238E27FC236}">
                <a16:creationId xmlns:a16="http://schemas.microsoft.com/office/drawing/2014/main" id="{058FCCEC-597C-75B5-802F-8413811A0F92}"/>
              </a:ext>
            </a:extLst>
          </p:cNvPr>
          <p:cNvSpPr>
            <a:spLocks noGrp="1"/>
          </p:cNvSpPr>
          <p:nvPr>
            <p:ph type="ftr" sz="quarter" idx="3"/>
          </p:nvPr>
        </p:nvSpPr>
        <p:spPr/>
        <p:txBody>
          <a:bodyPr/>
          <a:lstStyle/>
          <a:p>
            <a:r>
              <a:rPr lang="en-BE"/>
              <a:t>NATO UNCLASSIFIED</a:t>
            </a:r>
            <a:endParaRPr lang="en-BE" dirty="0"/>
          </a:p>
        </p:txBody>
      </p:sp>
      <p:sp>
        <p:nvSpPr>
          <p:cNvPr id="5" name="Slide Number Placeholder 4">
            <a:extLst>
              <a:ext uri="{FF2B5EF4-FFF2-40B4-BE49-F238E27FC236}">
                <a16:creationId xmlns:a16="http://schemas.microsoft.com/office/drawing/2014/main" id="{B29B8A08-7AFB-4E06-45F1-6197A4F8C716}"/>
              </a:ext>
            </a:extLst>
          </p:cNvPr>
          <p:cNvSpPr>
            <a:spLocks noGrp="1"/>
          </p:cNvSpPr>
          <p:nvPr>
            <p:ph type="sldNum" sz="quarter" idx="4"/>
          </p:nvPr>
        </p:nvSpPr>
        <p:spPr/>
        <p:txBody>
          <a:bodyPr/>
          <a:lstStyle/>
          <a:p>
            <a:fld id="{5C8DB825-D69E-499D-B2F5-3E20C3653074}" type="datetime1">
              <a:rPr lang="LID4096" smtClean="0"/>
              <a:pPr/>
              <a:t>11/08/2022</a:t>
            </a:fld>
            <a:r>
              <a:rPr lang="en-BE"/>
              <a:t>  |  </a:t>
            </a:r>
            <a:r>
              <a:rPr lang="en-GB" dirty="0"/>
              <a:t>P</a:t>
            </a:r>
            <a:r>
              <a:rPr lang="en-BE"/>
              <a:t>AGE </a:t>
            </a:r>
            <a:fld id="{3C66DE6B-CC4B-F74A-99D4-2DC8DD154D90}" type="slidenum">
              <a:rPr lang="en-BE" smtClean="0"/>
              <a:pPr/>
              <a:t>33</a:t>
            </a:fld>
            <a:endParaRPr lang="en-BE" dirty="0"/>
          </a:p>
        </p:txBody>
      </p:sp>
    </p:spTree>
    <p:extLst>
      <p:ext uri="{BB962C8B-B14F-4D97-AF65-F5344CB8AC3E}">
        <p14:creationId xmlns:p14="http://schemas.microsoft.com/office/powerpoint/2010/main" val="325644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5" end="5"/>
                                            </p:txEl>
                                          </p:spTgt>
                                        </p:tgtEl>
                                        <p:attrNameLst>
                                          <p:attrName>ppt_c</p:attrName>
                                        </p:attrNameLst>
                                      </p:cBhvr>
                                      <p:to>
                                        <a:srgbClr val="969696"/>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6" end="6"/>
                                            </p:txEl>
                                          </p:spTgt>
                                        </p:tgtEl>
                                        <p:attrNameLst>
                                          <p:attrName>ppt_c</p:attrName>
                                        </p:attrNameLst>
                                      </p:cBhvr>
                                      <p:to>
                                        <a:srgbClr val="969696"/>
                                      </p:to>
                                    </p:animClr>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3">
                                            <p:txEl>
                                              <p:pRg st="7" end="7"/>
                                            </p:txEl>
                                          </p:spTgt>
                                        </p:tgtEl>
                                        <p:attrNameLst>
                                          <p:attrName>ppt_c</p:attrName>
                                        </p:attrNameLst>
                                      </p:cBhvr>
                                      <p:to>
                                        <a:srgbClr val="969696"/>
                                      </p:to>
                                    </p:animClr>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fontScale="90000"/>
          </a:bodyPr>
          <a:lstStyle/>
          <a:p>
            <a:r>
              <a:rPr lang="en-US" altLang="en-US" sz="4200" dirty="0"/>
              <a:t>Overview of the Deployment Planning Process</a:t>
            </a:r>
            <a:br>
              <a:rPr lang="en-US" altLang="en-US" sz="4200" dirty="0"/>
            </a:br>
            <a:endParaRPr lang="en-US" sz="2800" dirty="0"/>
          </a:p>
        </p:txBody>
      </p:sp>
      <p:sp>
        <p:nvSpPr>
          <p:cNvPr id="10" name="Content Placeholder 9"/>
          <p:cNvSpPr>
            <a:spLocks noGrp="1"/>
          </p:cNvSpPr>
          <p:nvPr>
            <p:ph idx="1"/>
          </p:nvPr>
        </p:nvSpPr>
        <p:spPr>
          <a:xfrm>
            <a:off x="1343472" y="2591985"/>
            <a:ext cx="10341709" cy="3691082"/>
          </a:xfrm>
        </p:spPr>
        <p:txBody>
          <a:bodyPr/>
          <a:lstStyle/>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34</a:t>
            </a:fld>
            <a:endParaRPr lang="en-BE" dirty="0"/>
          </a:p>
        </p:txBody>
      </p:sp>
      <p:sp>
        <p:nvSpPr>
          <p:cNvPr id="56" name="TextBox 55"/>
          <p:cNvSpPr txBox="1"/>
          <p:nvPr/>
        </p:nvSpPr>
        <p:spPr>
          <a:xfrm>
            <a:off x="1391078" y="2059044"/>
            <a:ext cx="2466754" cy="1846659"/>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sz="1600" b="1" dirty="0"/>
              <a:t>Statement of Requirement</a:t>
            </a:r>
          </a:p>
          <a:p>
            <a:pPr algn="ctr"/>
            <a:r>
              <a:rPr lang="en-US" sz="1400" dirty="0"/>
              <a:t>SOR Serial</a:t>
            </a:r>
          </a:p>
          <a:p>
            <a:pPr algn="ctr"/>
            <a:r>
              <a:rPr lang="en-US" sz="1400" dirty="0"/>
              <a:t>Type Unit Required</a:t>
            </a:r>
          </a:p>
          <a:p>
            <a:pPr algn="ctr"/>
            <a:r>
              <a:rPr lang="en-US" sz="1400" dirty="0"/>
              <a:t>Higher Command</a:t>
            </a:r>
          </a:p>
          <a:p>
            <a:pPr algn="ctr"/>
            <a:r>
              <a:rPr lang="en-US" sz="1400" dirty="0"/>
              <a:t>Commander’s Required Delivery Date</a:t>
            </a:r>
          </a:p>
          <a:p>
            <a:pPr algn="ctr"/>
            <a:r>
              <a:rPr lang="en-US" sz="1400" dirty="0"/>
              <a:t>Priority</a:t>
            </a:r>
          </a:p>
          <a:p>
            <a:pPr algn="ctr"/>
            <a:r>
              <a:rPr lang="en-US" sz="1400" dirty="0"/>
              <a:t>Required Location</a:t>
            </a:r>
          </a:p>
        </p:txBody>
      </p:sp>
      <p:sp>
        <p:nvSpPr>
          <p:cNvPr id="64" name="Down Arrow 63"/>
          <p:cNvSpPr/>
          <p:nvPr/>
        </p:nvSpPr>
        <p:spPr>
          <a:xfrm>
            <a:off x="9974091" y="2810510"/>
            <a:ext cx="332510" cy="528114"/>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0" name="Down Arrow 69"/>
          <p:cNvSpPr/>
          <p:nvPr/>
        </p:nvSpPr>
        <p:spPr>
          <a:xfrm rot="16200000">
            <a:off x="4430586" y="1897616"/>
            <a:ext cx="332510" cy="1150231"/>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3" name="Right Arrow 72"/>
          <p:cNvSpPr/>
          <p:nvPr/>
        </p:nvSpPr>
        <p:spPr>
          <a:xfrm rot="10800000">
            <a:off x="8589985" y="5068514"/>
            <a:ext cx="497344" cy="334521"/>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TextBox 26"/>
          <p:cNvSpPr txBox="1"/>
          <p:nvPr/>
        </p:nvSpPr>
        <p:spPr>
          <a:xfrm>
            <a:off x="5246540" y="2059044"/>
            <a:ext cx="2650964" cy="769441"/>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National Force Contributions</a:t>
            </a:r>
          </a:p>
          <a:p>
            <a:pPr algn="ctr"/>
            <a:r>
              <a:rPr lang="en-US" sz="1400" dirty="0"/>
              <a:t>Force ID and Name</a:t>
            </a:r>
          </a:p>
          <a:p>
            <a:pPr algn="ctr"/>
            <a:r>
              <a:rPr lang="en-US" sz="1400" dirty="0"/>
              <a:t>Homebase</a:t>
            </a:r>
          </a:p>
        </p:txBody>
      </p:sp>
      <p:sp>
        <p:nvSpPr>
          <p:cNvPr id="28" name="TextBox 27"/>
          <p:cNvSpPr txBox="1"/>
          <p:nvPr/>
        </p:nvSpPr>
        <p:spPr>
          <a:xfrm>
            <a:off x="9150911" y="2168306"/>
            <a:ext cx="1978870"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Allied Force</a:t>
            </a:r>
          </a:p>
          <a:p>
            <a:pPr algn="ctr"/>
            <a:r>
              <a:rPr lang="en-GB" altLang="en-US" sz="1600" b="1" dirty="0"/>
              <a:t> List</a:t>
            </a:r>
          </a:p>
        </p:txBody>
      </p:sp>
      <p:sp>
        <p:nvSpPr>
          <p:cNvPr id="31" name="TextBox 30"/>
          <p:cNvSpPr txBox="1"/>
          <p:nvPr/>
        </p:nvSpPr>
        <p:spPr>
          <a:xfrm>
            <a:off x="6645339" y="3414011"/>
            <a:ext cx="1252165"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Ports of Debarkation</a:t>
            </a:r>
          </a:p>
        </p:txBody>
      </p:sp>
      <p:sp>
        <p:nvSpPr>
          <p:cNvPr id="32" name="TextBox 31"/>
          <p:cNvSpPr txBox="1"/>
          <p:nvPr/>
        </p:nvSpPr>
        <p:spPr>
          <a:xfrm>
            <a:off x="9188475" y="3414012"/>
            <a:ext cx="1979259"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Allied Disposition List</a:t>
            </a:r>
          </a:p>
        </p:txBody>
      </p:sp>
      <p:sp>
        <p:nvSpPr>
          <p:cNvPr id="33" name="TextBox 32"/>
          <p:cNvSpPr txBox="1"/>
          <p:nvPr/>
        </p:nvSpPr>
        <p:spPr>
          <a:xfrm>
            <a:off x="9188475" y="4943390"/>
            <a:ext cx="1978869"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National </a:t>
            </a:r>
          </a:p>
          <a:p>
            <a:pPr algn="ctr"/>
            <a:r>
              <a:rPr lang="en-GB" altLang="en-US" sz="1600" b="1" dirty="0"/>
              <a:t>DDP</a:t>
            </a:r>
          </a:p>
        </p:txBody>
      </p:sp>
      <p:sp>
        <p:nvSpPr>
          <p:cNvPr id="34" name="TextBox 33"/>
          <p:cNvSpPr txBox="1"/>
          <p:nvPr/>
        </p:nvSpPr>
        <p:spPr>
          <a:xfrm>
            <a:off x="6572022" y="4943390"/>
            <a:ext cx="1978869"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Multinational</a:t>
            </a:r>
          </a:p>
          <a:p>
            <a:pPr algn="ctr"/>
            <a:r>
              <a:rPr lang="en-GB" altLang="en-US" sz="1600" b="1" dirty="0"/>
              <a:t> DDP</a:t>
            </a:r>
          </a:p>
        </p:txBody>
      </p:sp>
      <p:sp>
        <p:nvSpPr>
          <p:cNvPr id="35" name="TextBox 34"/>
          <p:cNvSpPr txBox="1"/>
          <p:nvPr/>
        </p:nvSpPr>
        <p:spPr>
          <a:xfrm>
            <a:off x="3959925" y="4943389"/>
            <a:ext cx="1978869"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Deconflicted </a:t>
            </a:r>
          </a:p>
          <a:p>
            <a:pPr algn="ctr"/>
            <a:r>
              <a:rPr lang="en-GB" altLang="en-US" sz="1600" b="1" dirty="0"/>
              <a:t>DDP</a:t>
            </a:r>
          </a:p>
        </p:txBody>
      </p:sp>
      <p:sp>
        <p:nvSpPr>
          <p:cNvPr id="36" name="TextBox 35"/>
          <p:cNvSpPr txBox="1"/>
          <p:nvPr/>
        </p:nvSpPr>
        <p:spPr>
          <a:xfrm>
            <a:off x="1343472" y="4943387"/>
            <a:ext cx="1978869"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Sourced Deconflicted</a:t>
            </a:r>
          </a:p>
          <a:p>
            <a:pPr algn="ctr"/>
            <a:r>
              <a:rPr lang="en-GB" altLang="en-US" sz="1600" b="1" dirty="0"/>
              <a:t> DDP</a:t>
            </a:r>
          </a:p>
        </p:txBody>
      </p:sp>
      <p:sp>
        <p:nvSpPr>
          <p:cNvPr id="37" name="Down Arrow 36"/>
          <p:cNvSpPr/>
          <p:nvPr/>
        </p:nvSpPr>
        <p:spPr>
          <a:xfrm rot="16200000">
            <a:off x="8363155" y="1885577"/>
            <a:ext cx="332510" cy="1150231"/>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8" name="Down Arrow 37"/>
          <p:cNvSpPr/>
          <p:nvPr/>
        </p:nvSpPr>
        <p:spPr>
          <a:xfrm rot="16200000">
            <a:off x="8363156" y="3131282"/>
            <a:ext cx="332510" cy="1150231"/>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9" name="Down Arrow 38"/>
          <p:cNvSpPr/>
          <p:nvPr/>
        </p:nvSpPr>
        <p:spPr>
          <a:xfrm>
            <a:off x="9974091" y="4065014"/>
            <a:ext cx="332510" cy="794066"/>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0" name="Right Arrow 39"/>
          <p:cNvSpPr/>
          <p:nvPr/>
        </p:nvSpPr>
        <p:spPr>
          <a:xfrm rot="10800000">
            <a:off x="5977888" y="5068515"/>
            <a:ext cx="497344" cy="334521"/>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Right Arrow 40"/>
          <p:cNvSpPr/>
          <p:nvPr/>
        </p:nvSpPr>
        <p:spPr>
          <a:xfrm rot="10800000">
            <a:off x="3412008" y="5068515"/>
            <a:ext cx="497344" cy="334521"/>
          </a:xfrm>
          <a:prstGeom prst="righ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2" name="Down Arrow 41"/>
          <p:cNvSpPr/>
          <p:nvPr/>
        </p:nvSpPr>
        <p:spPr>
          <a:xfrm rot="10800000">
            <a:off x="2166651" y="3952388"/>
            <a:ext cx="332510" cy="906692"/>
          </a:xfrm>
          <a:prstGeom prst="down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3" name="Down Arrow 42"/>
          <p:cNvSpPr/>
          <p:nvPr/>
        </p:nvSpPr>
        <p:spPr>
          <a:xfrm rot="16200000">
            <a:off x="6139695" y="1313408"/>
            <a:ext cx="238593" cy="6783573"/>
          </a:xfrm>
          <a:prstGeom prst="downArrow">
            <a:avLst/>
          </a:prstGeom>
          <a:pattFill prst="narVert">
            <a:fgClr>
              <a:srgbClr val="FF0000"/>
            </a:fgClr>
            <a:bgClr>
              <a:schemeClr val="bg1"/>
            </a:bgClr>
          </a:patt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Down Arrow 43"/>
          <p:cNvSpPr/>
          <p:nvPr/>
        </p:nvSpPr>
        <p:spPr>
          <a:xfrm rot="5400000">
            <a:off x="6142032" y="2360427"/>
            <a:ext cx="233917" cy="6783573"/>
          </a:xfrm>
          <a:prstGeom prst="downArrow">
            <a:avLst/>
          </a:prstGeom>
          <a:pattFill prst="narVert">
            <a:fgClr>
              <a:srgbClr val="FF0000"/>
            </a:fgClr>
            <a:bgClr>
              <a:schemeClr val="bg1"/>
            </a:bgClr>
          </a:patt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TextBox 44"/>
          <p:cNvSpPr txBox="1"/>
          <p:nvPr/>
        </p:nvSpPr>
        <p:spPr>
          <a:xfrm>
            <a:off x="4742596" y="5831602"/>
            <a:ext cx="2967925" cy="461665"/>
          </a:xfrm>
          <a:prstGeom prst="rect">
            <a:avLst/>
          </a:prstGeom>
          <a:noFill/>
          <a:ln>
            <a:solidFill>
              <a:schemeClr val="tx1"/>
            </a:solidFill>
          </a:ln>
        </p:spPr>
        <p:txBody>
          <a:bodyPr wrap="square" rtlCol="0">
            <a:spAutoFit/>
          </a:bodyPr>
          <a:lstStyle/>
          <a:p>
            <a:pPr algn="ctr"/>
            <a:r>
              <a:rPr lang="en-GB" altLang="en-US" sz="2400" b="1" dirty="0">
                <a:solidFill>
                  <a:schemeClr val="bg1"/>
                </a:solidFill>
              </a:rPr>
              <a:t>DDP Cyclical Process</a:t>
            </a:r>
          </a:p>
        </p:txBody>
      </p:sp>
    </p:spTree>
    <p:extLst>
      <p:ext uri="{BB962C8B-B14F-4D97-AF65-F5344CB8AC3E}">
        <p14:creationId xmlns:p14="http://schemas.microsoft.com/office/powerpoint/2010/main" val="388086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7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4"/>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40"/>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6"/>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animBg="1"/>
      <p:bldP spid="64" grpId="0" animBg="1"/>
      <p:bldP spid="70" grpId="0" animBg="1"/>
      <p:bldP spid="73" grpId="0" animBg="1"/>
      <p:bldP spid="27" grpId="0" animBg="1"/>
      <p:bldP spid="28"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a:bodyPr>
          <a:lstStyle/>
          <a:p>
            <a:r>
              <a:rPr lang="en-US" altLang="en-US" dirty="0"/>
              <a:t>Fast Track Deployment Planning Process</a:t>
            </a:r>
            <a:br>
              <a:rPr lang="en-US" altLang="en-US" dirty="0"/>
            </a:b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dirty="0"/>
              <a:t>  |  </a:t>
            </a:r>
            <a:r>
              <a:rPr lang="en-GB" dirty="0"/>
              <a:t>P</a:t>
            </a:r>
            <a:r>
              <a:rPr lang="en-BE" dirty="0"/>
              <a:t>AGE </a:t>
            </a:r>
            <a:fld id="{3C66DE6B-CC4B-F74A-99D4-2DC8DD154D90}" type="slidenum">
              <a:rPr lang="en-BE" smtClean="0"/>
              <a:pPr/>
              <a:t>35</a:t>
            </a:fld>
            <a:endParaRPr lang="en-BE" dirty="0"/>
          </a:p>
        </p:txBody>
      </p:sp>
      <p:sp>
        <p:nvSpPr>
          <p:cNvPr id="2" name="Rectangle 1"/>
          <p:cNvSpPr/>
          <p:nvPr/>
        </p:nvSpPr>
        <p:spPr>
          <a:xfrm>
            <a:off x="1041992" y="2011970"/>
            <a:ext cx="10185990" cy="22541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8" name="TextBox 27"/>
          <p:cNvSpPr txBox="1"/>
          <p:nvPr/>
        </p:nvSpPr>
        <p:spPr>
          <a:xfrm>
            <a:off x="1096947" y="2285490"/>
            <a:ext cx="2426879" cy="769441"/>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Statement of Requirement</a:t>
            </a:r>
          </a:p>
          <a:p>
            <a:pPr algn="ctr"/>
            <a:r>
              <a:rPr lang="en-US" altLang="en-US" sz="1400" dirty="0"/>
              <a:t>CJSOR Serial</a:t>
            </a:r>
          </a:p>
          <a:p>
            <a:pPr algn="ctr"/>
            <a:r>
              <a:rPr lang="en-US" altLang="en-US" sz="1400" dirty="0"/>
              <a:t>Type Unit Required</a:t>
            </a:r>
            <a:endParaRPr lang="en-GB" altLang="en-US" sz="1400" dirty="0"/>
          </a:p>
        </p:txBody>
      </p:sp>
      <p:sp>
        <p:nvSpPr>
          <p:cNvPr id="29" name="TextBox 28"/>
          <p:cNvSpPr txBox="1"/>
          <p:nvPr/>
        </p:nvSpPr>
        <p:spPr>
          <a:xfrm>
            <a:off x="5373308" y="2282705"/>
            <a:ext cx="4549848" cy="769441"/>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National Force Contributions</a:t>
            </a:r>
          </a:p>
          <a:p>
            <a:pPr algn="ctr"/>
            <a:r>
              <a:rPr lang="en-US" altLang="en-US" sz="1400" dirty="0"/>
              <a:t>Force ID and Name</a:t>
            </a:r>
          </a:p>
          <a:p>
            <a:pPr algn="ctr"/>
            <a:r>
              <a:rPr lang="en-US" altLang="en-US" sz="1400" dirty="0"/>
              <a:t>Homebase</a:t>
            </a:r>
          </a:p>
        </p:txBody>
      </p:sp>
      <p:sp>
        <p:nvSpPr>
          <p:cNvPr id="32" name="TextBox 31"/>
          <p:cNvSpPr txBox="1"/>
          <p:nvPr/>
        </p:nvSpPr>
        <p:spPr>
          <a:xfrm>
            <a:off x="9158407" y="3571131"/>
            <a:ext cx="1979259"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Allied Disposition List</a:t>
            </a:r>
          </a:p>
        </p:txBody>
      </p:sp>
      <p:sp>
        <p:nvSpPr>
          <p:cNvPr id="33" name="TextBox 32"/>
          <p:cNvSpPr txBox="1"/>
          <p:nvPr/>
        </p:nvSpPr>
        <p:spPr>
          <a:xfrm>
            <a:off x="6557423" y="3571130"/>
            <a:ext cx="1978869"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Generic National </a:t>
            </a:r>
          </a:p>
          <a:p>
            <a:pPr algn="ctr"/>
            <a:r>
              <a:rPr lang="en-GB" altLang="en-US" sz="1600" b="1" dirty="0"/>
              <a:t>DDP</a:t>
            </a:r>
          </a:p>
        </p:txBody>
      </p:sp>
      <p:sp>
        <p:nvSpPr>
          <p:cNvPr id="34" name="TextBox 33"/>
          <p:cNvSpPr txBox="1"/>
          <p:nvPr/>
        </p:nvSpPr>
        <p:spPr>
          <a:xfrm>
            <a:off x="3844086" y="3585457"/>
            <a:ext cx="2091222" cy="584775"/>
          </a:xfrm>
          <a:prstGeom prst="rect">
            <a:avLst/>
          </a:prstGeom>
          <a:solidFill>
            <a:schemeClr val="accent2">
              <a:lumMod val="40000"/>
              <a:lumOff val="60000"/>
            </a:schemeClr>
          </a:solidFill>
          <a:ln>
            <a:solidFill>
              <a:schemeClr val="tx1"/>
            </a:solidFill>
          </a:ln>
        </p:spPr>
        <p:txBody>
          <a:bodyPr wrap="square" rtlCol="0">
            <a:spAutoFit/>
          </a:bodyPr>
          <a:lstStyle/>
          <a:p>
            <a:pPr algn="ctr"/>
            <a:r>
              <a:rPr lang="en-GB" altLang="en-US" sz="1600" b="1" dirty="0"/>
              <a:t>Generic Multinational</a:t>
            </a:r>
          </a:p>
          <a:p>
            <a:pPr algn="ctr"/>
            <a:r>
              <a:rPr lang="en-GB" altLang="en-US" sz="1600" b="1" dirty="0"/>
              <a:t> DDP</a:t>
            </a:r>
          </a:p>
        </p:txBody>
      </p:sp>
      <p:sp>
        <p:nvSpPr>
          <p:cNvPr id="30" name="TextBox 29"/>
          <p:cNvSpPr txBox="1"/>
          <p:nvPr/>
        </p:nvSpPr>
        <p:spPr>
          <a:xfrm>
            <a:off x="1041992" y="1974731"/>
            <a:ext cx="2346433" cy="338554"/>
          </a:xfrm>
          <a:prstGeom prst="rect">
            <a:avLst/>
          </a:prstGeom>
          <a:noFill/>
          <a:ln>
            <a:noFill/>
          </a:ln>
        </p:spPr>
        <p:txBody>
          <a:bodyPr wrap="square" rtlCol="0">
            <a:spAutoFit/>
          </a:bodyPr>
          <a:lstStyle/>
          <a:p>
            <a:r>
              <a:rPr lang="en-GB" altLang="en-US" sz="1600" b="1" dirty="0"/>
              <a:t>Preparation and Stand-By</a:t>
            </a:r>
          </a:p>
        </p:txBody>
      </p:sp>
      <p:sp>
        <p:nvSpPr>
          <p:cNvPr id="46" name="TextBox 45"/>
          <p:cNvSpPr txBox="1"/>
          <p:nvPr/>
        </p:nvSpPr>
        <p:spPr>
          <a:xfrm>
            <a:off x="1179641" y="3386465"/>
            <a:ext cx="2346433" cy="769441"/>
          </a:xfrm>
          <a:prstGeom prst="rect">
            <a:avLst/>
          </a:prstGeom>
          <a:noFill/>
          <a:ln>
            <a:noFill/>
          </a:ln>
        </p:spPr>
        <p:txBody>
          <a:bodyPr wrap="square" rtlCol="0">
            <a:spAutoFit/>
          </a:bodyPr>
          <a:lstStyle/>
          <a:p>
            <a:pPr algn="ctr"/>
            <a:r>
              <a:rPr lang="en-GB" altLang="en-US" sz="1600" b="1" dirty="0"/>
              <a:t>NRF COP</a:t>
            </a:r>
          </a:p>
          <a:p>
            <a:pPr algn="ctr"/>
            <a:r>
              <a:rPr lang="en-US" altLang="en-US" sz="1400" dirty="0"/>
              <a:t>Basis for CJSOR and may include additional info.</a:t>
            </a:r>
            <a:endParaRPr lang="en-GB" altLang="en-US" sz="1600" b="1" dirty="0"/>
          </a:p>
        </p:txBody>
      </p:sp>
      <p:sp>
        <p:nvSpPr>
          <p:cNvPr id="47" name="Text Box 2087"/>
          <p:cNvSpPr txBox="1">
            <a:spLocks noChangeArrowheads="1"/>
          </p:cNvSpPr>
          <p:nvPr/>
        </p:nvSpPr>
        <p:spPr bwMode="auto">
          <a:xfrm>
            <a:off x="4387723" y="3336034"/>
            <a:ext cx="822538" cy="2350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cs typeface="Arial" charset="0"/>
              </a:defRPr>
            </a:lvl1pPr>
            <a:lvl2pPr marL="742950" indent="-285750" defTabSz="762000" eaLnBrk="0" hangingPunct="0">
              <a:defRPr>
                <a:solidFill>
                  <a:schemeClr val="tx1"/>
                </a:solidFill>
                <a:latin typeface="Arial" charset="0"/>
                <a:cs typeface="Arial" charset="0"/>
              </a:defRPr>
            </a:lvl2pPr>
            <a:lvl3pPr marL="1143000" indent="-228600" defTabSz="762000" eaLnBrk="0" hangingPunct="0">
              <a:defRPr>
                <a:solidFill>
                  <a:schemeClr val="tx1"/>
                </a:solidFill>
                <a:latin typeface="Arial" charset="0"/>
                <a:cs typeface="Arial" charset="0"/>
              </a:defRPr>
            </a:lvl3pPr>
            <a:lvl4pPr marL="1600200" indent="-228600" defTabSz="762000" eaLnBrk="0" hangingPunct="0">
              <a:defRPr>
                <a:solidFill>
                  <a:schemeClr val="tx1"/>
                </a:solidFill>
                <a:latin typeface="Arial" charset="0"/>
                <a:cs typeface="Arial" charset="0"/>
              </a:defRPr>
            </a:lvl4pPr>
            <a:lvl5pPr marL="2057400" indent="-228600" defTabSz="762000" eaLnBrk="0" hangingPunct="0">
              <a:defRPr>
                <a:solidFill>
                  <a:schemeClr val="tx1"/>
                </a:solidFill>
                <a:latin typeface="Arial" charset="0"/>
                <a:cs typeface="Arial" charset="0"/>
              </a:defRPr>
            </a:lvl5pPr>
            <a:lvl6pPr marL="2514600" indent="-228600" defTabSz="762000" eaLnBrk="0" fontAlgn="base" hangingPunct="0">
              <a:spcBef>
                <a:spcPct val="0"/>
              </a:spcBef>
              <a:spcAft>
                <a:spcPct val="0"/>
              </a:spcAft>
              <a:defRPr>
                <a:solidFill>
                  <a:schemeClr val="tx1"/>
                </a:solidFill>
                <a:latin typeface="Arial" charset="0"/>
                <a:cs typeface="Arial" charset="0"/>
              </a:defRPr>
            </a:lvl6pPr>
            <a:lvl7pPr marL="2971800" indent="-228600" defTabSz="762000" eaLnBrk="0" fontAlgn="base" hangingPunct="0">
              <a:spcBef>
                <a:spcPct val="0"/>
              </a:spcBef>
              <a:spcAft>
                <a:spcPct val="0"/>
              </a:spcAft>
              <a:defRPr>
                <a:solidFill>
                  <a:schemeClr val="tx1"/>
                </a:solidFill>
                <a:latin typeface="Arial" charset="0"/>
                <a:cs typeface="Arial" charset="0"/>
              </a:defRPr>
            </a:lvl7pPr>
            <a:lvl8pPr marL="3429000" indent="-228600" defTabSz="762000" eaLnBrk="0" fontAlgn="base" hangingPunct="0">
              <a:spcBef>
                <a:spcPct val="0"/>
              </a:spcBef>
              <a:spcAft>
                <a:spcPct val="0"/>
              </a:spcAft>
              <a:defRPr>
                <a:solidFill>
                  <a:schemeClr val="tx1"/>
                </a:solidFill>
                <a:latin typeface="Arial" charset="0"/>
                <a:cs typeface="Arial" charset="0"/>
              </a:defRPr>
            </a:lvl8pPr>
            <a:lvl9pPr marL="3886200" indent="-228600" defTabSz="7620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1200" b="1" i="1" dirty="0"/>
              <a:t>Months?</a:t>
            </a:r>
          </a:p>
        </p:txBody>
      </p:sp>
      <p:sp>
        <p:nvSpPr>
          <p:cNvPr id="48" name="Text Box 2087"/>
          <p:cNvSpPr txBox="1">
            <a:spLocks noChangeArrowheads="1"/>
          </p:cNvSpPr>
          <p:nvPr/>
        </p:nvSpPr>
        <p:spPr bwMode="auto">
          <a:xfrm>
            <a:off x="7211395" y="3336034"/>
            <a:ext cx="762196"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cs typeface="Arial" charset="0"/>
              </a:defRPr>
            </a:lvl1pPr>
            <a:lvl2pPr marL="742950" indent="-285750" defTabSz="762000" eaLnBrk="0" hangingPunct="0">
              <a:defRPr>
                <a:solidFill>
                  <a:schemeClr val="tx1"/>
                </a:solidFill>
                <a:latin typeface="Arial" charset="0"/>
                <a:cs typeface="Arial" charset="0"/>
              </a:defRPr>
            </a:lvl2pPr>
            <a:lvl3pPr marL="1143000" indent="-228600" defTabSz="762000" eaLnBrk="0" hangingPunct="0">
              <a:defRPr>
                <a:solidFill>
                  <a:schemeClr val="tx1"/>
                </a:solidFill>
                <a:latin typeface="Arial" charset="0"/>
                <a:cs typeface="Arial" charset="0"/>
              </a:defRPr>
            </a:lvl3pPr>
            <a:lvl4pPr marL="1600200" indent="-228600" defTabSz="762000" eaLnBrk="0" hangingPunct="0">
              <a:defRPr>
                <a:solidFill>
                  <a:schemeClr val="tx1"/>
                </a:solidFill>
                <a:latin typeface="Arial" charset="0"/>
                <a:cs typeface="Arial" charset="0"/>
              </a:defRPr>
            </a:lvl4pPr>
            <a:lvl5pPr marL="2057400" indent="-228600" defTabSz="762000" eaLnBrk="0" hangingPunct="0">
              <a:defRPr>
                <a:solidFill>
                  <a:schemeClr val="tx1"/>
                </a:solidFill>
                <a:latin typeface="Arial" charset="0"/>
                <a:cs typeface="Arial" charset="0"/>
              </a:defRPr>
            </a:lvl5pPr>
            <a:lvl6pPr marL="2514600" indent="-228600" defTabSz="762000" eaLnBrk="0" fontAlgn="base" hangingPunct="0">
              <a:spcBef>
                <a:spcPct val="0"/>
              </a:spcBef>
              <a:spcAft>
                <a:spcPct val="0"/>
              </a:spcAft>
              <a:defRPr>
                <a:solidFill>
                  <a:schemeClr val="tx1"/>
                </a:solidFill>
                <a:latin typeface="Arial" charset="0"/>
                <a:cs typeface="Arial" charset="0"/>
              </a:defRPr>
            </a:lvl6pPr>
            <a:lvl7pPr marL="2971800" indent="-228600" defTabSz="762000" eaLnBrk="0" fontAlgn="base" hangingPunct="0">
              <a:spcBef>
                <a:spcPct val="0"/>
              </a:spcBef>
              <a:spcAft>
                <a:spcPct val="0"/>
              </a:spcAft>
              <a:defRPr>
                <a:solidFill>
                  <a:schemeClr val="tx1"/>
                </a:solidFill>
                <a:latin typeface="Arial" charset="0"/>
                <a:cs typeface="Arial" charset="0"/>
              </a:defRPr>
            </a:lvl7pPr>
            <a:lvl8pPr marL="3429000" indent="-228600" defTabSz="762000" eaLnBrk="0" fontAlgn="base" hangingPunct="0">
              <a:spcBef>
                <a:spcPct val="0"/>
              </a:spcBef>
              <a:spcAft>
                <a:spcPct val="0"/>
              </a:spcAft>
              <a:defRPr>
                <a:solidFill>
                  <a:schemeClr val="tx1"/>
                </a:solidFill>
                <a:latin typeface="Arial" charset="0"/>
                <a:cs typeface="Arial" charset="0"/>
              </a:defRPr>
            </a:lvl8pPr>
            <a:lvl9pPr marL="3886200" indent="-228600" defTabSz="7620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1200" b="1" i="1" dirty="0"/>
              <a:t>Weeks?</a:t>
            </a:r>
          </a:p>
        </p:txBody>
      </p:sp>
      <p:sp>
        <p:nvSpPr>
          <p:cNvPr id="49" name="Rectangle 48"/>
          <p:cNvSpPr/>
          <p:nvPr/>
        </p:nvSpPr>
        <p:spPr>
          <a:xfrm>
            <a:off x="1041992" y="4308968"/>
            <a:ext cx="10185990" cy="211413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2" name="Line 2117"/>
          <p:cNvSpPr>
            <a:spLocks noChangeShapeType="1"/>
          </p:cNvSpPr>
          <p:nvPr/>
        </p:nvSpPr>
        <p:spPr bwMode="auto">
          <a:xfrm flipH="1" flipV="1">
            <a:off x="-3601772" y="3724454"/>
            <a:ext cx="0" cy="1411934"/>
          </a:xfrm>
          <a:prstGeom prst="line">
            <a:avLst/>
          </a:prstGeom>
          <a:noFill/>
          <a:ln w="38100">
            <a:solidFill>
              <a:srgbClr val="FF0000"/>
            </a:solidFill>
            <a:prstDash val="sysDot"/>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GB" dirty="0"/>
          </a:p>
        </p:txBody>
      </p:sp>
      <p:sp>
        <p:nvSpPr>
          <p:cNvPr id="57" name="TextBox 56"/>
          <p:cNvSpPr txBox="1"/>
          <p:nvPr/>
        </p:nvSpPr>
        <p:spPr>
          <a:xfrm>
            <a:off x="6557423" y="4907643"/>
            <a:ext cx="1979259" cy="830997"/>
          </a:xfrm>
          <a:prstGeom prst="rect">
            <a:avLst/>
          </a:prstGeom>
          <a:solidFill>
            <a:schemeClr val="tx2">
              <a:lumMod val="60000"/>
              <a:lumOff val="40000"/>
            </a:schemeClr>
          </a:solidFill>
          <a:ln>
            <a:solidFill>
              <a:schemeClr val="tx1"/>
            </a:solidFill>
          </a:ln>
        </p:spPr>
        <p:txBody>
          <a:bodyPr wrap="square" rtlCol="0">
            <a:spAutoFit/>
          </a:bodyPr>
          <a:lstStyle/>
          <a:p>
            <a:pPr algn="ctr"/>
            <a:r>
              <a:rPr lang="en-GB" altLang="en-US" sz="1600" b="1" dirty="0">
                <a:solidFill>
                  <a:schemeClr val="bg1"/>
                </a:solidFill>
              </a:rPr>
              <a:t>Tailored Allied Disposition List</a:t>
            </a:r>
          </a:p>
          <a:p>
            <a:pPr algn="ctr"/>
            <a:r>
              <a:rPr lang="en-GB" altLang="en-US" sz="1400" dirty="0">
                <a:solidFill>
                  <a:schemeClr val="bg1"/>
                </a:solidFill>
              </a:rPr>
              <a:t>Ports of Debarkation</a:t>
            </a:r>
          </a:p>
        </p:txBody>
      </p:sp>
      <p:sp>
        <p:nvSpPr>
          <p:cNvPr id="58" name="TextBox 57"/>
          <p:cNvSpPr txBox="1"/>
          <p:nvPr/>
        </p:nvSpPr>
        <p:spPr>
          <a:xfrm>
            <a:off x="9158406" y="4469636"/>
            <a:ext cx="1979259" cy="1631216"/>
          </a:xfrm>
          <a:prstGeom prst="rect">
            <a:avLst/>
          </a:prstGeom>
          <a:solidFill>
            <a:schemeClr val="tx2">
              <a:lumMod val="60000"/>
              <a:lumOff val="40000"/>
            </a:schemeClr>
          </a:solidFill>
          <a:ln>
            <a:solidFill>
              <a:schemeClr val="tx1"/>
            </a:solidFill>
          </a:ln>
        </p:spPr>
        <p:txBody>
          <a:bodyPr wrap="square" rtlCol="0">
            <a:spAutoFit/>
          </a:bodyPr>
          <a:lstStyle/>
          <a:p>
            <a:pPr algn="ctr"/>
            <a:r>
              <a:rPr lang="en-GB" altLang="en-US" sz="1600" b="1" dirty="0">
                <a:solidFill>
                  <a:schemeClr val="bg1"/>
                </a:solidFill>
              </a:rPr>
              <a:t>Tailored CJSOR</a:t>
            </a:r>
          </a:p>
          <a:p>
            <a:pPr algn="ctr"/>
            <a:r>
              <a:rPr lang="en-GB" altLang="en-US" sz="1400" b="1" dirty="0">
                <a:solidFill>
                  <a:schemeClr val="bg1"/>
                </a:solidFill>
              </a:rPr>
              <a:t>SOR Serial</a:t>
            </a:r>
          </a:p>
          <a:p>
            <a:pPr algn="ctr"/>
            <a:r>
              <a:rPr lang="en-GB" altLang="en-US" sz="1400" b="1" dirty="0">
                <a:solidFill>
                  <a:schemeClr val="bg1"/>
                </a:solidFill>
              </a:rPr>
              <a:t>Type Unit Required</a:t>
            </a:r>
          </a:p>
          <a:p>
            <a:pPr algn="ctr"/>
            <a:r>
              <a:rPr lang="en-GB" altLang="en-US" sz="1400" dirty="0">
                <a:solidFill>
                  <a:schemeClr val="bg1"/>
                </a:solidFill>
              </a:rPr>
              <a:t>Higher Command</a:t>
            </a:r>
          </a:p>
          <a:p>
            <a:pPr algn="ctr"/>
            <a:r>
              <a:rPr lang="en-GB" altLang="en-US" sz="1400" dirty="0">
                <a:solidFill>
                  <a:schemeClr val="bg1"/>
                </a:solidFill>
              </a:rPr>
              <a:t>Commander’s Required Delivery Date / Priority</a:t>
            </a:r>
          </a:p>
          <a:p>
            <a:pPr algn="ctr"/>
            <a:r>
              <a:rPr lang="en-GB" altLang="en-US" sz="1400" dirty="0">
                <a:solidFill>
                  <a:schemeClr val="bg1"/>
                </a:solidFill>
              </a:rPr>
              <a:t>Required Location</a:t>
            </a:r>
          </a:p>
        </p:txBody>
      </p:sp>
      <p:sp>
        <p:nvSpPr>
          <p:cNvPr id="59" name="TextBox 58"/>
          <p:cNvSpPr txBox="1"/>
          <p:nvPr/>
        </p:nvSpPr>
        <p:spPr>
          <a:xfrm>
            <a:off x="3844086" y="4563254"/>
            <a:ext cx="2091222" cy="584775"/>
          </a:xfrm>
          <a:prstGeom prst="rect">
            <a:avLst/>
          </a:prstGeom>
          <a:solidFill>
            <a:schemeClr val="tx2">
              <a:lumMod val="60000"/>
              <a:lumOff val="40000"/>
            </a:schemeClr>
          </a:solidFill>
          <a:ln>
            <a:solidFill>
              <a:schemeClr val="tx1"/>
            </a:solidFill>
          </a:ln>
        </p:spPr>
        <p:txBody>
          <a:bodyPr wrap="square" rtlCol="0">
            <a:spAutoFit/>
          </a:bodyPr>
          <a:lstStyle/>
          <a:p>
            <a:pPr algn="ctr"/>
            <a:r>
              <a:rPr lang="en-GB" altLang="en-US" sz="1600" b="1" dirty="0">
                <a:solidFill>
                  <a:schemeClr val="bg1"/>
                </a:solidFill>
              </a:rPr>
              <a:t>AMCC Multinational</a:t>
            </a:r>
          </a:p>
          <a:p>
            <a:pPr algn="ctr"/>
            <a:r>
              <a:rPr lang="en-GB" altLang="en-US" sz="1600" b="1" dirty="0">
                <a:solidFill>
                  <a:schemeClr val="bg1"/>
                </a:solidFill>
              </a:rPr>
              <a:t> DDP</a:t>
            </a:r>
          </a:p>
        </p:txBody>
      </p:sp>
      <p:sp>
        <p:nvSpPr>
          <p:cNvPr id="60" name="TextBox 59"/>
          <p:cNvSpPr txBox="1"/>
          <p:nvPr/>
        </p:nvSpPr>
        <p:spPr>
          <a:xfrm>
            <a:off x="3844086" y="5520837"/>
            <a:ext cx="2091222" cy="584775"/>
          </a:xfrm>
          <a:prstGeom prst="rect">
            <a:avLst/>
          </a:prstGeom>
          <a:solidFill>
            <a:schemeClr val="tx2">
              <a:lumMod val="60000"/>
              <a:lumOff val="40000"/>
            </a:schemeClr>
          </a:solidFill>
          <a:ln>
            <a:solidFill>
              <a:schemeClr val="tx1"/>
            </a:solidFill>
          </a:ln>
        </p:spPr>
        <p:txBody>
          <a:bodyPr wrap="square" rtlCol="0">
            <a:spAutoFit/>
          </a:bodyPr>
          <a:lstStyle/>
          <a:p>
            <a:pPr algn="ctr"/>
            <a:r>
              <a:rPr lang="en-GB" altLang="en-US" sz="1600" b="1" dirty="0">
                <a:solidFill>
                  <a:schemeClr val="bg1"/>
                </a:solidFill>
              </a:rPr>
              <a:t>Deconflicted Multinational DDP</a:t>
            </a:r>
          </a:p>
        </p:txBody>
      </p:sp>
      <p:sp>
        <p:nvSpPr>
          <p:cNvPr id="61" name="TextBox 60"/>
          <p:cNvSpPr txBox="1"/>
          <p:nvPr/>
        </p:nvSpPr>
        <p:spPr>
          <a:xfrm>
            <a:off x="1098709" y="5057703"/>
            <a:ext cx="2091222" cy="584775"/>
          </a:xfrm>
          <a:prstGeom prst="rect">
            <a:avLst/>
          </a:prstGeom>
          <a:solidFill>
            <a:schemeClr val="tx2">
              <a:lumMod val="60000"/>
              <a:lumOff val="40000"/>
            </a:schemeClr>
          </a:solidFill>
          <a:ln>
            <a:solidFill>
              <a:schemeClr val="tx1"/>
            </a:solidFill>
          </a:ln>
        </p:spPr>
        <p:txBody>
          <a:bodyPr wrap="square" rtlCol="0">
            <a:spAutoFit/>
          </a:bodyPr>
          <a:lstStyle/>
          <a:p>
            <a:pPr algn="ctr"/>
            <a:r>
              <a:rPr lang="en-GB" altLang="en-US" sz="1600" b="1" dirty="0">
                <a:solidFill>
                  <a:schemeClr val="bg1"/>
                </a:solidFill>
              </a:rPr>
              <a:t>Generic Multinational</a:t>
            </a:r>
          </a:p>
          <a:p>
            <a:pPr algn="ctr"/>
            <a:r>
              <a:rPr lang="en-GB" altLang="en-US" sz="1600" b="1" dirty="0">
                <a:solidFill>
                  <a:schemeClr val="bg1"/>
                </a:solidFill>
              </a:rPr>
              <a:t> DDP</a:t>
            </a:r>
          </a:p>
        </p:txBody>
      </p:sp>
      <p:sp>
        <p:nvSpPr>
          <p:cNvPr id="62" name="Text Box 2087"/>
          <p:cNvSpPr txBox="1">
            <a:spLocks noChangeArrowheads="1"/>
          </p:cNvSpPr>
          <p:nvPr/>
        </p:nvSpPr>
        <p:spPr bwMode="auto">
          <a:xfrm>
            <a:off x="3783758" y="4334844"/>
            <a:ext cx="747320"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cs typeface="Arial" charset="0"/>
              </a:defRPr>
            </a:lvl1pPr>
            <a:lvl2pPr marL="742950" indent="-285750" defTabSz="762000" eaLnBrk="0" hangingPunct="0">
              <a:defRPr>
                <a:solidFill>
                  <a:schemeClr val="tx1"/>
                </a:solidFill>
                <a:latin typeface="Arial" charset="0"/>
                <a:cs typeface="Arial" charset="0"/>
              </a:defRPr>
            </a:lvl2pPr>
            <a:lvl3pPr marL="1143000" indent="-228600" defTabSz="762000" eaLnBrk="0" hangingPunct="0">
              <a:defRPr>
                <a:solidFill>
                  <a:schemeClr val="tx1"/>
                </a:solidFill>
                <a:latin typeface="Arial" charset="0"/>
                <a:cs typeface="Arial" charset="0"/>
              </a:defRPr>
            </a:lvl3pPr>
            <a:lvl4pPr marL="1600200" indent="-228600" defTabSz="762000" eaLnBrk="0" hangingPunct="0">
              <a:defRPr>
                <a:solidFill>
                  <a:schemeClr val="tx1"/>
                </a:solidFill>
                <a:latin typeface="Arial" charset="0"/>
                <a:cs typeface="Arial" charset="0"/>
              </a:defRPr>
            </a:lvl4pPr>
            <a:lvl5pPr marL="2057400" indent="-228600" defTabSz="762000" eaLnBrk="0" hangingPunct="0">
              <a:defRPr>
                <a:solidFill>
                  <a:schemeClr val="tx1"/>
                </a:solidFill>
                <a:latin typeface="Arial" charset="0"/>
                <a:cs typeface="Arial" charset="0"/>
              </a:defRPr>
            </a:lvl5pPr>
            <a:lvl6pPr marL="2514600" indent="-228600" defTabSz="762000" eaLnBrk="0" fontAlgn="base" hangingPunct="0">
              <a:spcBef>
                <a:spcPct val="0"/>
              </a:spcBef>
              <a:spcAft>
                <a:spcPct val="0"/>
              </a:spcAft>
              <a:defRPr>
                <a:solidFill>
                  <a:schemeClr val="tx1"/>
                </a:solidFill>
                <a:latin typeface="Arial" charset="0"/>
                <a:cs typeface="Arial" charset="0"/>
              </a:defRPr>
            </a:lvl6pPr>
            <a:lvl7pPr marL="2971800" indent="-228600" defTabSz="762000" eaLnBrk="0" fontAlgn="base" hangingPunct="0">
              <a:spcBef>
                <a:spcPct val="0"/>
              </a:spcBef>
              <a:spcAft>
                <a:spcPct val="0"/>
              </a:spcAft>
              <a:defRPr>
                <a:solidFill>
                  <a:schemeClr val="tx1"/>
                </a:solidFill>
                <a:latin typeface="Arial" charset="0"/>
                <a:cs typeface="Arial" charset="0"/>
              </a:defRPr>
            </a:lvl7pPr>
            <a:lvl8pPr marL="3429000" indent="-228600" defTabSz="762000" eaLnBrk="0" fontAlgn="base" hangingPunct="0">
              <a:spcBef>
                <a:spcPct val="0"/>
              </a:spcBef>
              <a:spcAft>
                <a:spcPct val="0"/>
              </a:spcAft>
              <a:defRPr>
                <a:solidFill>
                  <a:schemeClr val="tx1"/>
                </a:solidFill>
                <a:latin typeface="Arial" charset="0"/>
                <a:cs typeface="Arial" charset="0"/>
              </a:defRPr>
            </a:lvl8pPr>
            <a:lvl9pPr marL="3886200" indent="-228600" defTabSz="7620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1200" b="1" i="1" dirty="0"/>
              <a:t>48 Hrs?</a:t>
            </a:r>
          </a:p>
        </p:txBody>
      </p:sp>
      <p:sp>
        <p:nvSpPr>
          <p:cNvPr id="63" name="Text Box 2087"/>
          <p:cNvSpPr txBox="1">
            <a:spLocks noChangeArrowheads="1"/>
          </p:cNvSpPr>
          <p:nvPr/>
        </p:nvSpPr>
        <p:spPr bwMode="auto">
          <a:xfrm>
            <a:off x="1055380" y="4824445"/>
            <a:ext cx="805477"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eaLnBrk="0" hangingPunct="0">
              <a:defRPr>
                <a:solidFill>
                  <a:schemeClr val="tx1"/>
                </a:solidFill>
                <a:latin typeface="Arial" charset="0"/>
                <a:cs typeface="Arial" charset="0"/>
              </a:defRPr>
            </a:lvl1pPr>
            <a:lvl2pPr marL="742950" indent="-285750" defTabSz="762000" eaLnBrk="0" hangingPunct="0">
              <a:defRPr>
                <a:solidFill>
                  <a:schemeClr val="tx1"/>
                </a:solidFill>
                <a:latin typeface="Arial" charset="0"/>
                <a:cs typeface="Arial" charset="0"/>
              </a:defRPr>
            </a:lvl2pPr>
            <a:lvl3pPr marL="1143000" indent="-228600" defTabSz="762000" eaLnBrk="0" hangingPunct="0">
              <a:defRPr>
                <a:solidFill>
                  <a:schemeClr val="tx1"/>
                </a:solidFill>
                <a:latin typeface="Arial" charset="0"/>
                <a:cs typeface="Arial" charset="0"/>
              </a:defRPr>
            </a:lvl3pPr>
            <a:lvl4pPr marL="1600200" indent="-228600" defTabSz="762000" eaLnBrk="0" hangingPunct="0">
              <a:defRPr>
                <a:solidFill>
                  <a:schemeClr val="tx1"/>
                </a:solidFill>
                <a:latin typeface="Arial" charset="0"/>
                <a:cs typeface="Arial" charset="0"/>
              </a:defRPr>
            </a:lvl4pPr>
            <a:lvl5pPr marL="2057400" indent="-228600" defTabSz="762000" eaLnBrk="0" hangingPunct="0">
              <a:defRPr>
                <a:solidFill>
                  <a:schemeClr val="tx1"/>
                </a:solidFill>
                <a:latin typeface="Arial" charset="0"/>
                <a:cs typeface="Arial" charset="0"/>
              </a:defRPr>
            </a:lvl5pPr>
            <a:lvl6pPr marL="2514600" indent="-228600" defTabSz="762000" eaLnBrk="0" fontAlgn="base" hangingPunct="0">
              <a:spcBef>
                <a:spcPct val="0"/>
              </a:spcBef>
              <a:spcAft>
                <a:spcPct val="0"/>
              </a:spcAft>
              <a:defRPr>
                <a:solidFill>
                  <a:schemeClr val="tx1"/>
                </a:solidFill>
                <a:latin typeface="Arial" charset="0"/>
                <a:cs typeface="Arial" charset="0"/>
              </a:defRPr>
            </a:lvl6pPr>
            <a:lvl7pPr marL="2971800" indent="-228600" defTabSz="762000" eaLnBrk="0" fontAlgn="base" hangingPunct="0">
              <a:spcBef>
                <a:spcPct val="0"/>
              </a:spcBef>
              <a:spcAft>
                <a:spcPct val="0"/>
              </a:spcAft>
              <a:defRPr>
                <a:solidFill>
                  <a:schemeClr val="tx1"/>
                </a:solidFill>
                <a:latin typeface="Arial" charset="0"/>
                <a:cs typeface="Arial" charset="0"/>
              </a:defRPr>
            </a:lvl7pPr>
            <a:lvl8pPr marL="3429000" indent="-228600" defTabSz="762000" eaLnBrk="0" fontAlgn="base" hangingPunct="0">
              <a:spcBef>
                <a:spcPct val="0"/>
              </a:spcBef>
              <a:spcAft>
                <a:spcPct val="0"/>
              </a:spcAft>
              <a:defRPr>
                <a:solidFill>
                  <a:schemeClr val="tx1"/>
                </a:solidFill>
                <a:latin typeface="Arial" charset="0"/>
                <a:cs typeface="Arial" charset="0"/>
              </a:defRPr>
            </a:lvl8pPr>
            <a:lvl9pPr marL="3886200" indent="-228600" defTabSz="762000" eaLnBrk="0" fontAlgn="base" hangingPunct="0">
              <a:spcBef>
                <a:spcPct val="0"/>
              </a:spcBef>
              <a:spcAft>
                <a:spcPct val="0"/>
              </a:spcAft>
              <a:defRPr>
                <a:solidFill>
                  <a:schemeClr val="tx1"/>
                </a:solidFill>
                <a:latin typeface="Arial" charset="0"/>
                <a:cs typeface="Arial" charset="0"/>
              </a:defRPr>
            </a:lvl9pPr>
          </a:lstStyle>
          <a:p>
            <a:pPr eaLnBrk="1" hangingPunct="1"/>
            <a:r>
              <a:rPr lang="en-GB" altLang="en-US" sz="1200" b="1" i="1" dirty="0"/>
              <a:t>1 Week?</a:t>
            </a:r>
          </a:p>
        </p:txBody>
      </p:sp>
      <p:sp>
        <p:nvSpPr>
          <p:cNvPr id="38" name="Down Arrow 37"/>
          <p:cNvSpPr/>
          <p:nvPr/>
        </p:nvSpPr>
        <p:spPr>
          <a:xfrm rot="16200000">
            <a:off x="4282312" y="1803787"/>
            <a:ext cx="332510" cy="1720348"/>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5" name="TextBox 64"/>
          <p:cNvSpPr txBox="1"/>
          <p:nvPr/>
        </p:nvSpPr>
        <p:spPr>
          <a:xfrm>
            <a:off x="1041991" y="4201038"/>
            <a:ext cx="2346433" cy="338554"/>
          </a:xfrm>
          <a:prstGeom prst="rect">
            <a:avLst/>
          </a:prstGeom>
          <a:noFill/>
          <a:ln>
            <a:noFill/>
          </a:ln>
        </p:spPr>
        <p:txBody>
          <a:bodyPr wrap="square" rtlCol="0">
            <a:spAutoFit/>
          </a:bodyPr>
          <a:lstStyle/>
          <a:p>
            <a:r>
              <a:rPr lang="en-GB" altLang="en-US" sz="1600" b="1" dirty="0"/>
              <a:t>Activation</a:t>
            </a:r>
          </a:p>
        </p:txBody>
      </p:sp>
      <p:sp>
        <p:nvSpPr>
          <p:cNvPr id="4" name="Bent-Up Arrow 3"/>
          <p:cNvSpPr/>
          <p:nvPr/>
        </p:nvSpPr>
        <p:spPr>
          <a:xfrm rot="10800000" flipH="1">
            <a:off x="9987723" y="2587112"/>
            <a:ext cx="808074" cy="916491"/>
          </a:xfrm>
          <a:prstGeom prst="bentUpArrow">
            <a:avLst>
              <a:gd name="adj1" fmla="val 19737"/>
              <a:gd name="adj2" fmla="val 25000"/>
              <a:gd name="adj3" fmla="val 23684"/>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6" name="Down Arrow 65"/>
          <p:cNvSpPr/>
          <p:nvPr/>
        </p:nvSpPr>
        <p:spPr>
          <a:xfrm rot="5400000">
            <a:off x="8667647" y="3639122"/>
            <a:ext cx="332510" cy="468377"/>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7" name="Down Arrow 66"/>
          <p:cNvSpPr/>
          <p:nvPr/>
        </p:nvSpPr>
        <p:spPr>
          <a:xfrm rot="5400000">
            <a:off x="6066661" y="3629329"/>
            <a:ext cx="332510" cy="468377"/>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Bent-Up Arrow 68"/>
          <p:cNvSpPr/>
          <p:nvPr/>
        </p:nvSpPr>
        <p:spPr>
          <a:xfrm rot="10800000">
            <a:off x="2158410" y="4604625"/>
            <a:ext cx="1595358" cy="390714"/>
          </a:xfrm>
          <a:prstGeom prst="bentUpArrow">
            <a:avLst>
              <a:gd name="adj1" fmla="val 36863"/>
              <a:gd name="adj2" fmla="val 25000"/>
              <a:gd name="adj3" fmla="val 29866"/>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1" name="Bent-Up Arrow 70"/>
          <p:cNvSpPr/>
          <p:nvPr/>
        </p:nvSpPr>
        <p:spPr>
          <a:xfrm rot="5400000">
            <a:off x="2751613" y="5175057"/>
            <a:ext cx="468560" cy="1595729"/>
          </a:xfrm>
          <a:prstGeom prst="bentUpArrow">
            <a:avLst>
              <a:gd name="adj1" fmla="val 32325"/>
              <a:gd name="adj2" fmla="val 25000"/>
              <a:gd name="adj3" fmla="val 41212"/>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2" name="Down Arrow 71"/>
          <p:cNvSpPr/>
          <p:nvPr/>
        </p:nvSpPr>
        <p:spPr>
          <a:xfrm>
            <a:off x="4719570" y="4201038"/>
            <a:ext cx="332510" cy="315835"/>
          </a:xfrm>
          <a:prstGeom prst="downArrow">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Bent-Up Arrow 4"/>
          <p:cNvSpPr/>
          <p:nvPr/>
        </p:nvSpPr>
        <p:spPr>
          <a:xfrm flipH="1">
            <a:off x="8875050" y="3117180"/>
            <a:ext cx="221553" cy="2253664"/>
          </a:xfrm>
          <a:prstGeom prst="bentUpArrow">
            <a:avLst/>
          </a:prstGeom>
          <a:pattFill prst="pct30">
            <a:fgClr>
              <a:srgbClr val="FF0000"/>
            </a:fgClr>
            <a:bgClr>
              <a:schemeClr val="bg1"/>
            </a:bgClr>
          </a:patt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4" name="Bent-Up Arrow 73"/>
          <p:cNvSpPr/>
          <p:nvPr/>
        </p:nvSpPr>
        <p:spPr>
          <a:xfrm rot="16200000" flipH="1" flipV="1">
            <a:off x="5402480" y="4017564"/>
            <a:ext cx="2036621" cy="201032"/>
          </a:xfrm>
          <a:prstGeom prst="bentUpArrow">
            <a:avLst/>
          </a:prstGeom>
          <a:pattFill prst="pct30">
            <a:fgClr>
              <a:srgbClr val="FF0000"/>
            </a:fgClr>
            <a:bgClr>
              <a:schemeClr val="bg1"/>
            </a:bgClr>
          </a:patt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6" name="Bent-Up Arrow 75"/>
          <p:cNvSpPr/>
          <p:nvPr/>
        </p:nvSpPr>
        <p:spPr>
          <a:xfrm rot="10800000" flipV="1">
            <a:off x="4816549" y="5172799"/>
            <a:ext cx="1704758" cy="259576"/>
          </a:xfrm>
          <a:prstGeom prst="bentUpArrow">
            <a:avLst>
              <a:gd name="adj1" fmla="val 50000"/>
              <a:gd name="adj2" fmla="val 25000"/>
              <a:gd name="adj3" fmla="val 29866"/>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662641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6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7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6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2" grpId="0" animBg="1"/>
      <p:bldP spid="33" grpId="0" animBg="1"/>
      <p:bldP spid="34" grpId="0" animBg="1"/>
      <p:bldP spid="46" grpId="0"/>
      <p:bldP spid="47" grpId="0"/>
      <p:bldP spid="48" grpId="0"/>
      <p:bldP spid="57" grpId="0" animBg="1"/>
      <p:bldP spid="58" grpId="0" animBg="1"/>
      <p:bldP spid="59" grpId="0" animBg="1"/>
      <p:bldP spid="60" grpId="0" animBg="1"/>
      <p:bldP spid="61" grpId="0" animBg="1"/>
      <p:bldP spid="62" grpId="0"/>
      <p:bldP spid="63" grpId="0"/>
      <p:bldP spid="38" grpId="0" animBg="1"/>
      <p:bldP spid="4" grpId="0" animBg="1"/>
      <p:bldP spid="66" grpId="0" animBg="1"/>
      <p:bldP spid="67" grpId="0" animBg="1"/>
      <p:bldP spid="69" grpId="0" animBg="1"/>
      <p:bldP spid="71" grpId="0" animBg="1"/>
      <p:bldP spid="72" grpId="0" animBg="1"/>
      <p:bldP spid="5" grpId="0" animBg="1"/>
      <p:bldP spid="74" grpId="0" animBg="1"/>
      <p:bldP spid="7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860" y="1149510"/>
            <a:ext cx="10372999" cy="1325563"/>
          </a:xfrm>
        </p:spPr>
        <p:txBody>
          <a:bodyPr>
            <a:normAutofit/>
          </a:bodyPr>
          <a:lstStyle/>
          <a:p>
            <a:r>
              <a:rPr lang="en-GB" altLang="en-US" dirty="0"/>
              <a:t>THE DEPLOYMENT PROCESS</a:t>
            </a:r>
            <a:r>
              <a:rPr lang="en-GB" altLang="en-US" sz="3600" b="1" dirty="0"/>
              <a:t/>
            </a:r>
            <a:br>
              <a:rPr lang="en-GB" altLang="en-US" sz="3600" b="1" dirty="0"/>
            </a:br>
            <a:r>
              <a:rPr lang="en-GB" altLang="en-US" sz="2400" dirty="0"/>
              <a:t>Unit Deployment Activities</a:t>
            </a:r>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36</a:t>
            </a:fld>
            <a:endParaRPr lang="en-BE" dirty="0"/>
          </a:p>
        </p:txBody>
      </p:sp>
      <p:pic>
        <p:nvPicPr>
          <p:cNvPr id="5" name="Picture 4"/>
          <p:cNvPicPr>
            <a:picLocks noChangeAspect="1"/>
          </p:cNvPicPr>
          <p:nvPr/>
        </p:nvPicPr>
        <p:blipFill>
          <a:blip r:embed="rId2"/>
          <a:stretch>
            <a:fillRect/>
          </a:stretch>
        </p:blipFill>
        <p:spPr>
          <a:xfrm>
            <a:off x="873284" y="3680379"/>
            <a:ext cx="1635496" cy="752382"/>
          </a:xfrm>
          <a:prstGeom prst="rect">
            <a:avLst/>
          </a:prstGeom>
          <a:ln w="31750">
            <a:solidFill>
              <a:schemeClr val="tx1"/>
            </a:solidFill>
          </a:ln>
        </p:spPr>
      </p:pic>
      <p:pic>
        <p:nvPicPr>
          <p:cNvPr id="6" name="Picture 6" descr="See the source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74615" y="2604143"/>
            <a:ext cx="727270" cy="727270"/>
          </a:xfrm>
          <a:prstGeom prst="rect">
            <a:avLst/>
          </a:prstGeom>
          <a:solidFill>
            <a:schemeClr val="bg1"/>
          </a:solidFill>
        </p:spPr>
      </p:pic>
      <p:pic>
        <p:nvPicPr>
          <p:cNvPr id="7" name="Picture 8" descr="See the source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2975" y="2604143"/>
            <a:ext cx="732207" cy="732207"/>
          </a:xfrm>
          <a:prstGeom prst="rect">
            <a:avLst/>
          </a:prstGeom>
          <a:solidFill>
            <a:schemeClr val="bg1"/>
          </a:solidFill>
        </p:spPr>
      </p:pic>
      <p:pic>
        <p:nvPicPr>
          <p:cNvPr id="8" name="Picture 7"/>
          <p:cNvPicPr>
            <a:picLocks noChangeAspect="1"/>
          </p:cNvPicPr>
          <p:nvPr/>
        </p:nvPicPr>
        <p:blipFill>
          <a:blip r:embed="rId5"/>
          <a:stretch>
            <a:fillRect/>
          </a:stretch>
        </p:blipFill>
        <p:spPr>
          <a:xfrm>
            <a:off x="3425638" y="5471947"/>
            <a:ext cx="732207" cy="727270"/>
          </a:xfrm>
          <a:prstGeom prst="rect">
            <a:avLst/>
          </a:prstGeom>
          <a:ln w="31750">
            <a:solidFill>
              <a:schemeClr val="tx1"/>
            </a:solidFill>
          </a:ln>
        </p:spPr>
      </p:pic>
      <p:pic>
        <p:nvPicPr>
          <p:cNvPr id="10" name="Picture 9"/>
          <p:cNvPicPr>
            <a:picLocks noChangeAspect="1"/>
          </p:cNvPicPr>
          <p:nvPr/>
        </p:nvPicPr>
        <p:blipFill>
          <a:blip r:embed="rId6"/>
          <a:stretch>
            <a:fillRect/>
          </a:stretch>
        </p:blipFill>
        <p:spPr>
          <a:xfrm>
            <a:off x="8093704" y="2594053"/>
            <a:ext cx="751673" cy="727270"/>
          </a:xfrm>
          <a:prstGeom prst="rect">
            <a:avLst/>
          </a:prstGeom>
          <a:ln w="31750">
            <a:solidFill>
              <a:schemeClr val="tx1"/>
            </a:solidFill>
          </a:ln>
        </p:spPr>
      </p:pic>
      <p:pic>
        <p:nvPicPr>
          <p:cNvPr id="13" name="Picture 12"/>
          <p:cNvPicPr>
            <a:picLocks noChangeAspect="1"/>
          </p:cNvPicPr>
          <p:nvPr/>
        </p:nvPicPr>
        <p:blipFill>
          <a:blip r:embed="rId7"/>
          <a:stretch>
            <a:fillRect/>
          </a:stretch>
        </p:blipFill>
        <p:spPr>
          <a:xfrm>
            <a:off x="8093285" y="3804927"/>
            <a:ext cx="752092" cy="727270"/>
          </a:xfrm>
          <a:prstGeom prst="rect">
            <a:avLst/>
          </a:prstGeom>
          <a:ln w="31750">
            <a:solidFill>
              <a:schemeClr val="tx1"/>
            </a:solidFill>
          </a:ln>
        </p:spPr>
      </p:pic>
      <p:pic>
        <p:nvPicPr>
          <p:cNvPr id="14" name="Picture 13"/>
          <p:cNvPicPr>
            <a:picLocks noChangeAspect="1"/>
          </p:cNvPicPr>
          <p:nvPr/>
        </p:nvPicPr>
        <p:blipFill>
          <a:blip r:embed="rId8"/>
          <a:stretch>
            <a:fillRect/>
          </a:stretch>
        </p:blipFill>
        <p:spPr>
          <a:xfrm>
            <a:off x="8085948" y="5471947"/>
            <a:ext cx="760126" cy="727270"/>
          </a:xfrm>
          <a:prstGeom prst="rect">
            <a:avLst/>
          </a:prstGeom>
          <a:ln w="31750">
            <a:solidFill>
              <a:schemeClr val="tx1"/>
            </a:solidFill>
          </a:ln>
        </p:spPr>
      </p:pic>
      <p:pic>
        <p:nvPicPr>
          <p:cNvPr id="15" name="Picture 14"/>
          <p:cNvPicPr>
            <a:picLocks noChangeAspect="1"/>
          </p:cNvPicPr>
          <p:nvPr/>
        </p:nvPicPr>
        <p:blipFill>
          <a:blip r:embed="rId9"/>
          <a:stretch>
            <a:fillRect/>
          </a:stretch>
        </p:blipFill>
        <p:spPr>
          <a:xfrm>
            <a:off x="10159786" y="3804927"/>
            <a:ext cx="727271" cy="727271"/>
          </a:xfrm>
          <a:prstGeom prst="rect">
            <a:avLst/>
          </a:prstGeom>
          <a:ln w="31750">
            <a:solidFill>
              <a:schemeClr val="tx1"/>
            </a:solidFill>
          </a:ln>
        </p:spPr>
      </p:pic>
      <p:pic>
        <p:nvPicPr>
          <p:cNvPr id="16" name="Picture 15"/>
          <p:cNvPicPr>
            <a:picLocks noChangeAspect="1"/>
          </p:cNvPicPr>
          <p:nvPr/>
        </p:nvPicPr>
        <p:blipFill>
          <a:blip r:embed="rId10"/>
          <a:stretch>
            <a:fillRect/>
          </a:stretch>
        </p:blipFill>
        <p:spPr>
          <a:xfrm flipH="1">
            <a:off x="5767278" y="5471947"/>
            <a:ext cx="727270" cy="727270"/>
          </a:xfrm>
          <a:prstGeom prst="rect">
            <a:avLst/>
          </a:prstGeom>
        </p:spPr>
      </p:pic>
      <p:sp>
        <p:nvSpPr>
          <p:cNvPr id="2" name="Bent-Up Arrow 1"/>
          <p:cNvSpPr/>
          <p:nvPr/>
        </p:nvSpPr>
        <p:spPr>
          <a:xfrm rot="16200000" flipV="1">
            <a:off x="1770653" y="1984265"/>
            <a:ext cx="924160" cy="2239896"/>
          </a:xfrm>
          <a:prstGeom prst="bentUpArrow">
            <a:avLst>
              <a:gd name="adj1" fmla="val 15059"/>
              <a:gd name="adj2" fmla="val 17764"/>
              <a:gd name="adj3" fmla="val 2840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Bent-Up Arrow 19"/>
          <p:cNvSpPr/>
          <p:nvPr/>
        </p:nvSpPr>
        <p:spPr>
          <a:xfrm rot="16200000" flipV="1">
            <a:off x="2451721" y="2665336"/>
            <a:ext cx="515374" cy="1286540"/>
          </a:xfrm>
          <a:prstGeom prst="bentUpArrow">
            <a:avLst>
              <a:gd name="adj1" fmla="val 27437"/>
              <a:gd name="adj2" fmla="val 30142"/>
              <a:gd name="adj3"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2" name="Picture 21"/>
          <p:cNvPicPr>
            <a:picLocks noChangeAspect="1"/>
          </p:cNvPicPr>
          <p:nvPr/>
        </p:nvPicPr>
        <p:blipFill>
          <a:blip r:embed="rId11"/>
          <a:stretch>
            <a:fillRect/>
          </a:stretch>
        </p:blipFill>
        <p:spPr>
          <a:xfrm>
            <a:off x="2520028" y="3298016"/>
            <a:ext cx="449855" cy="185234"/>
          </a:xfrm>
          <a:prstGeom prst="rect">
            <a:avLst/>
          </a:prstGeom>
        </p:spPr>
      </p:pic>
      <p:pic>
        <p:nvPicPr>
          <p:cNvPr id="1026"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1893712" y="2903237"/>
            <a:ext cx="535389" cy="181276"/>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p:cNvSpPr/>
          <p:nvPr/>
        </p:nvSpPr>
        <p:spPr>
          <a:xfrm>
            <a:off x="4245475" y="2652820"/>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Right Arrow 24"/>
          <p:cNvSpPr/>
          <p:nvPr/>
        </p:nvSpPr>
        <p:spPr>
          <a:xfrm>
            <a:off x="4245475" y="3037775"/>
            <a:ext cx="1448847"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0" name="Picture 6" descr="See the source imag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flipH="1">
            <a:off x="4527357" y="3287582"/>
            <a:ext cx="759115" cy="25638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See the source image"/>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flipH="1">
            <a:off x="4590340" y="2861233"/>
            <a:ext cx="633151" cy="240466"/>
          </a:xfrm>
          <a:prstGeom prst="rect">
            <a:avLst/>
          </a:prstGeom>
          <a:noFill/>
          <a:extLst>
            <a:ext uri="{909E8E84-426E-40DD-AFC4-6F175D3DCCD1}">
              <a14:hiddenFill xmlns:a14="http://schemas.microsoft.com/office/drawing/2010/main">
                <a:solidFill>
                  <a:srgbClr val="FFFFFF"/>
                </a:solidFill>
              </a14:hiddenFill>
            </a:ext>
          </a:extLst>
        </p:spPr>
      </p:pic>
      <p:sp>
        <p:nvSpPr>
          <p:cNvPr id="40" name="Right Arrow 39"/>
          <p:cNvSpPr/>
          <p:nvPr/>
        </p:nvSpPr>
        <p:spPr>
          <a:xfrm>
            <a:off x="6573371" y="2655968"/>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Right Arrow 40"/>
          <p:cNvSpPr/>
          <p:nvPr/>
        </p:nvSpPr>
        <p:spPr>
          <a:xfrm>
            <a:off x="6582178" y="3037775"/>
            <a:ext cx="1448847"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2"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6956406" y="2906563"/>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p:cNvPicPr>
            <a:picLocks noChangeAspect="1"/>
          </p:cNvPicPr>
          <p:nvPr/>
        </p:nvPicPr>
        <p:blipFill>
          <a:blip r:embed="rId11"/>
          <a:stretch>
            <a:fillRect/>
          </a:stretch>
        </p:blipFill>
        <p:spPr>
          <a:xfrm>
            <a:off x="7041940" y="3266648"/>
            <a:ext cx="449855" cy="185234"/>
          </a:xfrm>
          <a:prstGeom prst="rect">
            <a:avLst/>
          </a:prstGeom>
        </p:spPr>
      </p:pic>
      <p:sp>
        <p:nvSpPr>
          <p:cNvPr id="44" name="Bent-Up Arrow 43"/>
          <p:cNvSpPr/>
          <p:nvPr/>
        </p:nvSpPr>
        <p:spPr>
          <a:xfrm flipV="1">
            <a:off x="8916863" y="2744013"/>
            <a:ext cx="1987965" cy="989953"/>
          </a:xfrm>
          <a:prstGeom prst="bentUpArrow">
            <a:avLst>
              <a:gd name="adj1" fmla="val 11837"/>
              <a:gd name="adj2" fmla="val 17764"/>
              <a:gd name="adj3" fmla="val 2303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Bent-Up Arrow 44"/>
          <p:cNvSpPr/>
          <p:nvPr/>
        </p:nvSpPr>
        <p:spPr>
          <a:xfrm flipV="1">
            <a:off x="8908055" y="3120288"/>
            <a:ext cx="1529141" cy="613677"/>
          </a:xfrm>
          <a:prstGeom prst="bentUpArrow">
            <a:avLst>
              <a:gd name="adj1" fmla="val 22239"/>
              <a:gd name="adj2" fmla="val 30142"/>
              <a:gd name="adj3" fmla="val 3613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6"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9325202" y="2906374"/>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p:cNvPicPr>
            <a:picLocks noChangeAspect="1"/>
          </p:cNvPicPr>
          <p:nvPr/>
        </p:nvPicPr>
        <p:blipFill>
          <a:blip r:embed="rId11"/>
          <a:stretch>
            <a:fillRect/>
          </a:stretch>
        </p:blipFill>
        <p:spPr>
          <a:xfrm>
            <a:off x="9382670" y="3275789"/>
            <a:ext cx="449855" cy="185234"/>
          </a:xfrm>
          <a:prstGeom prst="rect">
            <a:avLst/>
          </a:prstGeom>
        </p:spPr>
      </p:pic>
      <p:sp>
        <p:nvSpPr>
          <p:cNvPr id="48" name="Right Arrow 47"/>
          <p:cNvSpPr/>
          <p:nvPr/>
        </p:nvSpPr>
        <p:spPr>
          <a:xfrm rot="5400000">
            <a:off x="8119795" y="3424056"/>
            <a:ext cx="359747" cy="260071"/>
          </a:xfrm>
          <a:prstGeom prst="rightArrow">
            <a:avLst>
              <a:gd name="adj1" fmla="val 50000"/>
              <a:gd name="adj2" fmla="val 377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Right Arrow 48"/>
          <p:cNvSpPr/>
          <p:nvPr/>
        </p:nvSpPr>
        <p:spPr>
          <a:xfrm rot="5400000">
            <a:off x="8432368" y="3429718"/>
            <a:ext cx="359747" cy="260071"/>
          </a:xfrm>
          <a:prstGeom prst="rightArrow">
            <a:avLst>
              <a:gd name="adj1" fmla="val 50000"/>
              <a:gd name="adj2" fmla="val 3773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0"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8794779" y="3453113"/>
            <a:ext cx="535389" cy="181276"/>
          </a:xfrm>
          <a:prstGeom prst="rect">
            <a:avLst/>
          </a:prstGeom>
          <a:noFill/>
          <a:extLst>
            <a:ext uri="{909E8E84-426E-40DD-AFC4-6F175D3DCCD1}">
              <a14:hiddenFill xmlns:a14="http://schemas.microsoft.com/office/drawing/2010/main">
                <a:solidFill>
                  <a:srgbClr val="FFFFFF"/>
                </a:solidFill>
              </a14:hiddenFill>
            </a:ext>
          </a:extLst>
        </p:spPr>
      </p:pic>
      <p:sp>
        <p:nvSpPr>
          <p:cNvPr id="51" name="Bent-Up Arrow 50"/>
          <p:cNvSpPr/>
          <p:nvPr/>
        </p:nvSpPr>
        <p:spPr>
          <a:xfrm>
            <a:off x="8909526" y="5059305"/>
            <a:ext cx="1529141" cy="629703"/>
          </a:xfrm>
          <a:prstGeom prst="bentUpArrow">
            <a:avLst>
              <a:gd name="adj1" fmla="val 22239"/>
              <a:gd name="adj2" fmla="val 30142"/>
              <a:gd name="adj3" fmla="val 3613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2" name="Bent-Up Arrow 51"/>
          <p:cNvSpPr/>
          <p:nvPr/>
        </p:nvSpPr>
        <p:spPr>
          <a:xfrm>
            <a:off x="8909526" y="5055716"/>
            <a:ext cx="1987965" cy="1022313"/>
          </a:xfrm>
          <a:prstGeom prst="bentUpArrow">
            <a:avLst>
              <a:gd name="adj1" fmla="val 11837"/>
              <a:gd name="adj2" fmla="val 17764"/>
              <a:gd name="adj3" fmla="val 2303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3" name="Picture 52"/>
          <p:cNvPicPr>
            <a:picLocks noChangeAspect="1"/>
          </p:cNvPicPr>
          <p:nvPr/>
        </p:nvPicPr>
        <p:blipFill>
          <a:blip r:embed="rId11"/>
          <a:stretch>
            <a:fillRect/>
          </a:stretch>
        </p:blipFill>
        <p:spPr>
          <a:xfrm>
            <a:off x="9322831" y="5324127"/>
            <a:ext cx="449855" cy="185234"/>
          </a:xfrm>
          <a:prstGeom prst="rect">
            <a:avLst/>
          </a:prstGeom>
        </p:spPr>
      </p:pic>
      <p:pic>
        <p:nvPicPr>
          <p:cNvPr id="54"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9317866" y="5753578"/>
            <a:ext cx="535389" cy="181276"/>
          </a:xfrm>
          <a:prstGeom prst="rect">
            <a:avLst/>
          </a:prstGeom>
          <a:noFill/>
          <a:extLst>
            <a:ext uri="{909E8E84-426E-40DD-AFC4-6F175D3DCCD1}">
              <a14:hiddenFill xmlns:a14="http://schemas.microsoft.com/office/drawing/2010/main">
                <a:solidFill>
                  <a:srgbClr val="FFFFFF"/>
                </a:solidFill>
              </a14:hiddenFill>
            </a:ext>
          </a:extLst>
        </p:spPr>
      </p:pic>
      <p:sp>
        <p:nvSpPr>
          <p:cNvPr id="55" name="Right Arrow 54"/>
          <p:cNvSpPr/>
          <p:nvPr/>
        </p:nvSpPr>
        <p:spPr>
          <a:xfrm>
            <a:off x="6558000" y="5874893"/>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6" name="Right Arrow 55"/>
          <p:cNvSpPr/>
          <p:nvPr/>
        </p:nvSpPr>
        <p:spPr>
          <a:xfrm>
            <a:off x="6566034" y="5471947"/>
            <a:ext cx="1448847"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7"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6612231" y="5756460"/>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See the source image"/>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flipH="1">
            <a:off x="7202448" y="5744943"/>
            <a:ext cx="452887" cy="181277"/>
          </a:xfrm>
          <a:prstGeom prst="rect">
            <a:avLst/>
          </a:prstGeom>
          <a:noFill/>
          <a:extLst>
            <a:ext uri="{909E8E84-426E-40DD-AFC4-6F175D3DCCD1}">
              <a14:hiddenFill xmlns:a14="http://schemas.microsoft.com/office/drawing/2010/main">
                <a:solidFill>
                  <a:srgbClr val="FFFFFF"/>
                </a:solidFill>
              </a14:hiddenFill>
            </a:ext>
          </a:extLst>
        </p:spPr>
      </p:pic>
      <p:sp>
        <p:nvSpPr>
          <p:cNvPr id="62" name="Bent-Up Arrow 61"/>
          <p:cNvSpPr/>
          <p:nvPr/>
        </p:nvSpPr>
        <p:spPr>
          <a:xfrm rot="16200000" flipH="1" flipV="1">
            <a:off x="1546239" y="4519153"/>
            <a:ext cx="1301514" cy="2239896"/>
          </a:xfrm>
          <a:prstGeom prst="bentUpArrow">
            <a:avLst>
              <a:gd name="adj1" fmla="val 12360"/>
              <a:gd name="adj2" fmla="val 17764"/>
              <a:gd name="adj3" fmla="val 17994"/>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Left-Up Arrow 26"/>
          <p:cNvSpPr/>
          <p:nvPr/>
        </p:nvSpPr>
        <p:spPr>
          <a:xfrm rot="5400000">
            <a:off x="2221229" y="4682389"/>
            <a:ext cx="739117" cy="1408825"/>
          </a:xfrm>
          <a:prstGeom prst="leftUpArrow">
            <a:avLst>
              <a:gd name="adj1" fmla="val 16694"/>
              <a:gd name="adj2" fmla="val 25000"/>
              <a:gd name="adj3" fmla="val 29153"/>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4" name="Picture 63"/>
          <p:cNvPicPr>
            <a:picLocks noChangeAspect="1"/>
          </p:cNvPicPr>
          <p:nvPr/>
        </p:nvPicPr>
        <p:blipFill>
          <a:blip r:embed="rId11"/>
          <a:stretch>
            <a:fillRect/>
          </a:stretch>
        </p:blipFill>
        <p:spPr>
          <a:xfrm flipH="1">
            <a:off x="2501443" y="5270444"/>
            <a:ext cx="449855" cy="185234"/>
          </a:xfrm>
          <a:prstGeom prst="rect">
            <a:avLst/>
          </a:prstGeom>
        </p:spPr>
      </p:pic>
      <p:pic>
        <p:nvPicPr>
          <p:cNvPr id="65"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1599964" y="5760052"/>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8" descr="See the source image"/>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flipH="1">
            <a:off x="2206417" y="5760051"/>
            <a:ext cx="452887" cy="181277"/>
          </a:xfrm>
          <a:prstGeom prst="rect">
            <a:avLst/>
          </a:prstGeom>
          <a:noFill/>
          <a:extLst>
            <a:ext uri="{909E8E84-426E-40DD-AFC4-6F175D3DCCD1}">
              <a14:hiddenFill xmlns:a14="http://schemas.microsoft.com/office/drawing/2010/main">
                <a:solidFill>
                  <a:srgbClr val="FFFFFF"/>
                </a:solidFill>
              </a14:hiddenFill>
            </a:ext>
          </a:extLst>
        </p:spPr>
      </p:pic>
      <p:sp>
        <p:nvSpPr>
          <p:cNvPr id="67" name="Right Arrow 66"/>
          <p:cNvSpPr/>
          <p:nvPr/>
        </p:nvSpPr>
        <p:spPr>
          <a:xfrm rot="2434933">
            <a:off x="5802065" y="4216045"/>
            <a:ext cx="2954250"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8" name="Right Arrow 67"/>
          <p:cNvSpPr/>
          <p:nvPr/>
        </p:nvSpPr>
        <p:spPr>
          <a:xfrm rot="5400000">
            <a:off x="5169209" y="4192074"/>
            <a:ext cx="1956151"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Right Arrow 68"/>
          <p:cNvSpPr/>
          <p:nvPr/>
        </p:nvSpPr>
        <p:spPr>
          <a:xfrm rot="1417288">
            <a:off x="6105471" y="3669044"/>
            <a:ext cx="2011556"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0" name="Picture 69"/>
          <p:cNvPicPr>
            <a:picLocks noChangeAspect="1"/>
          </p:cNvPicPr>
          <p:nvPr/>
        </p:nvPicPr>
        <p:blipFill>
          <a:blip r:embed="rId11"/>
          <a:stretch>
            <a:fillRect/>
          </a:stretch>
        </p:blipFill>
        <p:spPr>
          <a:xfrm>
            <a:off x="5936926" y="3306612"/>
            <a:ext cx="449855" cy="185234"/>
          </a:xfrm>
          <a:prstGeom prst="rect">
            <a:avLst/>
          </a:prstGeom>
        </p:spPr>
      </p:pic>
      <p:pic>
        <p:nvPicPr>
          <p:cNvPr id="29" name="Picture 28"/>
          <p:cNvPicPr>
            <a:picLocks noChangeAspect="1"/>
          </p:cNvPicPr>
          <p:nvPr/>
        </p:nvPicPr>
        <p:blipFill>
          <a:blip r:embed="rId16"/>
          <a:stretch>
            <a:fillRect/>
          </a:stretch>
        </p:blipFill>
        <p:spPr>
          <a:xfrm>
            <a:off x="4353740" y="5617496"/>
            <a:ext cx="1022672" cy="399481"/>
          </a:xfrm>
          <a:prstGeom prst="rect">
            <a:avLst/>
          </a:prstGeom>
        </p:spPr>
      </p:pic>
      <p:sp>
        <p:nvSpPr>
          <p:cNvPr id="59" name="Right Arrow 58"/>
          <p:cNvSpPr/>
          <p:nvPr/>
        </p:nvSpPr>
        <p:spPr>
          <a:xfrm>
            <a:off x="4259688" y="5892057"/>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3" name="TextBox 62"/>
          <p:cNvSpPr txBox="1"/>
          <p:nvPr/>
        </p:nvSpPr>
        <p:spPr>
          <a:xfrm>
            <a:off x="9720944" y="2197298"/>
            <a:ext cx="1011215" cy="400110"/>
          </a:xfrm>
          <a:prstGeom prst="rect">
            <a:avLst/>
          </a:prstGeom>
          <a:noFill/>
          <a:ln>
            <a:solidFill>
              <a:schemeClr val="bg1"/>
            </a:solidFill>
          </a:ln>
        </p:spPr>
        <p:txBody>
          <a:bodyPr wrap="square" rtlCol="0">
            <a:spAutoFit/>
          </a:bodyPr>
          <a:lstStyle/>
          <a:p>
            <a:r>
              <a:rPr lang="en-GB" sz="1000" dirty="0">
                <a:solidFill>
                  <a:schemeClr val="bg1"/>
                </a:solidFill>
              </a:rPr>
              <a:t>Cargo </a:t>
            </a:r>
          </a:p>
          <a:p>
            <a:r>
              <a:rPr lang="en-GB" sz="1000" dirty="0">
                <a:solidFill>
                  <a:schemeClr val="bg1"/>
                </a:solidFill>
              </a:rPr>
              <a:t>Personnel</a:t>
            </a:r>
          </a:p>
        </p:txBody>
      </p:sp>
      <p:sp>
        <p:nvSpPr>
          <p:cNvPr id="71" name="Right Arrow 70"/>
          <p:cNvSpPr/>
          <p:nvPr/>
        </p:nvSpPr>
        <p:spPr>
          <a:xfrm>
            <a:off x="10428239" y="2273001"/>
            <a:ext cx="244247" cy="93393"/>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0" dirty="0">
              <a:solidFill>
                <a:schemeClr val="bg1"/>
              </a:solidFill>
            </a:endParaRPr>
          </a:p>
        </p:txBody>
      </p:sp>
      <p:sp>
        <p:nvSpPr>
          <p:cNvPr id="72" name="Right Arrow 71"/>
          <p:cNvSpPr/>
          <p:nvPr/>
        </p:nvSpPr>
        <p:spPr>
          <a:xfrm>
            <a:off x="10434430" y="2435590"/>
            <a:ext cx="238056" cy="8333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0" dirty="0">
              <a:solidFill>
                <a:schemeClr val="bg1"/>
              </a:solidFill>
            </a:endParaRPr>
          </a:p>
        </p:txBody>
      </p:sp>
      <p:sp>
        <p:nvSpPr>
          <p:cNvPr id="3" name="Rectangle 2"/>
          <p:cNvSpPr/>
          <p:nvPr/>
        </p:nvSpPr>
        <p:spPr>
          <a:xfrm>
            <a:off x="929054" y="4429568"/>
            <a:ext cx="1590974" cy="461665"/>
          </a:xfrm>
          <a:prstGeom prst="rect">
            <a:avLst/>
          </a:prstGeom>
        </p:spPr>
        <p:txBody>
          <a:bodyPr wrap="square">
            <a:spAutoFit/>
          </a:bodyPr>
          <a:lstStyle/>
          <a:p>
            <a:pPr algn="ctr"/>
            <a:r>
              <a:rPr lang="en-GB" sz="1200" b="1" dirty="0">
                <a:solidFill>
                  <a:schemeClr val="bg1"/>
                </a:solidFill>
              </a:rPr>
              <a:t>Homebase or</a:t>
            </a:r>
          </a:p>
          <a:p>
            <a:pPr algn="ctr"/>
            <a:r>
              <a:rPr lang="en-GB" sz="1200" b="1" dirty="0">
                <a:solidFill>
                  <a:schemeClr val="bg1"/>
                </a:solidFill>
              </a:rPr>
              <a:t>Mobilization Stations</a:t>
            </a:r>
          </a:p>
        </p:txBody>
      </p:sp>
      <p:sp>
        <p:nvSpPr>
          <p:cNvPr id="17" name="Rectangle 16"/>
          <p:cNvSpPr/>
          <p:nvPr/>
        </p:nvSpPr>
        <p:spPr>
          <a:xfrm>
            <a:off x="9823485" y="4572465"/>
            <a:ext cx="1393322" cy="461665"/>
          </a:xfrm>
          <a:prstGeom prst="rect">
            <a:avLst/>
          </a:prstGeom>
        </p:spPr>
        <p:txBody>
          <a:bodyPr wrap="square">
            <a:spAutoFit/>
          </a:bodyPr>
          <a:lstStyle/>
          <a:p>
            <a:pPr algn="ctr"/>
            <a:r>
              <a:rPr lang="en-GB" sz="1200" b="1" dirty="0">
                <a:solidFill>
                  <a:schemeClr val="bg1"/>
                </a:solidFill>
              </a:rPr>
              <a:t>Final Destination</a:t>
            </a:r>
          </a:p>
          <a:p>
            <a:pPr algn="ctr"/>
            <a:r>
              <a:rPr lang="en-GB" sz="1200" b="1" dirty="0">
                <a:solidFill>
                  <a:schemeClr val="bg1"/>
                </a:solidFill>
              </a:rPr>
              <a:t>(Assembly Area)</a:t>
            </a:r>
          </a:p>
        </p:txBody>
      </p:sp>
      <p:sp>
        <p:nvSpPr>
          <p:cNvPr id="74" name="TextBox 73"/>
          <p:cNvSpPr txBox="1"/>
          <p:nvPr/>
        </p:nvSpPr>
        <p:spPr>
          <a:xfrm>
            <a:off x="3407393" y="2417424"/>
            <a:ext cx="767121" cy="276999"/>
          </a:xfrm>
          <a:prstGeom prst="rect">
            <a:avLst/>
          </a:prstGeom>
          <a:noFill/>
        </p:spPr>
        <p:txBody>
          <a:bodyPr wrap="square" rtlCol="0">
            <a:spAutoFit/>
          </a:bodyPr>
          <a:lstStyle/>
          <a:p>
            <a:pPr algn="ctr"/>
            <a:r>
              <a:rPr lang="en-GB" sz="1200" b="1" dirty="0">
                <a:solidFill>
                  <a:schemeClr val="bg1"/>
                </a:solidFill>
              </a:rPr>
              <a:t>APOE</a:t>
            </a:r>
          </a:p>
        </p:txBody>
      </p:sp>
      <p:sp>
        <p:nvSpPr>
          <p:cNvPr id="75" name="TextBox 74"/>
          <p:cNvSpPr txBox="1"/>
          <p:nvPr/>
        </p:nvSpPr>
        <p:spPr>
          <a:xfrm>
            <a:off x="5747352" y="2421758"/>
            <a:ext cx="767121" cy="276999"/>
          </a:xfrm>
          <a:prstGeom prst="rect">
            <a:avLst/>
          </a:prstGeom>
          <a:noFill/>
        </p:spPr>
        <p:txBody>
          <a:bodyPr wrap="square" rtlCol="0">
            <a:spAutoFit/>
          </a:bodyPr>
          <a:lstStyle/>
          <a:p>
            <a:pPr algn="ctr"/>
            <a:r>
              <a:rPr lang="en-GB" sz="1200" b="1" dirty="0">
                <a:solidFill>
                  <a:schemeClr val="bg1"/>
                </a:solidFill>
              </a:rPr>
              <a:t>APOD</a:t>
            </a:r>
          </a:p>
        </p:txBody>
      </p:sp>
      <p:sp>
        <p:nvSpPr>
          <p:cNvPr id="76" name="TextBox 75"/>
          <p:cNvSpPr txBox="1"/>
          <p:nvPr/>
        </p:nvSpPr>
        <p:spPr>
          <a:xfrm>
            <a:off x="7886593" y="2177349"/>
            <a:ext cx="1158835" cy="461665"/>
          </a:xfrm>
          <a:prstGeom prst="rect">
            <a:avLst/>
          </a:prstGeom>
          <a:noFill/>
        </p:spPr>
        <p:txBody>
          <a:bodyPr wrap="square" rtlCol="0">
            <a:spAutoFit/>
          </a:bodyPr>
          <a:lstStyle/>
          <a:p>
            <a:pPr algn="ctr"/>
            <a:r>
              <a:rPr lang="en-GB" sz="1200" b="1" dirty="0">
                <a:solidFill>
                  <a:schemeClr val="bg1"/>
                </a:solidFill>
              </a:rPr>
              <a:t>Marshalling</a:t>
            </a:r>
          </a:p>
          <a:p>
            <a:pPr algn="ctr"/>
            <a:r>
              <a:rPr lang="en-GB" sz="1200" b="1" dirty="0">
                <a:solidFill>
                  <a:schemeClr val="bg1"/>
                </a:solidFill>
              </a:rPr>
              <a:t> Area</a:t>
            </a:r>
          </a:p>
        </p:txBody>
      </p:sp>
      <p:sp>
        <p:nvSpPr>
          <p:cNvPr id="78" name="TextBox 77"/>
          <p:cNvSpPr txBox="1"/>
          <p:nvPr/>
        </p:nvSpPr>
        <p:spPr>
          <a:xfrm>
            <a:off x="3401727" y="6144066"/>
            <a:ext cx="767121" cy="276999"/>
          </a:xfrm>
          <a:prstGeom prst="rect">
            <a:avLst/>
          </a:prstGeom>
          <a:noFill/>
        </p:spPr>
        <p:txBody>
          <a:bodyPr wrap="square" rtlCol="0">
            <a:spAutoFit/>
          </a:bodyPr>
          <a:lstStyle/>
          <a:p>
            <a:pPr algn="ctr"/>
            <a:r>
              <a:rPr lang="en-GB" sz="1200" b="1" dirty="0">
                <a:solidFill>
                  <a:schemeClr val="bg1"/>
                </a:solidFill>
              </a:rPr>
              <a:t>SPOE</a:t>
            </a:r>
          </a:p>
        </p:txBody>
      </p:sp>
      <p:sp>
        <p:nvSpPr>
          <p:cNvPr id="79" name="TextBox 78"/>
          <p:cNvSpPr txBox="1"/>
          <p:nvPr/>
        </p:nvSpPr>
        <p:spPr>
          <a:xfrm>
            <a:off x="5739929" y="6115174"/>
            <a:ext cx="767121" cy="276999"/>
          </a:xfrm>
          <a:prstGeom prst="rect">
            <a:avLst/>
          </a:prstGeom>
          <a:noFill/>
        </p:spPr>
        <p:txBody>
          <a:bodyPr wrap="square" rtlCol="0">
            <a:spAutoFit/>
          </a:bodyPr>
          <a:lstStyle/>
          <a:p>
            <a:pPr algn="ctr"/>
            <a:r>
              <a:rPr lang="en-GB" sz="1200" b="1" dirty="0">
                <a:solidFill>
                  <a:schemeClr val="bg1"/>
                </a:solidFill>
              </a:rPr>
              <a:t>SPOD</a:t>
            </a:r>
          </a:p>
        </p:txBody>
      </p:sp>
      <p:sp>
        <p:nvSpPr>
          <p:cNvPr id="80" name="TextBox 79"/>
          <p:cNvSpPr txBox="1"/>
          <p:nvPr/>
        </p:nvSpPr>
        <p:spPr>
          <a:xfrm>
            <a:off x="7900383" y="6151358"/>
            <a:ext cx="1137633" cy="276999"/>
          </a:xfrm>
          <a:prstGeom prst="rect">
            <a:avLst/>
          </a:prstGeom>
          <a:noFill/>
        </p:spPr>
        <p:txBody>
          <a:bodyPr wrap="square" rtlCol="0">
            <a:spAutoFit/>
          </a:bodyPr>
          <a:lstStyle/>
          <a:p>
            <a:pPr algn="ctr"/>
            <a:r>
              <a:rPr lang="en-GB" sz="1200" b="1" dirty="0">
                <a:solidFill>
                  <a:schemeClr val="bg1"/>
                </a:solidFill>
              </a:rPr>
              <a:t>Staging Area</a:t>
            </a:r>
          </a:p>
        </p:txBody>
      </p:sp>
      <p:sp>
        <p:nvSpPr>
          <p:cNvPr id="81" name="TextBox 80"/>
          <p:cNvSpPr txBox="1"/>
          <p:nvPr/>
        </p:nvSpPr>
        <p:spPr>
          <a:xfrm>
            <a:off x="7900383" y="4501222"/>
            <a:ext cx="1158835" cy="276999"/>
          </a:xfrm>
          <a:prstGeom prst="rect">
            <a:avLst/>
          </a:prstGeom>
          <a:noFill/>
        </p:spPr>
        <p:txBody>
          <a:bodyPr wrap="square" rtlCol="0">
            <a:spAutoFit/>
          </a:bodyPr>
          <a:lstStyle/>
          <a:p>
            <a:pPr algn="ctr"/>
            <a:r>
              <a:rPr lang="en-GB" sz="1200" b="1" dirty="0">
                <a:solidFill>
                  <a:schemeClr val="bg1"/>
                </a:solidFill>
              </a:rPr>
              <a:t>Storage Site</a:t>
            </a:r>
          </a:p>
        </p:txBody>
      </p:sp>
    </p:spTree>
    <p:extLst>
      <p:ext uri="{BB962C8B-B14F-4D97-AF65-F5344CB8AC3E}">
        <p14:creationId xmlns:p14="http://schemas.microsoft.com/office/powerpoint/2010/main" val="2028809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2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0"/>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10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04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41"/>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4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0"/>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6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56"/>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1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10"/>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7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81"/>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80"/>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40"/>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42"/>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55"/>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57"/>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052"/>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48"/>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5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46"/>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44"/>
                                        </p:tgtEl>
                                        <p:attrNameLst>
                                          <p:attrName>style.visibility</p:attrName>
                                        </p:attrNameLst>
                                      </p:cBhvr>
                                      <p:to>
                                        <p:strVal val="visible"/>
                                      </p:to>
                                    </p:set>
                                  </p:childTnLst>
                                </p:cTn>
                              </p:par>
                              <p:par>
                                <p:cTn id="131" presetID="1" presetClass="entr" presetSubtype="0" fill="hold" grpId="0" nodeType="withEffect">
                                  <p:stCondLst>
                                    <p:cond delay="0"/>
                                  </p:stCondLst>
                                  <p:childTnLst>
                                    <p:set>
                                      <p:cBhvr>
                                        <p:cTn id="132" dur="1" fill="hold">
                                          <p:stCondLst>
                                            <p:cond delay="0"/>
                                          </p:stCondLst>
                                        </p:cTn>
                                        <p:tgtEl>
                                          <p:spTgt spid="45"/>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47"/>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53"/>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51"/>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52"/>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0" grpId="0" animBg="1"/>
      <p:bldP spid="4" grpId="0" animBg="1"/>
      <p:bldP spid="25" grpId="0" animBg="1"/>
      <p:bldP spid="40" grpId="0" animBg="1"/>
      <p:bldP spid="41" grpId="0" animBg="1"/>
      <p:bldP spid="44" grpId="0" animBg="1"/>
      <p:bldP spid="45" grpId="0" animBg="1"/>
      <p:bldP spid="48" grpId="0" animBg="1"/>
      <p:bldP spid="49" grpId="0" animBg="1"/>
      <p:bldP spid="51" grpId="0" animBg="1"/>
      <p:bldP spid="52" grpId="0" animBg="1"/>
      <p:bldP spid="55" grpId="0" animBg="1"/>
      <p:bldP spid="56" grpId="0" animBg="1"/>
      <p:bldP spid="62" grpId="0" animBg="1"/>
      <p:bldP spid="27" grpId="0" animBg="1"/>
      <p:bldP spid="67" grpId="0" animBg="1"/>
      <p:bldP spid="68" grpId="0" animBg="1"/>
      <p:bldP spid="69" grpId="0" animBg="1"/>
      <p:bldP spid="59" grpId="0" animBg="1"/>
      <p:bldP spid="63" grpId="0" animBg="1"/>
      <p:bldP spid="71" grpId="0" animBg="1"/>
      <p:bldP spid="72" grpId="0" animBg="1"/>
      <p:bldP spid="3" grpId="0"/>
      <p:bldP spid="17" grpId="0"/>
      <p:bldP spid="74" grpId="0"/>
      <p:bldP spid="75" grpId="0"/>
      <p:bldP spid="76" grpId="0"/>
      <p:bldP spid="78" grpId="0"/>
      <p:bldP spid="79" grpId="0"/>
      <p:bldP spid="80" grpId="0"/>
      <p:bldP spid="8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2" y="865558"/>
            <a:ext cx="10590528" cy="1325563"/>
          </a:xfrm>
        </p:spPr>
        <p:txBody>
          <a:bodyPr>
            <a:normAutofit fontScale="90000"/>
          </a:bodyPr>
          <a:lstStyle/>
          <a:p>
            <a:r>
              <a:rPr lang="en-US" dirty="0"/>
              <a:t>Strategic Deployment Movement Planning – Allied Deployment and Movements System (ADAMS).</a:t>
            </a:r>
          </a:p>
        </p:txBody>
      </p:sp>
      <p:sp>
        <p:nvSpPr>
          <p:cNvPr id="10" name="Content Placeholder 9"/>
          <p:cNvSpPr>
            <a:spLocks noGrp="1"/>
          </p:cNvSpPr>
          <p:nvPr>
            <p:ph idx="1"/>
          </p:nvPr>
        </p:nvSpPr>
        <p:spPr>
          <a:xfrm>
            <a:off x="1343472" y="2300032"/>
            <a:ext cx="10331077" cy="3983809"/>
          </a:xfrm>
        </p:spPr>
        <p:txBody>
          <a:bodyPr>
            <a:normAutofit/>
          </a:bodyPr>
          <a:lstStyle/>
          <a:p>
            <a:pPr marL="0" indent="0" algn="just">
              <a:buNone/>
            </a:pPr>
            <a:r>
              <a:rPr lang="en-US" dirty="0"/>
              <a:t>An assessment tool for determining NATO </a:t>
            </a:r>
            <a:r>
              <a:rPr lang="en-US" b="1" dirty="0">
                <a:solidFill>
                  <a:schemeClr val="accent1">
                    <a:lumMod val="40000"/>
                    <a:lumOff val="60000"/>
                  </a:schemeClr>
                </a:solidFill>
              </a:rPr>
              <a:t>mobility</a:t>
            </a:r>
            <a:r>
              <a:rPr lang="en-US" dirty="0"/>
              <a:t> </a:t>
            </a:r>
            <a:r>
              <a:rPr lang="en-US" b="1" dirty="0">
                <a:solidFill>
                  <a:schemeClr val="accent1">
                    <a:lumMod val="40000"/>
                    <a:lumOff val="60000"/>
                  </a:schemeClr>
                </a:solidFill>
              </a:rPr>
              <a:t>requirements</a:t>
            </a:r>
            <a:r>
              <a:rPr lang="en-US" dirty="0"/>
              <a:t> and </a:t>
            </a:r>
            <a:r>
              <a:rPr lang="en-US" b="1" dirty="0">
                <a:solidFill>
                  <a:schemeClr val="accent1">
                    <a:lumMod val="40000"/>
                    <a:lumOff val="60000"/>
                  </a:schemeClr>
                </a:solidFill>
              </a:rPr>
              <a:t>capabilities</a:t>
            </a:r>
            <a:r>
              <a:rPr lang="en-US" dirty="0"/>
              <a:t>.</a:t>
            </a:r>
          </a:p>
          <a:p>
            <a:pPr marL="0" indent="0" algn="just">
              <a:buNone/>
            </a:pPr>
            <a:r>
              <a:rPr lang="en-US" dirty="0"/>
              <a:t>Used for </a:t>
            </a:r>
            <a:r>
              <a:rPr lang="en-US" b="1" dirty="0">
                <a:solidFill>
                  <a:schemeClr val="accent1">
                    <a:lumMod val="40000"/>
                    <a:lumOff val="60000"/>
                  </a:schemeClr>
                </a:solidFill>
              </a:rPr>
              <a:t>planning</a:t>
            </a:r>
            <a:r>
              <a:rPr lang="en-US" dirty="0"/>
              <a:t>, </a:t>
            </a:r>
            <a:r>
              <a:rPr lang="en-US" b="1" dirty="0">
                <a:solidFill>
                  <a:schemeClr val="accent1">
                    <a:lumMod val="40000"/>
                    <a:lumOff val="60000"/>
                  </a:schemeClr>
                </a:solidFill>
              </a:rPr>
              <a:t>evaluating</a:t>
            </a:r>
            <a:r>
              <a:rPr lang="en-US" dirty="0"/>
              <a:t> and </a:t>
            </a:r>
            <a:r>
              <a:rPr lang="en-US" b="1" dirty="0">
                <a:solidFill>
                  <a:schemeClr val="accent1">
                    <a:lumMod val="40000"/>
                    <a:lumOff val="60000"/>
                  </a:schemeClr>
                </a:solidFill>
              </a:rPr>
              <a:t>simulating</a:t>
            </a:r>
            <a:r>
              <a:rPr lang="en-US" dirty="0"/>
              <a:t> movement and transportation operations in support of NATO missions.</a:t>
            </a:r>
          </a:p>
          <a:p>
            <a:pPr marL="0" indent="0" algn="just">
              <a:buNone/>
            </a:pPr>
            <a:r>
              <a:rPr lang="en-US" dirty="0"/>
              <a:t>Assists planners in developing the </a:t>
            </a:r>
            <a:r>
              <a:rPr lang="en-US" b="1" dirty="0">
                <a:solidFill>
                  <a:schemeClr val="accent1">
                    <a:lumMod val="40000"/>
                    <a:lumOff val="60000"/>
                  </a:schemeClr>
                </a:solidFill>
              </a:rPr>
              <a:t>Detailed Deployment Plan (DDP) </a:t>
            </a:r>
            <a:r>
              <a:rPr lang="en-US" dirty="0"/>
              <a:t>and testing the feasibility by enabling rapid </a:t>
            </a:r>
            <a:r>
              <a:rPr lang="en-US" b="1" dirty="0">
                <a:solidFill>
                  <a:schemeClr val="accent1">
                    <a:lumMod val="40000"/>
                    <a:lumOff val="60000"/>
                  </a:schemeClr>
                </a:solidFill>
              </a:rPr>
              <a:t>preparation</a:t>
            </a:r>
            <a:r>
              <a:rPr lang="en-US" dirty="0"/>
              <a:t>, </a:t>
            </a:r>
            <a:r>
              <a:rPr lang="en-US" b="1" dirty="0">
                <a:solidFill>
                  <a:schemeClr val="accent1">
                    <a:lumMod val="40000"/>
                    <a:lumOff val="60000"/>
                  </a:schemeClr>
                </a:solidFill>
              </a:rPr>
              <a:t>deconfliction</a:t>
            </a:r>
            <a:r>
              <a:rPr lang="en-US" dirty="0"/>
              <a:t> and </a:t>
            </a:r>
            <a:r>
              <a:rPr lang="en-US" b="1" dirty="0">
                <a:solidFill>
                  <a:schemeClr val="accent1">
                    <a:lumMod val="40000"/>
                    <a:lumOff val="60000"/>
                  </a:schemeClr>
                </a:solidFill>
              </a:rPr>
              <a:t>dissemination</a:t>
            </a:r>
            <a:r>
              <a:rPr lang="en-US" dirty="0"/>
              <a:t> between nations and NATO Commands.</a:t>
            </a:r>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37</a:t>
            </a:fld>
            <a:endParaRPr lang="en-BE" dirty="0"/>
          </a:p>
        </p:txBody>
      </p:sp>
    </p:spTree>
    <p:extLst>
      <p:ext uri="{BB962C8B-B14F-4D97-AF65-F5344CB8AC3E}">
        <p14:creationId xmlns:p14="http://schemas.microsoft.com/office/powerpoint/2010/main" val="2949463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2" y="865558"/>
            <a:ext cx="10590528" cy="1325563"/>
          </a:xfrm>
        </p:spPr>
        <p:txBody>
          <a:bodyPr/>
          <a:lstStyle/>
          <a:p>
            <a:r>
              <a:rPr lang="en-US" dirty="0"/>
              <a:t>What is a DDP/DRP?</a:t>
            </a:r>
          </a:p>
        </p:txBody>
      </p:sp>
      <p:sp>
        <p:nvSpPr>
          <p:cNvPr id="10" name="Content Placeholder 9"/>
          <p:cNvSpPr>
            <a:spLocks noGrp="1"/>
          </p:cNvSpPr>
          <p:nvPr>
            <p:ph idx="1"/>
          </p:nvPr>
        </p:nvSpPr>
        <p:spPr>
          <a:xfrm>
            <a:off x="1343472" y="2300032"/>
            <a:ext cx="10331077" cy="3983809"/>
          </a:xfrm>
        </p:spPr>
        <p:txBody>
          <a:bodyPr>
            <a:normAutofit/>
          </a:bodyPr>
          <a:lstStyle/>
          <a:p>
            <a:pPr marL="0" indent="0" algn="just">
              <a:buNone/>
            </a:pPr>
            <a:r>
              <a:rPr lang="en-US" dirty="0"/>
              <a:t>The DDP/DRP is the ADAMS data-file of </a:t>
            </a:r>
            <a:r>
              <a:rPr lang="en-US" b="1" dirty="0">
                <a:solidFill>
                  <a:schemeClr val="accent1">
                    <a:lumMod val="40000"/>
                    <a:lumOff val="60000"/>
                  </a:schemeClr>
                </a:solidFill>
              </a:rPr>
              <a:t>what</a:t>
            </a:r>
            <a:r>
              <a:rPr lang="en-US" dirty="0"/>
              <a:t>, </a:t>
            </a:r>
            <a:r>
              <a:rPr lang="en-US" b="1" dirty="0">
                <a:solidFill>
                  <a:schemeClr val="accent1">
                    <a:lumMod val="40000"/>
                    <a:lumOff val="60000"/>
                  </a:schemeClr>
                </a:solidFill>
              </a:rPr>
              <a:t>where</a:t>
            </a:r>
            <a:r>
              <a:rPr lang="en-US" dirty="0"/>
              <a:t>, </a:t>
            </a:r>
            <a:r>
              <a:rPr lang="en-US" b="1" dirty="0">
                <a:solidFill>
                  <a:schemeClr val="accent1">
                    <a:lumMod val="40000"/>
                    <a:lumOff val="60000"/>
                  </a:schemeClr>
                </a:solidFill>
              </a:rPr>
              <a:t>when</a:t>
            </a:r>
            <a:r>
              <a:rPr lang="en-US" dirty="0"/>
              <a:t> and </a:t>
            </a:r>
            <a:r>
              <a:rPr lang="en-US" b="1" dirty="0">
                <a:solidFill>
                  <a:schemeClr val="accent1">
                    <a:lumMod val="40000"/>
                    <a:lumOff val="60000"/>
                  </a:schemeClr>
                </a:solidFill>
              </a:rPr>
              <a:t>how</a:t>
            </a:r>
            <a:r>
              <a:rPr lang="en-US" dirty="0"/>
              <a:t> things are moving.</a:t>
            </a:r>
          </a:p>
          <a:p>
            <a:pPr marL="0" indent="0" algn="just">
              <a:buNone/>
            </a:pPr>
            <a:r>
              <a:rPr lang="en-US" dirty="0"/>
              <a:t>For each nation the DDP/DRP is organized by </a:t>
            </a:r>
            <a:r>
              <a:rPr lang="en-US" b="1" u="sng" dirty="0"/>
              <a:t>unit</a:t>
            </a:r>
            <a:r>
              <a:rPr lang="en-US" dirty="0"/>
              <a:t> and the </a:t>
            </a:r>
            <a:r>
              <a:rPr lang="en-US" b="1" u="sng" dirty="0"/>
              <a:t>movement components</a:t>
            </a:r>
            <a:r>
              <a:rPr lang="en-US" dirty="0"/>
              <a:t> (parties) of each unit. </a:t>
            </a:r>
          </a:p>
          <a:p>
            <a:pPr marL="0" indent="0" algn="just">
              <a:buNone/>
            </a:pPr>
            <a:r>
              <a:rPr lang="en-US" dirty="0"/>
              <a:t>For each movement component the DDP/DRP includes the list of </a:t>
            </a:r>
            <a:r>
              <a:rPr lang="en-US" b="1" dirty="0">
                <a:solidFill>
                  <a:schemeClr val="accent1">
                    <a:lumMod val="40000"/>
                    <a:lumOff val="60000"/>
                  </a:schemeClr>
                </a:solidFill>
              </a:rPr>
              <a:t>personnel</a:t>
            </a:r>
            <a:r>
              <a:rPr lang="en-US" dirty="0"/>
              <a:t>, </a:t>
            </a:r>
            <a:r>
              <a:rPr lang="en-US" b="1" dirty="0">
                <a:solidFill>
                  <a:schemeClr val="accent1">
                    <a:lumMod val="40000"/>
                    <a:lumOff val="60000"/>
                  </a:schemeClr>
                </a:solidFill>
              </a:rPr>
              <a:t>equipment</a:t>
            </a:r>
            <a:r>
              <a:rPr lang="en-US" dirty="0"/>
              <a:t>, </a:t>
            </a:r>
            <a:r>
              <a:rPr lang="en-US" b="1" dirty="0">
                <a:solidFill>
                  <a:schemeClr val="accent1">
                    <a:lumMod val="40000"/>
                    <a:lumOff val="60000"/>
                  </a:schemeClr>
                </a:solidFill>
              </a:rPr>
              <a:t>supplies</a:t>
            </a:r>
            <a:r>
              <a:rPr lang="en-US" dirty="0"/>
              <a:t>; the </a:t>
            </a:r>
            <a:r>
              <a:rPr lang="en-US" b="1" dirty="0">
                <a:solidFill>
                  <a:schemeClr val="accent1">
                    <a:lumMod val="40000"/>
                    <a:lumOff val="60000"/>
                  </a:schemeClr>
                </a:solidFill>
              </a:rPr>
              <a:t>MOT</a:t>
            </a:r>
            <a:r>
              <a:rPr lang="en-US" dirty="0"/>
              <a:t>, </a:t>
            </a:r>
            <a:r>
              <a:rPr lang="en-US" b="1" dirty="0">
                <a:solidFill>
                  <a:schemeClr val="accent1">
                    <a:lumMod val="40000"/>
                    <a:lumOff val="60000"/>
                  </a:schemeClr>
                </a:solidFill>
              </a:rPr>
              <a:t>LOC</a:t>
            </a:r>
            <a:r>
              <a:rPr lang="en-US" dirty="0"/>
              <a:t> and </a:t>
            </a:r>
            <a:r>
              <a:rPr lang="en-US" b="1" dirty="0">
                <a:solidFill>
                  <a:schemeClr val="accent1">
                    <a:lumMod val="40000"/>
                    <a:lumOff val="60000"/>
                  </a:schemeClr>
                </a:solidFill>
              </a:rPr>
              <a:t>movement</a:t>
            </a:r>
            <a:r>
              <a:rPr lang="en-US" dirty="0"/>
              <a:t> </a:t>
            </a:r>
            <a:r>
              <a:rPr lang="en-US" b="1" dirty="0">
                <a:solidFill>
                  <a:schemeClr val="accent1">
                    <a:lumMod val="40000"/>
                    <a:lumOff val="60000"/>
                  </a:schemeClr>
                </a:solidFill>
              </a:rPr>
              <a:t>schedule</a:t>
            </a:r>
            <a:r>
              <a:rPr lang="en-US" dirty="0"/>
              <a:t>.</a:t>
            </a:r>
          </a:p>
          <a:p>
            <a:pPr marL="0" indent="0" algn="just">
              <a:buNone/>
            </a:pPr>
            <a:r>
              <a:rPr lang="en-US" dirty="0"/>
              <a:t>The Multinational DDP/DRP is the collated and deconflicted combination of all National DDP/DRPs.</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38</a:t>
            </a:fld>
            <a:endParaRPr lang="en-BE" dirty="0"/>
          </a:p>
        </p:txBody>
      </p:sp>
    </p:spTree>
    <p:extLst>
      <p:ext uri="{BB962C8B-B14F-4D97-AF65-F5344CB8AC3E}">
        <p14:creationId xmlns:p14="http://schemas.microsoft.com/office/powerpoint/2010/main" val="1958738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2" y="865558"/>
            <a:ext cx="10590528" cy="1325563"/>
          </a:xfrm>
        </p:spPr>
        <p:txBody>
          <a:bodyPr>
            <a:normAutofit/>
          </a:bodyPr>
          <a:lstStyle/>
          <a:p>
            <a:r>
              <a:rPr lang="en-US" dirty="0"/>
              <a:t>ADAMS – An Overview</a:t>
            </a:r>
          </a:p>
        </p:txBody>
      </p:sp>
      <p:sp>
        <p:nvSpPr>
          <p:cNvPr id="10" name="Content Placeholder 9"/>
          <p:cNvSpPr>
            <a:spLocks noGrp="1"/>
          </p:cNvSpPr>
          <p:nvPr>
            <p:ph idx="1"/>
          </p:nvPr>
        </p:nvSpPr>
        <p:spPr>
          <a:xfrm>
            <a:off x="1343472" y="2300032"/>
            <a:ext cx="10331077" cy="3983809"/>
          </a:xfrm>
        </p:spPr>
        <p:txBody>
          <a:bodyPr>
            <a:normAutofit/>
          </a:bodyPr>
          <a:lstStyle/>
          <a:p>
            <a:pPr marL="0" indent="0" algn="just">
              <a:buNone/>
            </a:pPr>
            <a:r>
              <a:rPr lang="en-US" dirty="0"/>
              <a:t>The result being achieved by:</a:t>
            </a:r>
          </a:p>
          <a:p>
            <a:pPr marL="971550" lvl="2" indent="-285750" algn="just">
              <a:buFont typeface="Arial" panose="020B0604020202020204" pitchFamily="34" charset="0"/>
              <a:buChar char="•"/>
            </a:pPr>
            <a:r>
              <a:rPr lang="en-US" b="1" dirty="0">
                <a:solidFill>
                  <a:schemeClr val="accent1">
                    <a:lumMod val="40000"/>
                    <a:lumOff val="60000"/>
                  </a:schemeClr>
                </a:solidFill>
              </a:rPr>
              <a:t>Splitting Forces into Movement Components</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Lines of Communications (LOC)</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Timing of Movements (automatically)</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Transportation Requirements</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Allocating Assets to Movements</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Location and CRD Analysis</a:t>
            </a:r>
          </a:p>
          <a:p>
            <a:pPr marL="0" indent="0" algn="just">
              <a:buClr>
                <a:schemeClr val="bg1"/>
              </a:buClr>
              <a:buNone/>
            </a:pPr>
            <a:r>
              <a:rPr lang="en-US" dirty="0"/>
              <a:t>The same principles can also be applied for the Redeployment.</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39</a:t>
            </a:fld>
            <a:endParaRPr lang="en-BE" dirty="0"/>
          </a:p>
        </p:txBody>
      </p:sp>
    </p:spTree>
    <p:extLst>
      <p:ext uri="{BB962C8B-B14F-4D97-AF65-F5344CB8AC3E}">
        <p14:creationId xmlns:p14="http://schemas.microsoft.com/office/powerpoint/2010/main" val="1968218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5" end="5"/>
                                            </p:txEl>
                                          </p:spTgt>
                                        </p:tgtEl>
                                        <p:attrNameLst>
                                          <p:attrName>ppt_c</p:attrName>
                                        </p:attrNameLst>
                                      </p:cBhvr>
                                      <p:to>
                                        <a:srgbClr val="969696"/>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6" end="6"/>
                                            </p:txEl>
                                          </p:spTgt>
                                        </p:tgtEl>
                                        <p:attrNameLst>
                                          <p:attrName>ppt_c</p:attrName>
                                        </p:attrNameLst>
                                      </p:cBhvr>
                                      <p:to>
                                        <a:srgbClr val="969696"/>
                                      </p:to>
                                    </p:animClr>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2" y="865558"/>
            <a:ext cx="10590528" cy="1325563"/>
          </a:xfrm>
        </p:spPr>
        <p:txBody>
          <a:bodyPr>
            <a:normAutofit/>
          </a:bodyPr>
          <a:lstStyle/>
          <a:p>
            <a:r>
              <a:rPr lang="en-US" dirty="0"/>
              <a:t>ADAMS – Deconfliction</a:t>
            </a:r>
          </a:p>
        </p:txBody>
      </p:sp>
      <p:sp>
        <p:nvSpPr>
          <p:cNvPr id="10" name="Content Placeholder 9"/>
          <p:cNvSpPr>
            <a:spLocks noGrp="1"/>
          </p:cNvSpPr>
          <p:nvPr>
            <p:ph idx="1"/>
          </p:nvPr>
        </p:nvSpPr>
        <p:spPr>
          <a:xfrm>
            <a:off x="1343472" y="2300032"/>
            <a:ext cx="10331077" cy="3983809"/>
          </a:xfrm>
        </p:spPr>
        <p:txBody>
          <a:bodyPr>
            <a:normAutofit/>
          </a:bodyPr>
          <a:lstStyle/>
          <a:p>
            <a:pPr marL="0" indent="0" algn="just">
              <a:buNone/>
            </a:pPr>
            <a:r>
              <a:rPr lang="en-GB" b="1" dirty="0">
                <a:solidFill>
                  <a:schemeClr val="accent1">
                    <a:lumMod val="40000"/>
                    <a:lumOff val="60000"/>
                  </a:schemeClr>
                </a:solidFill>
              </a:rPr>
              <a:t>Deconfliction</a:t>
            </a:r>
            <a:r>
              <a:rPr lang="en-GB" dirty="0"/>
              <a:t> is a mechanism that controls the approach of a number of things to a specific point or number of points.</a:t>
            </a:r>
          </a:p>
          <a:p>
            <a:pPr marL="0" indent="0" algn="just">
              <a:buNone/>
            </a:pPr>
            <a:r>
              <a:rPr lang="en-GB" dirty="0"/>
              <a:t>For the Military, and in the case of movements, it is the control of </a:t>
            </a:r>
            <a:r>
              <a:rPr lang="en-GB" b="1" dirty="0">
                <a:solidFill>
                  <a:schemeClr val="accent1">
                    <a:lumMod val="40000"/>
                    <a:lumOff val="60000"/>
                  </a:schemeClr>
                </a:solidFill>
              </a:rPr>
              <a:t>Force Deployments</a:t>
            </a:r>
            <a:r>
              <a:rPr lang="en-GB" dirty="0"/>
              <a:t> into the </a:t>
            </a:r>
            <a:r>
              <a:rPr lang="en-GB" b="1" dirty="0">
                <a:solidFill>
                  <a:schemeClr val="accent1">
                    <a:lumMod val="40000"/>
                    <a:lumOff val="60000"/>
                  </a:schemeClr>
                </a:solidFill>
              </a:rPr>
              <a:t>Theatre Area of Operations</a:t>
            </a:r>
            <a:r>
              <a:rPr lang="en-GB" dirty="0"/>
              <a:t>, using specific PODs.</a:t>
            </a:r>
          </a:p>
          <a:p>
            <a:pPr marL="0" indent="0" algn="just">
              <a:buNone/>
            </a:pPr>
            <a:r>
              <a:rPr lang="en-GB" dirty="0"/>
              <a:t>If time allows the Deconfliction will be carried out </a:t>
            </a:r>
            <a:r>
              <a:rPr lang="en-GB" b="1" u="sng" dirty="0"/>
              <a:t>twice</a:t>
            </a:r>
            <a:r>
              <a:rPr lang="en-GB" dirty="0"/>
              <a:t>:</a:t>
            </a:r>
          </a:p>
          <a:p>
            <a:pPr marL="971550" lvl="2" indent="-285750" algn="just">
              <a:buClr>
                <a:schemeClr val="bg1"/>
              </a:buClr>
              <a:buFont typeface="Arial" panose="020B0604020202020204" pitchFamily="34" charset="0"/>
              <a:buChar char="•"/>
            </a:pPr>
            <a:r>
              <a:rPr lang="en-GB" dirty="0"/>
              <a:t>To </a:t>
            </a:r>
            <a:r>
              <a:rPr lang="en-GB" b="1" u="sng" dirty="0"/>
              <a:t>Check</a:t>
            </a:r>
            <a:r>
              <a:rPr lang="en-GB" dirty="0"/>
              <a:t> that the Force Flow meets the CONOPS.</a:t>
            </a:r>
          </a:p>
          <a:p>
            <a:pPr marL="971550" lvl="2" indent="-285750" algn="just">
              <a:buClr>
                <a:schemeClr val="bg1"/>
              </a:buClr>
              <a:buFont typeface="Arial" panose="020B0604020202020204" pitchFamily="34" charset="0"/>
              <a:buChar char="•"/>
            </a:pPr>
            <a:r>
              <a:rPr lang="en-GB" dirty="0"/>
              <a:t>To </a:t>
            </a:r>
            <a:r>
              <a:rPr lang="en-GB" b="1" u="sng" dirty="0"/>
              <a:t>Check</a:t>
            </a:r>
            <a:r>
              <a:rPr lang="en-GB" dirty="0"/>
              <a:t> that the Transport Asset Schedule does not exceed the Location Capacity. </a:t>
            </a:r>
          </a:p>
          <a:p>
            <a:pPr marL="0" indent="0" algn="just">
              <a:buNone/>
            </a:pPr>
            <a:endParaRPr lang="en-US" dirty="0"/>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40</a:t>
            </a:fld>
            <a:endParaRPr lang="en-BE" dirty="0"/>
          </a:p>
        </p:txBody>
      </p:sp>
    </p:spTree>
    <p:extLst>
      <p:ext uri="{BB962C8B-B14F-4D97-AF65-F5344CB8AC3E}">
        <p14:creationId xmlns:p14="http://schemas.microsoft.com/office/powerpoint/2010/main" val="32600139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Rectangle 76"/>
          <p:cNvSpPr/>
          <p:nvPr/>
        </p:nvSpPr>
        <p:spPr>
          <a:xfrm>
            <a:off x="3363927" y="2200128"/>
            <a:ext cx="7841774" cy="4282702"/>
          </a:xfrm>
          <a:prstGeom prst="rect">
            <a:avLst/>
          </a:prstGeom>
          <a:solidFill>
            <a:srgbClr val="CCFF33">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9" name="Title 8"/>
          <p:cNvSpPr>
            <a:spLocks noGrp="1"/>
          </p:cNvSpPr>
          <p:nvPr>
            <p:ph type="title"/>
          </p:nvPr>
        </p:nvSpPr>
        <p:spPr>
          <a:xfrm>
            <a:off x="1371500" y="767528"/>
            <a:ext cx="10372999" cy="1325563"/>
          </a:xfrm>
        </p:spPr>
        <p:txBody>
          <a:bodyPr>
            <a:normAutofit/>
          </a:bodyPr>
          <a:lstStyle/>
          <a:p>
            <a:r>
              <a:rPr lang="en-GB" altLang="en-US" dirty="0"/>
              <a:t>Movement Execution and Coordination – Effective Visible Execution (EVE)</a:t>
            </a:r>
            <a:endParaRPr lang="en-GB" altLang="en-US" sz="2400"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41</a:t>
            </a:fld>
            <a:endParaRPr lang="en-BE" dirty="0"/>
          </a:p>
        </p:txBody>
      </p:sp>
      <p:pic>
        <p:nvPicPr>
          <p:cNvPr id="5" name="Picture 4"/>
          <p:cNvPicPr>
            <a:picLocks noChangeAspect="1"/>
          </p:cNvPicPr>
          <p:nvPr/>
        </p:nvPicPr>
        <p:blipFill>
          <a:blip r:embed="rId2"/>
          <a:stretch>
            <a:fillRect/>
          </a:stretch>
        </p:blipFill>
        <p:spPr>
          <a:xfrm>
            <a:off x="873284" y="3680379"/>
            <a:ext cx="1635496" cy="752382"/>
          </a:xfrm>
          <a:prstGeom prst="rect">
            <a:avLst/>
          </a:prstGeom>
          <a:ln w="31750">
            <a:solidFill>
              <a:schemeClr val="tx1"/>
            </a:solidFill>
          </a:ln>
        </p:spPr>
      </p:pic>
      <p:pic>
        <p:nvPicPr>
          <p:cNvPr id="10" name="Picture 9"/>
          <p:cNvPicPr>
            <a:picLocks noChangeAspect="1"/>
          </p:cNvPicPr>
          <p:nvPr/>
        </p:nvPicPr>
        <p:blipFill>
          <a:blip r:embed="rId3"/>
          <a:stretch>
            <a:fillRect/>
          </a:stretch>
        </p:blipFill>
        <p:spPr>
          <a:xfrm>
            <a:off x="8093704" y="2594053"/>
            <a:ext cx="751673" cy="727270"/>
          </a:xfrm>
          <a:prstGeom prst="rect">
            <a:avLst/>
          </a:prstGeom>
          <a:ln w="31750">
            <a:solidFill>
              <a:schemeClr val="tx1"/>
            </a:solidFill>
          </a:ln>
        </p:spPr>
      </p:pic>
      <p:pic>
        <p:nvPicPr>
          <p:cNvPr id="13" name="Picture 12"/>
          <p:cNvPicPr>
            <a:picLocks noChangeAspect="1"/>
          </p:cNvPicPr>
          <p:nvPr/>
        </p:nvPicPr>
        <p:blipFill>
          <a:blip r:embed="rId4"/>
          <a:stretch>
            <a:fillRect/>
          </a:stretch>
        </p:blipFill>
        <p:spPr>
          <a:xfrm>
            <a:off x="8093285" y="3804927"/>
            <a:ext cx="752092" cy="727270"/>
          </a:xfrm>
          <a:prstGeom prst="rect">
            <a:avLst/>
          </a:prstGeom>
          <a:ln w="31750">
            <a:solidFill>
              <a:schemeClr val="tx1"/>
            </a:solidFill>
          </a:ln>
        </p:spPr>
      </p:pic>
      <p:pic>
        <p:nvPicPr>
          <p:cNvPr id="14" name="Picture 13"/>
          <p:cNvPicPr>
            <a:picLocks noChangeAspect="1"/>
          </p:cNvPicPr>
          <p:nvPr/>
        </p:nvPicPr>
        <p:blipFill>
          <a:blip r:embed="rId5"/>
          <a:stretch>
            <a:fillRect/>
          </a:stretch>
        </p:blipFill>
        <p:spPr>
          <a:xfrm>
            <a:off x="8085948" y="5471947"/>
            <a:ext cx="760126" cy="727270"/>
          </a:xfrm>
          <a:prstGeom prst="rect">
            <a:avLst/>
          </a:prstGeom>
          <a:ln w="31750">
            <a:solidFill>
              <a:schemeClr val="tx1"/>
            </a:solidFill>
          </a:ln>
        </p:spPr>
      </p:pic>
      <p:pic>
        <p:nvPicPr>
          <p:cNvPr id="15" name="Picture 14"/>
          <p:cNvPicPr>
            <a:picLocks noChangeAspect="1"/>
          </p:cNvPicPr>
          <p:nvPr/>
        </p:nvPicPr>
        <p:blipFill>
          <a:blip r:embed="rId6"/>
          <a:stretch>
            <a:fillRect/>
          </a:stretch>
        </p:blipFill>
        <p:spPr>
          <a:xfrm>
            <a:off x="10159786" y="3804927"/>
            <a:ext cx="727271" cy="727271"/>
          </a:xfrm>
          <a:prstGeom prst="rect">
            <a:avLst/>
          </a:prstGeom>
          <a:ln w="31750">
            <a:solidFill>
              <a:schemeClr val="tx1"/>
            </a:solidFill>
          </a:ln>
        </p:spPr>
      </p:pic>
      <p:sp>
        <p:nvSpPr>
          <p:cNvPr id="2" name="Bent-Up Arrow 1"/>
          <p:cNvSpPr/>
          <p:nvPr/>
        </p:nvSpPr>
        <p:spPr>
          <a:xfrm rot="16200000" flipV="1">
            <a:off x="1770653" y="1984265"/>
            <a:ext cx="924160" cy="2239896"/>
          </a:xfrm>
          <a:prstGeom prst="bentUpArrow">
            <a:avLst>
              <a:gd name="adj1" fmla="val 15059"/>
              <a:gd name="adj2" fmla="val 17764"/>
              <a:gd name="adj3" fmla="val 2840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Bent-Up Arrow 19"/>
          <p:cNvSpPr/>
          <p:nvPr/>
        </p:nvSpPr>
        <p:spPr>
          <a:xfrm rot="16200000" flipV="1">
            <a:off x="2451721" y="2665336"/>
            <a:ext cx="515374" cy="1286540"/>
          </a:xfrm>
          <a:prstGeom prst="bentUpArrow">
            <a:avLst>
              <a:gd name="adj1" fmla="val 27437"/>
              <a:gd name="adj2" fmla="val 30142"/>
              <a:gd name="adj3"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2" name="Picture 21"/>
          <p:cNvPicPr>
            <a:picLocks noChangeAspect="1"/>
          </p:cNvPicPr>
          <p:nvPr/>
        </p:nvPicPr>
        <p:blipFill>
          <a:blip r:embed="rId7"/>
          <a:stretch>
            <a:fillRect/>
          </a:stretch>
        </p:blipFill>
        <p:spPr>
          <a:xfrm>
            <a:off x="2520028" y="3298016"/>
            <a:ext cx="449855" cy="185234"/>
          </a:xfrm>
          <a:prstGeom prst="rect">
            <a:avLst/>
          </a:prstGeom>
        </p:spPr>
      </p:pic>
      <p:pic>
        <p:nvPicPr>
          <p:cNvPr id="1026" name="Picture 2" descr="See the source imag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flipH="1">
            <a:off x="1893712" y="2903237"/>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See the source image"/>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flipH="1">
            <a:off x="4527357" y="3287582"/>
            <a:ext cx="759115" cy="256380"/>
          </a:xfrm>
          <a:prstGeom prst="rect">
            <a:avLst/>
          </a:prstGeom>
          <a:noFill/>
          <a:extLst>
            <a:ext uri="{909E8E84-426E-40DD-AFC4-6F175D3DCCD1}">
              <a14:hiddenFill xmlns:a14="http://schemas.microsoft.com/office/drawing/2010/main">
                <a:solidFill>
                  <a:srgbClr val="FFFFFF"/>
                </a:solidFill>
              </a14:hiddenFill>
            </a:ext>
          </a:extLst>
        </p:spPr>
      </p:pic>
      <p:sp>
        <p:nvSpPr>
          <p:cNvPr id="40" name="Right Arrow 39"/>
          <p:cNvSpPr/>
          <p:nvPr/>
        </p:nvSpPr>
        <p:spPr>
          <a:xfrm>
            <a:off x="6573371" y="2655968"/>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Right Arrow 40"/>
          <p:cNvSpPr/>
          <p:nvPr/>
        </p:nvSpPr>
        <p:spPr>
          <a:xfrm>
            <a:off x="6582178" y="3037775"/>
            <a:ext cx="1448847"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2" name="Picture 2" descr="See the source imag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flipH="1">
            <a:off x="6956406" y="2906563"/>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p:cNvPicPr>
            <a:picLocks noChangeAspect="1"/>
          </p:cNvPicPr>
          <p:nvPr/>
        </p:nvPicPr>
        <p:blipFill>
          <a:blip r:embed="rId7"/>
          <a:stretch>
            <a:fillRect/>
          </a:stretch>
        </p:blipFill>
        <p:spPr>
          <a:xfrm>
            <a:off x="7041940" y="3266648"/>
            <a:ext cx="449855" cy="185234"/>
          </a:xfrm>
          <a:prstGeom prst="rect">
            <a:avLst/>
          </a:prstGeom>
        </p:spPr>
      </p:pic>
      <p:sp>
        <p:nvSpPr>
          <p:cNvPr id="44" name="Bent-Up Arrow 43"/>
          <p:cNvSpPr/>
          <p:nvPr/>
        </p:nvSpPr>
        <p:spPr>
          <a:xfrm flipV="1">
            <a:off x="8916863" y="2744013"/>
            <a:ext cx="1987965" cy="989953"/>
          </a:xfrm>
          <a:prstGeom prst="bentUpArrow">
            <a:avLst>
              <a:gd name="adj1" fmla="val 11837"/>
              <a:gd name="adj2" fmla="val 17764"/>
              <a:gd name="adj3" fmla="val 2303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Bent-Up Arrow 44"/>
          <p:cNvSpPr/>
          <p:nvPr/>
        </p:nvSpPr>
        <p:spPr>
          <a:xfrm flipV="1">
            <a:off x="8908055" y="3120288"/>
            <a:ext cx="1529141" cy="613677"/>
          </a:xfrm>
          <a:prstGeom prst="bentUpArrow">
            <a:avLst>
              <a:gd name="adj1" fmla="val 22239"/>
              <a:gd name="adj2" fmla="val 30142"/>
              <a:gd name="adj3" fmla="val 3613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6" name="Picture 2" descr="See the source imag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flipH="1">
            <a:off x="9325202" y="2906374"/>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p:cNvPicPr>
            <a:picLocks noChangeAspect="1"/>
          </p:cNvPicPr>
          <p:nvPr/>
        </p:nvPicPr>
        <p:blipFill>
          <a:blip r:embed="rId7"/>
          <a:stretch>
            <a:fillRect/>
          </a:stretch>
        </p:blipFill>
        <p:spPr>
          <a:xfrm>
            <a:off x="9382670" y="3275789"/>
            <a:ext cx="449855" cy="185234"/>
          </a:xfrm>
          <a:prstGeom prst="rect">
            <a:avLst/>
          </a:prstGeom>
        </p:spPr>
      </p:pic>
      <p:sp>
        <p:nvSpPr>
          <p:cNvPr id="48" name="Right Arrow 47"/>
          <p:cNvSpPr/>
          <p:nvPr/>
        </p:nvSpPr>
        <p:spPr>
          <a:xfrm rot="5400000">
            <a:off x="8119795" y="3424056"/>
            <a:ext cx="359747" cy="260071"/>
          </a:xfrm>
          <a:prstGeom prst="rightArrow">
            <a:avLst>
              <a:gd name="adj1" fmla="val 50000"/>
              <a:gd name="adj2" fmla="val 377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Right Arrow 48"/>
          <p:cNvSpPr/>
          <p:nvPr/>
        </p:nvSpPr>
        <p:spPr>
          <a:xfrm rot="5400000">
            <a:off x="8432368" y="3429718"/>
            <a:ext cx="359747" cy="260071"/>
          </a:xfrm>
          <a:prstGeom prst="rightArrow">
            <a:avLst>
              <a:gd name="adj1" fmla="val 50000"/>
              <a:gd name="adj2" fmla="val 3773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0" name="Picture 2" descr="See the source imag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flipH="1">
            <a:off x="8794779" y="3453113"/>
            <a:ext cx="535389" cy="181276"/>
          </a:xfrm>
          <a:prstGeom prst="rect">
            <a:avLst/>
          </a:prstGeom>
          <a:noFill/>
          <a:extLst>
            <a:ext uri="{909E8E84-426E-40DD-AFC4-6F175D3DCCD1}">
              <a14:hiddenFill xmlns:a14="http://schemas.microsoft.com/office/drawing/2010/main">
                <a:solidFill>
                  <a:srgbClr val="FFFFFF"/>
                </a:solidFill>
              </a14:hiddenFill>
            </a:ext>
          </a:extLst>
        </p:spPr>
      </p:pic>
      <p:sp>
        <p:nvSpPr>
          <p:cNvPr id="51" name="Bent-Up Arrow 50"/>
          <p:cNvSpPr/>
          <p:nvPr/>
        </p:nvSpPr>
        <p:spPr>
          <a:xfrm>
            <a:off x="8909526" y="5059305"/>
            <a:ext cx="1529141" cy="629703"/>
          </a:xfrm>
          <a:prstGeom prst="bentUpArrow">
            <a:avLst>
              <a:gd name="adj1" fmla="val 22239"/>
              <a:gd name="adj2" fmla="val 30142"/>
              <a:gd name="adj3" fmla="val 3613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2" name="Bent-Up Arrow 51"/>
          <p:cNvSpPr/>
          <p:nvPr/>
        </p:nvSpPr>
        <p:spPr>
          <a:xfrm>
            <a:off x="8909526" y="5055716"/>
            <a:ext cx="1987965" cy="1022313"/>
          </a:xfrm>
          <a:prstGeom prst="bentUpArrow">
            <a:avLst>
              <a:gd name="adj1" fmla="val 11837"/>
              <a:gd name="adj2" fmla="val 17764"/>
              <a:gd name="adj3" fmla="val 2303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3" name="Picture 52"/>
          <p:cNvPicPr>
            <a:picLocks noChangeAspect="1"/>
          </p:cNvPicPr>
          <p:nvPr/>
        </p:nvPicPr>
        <p:blipFill>
          <a:blip r:embed="rId7"/>
          <a:stretch>
            <a:fillRect/>
          </a:stretch>
        </p:blipFill>
        <p:spPr>
          <a:xfrm>
            <a:off x="9322831" y="5324127"/>
            <a:ext cx="449855" cy="185234"/>
          </a:xfrm>
          <a:prstGeom prst="rect">
            <a:avLst/>
          </a:prstGeom>
        </p:spPr>
      </p:pic>
      <p:pic>
        <p:nvPicPr>
          <p:cNvPr id="54" name="Picture 2" descr="See the source imag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flipH="1">
            <a:off x="9317866" y="5753578"/>
            <a:ext cx="535389" cy="181276"/>
          </a:xfrm>
          <a:prstGeom prst="rect">
            <a:avLst/>
          </a:prstGeom>
          <a:noFill/>
          <a:extLst>
            <a:ext uri="{909E8E84-426E-40DD-AFC4-6F175D3DCCD1}">
              <a14:hiddenFill xmlns:a14="http://schemas.microsoft.com/office/drawing/2010/main">
                <a:solidFill>
                  <a:srgbClr val="FFFFFF"/>
                </a:solidFill>
              </a14:hiddenFill>
            </a:ext>
          </a:extLst>
        </p:spPr>
      </p:pic>
      <p:sp>
        <p:nvSpPr>
          <p:cNvPr id="55" name="Right Arrow 54"/>
          <p:cNvSpPr/>
          <p:nvPr/>
        </p:nvSpPr>
        <p:spPr>
          <a:xfrm>
            <a:off x="6558000" y="5874893"/>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6" name="Right Arrow 55"/>
          <p:cNvSpPr/>
          <p:nvPr/>
        </p:nvSpPr>
        <p:spPr>
          <a:xfrm>
            <a:off x="6566034" y="5471947"/>
            <a:ext cx="1448847"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7" name="Picture 2" descr="See the source imag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flipH="1">
            <a:off x="6612231" y="5756460"/>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See the source imag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flipH="1">
            <a:off x="7202448" y="5744943"/>
            <a:ext cx="452887" cy="181277"/>
          </a:xfrm>
          <a:prstGeom prst="rect">
            <a:avLst/>
          </a:prstGeom>
          <a:noFill/>
          <a:extLst>
            <a:ext uri="{909E8E84-426E-40DD-AFC4-6F175D3DCCD1}">
              <a14:hiddenFill xmlns:a14="http://schemas.microsoft.com/office/drawing/2010/main">
                <a:solidFill>
                  <a:srgbClr val="FFFFFF"/>
                </a:solidFill>
              </a14:hiddenFill>
            </a:ext>
          </a:extLst>
        </p:spPr>
      </p:pic>
      <p:sp>
        <p:nvSpPr>
          <p:cNvPr id="62" name="Bent-Up Arrow 61"/>
          <p:cNvSpPr/>
          <p:nvPr/>
        </p:nvSpPr>
        <p:spPr>
          <a:xfrm rot="16200000" flipH="1" flipV="1">
            <a:off x="1546239" y="4519153"/>
            <a:ext cx="1301514" cy="2239896"/>
          </a:xfrm>
          <a:prstGeom prst="bentUpArrow">
            <a:avLst>
              <a:gd name="adj1" fmla="val 12360"/>
              <a:gd name="adj2" fmla="val 17764"/>
              <a:gd name="adj3" fmla="val 17994"/>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Left-Up Arrow 26"/>
          <p:cNvSpPr/>
          <p:nvPr/>
        </p:nvSpPr>
        <p:spPr>
          <a:xfrm rot="5400000">
            <a:off x="2221229" y="4682389"/>
            <a:ext cx="739117" cy="1408825"/>
          </a:xfrm>
          <a:prstGeom prst="leftUpArrow">
            <a:avLst>
              <a:gd name="adj1" fmla="val 16694"/>
              <a:gd name="adj2" fmla="val 25000"/>
              <a:gd name="adj3" fmla="val 29153"/>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4" name="Picture 63"/>
          <p:cNvPicPr>
            <a:picLocks noChangeAspect="1"/>
          </p:cNvPicPr>
          <p:nvPr/>
        </p:nvPicPr>
        <p:blipFill>
          <a:blip r:embed="rId7"/>
          <a:stretch>
            <a:fillRect/>
          </a:stretch>
        </p:blipFill>
        <p:spPr>
          <a:xfrm flipH="1">
            <a:off x="2501443" y="5270444"/>
            <a:ext cx="449855" cy="185234"/>
          </a:xfrm>
          <a:prstGeom prst="rect">
            <a:avLst/>
          </a:prstGeom>
        </p:spPr>
      </p:pic>
      <p:pic>
        <p:nvPicPr>
          <p:cNvPr id="65" name="Picture 2" descr="See the source imag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flipH="1">
            <a:off x="1599964" y="5760052"/>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8" descr="See the source image"/>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flipH="1">
            <a:off x="2206417" y="5760051"/>
            <a:ext cx="452887" cy="181277"/>
          </a:xfrm>
          <a:prstGeom prst="rect">
            <a:avLst/>
          </a:prstGeom>
          <a:noFill/>
          <a:extLst>
            <a:ext uri="{909E8E84-426E-40DD-AFC4-6F175D3DCCD1}">
              <a14:hiddenFill xmlns:a14="http://schemas.microsoft.com/office/drawing/2010/main">
                <a:solidFill>
                  <a:srgbClr val="FFFFFF"/>
                </a:solidFill>
              </a14:hiddenFill>
            </a:ext>
          </a:extLst>
        </p:spPr>
      </p:pic>
      <p:sp>
        <p:nvSpPr>
          <p:cNvPr id="67" name="Right Arrow 66"/>
          <p:cNvSpPr/>
          <p:nvPr/>
        </p:nvSpPr>
        <p:spPr>
          <a:xfrm rot="2434933">
            <a:off x="5802065" y="4216045"/>
            <a:ext cx="2954250"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8" name="Right Arrow 67"/>
          <p:cNvSpPr/>
          <p:nvPr/>
        </p:nvSpPr>
        <p:spPr>
          <a:xfrm rot="5400000">
            <a:off x="5169209" y="4192074"/>
            <a:ext cx="1956151"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Right Arrow 68"/>
          <p:cNvSpPr/>
          <p:nvPr/>
        </p:nvSpPr>
        <p:spPr>
          <a:xfrm rot="1417288">
            <a:off x="6105471" y="3669044"/>
            <a:ext cx="2011556"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0" name="Picture 69"/>
          <p:cNvPicPr>
            <a:picLocks noChangeAspect="1"/>
          </p:cNvPicPr>
          <p:nvPr/>
        </p:nvPicPr>
        <p:blipFill>
          <a:blip r:embed="rId7"/>
          <a:stretch>
            <a:fillRect/>
          </a:stretch>
        </p:blipFill>
        <p:spPr>
          <a:xfrm>
            <a:off x="5936926" y="3306612"/>
            <a:ext cx="449855" cy="185234"/>
          </a:xfrm>
          <a:prstGeom prst="rect">
            <a:avLst/>
          </a:prstGeom>
        </p:spPr>
      </p:pic>
      <p:sp>
        <p:nvSpPr>
          <p:cNvPr id="63" name="TextBox 62"/>
          <p:cNvSpPr txBox="1"/>
          <p:nvPr/>
        </p:nvSpPr>
        <p:spPr>
          <a:xfrm>
            <a:off x="9720944" y="2197298"/>
            <a:ext cx="1011215" cy="400110"/>
          </a:xfrm>
          <a:prstGeom prst="rect">
            <a:avLst/>
          </a:prstGeom>
          <a:noFill/>
          <a:ln>
            <a:solidFill>
              <a:schemeClr val="bg1"/>
            </a:solidFill>
          </a:ln>
        </p:spPr>
        <p:txBody>
          <a:bodyPr wrap="square" rtlCol="0">
            <a:spAutoFit/>
          </a:bodyPr>
          <a:lstStyle/>
          <a:p>
            <a:r>
              <a:rPr lang="en-GB" sz="1000" dirty="0">
                <a:solidFill>
                  <a:schemeClr val="bg1"/>
                </a:solidFill>
              </a:rPr>
              <a:t>Cargo </a:t>
            </a:r>
          </a:p>
          <a:p>
            <a:r>
              <a:rPr lang="en-GB" sz="1000" dirty="0">
                <a:solidFill>
                  <a:schemeClr val="bg1"/>
                </a:solidFill>
              </a:rPr>
              <a:t>Personnel</a:t>
            </a:r>
          </a:p>
        </p:txBody>
      </p:sp>
      <p:sp>
        <p:nvSpPr>
          <p:cNvPr id="71" name="Right Arrow 70"/>
          <p:cNvSpPr/>
          <p:nvPr/>
        </p:nvSpPr>
        <p:spPr>
          <a:xfrm>
            <a:off x="10428239" y="2273001"/>
            <a:ext cx="244247" cy="93393"/>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0" dirty="0">
              <a:solidFill>
                <a:schemeClr val="bg1"/>
              </a:solidFill>
            </a:endParaRPr>
          </a:p>
        </p:txBody>
      </p:sp>
      <p:sp>
        <p:nvSpPr>
          <p:cNvPr id="72" name="Right Arrow 71"/>
          <p:cNvSpPr/>
          <p:nvPr/>
        </p:nvSpPr>
        <p:spPr>
          <a:xfrm>
            <a:off x="10434430" y="2435590"/>
            <a:ext cx="238056" cy="8333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0" dirty="0">
              <a:solidFill>
                <a:schemeClr val="bg1"/>
              </a:solidFill>
            </a:endParaRPr>
          </a:p>
        </p:txBody>
      </p:sp>
      <p:sp>
        <p:nvSpPr>
          <p:cNvPr id="3" name="Rectangle 2"/>
          <p:cNvSpPr/>
          <p:nvPr/>
        </p:nvSpPr>
        <p:spPr>
          <a:xfrm>
            <a:off x="929054" y="4429568"/>
            <a:ext cx="1590974" cy="461665"/>
          </a:xfrm>
          <a:prstGeom prst="rect">
            <a:avLst/>
          </a:prstGeom>
        </p:spPr>
        <p:txBody>
          <a:bodyPr wrap="square">
            <a:spAutoFit/>
          </a:bodyPr>
          <a:lstStyle/>
          <a:p>
            <a:pPr algn="ctr"/>
            <a:r>
              <a:rPr lang="en-GB" sz="1200" b="1" dirty="0">
                <a:solidFill>
                  <a:schemeClr val="bg1"/>
                </a:solidFill>
              </a:rPr>
              <a:t>Homebase or</a:t>
            </a:r>
          </a:p>
          <a:p>
            <a:pPr algn="ctr"/>
            <a:r>
              <a:rPr lang="en-GB" sz="1200" b="1" dirty="0">
                <a:solidFill>
                  <a:schemeClr val="bg1"/>
                </a:solidFill>
              </a:rPr>
              <a:t>Mobilization Stations</a:t>
            </a:r>
          </a:p>
        </p:txBody>
      </p:sp>
      <p:sp>
        <p:nvSpPr>
          <p:cNvPr id="17" name="Rectangle 16"/>
          <p:cNvSpPr/>
          <p:nvPr/>
        </p:nvSpPr>
        <p:spPr>
          <a:xfrm>
            <a:off x="9823485" y="4572465"/>
            <a:ext cx="1393322" cy="461665"/>
          </a:xfrm>
          <a:prstGeom prst="rect">
            <a:avLst/>
          </a:prstGeom>
        </p:spPr>
        <p:txBody>
          <a:bodyPr wrap="square">
            <a:spAutoFit/>
          </a:bodyPr>
          <a:lstStyle/>
          <a:p>
            <a:pPr algn="ctr"/>
            <a:r>
              <a:rPr lang="en-GB" sz="1200" b="1" dirty="0">
                <a:solidFill>
                  <a:schemeClr val="bg1"/>
                </a:solidFill>
              </a:rPr>
              <a:t>Final Destination</a:t>
            </a:r>
          </a:p>
          <a:p>
            <a:pPr algn="ctr"/>
            <a:r>
              <a:rPr lang="en-GB" sz="1200" b="1" dirty="0">
                <a:solidFill>
                  <a:schemeClr val="bg1"/>
                </a:solidFill>
              </a:rPr>
              <a:t>(Assembly Area)</a:t>
            </a:r>
          </a:p>
        </p:txBody>
      </p:sp>
      <p:sp>
        <p:nvSpPr>
          <p:cNvPr id="76" name="TextBox 75"/>
          <p:cNvSpPr txBox="1"/>
          <p:nvPr/>
        </p:nvSpPr>
        <p:spPr>
          <a:xfrm>
            <a:off x="7886593" y="2177349"/>
            <a:ext cx="1158835" cy="461665"/>
          </a:xfrm>
          <a:prstGeom prst="rect">
            <a:avLst/>
          </a:prstGeom>
          <a:noFill/>
        </p:spPr>
        <p:txBody>
          <a:bodyPr wrap="square" rtlCol="0">
            <a:spAutoFit/>
          </a:bodyPr>
          <a:lstStyle/>
          <a:p>
            <a:pPr algn="ctr"/>
            <a:r>
              <a:rPr lang="en-GB" sz="1200" b="1" dirty="0">
                <a:solidFill>
                  <a:schemeClr val="bg1"/>
                </a:solidFill>
              </a:rPr>
              <a:t>Marshalling</a:t>
            </a:r>
          </a:p>
          <a:p>
            <a:pPr algn="ctr"/>
            <a:r>
              <a:rPr lang="en-GB" sz="1200" b="1" dirty="0">
                <a:solidFill>
                  <a:schemeClr val="bg1"/>
                </a:solidFill>
              </a:rPr>
              <a:t> Area</a:t>
            </a:r>
          </a:p>
        </p:txBody>
      </p:sp>
      <p:sp>
        <p:nvSpPr>
          <p:cNvPr id="80" name="TextBox 79"/>
          <p:cNvSpPr txBox="1"/>
          <p:nvPr/>
        </p:nvSpPr>
        <p:spPr>
          <a:xfrm>
            <a:off x="7900383" y="6151358"/>
            <a:ext cx="1137633" cy="276999"/>
          </a:xfrm>
          <a:prstGeom prst="rect">
            <a:avLst/>
          </a:prstGeom>
          <a:noFill/>
        </p:spPr>
        <p:txBody>
          <a:bodyPr wrap="square" rtlCol="0">
            <a:spAutoFit/>
          </a:bodyPr>
          <a:lstStyle/>
          <a:p>
            <a:pPr algn="ctr"/>
            <a:r>
              <a:rPr lang="en-GB" sz="1200" b="1" dirty="0">
                <a:solidFill>
                  <a:schemeClr val="bg1"/>
                </a:solidFill>
              </a:rPr>
              <a:t>Staging Area</a:t>
            </a:r>
          </a:p>
        </p:txBody>
      </p:sp>
      <p:sp>
        <p:nvSpPr>
          <p:cNvPr id="81" name="TextBox 80"/>
          <p:cNvSpPr txBox="1"/>
          <p:nvPr/>
        </p:nvSpPr>
        <p:spPr>
          <a:xfrm>
            <a:off x="7900383" y="4501222"/>
            <a:ext cx="1158835" cy="276999"/>
          </a:xfrm>
          <a:prstGeom prst="rect">
            <a:avLst/>
          </a:prstGeom>
          <a:noFill/>
        </p:spPr>
        <p:txBody>
          <a:bodyPr wrap="square" rtlCol="0">
            <a:spAutoFit/>
          </a:bodyPr>
          <a:lstStyle/>
          <a:p>
            <a:pPr algn="ctr"/>
            <a:r>
              <a:rPr lang="en-GB" sz="1200" b="1" dirty="0">
                <a:solidFill>
                  <a:schemeClr val="bg1"/>
                </a:solidFill>
              </a:rPr>
              <a:t>Storage Site</a:t>
            </a:r>
          </a:p>
        </p:txBody>
      </p:sp>
      <p:sp>
        <p:nvSpPr>
          <p:cNvPr id="19" name="Rectangle 18"/>
          <p:cNvSpPr/>
          <p:nvPr/>
        </p:nvSpPr>
        <p:spPr>
          <a:xfrm>
            <a:off x="3766922" y="3850934"/>
            <a:ext cx="2137848" cy="11572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4" name="Rectangle 83"/>
          <p:cNvSpPr/>
          <p:nvPr/>
        </p:nvSpPr>
        <p:spPr>
          <a:xfrm>
            <a:off x="5771102" y="2196430"/>
            <a:ext cx="774710" cy="1118216"/>
          </a:xfrm>
          <a:prstGeom prst="rect">
            <a:avLst/>
          </a:prstGeom>
          <a:solidFill>
            <a:srgbClr val="00FFFF">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5" name="Rectangle 84"/>
          <p:cNvSpPr/>
          <p:nvPr/>
        </p:nvSpPr>
        <p:spPr>
          <a:xfrm>
            <a:off x="5777724" y="5479214"/>
            <a:ext cx="774710" cy="999372"/>
          </a:xfrm>
          <a:prstGeom prst="rect">
            <a:avLst/>
          </a:prstGeom>
          <a:solidFill>
            <a:srgbClr val="00FFFF">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17"/>
          <p:cNvSpPr/>
          <p:nvPr/>
        </p:nvSpPr>
        <p:spPr>
          <a:xfrm>
            <a:off x="3380237" y="2194469"/>
            <a:ext cx="2401222" cy="4282702"/>
          </a:xfrm>
          <a:prstGeom prst="rect">
            <a:avLst/>
          </a:prstGeom>
          <a:solidFill>
            <a:srgbClr val="00FFFF">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 name="Rectangle 20"/>
          <p:cNvSpPr/>
          <p:nvPr/>
        </p:nvSpPr>
        <p:spPr>
          <a:xfrm>
            <a:off x="4443737" y="4244026"/>
            <a:ext cx="1028446" cy="51439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b="1" dirty="0">
                <a:solidFill>
                  <a:schemeClr val="bg1"/>
                </a:solidFill>
              </a:rPr>
              <a:t>EVE</a:t>
            </a:r>
          </a:p>
        </p:txBody>
      </p:sp>
      <p:pic>
        <p:nvPicPr>
          <p:cNvPr id="7" name="Picture 8" descr="See the source imag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32975" y="2604143"/>
            <a:ext cx="732207" cy="732207"/>
          </a:xfrm>
          <a:prstGeom prst="rect">
            <a:avLst/>
          </a:prstGeom>
          <a:solidFill>
            <a:schemeClr val="bg1"/>
          </a:solidFill>
        </p:spPr>
      </p:pic>
      <p:pic>
        <p:nvPicPr>
          <p:cNvPr id="8" name="Picture 7"/>
          <p:cNvPicPr>
            <a:picLocks noChangeAspect="1"/>
          </p:cNvPicPr>
          <p:nvPr/>
        </p:nvPicPr>
        <p:blipFill>
          <a:blip r:embed="rId12"/>
          <a:stretch>
            <a:fillRect/>
          </a:stretch>
        </p:blipFill>
        <p:spPr>
          <a:xfrm>
            <a:off x="3425638" y="5471947"/>
            <a:ext cx="732207" cy="727270"/>
          </a:xfrm>
          <a:prstGeom prst="rect">
            <a:avLst/>
          </a:prstGeom>
          <a:ln w="31750">
            <a:solidFill>
              <a:schemeClr val="tx1"/>
            </a:solidFill>
          </a:ln>
        </p:spPr>
      </p:pic>
      <p:sp>
        <p:nvSpPr>
          <p:cNvPr id="4" name="Right Arrow 3"/>
          <p:cNvSpPr/>
          <p:nvPr/>
        </p:nvSpPr>
        <p:spPr>
          <a:xfrm>
            <a:off x="4245475" y="2652820"/>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Right Arrow 24"/>
          <p:cNvSpPr/>
          <p:nvPr/>
        </p:nvSpPr>
        <p:spPr>
          <a:xfrm>
            <a:off x="4245475" y="3037775"/>
            <a:ext cx="1448847"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48" name="Picture 24" descr="See the source imag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flipH="1">
            <a:off x="4590340" y="2861233"/>
            <a:ext cx="633151" cy="240466"/>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28"/>
          <p:cNvPicPr>
            <a:picLocks noChangeAspect="1"/>
          </p:cNvPicPr>
          <p:nvPr/>
        </p:nvPicPr>
        <p:blipFill>
          <a:blip r:embed="rId14"/>
          <a:stretch>
            <a:fillRect/>
          </a:stretch>
        </p:blipFill>
        <p:spPr>
          <a:xfrm>
            <a:off x="4353740" y="5617496"/>
            <a:ext cx="1022672" cy="399481"/>
          </a:xfrm>
          <a:prstGeom prst="rect">
            <a:avLst/>
          </a:prstGeom>
        </p:spPr>
      </p:pic>
      <p:sp>
        <p:nvSpPr>
          <p:cNvPr id="59" name="Right Arrow 58"/>
          <p:cNvSpPr/>
          <p:nvPr/>
        </p:nvSpPr>
        <p:spPr>
          <a:xfrm>
            <a:off x="4259688" y="5892057"/>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 name="Picture 6" descr="See the source image"/>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774615" y="2604143"/>
            <a:ext cx="727270" cy="727270"/>
          </a:xfrm>
          <a:prstGeom prst="rect">
            <a:avLst/>
          </a:prstGeom>
          <a:solidFill>
            <a:schemeClr val="bg1"/>
          </a:solidFill>
        </p:spPr>
      </p:pic>
      <p:sp>
        <p:nvSpPr>
          <p:cNvPr id="75" name="TextBox 74"/>
          <p:cNvSpPr txBox="1"/>
          <p:nvPr/>
        </p:nvSpPr>
        <p:spPr>
          <a:xfrm>
            <a:off x="5747352" y="2421758"/>
            <a:ext cx="767121" cy="276999"/>
          </a:xfrm>
          <a:prstGeom prst="rect">
            <a:avLst/>
          </a:prstGeom>
          <a:noFill/>
        </p:spPr>
        <p:txBody>
          <a:bodyPr wrap="square" rtlCol="0">
            <a:spAutoFit/>
          </a:bodyPr>
          <a:lstStyle/>
          <a:p>
            <a:pPr algn="ctr"/>
            <a:r>
              <a:rPr lang="en-GB" sz="1200" b="1" dirty="0">
                <a:solidFill>
                  <a:schemeClr val="bg1"/>
                </a:solidFill>
              </a:rPr>
              <a:t>APOD</a:t>
            </a:r>
          </a:p>
        </p:txBody>
      </p:sp>
      <p:sp>
        <p:nvSpPr>
          <p:cNvPr id="74" name="TextBox 73"/>
          <p:cNvSpPr txBox="1"/>
          <p:nvPr/>
        </p:nvSpPr>
        <p:spPr>
          <a:xfrm>
            <a:off x="3407393" y="2417424"/>
            <a:ext cx="767121" cy="276999"/>
          </a:xfrm>
          <a:prstGeom prst="rect">
            <a:avLst/>
          </a:prstGeom>
          <a:noFill/>
        </p:spPr>
        <p:txBody>
          <a:bodyPr wrap="square" rtlCol="0">
            <a:spAutoFit/>
          </a:bodyPr>
          <a:lstStyle/>
          <a:p>
            <a:pPr algn="ctr"/>
            <a:r>
              <a:rPr lang="en-GB" sz="1200" b="1" dirty="0">
                <a:solidFill>
                  <a:schemeClr val="bg1"/>
                </a:solidFill>
              </a:rPr>
              <a:t>APOE</a:t>
            </a:r>
          </a:p>
        </p:txBody>
      </p:sp>
      <p:sp>
        <p:nvSpPr>
          <p:cNvPr id="78" name="TextBox 77"/>
          <p:cNvSpPr txBox="1"/>
          <p:nvPr/>
        </p:nvSpPr>
        <p:spPr>
          <a:xfrm>
            <a:off x="3401727" y="6144066"/>
            <a:ext cx="767121" cy="276999"/>
          </a:xfrm>
          <a:prstGeom prst="rect">
            <a:avLst/>
          </a:prstGeom>
          <a:noFill/>
        </p:spPr>
        <p:txBody>
          <a:bodyPr wrap="square" rtlCol="0">
            <a:spAutoFit/>
          </a:bodyPr>
          <a:lstStyle/>
          <a:p>
            <a:pPr algn="ctr"/>
            <a:r>
              <a:rPr lang="en-GB" sz="1200" b="1" dirty="0">
                <a:solidFill>
                  <a:schemeClr val="bg1"/>
                </a:solidFill>
              </a:rPr>
              <a:t>SPOE</a:t>
            </a:r>
          </a:p>
        </p:txBody>
      </p:sp>
      <p:pic>
        <p:nvPicPr>
          <p:cNvPr id="16" name="Picture 15"/>
          <p:cNvPicPr>
            <a:picLocks noChangeAspect="1"/>
          </p:cNvPicPr>
          <p:nvPr/>
        </p:nvPicPr>
        <p:blipFill>
          <a:blip r:embed="rId16"/>
          <a:stretch>
            <a:fillRect/>
          </a:stretch>
        </p:blipFill>
        <p:spPr>
          <a:xfrm flipH="1">
            <a:off x="5767278" y="5471947"/>
            <a:ext cx="727270" cy="727270"/>
          </a:xfrm>
          <a:prstGeom prst="rect">
            <a:avLst/>
          </a:prstGeom>
        </p:spPr>
      </p:pic>
      <p:sp>
        <p:nvSpPr>
          <p:cNvPr id="79" name="TextBox 78"/>
          <p:cNvSpPr txBox="1"/>
          <p:nvPr/>
        </p:nvSpPr>
        <p:spPr>
          <a:xfrm>
            <a:off x="5739929" y="6115174"/>
            <a:ext cx="767121" cy="276999"/>
          </a:xfrm>
          <a:prstGeom prst="rect">
            <a:avLst/>
          </a:prstGeom>
          <a:noFill/>
        </p:spPr>
        <p:txBody>
          <a:bodyPr wrap="square" rtlCol="0">
            <a:spAutoFit/>
          </a:bodyPr>
          <a:lstStyle/>
          <a:p>
            <a:pPr algn="ctr"/>
            <a:r>
              <a:rPr lang="en-GB" sz="1200" b="1" dirty="0">
                <a:solidFill>
                  <a:schemeClr val="bg1"/>
                </a:solidFill>
              </a:rPr>
              <a:t>SPOD</a:t>
            </a:r>
          </a:p>
        </p:txBody>
      </p:sp>
    </p:spTree>
    <p:extLst>
      <p:ext uri="{BB962C8B-B14F-4D97-AF65-F5344CB8AC3E}">
        <p14:creationId xmlns:p14="http://schemas.microsoft.com/office/powerpoint/2010/main" val="94565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84" grpId="0" animBg="1"/>
      <p:bldP spid="85" grpId="0" animBg="1"/>
      <p:bldP spid="18" grpId="0" animBg="1"/>
      <p:bldP spid="21"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2" y="865558"/>
            <a:ext cx="10590528" cy="1325563"/>
          </a:xfrm>
        </p:spPr>
        <p:txBody>
          <a:bodyPr/>
          <a:lstStyle/>
          <a:p>
            <a:r>
              <a:rPr lang="en-US" dirty="0"/>
              <a:t>EVE - An Overview</a:t>
            </a:r>
          </a:p>
        </p:txBody>
      </p:sp>
      <p:sp>
        <p:nvSpPr>
          <p:cNvPr id="10" name="Content Placeholder 9"/>
          <p:cNvSpPr>
            <a:spLocks noGrp="1"/>
          </p:cNvSpPr>
          <p:nvPr>
            <p:ph idx="1"/>
          </p:nvPr>
        </p:nvSpPr>
        <p:spPr>
          <a:xfrm>
            <a:off x="1343472" y="1967024"/>
            <a:ext cx="10331077" cy="4125432"/>
          </a:xfrm>
        </p:spPr>
        <p:txBody>
          <a:bodyPr>
            <a:normAutofit/>
          </a:bodyPr>
          <a:lstStyle/>
          <a:p>
            <a:pPr marL="0" indent="0" algn="just">
              <a:buNone/>
            </a:pPr>
            <a:r>
              <a:rPr lang="en-US" sz="2600" dirty="0"/>
              <a:t>Provides </a:t>
            </a:r>
            <a:r>
              <a:rPr lang="en-US" sz="2600" b="1" dirty="0">
                <a:solidFill>
                  <a:schemeClr val="accent1">
                    <a:lumMod val="40000"/>
                    <a:lumOff val="60000"/>
                  </a:schemeClr>
                </a:solidFill>
              </a:rPr>
              <a:t>visibility</a:t>
            </a:r>
            <a:r>
              <a:rPr lang="en-US" sz="2600" dirty="0"/>
              <a:t> of multi-national (coalition) movement operations enabling </a:t>
            </a:r>
            <a:r>
              <a:rPr lang="en-US" sz="2600" b="1" dirty="0"/>
              <a:t>review</a:t>
            </a:r>
            <a:r>
              <a:rPr lang="en-US" sz="2600" dirty="0"/>
              <a:t>, </a:t>
            </a:r>
            <a:r>
              <a:rPr lang="en-US" sz="2600" b="1" dirty="0"/>
              <a:t>prioritization</a:t>
            </a:r>
            <a:r>
              <a:rPr lang="en-US" sz="2600" dirty="0"/>
              <a:t> and </a:t>
            </a:r>
            <a:r>
              <a:rPr lang="en-US" sz="2600" b="1" dirty="0"/>
              <a:t>deconfliction</a:t>
            </a:r>
            <a:r>
              <a:rPr lang="en-US" sz="2600" dirty="0"/>
              <a:t> of the force flow to (and within) the theatre.</a:t>
            </a:r>
          </a:p>
          <a:p>
            <a:pPr marL="0" indent="0" algn="just">
              <a:buNone/>
            </a:pPr>
            <a:r>
              <a:rPr lang="en-US" sz="2600" dirty="0"/>
              <a:t>Features:</a:t>
            </a:r>
          </a:p>
          <a:p>
            <a:pPr marL="971550" lvl="2" indent="-285750" algn="just">
              <a:buClr>
                <a:schemeClr val="bg1"/>
              </a:buClr>
              <a:buFont typeface="Arial" panose="020B0604020202020204" pitchFamily="34" charset="0"/>
              <a:buChar char="•"/>
            </a:pPr>
            <a:r>
              <a:rPr lang="en-US" sz="1700" dirty="0"/>
              <a:t>Mission/</a:t>
            </a:r>
            <a:r>
              <a:rPr lang="en-US" sz="1700" dirty="0" err="1"/>
              <a:t>Pax</a:t>
            </a:r>
            <a:r>
              <a:rPr lang="en-US" sz="1700" dirty="0"/>
              <a:t>/Cargo Requesting</a:t>
            </a:r>
          </a:p>
          <a:p>
            <a:pPr marL="971550" lvl="2" indent="-285750" algn="just">
              <a:buClr>
                <a:schemeClr val="bg1"/>
              </a:buClr>
              <a:buFont typeface="Arial" panose="020B0604020202020204" pitchFamily="34" charset="0"/>
              <a:buChar char="•"/>
            </a:pPr>
            <a:r>
              <a:rPr lang="en-US" sz="1700" dirty="0"/>
              <a:t>POE/POD Management</a:t>
            </a:r>
          </a:p>
          <a:p>
            <a:pPr marL="971550" lvl="2" indent="-285750" algn="just">
              <a:buClr>
                <a:schemeClr val="bg1"/>
              </a:buClr>
              <a:buFont typeface="Arial" panose="020B0604020202020204" pitchFamily="34" charset="0"/>
              <a:buChar char="•"/>
            </a:pPr>
            <a:r>
              <a:rPr lang="en-US" sz="1700" dirty="0"/>
              <a:t>Mission Loading &amp; Manifesting</a:t>
            </a:r>
          </a:p>
          <a:p>
            <a:pPr marL="971550" lvl="2" indent="-285750" algn="just">
              <a:buClr>
                <a:schemeClr val="bg1"/>
              </a:buClr>
              <a:buFont typeface="Arial" panose="020B0604020202020204" pitchFamily="34" charset="0"/>
              <a:buChar char="•"/>
            </a:pPr>
            <a:r>
              <a:rPr lang="en-US" sz="1700" dirty="0"/>
              <a:t>Mission Execution &amp; </a:t>
            </a:r>
            <a:r>
              <a:rPr lang="en-US" sz="1700" dirty="0" smtClean="0"/>
              <a:t>Reporting</a:t>
            </a:r>
            <a:endParaRPr lang="en-US" dirty="0"/>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42</a:t>
            </a:fld>
            <a:endParaRPr lang="en-BE" dirty="0"/>
          </a:p>
        </p:txBody>
      </p:sp>
    </p:spTree>
    <p:extLst>
      <p:ext uri="{BB962C8B-B14F-4D97-AF65-F5344CB8AC3E}">
        <p14:creationId xmlns:p14="http://schemas.microsoft.com/office/powerpoint/2010/main" val="980152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0909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0909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09090"/>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09090"/>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09090"/>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2" y="865558"/>
            <a:ext cx="10590528" cy="1325563"/>
          </a:xfrm>
        </p:spPr>
        <p:txBody>
          <a:bodyPr/>
          <a:lstStyle/>
          <a:p>
            <a:r>
              <a:rPr lang="en-US" dirty="0"/>
              <a:t>Using EVE</a:t>
            </a:r>
          </a:p>
        </p:txBody>
      </p:sp>
      <p:sp>
        <p:nvSpPr>
          <p:cNvPr id="10" name="Content Placeholder 9"/>
          <p:cNvSpPr>
            <a:spLocks noGrp="1"/>
          </p:cNvSpPr>
          <p:nvPr>
            <p:ph idx="1"/>
          </p:nvPr>
        </p:nvSpPr>
        <p:spPr>
          <a:xfrm>
            <a:off x="1343472" y="1967024"/>
            <a:ext cx="10331077" cy="4125432"/>
          </a:xfrm>
        </p:spPr>
        <p:txBody>
          <a:bodyPr>
            <a:normAutofit/>
          </a:bodyPr>
          <a:lstStyle/>
          <a:p>
            <a:pPr marL="0" indent="0" algn="just">
              <a:buNone/>
            </a:pPr>
            <a:r>
              <a:rPr lang="en-US" dirty="0"/>
              <a:t>As the Movement Planning is carried out in ADAMS, it became too difficult to keep updating the DDP as the Execution phase is taking place.</a:t>
            </a:r>
          </a:p>
          <a:p>
            <a:pPr marL="0" indent="0" algn="just">
              <a:buNone/>
            </a:pPr>
            <a:r>
              <a:rPr lang="en-US" dirty="0"/>
              <a:t>A </a:t>
            </a:r>
            <a:r>
              <a:rPr lang="en-US" b="1" dirty="0">
                <a:solidFill>
                  <a:schemeClr val="accent1">
                    <a:lumMod val="40000"/>
                    <a:lumOff val="60000"/>
                  </a:schemeClr>
                </a:solidFill>
              </a:rPr>
              <a:t>need</a:t>
            </a:r>
            <a:r>
              <a:rPr lang="en-US" dirty="0"/>
              <a:t> was identified to establish an easy-to-use interface between planning and execution in order to:</a:t>
            </a:r>
          </a:p>
          <a:p>
            <a:pPr marL="1028700" lvl="2" indent="-342900" algn="just">
              <a:buClr>
                <a:schemeClr val="bg1"/>
              </a:buClr>
              <a:buFont typeface="Arial" panose="020B0604020202020204" pitchFamily="34" charset="0"/>
              <a:buChar char="•"/>
            </a:pPr>
            <a:r>
              <a:rPr lang="en-US" sz="1600" dirty="0"/>
              <a:t>Share information quickly</a:t>
            </a:r>
          </a:p>
          <a:p>
            <a:pPr marL="1028700" lvl="2" indent="-342900" algn="just">
              <a:buClr>
                <a:schemeClr val="bg1"/>
              </a:buClr>
              <a:buFont typeface="Arial" panose="020B0604020202020204" pitchFamily="34" charset="0"/>
              <a:buChar char="•"/>
            </a:pPr>
            <a:r>
              <a:rPr lang="en-US" sz="1600" dirty="0"/>
              <a:t>Easy to update (MS Excel front end)</a:t>
            </a:r>
          </a:p>
          <a:p>
            <a:pPr marL="1028700" lvl="2" indent="-342900" algn="just">
              <a:buClr>
                <a:schemeClr val="bg1"/>
              </a:buClr>
              <a:buFont typeface="Arial" panose="020B0604020202020204" pitchFamily="34" charset="0"/>
              <a:buChar char="•"/>
            </a:pPr>
            <a:r>
              <a:rPr lang="en-US" sz="1600" dirty="0"/>
              <a:t>Movements Request importing/exporting</a:t>
            </a:r>
          </a:p>
          <a:p>
            <a:pPr marL="1028700" lvl="2" indent="-342900" algn="just">
              <a:buClr>
                <a:schemeClr val="bg1"/>
              </a:buClr>
              <a:buFont typeface="Arial" panose="020B0604020202020204" pitchFamily="34" charset="0"/>
              <a:buChar char="•"/>
            </a:pPr>
            <a:r>
              <a:rPr lang="en-US" sz="1600" dirty="0"/>
              <a:t>Situation projection</a:t>
            </a:r>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43</a:t>
            </a:fld>
            <a:endParaRPr lang="en-BE" dirty="0"/>
          </a:p>
        </p:txBody>
      </p:sp>
    </p:spTree>
    <p:extLst>
      <p:ext uri="{BB962C8B-B14F-4D97-AF65-F5344CB8AC3E}">
        <p14:creationId xmlns:p14="http://schemas.microsoft.com/office/powerpoint/2010/main" val="122501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2" y="865558"/>
            <a:ext cx="10590528" cy="1325563"/>
          </a:xfrm>
        </p:spPr>
        <p:txBody>
          <a:bodyPr/>
          <a:lstStyle/>
          <a:p>
            <a:r>
              <a:rPr lang="en-US" dirty="0"/>
              <a:t>What/Who is an EVE Operator?</a:t>
            </a:r>
          </a:p>
        </p:txBody>
      </p:sp>
      <p:sp>
        <p:nvSpPr>
          <p:cNvPr id="10" name="Content Placeholder 9"/>
          <p:cNvSpPr>
            <a:spLocks noGrp="1"/>
          </p:cNvSpPr>
          <p:nvPr>
            <p:ph idx="1"/>
          </p:nvPr>
        </p:nvSpPr>
        <p:spPr>
          <a:xfrm>
            <a:off x="1343472" y="1967024"/>
            <a:ext cx="10331077" cy="4125432"/>
          </a:xfrm>
        </p:spPr>
        <p:txBody>
          <a:bodyPr>
            <a:normAutofit/>
          </a:bodyPr>
          <a:lstStyle/>
          <a:p>
            <a:pPr marL="0" indent="0" algn="just">
              <a:buNone/>
            </a:pPr>
            <a:r>
              <a:rPr lang="en-US" sz="2600" dirty="0"/>
              <a:t>Each of the functions within EVE </a:t>
            </a:r>
            <a:r>
              <a:rPr lang="en-US" sz="2600" b="1" dirty="0">
                <a:solidFill>
                  <a:schemeClr val="accent1">
                    <a:lumMod val="40000"/>
                    <a:lumOff val="60000"/>
                  </a:schemeClr>
                </a:solidFill>
              </a:rPr>
              <a:t>represents</a:t>
            </a:r>
            <a:r>
              <a:rPr lang="en-US" sz="2600" dirty="0"/>
              <a:t> a responsibility within the overall process for requesting, planning and execution of  movements. These areas of responsibility are maintained.</a:t>
            </a:r>
          </a:p>
          <a:p>
            <a:pPr marL="0" indent="0" algn="just">
              <a:buNone/>
            </a:pPr>
            <a:r>
              <a:rPr lang="en-US" sz="2600" dirty="0"/>
              <a:t>So, there is </a:t>
            </a:r>
            <a:r>
              <a:rPr lang="en-US" sz="2600" b="1" u="sng" dirty="0"/>
              <a:t>no</a:t>
            </a:r>
            <a:r>
              <a:rPr lang="en-US" sz="2600" dirty="0"/>
              <a:t> such person as an EVE Operator, it is a number of individuals working together in a single place (EVE) in a collaborative/collective way to complete the total task (the Mission).</a:t>
            </a:r>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44</a:t>
            </a:fld>
            <a:endParaRPr lang="en-BE" dirty="0"/>
          </a:p>
        </p:txBody>
      </p:sp>
    </p:spTree>
    <p:extLst>
      <p:ext uri="{BB962C8B-B14F-4D97-AF65-F5344CB8AC3E}">
        <p14:creationId xmlns:p14="http://schemas.microsoft.com/office/powerpoint/2010/main" val="4147097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3"/>
          </p:nvPr>
        </p:nvSpPr>
        <p:spPr/>
        <p:txBody>
          <a:bodyPr/>
          <a:lstStyle/>
          <a:p>
            <a:r>
              <a:rPr lang="en-BE"/>
              <a:t>NATO UNCLASSIFIED</a:t>
            </a:r>
            <a:endParaRPr lang="en-BE" dirty="0"/>
          </a:p>
        </p:txBody>
      </p:sp>
      <p:sp>
        <p:nvSpPr>
          <p:cNvPr id="7" name="Slide Number Placeholder 6"/>
          <p:cNvSpPr>
            <a:spLocks noGrp="1"/>
          </p:cNvSpPr>
          <p:nvPr>
            <p:ph type="sldNum" sz="quarter" idx="4"/>
          </p:nvPr>
        </p:nvSpPr>
        <p:spPr/>
        <p:txBody>
          <a:bodyPr/>
          <a:lstStyle/>
          <a:p>
            <a:fld id="{950525CB-10C3-4C32-9A11-B2E636DDB5A6}" type="datetime1">
              <a:rPr lang="LID4096" smtClean="0"/>
              <a:pPr/>
              <a:t>11/08/2022</a:t>
            </a:fld>
            <a:r>
              <a:rPr lang="en-BE"/>
              <a:t>  |  </a:t>
            </a:r>
            <a:r>
              <a:rPr lang="en-GB" dirty="0"/>
              <a:t>P</a:t>
            </a:r>
            <a:r>
              <a:rPr lang="en-BE"/>
              <a:t>AGE </a:t>
            </a:r>
            <a:fld id="{3C66DE6B-CC4B-F74A-99D4-2DC8DD154D90}" type="slidenum">
              <a:rPr lang="en-BE" smtClean="0"/>
              <a:pPr/>
              <a:t>45</a:t>
            </a:fld>
            <a:endParaRPr lang="en-BE" dirty="0"/>
          </a:p>
        </p:txBody>
      </p:sp>
      <p:sp>
        <p:nvSpPr>
          <p:cNvPr id="12" name="Text Placeholder 11"/>
          <p:cNvSpPr>
            <a:spLocks noGrp="1"/>
          </p:cNvSpPr>
          <p:nvPr>
            <p:ph type="body" sz="quarter" idx="13"/>
          </p:nvPr>
        </p:nvSpPr>
        <p:spPr/>
        <p:txBody>
          <a:bodyPr/>
          <a:lstStyle/>
          <a:p>
            <a:r>
              <a:rPr lang="en-US" dirty="0"/>
              <a:t>EVE Operators?</a:t>
            </a:r>
          </a:p>
        </p:txBody>
      </p:sp>
      <p:sp>
        <p:nvSpPr>
          <p:cNvPr id="9" name="Text Placeholder 2"/>
          <p:cNvSpPr>
            <a:spLocks noGrp="1"/>
          </p:cNvSpPr>
          <p:nvPr>
            <p:ph type="body" sz="quarter" idx="14"/>
          </p:nvPr>
        </p:nvSpPr>
        <p:spPr>
          <a:xfrm>
            <a:off x="7365916" y="3495257"/>
            <a:ext cx="4751481" cy="2273718"/>
          </a:xfrm>
        </p:spPr>
        <p:txBody>
          <a:bodyPr/>
          <a:lstStyle/>
          <a:p>
            <a:pPr algn="just">
              <a:lnSpc>
                <a:spcPct val="100000"/>
              </a:lnSpc>
            </a:pPr>
            <a:r>
              <a:rPr lang="en-US" dirty="0"/>
              <a:t>Multi-National</a:t>
            </a:r>
          </a:p>
          <a:p>
            <a:pPr algn="just">
              <a:lnSpc>
                <a:spcPct val="100000"/>
              </a:lnSpc>
            </a:pPr>
            <a:r>
              <a:rPr lang="en-US" dirty="0"/>
              <a:t>Joint Service</a:t>
            </a:r>
          </a:p>
          <a:p>
            <a:pPr algn="just">
              <a:lnSpc>
                <a:spcPct val="100000"/>
              </a:lnSpc>
            </a:pPr>
            <a:r>
              <a:rPr lang="en-US" dirty="0"/>
              <a:t>Multi-Modal </a:t>
            </a:r>
          </a:p>
          <a:p>
            <a:pPr lvl="1" algn="just"/>
            <a:endParaRPr lang="en-US" sz="1400" dirty="0">
              <a:solidFill>
                <a:schemeClr val="bg1"/>
              </a:solidFill>
              <a:latin typeface="Arial" panose="020B0604020202020204" pitchFamily="34" charset="0"/>
            </a:endParaRPr>
          </a:p>
          <a:p>
            <a:pPr algn="just"/>
            <a:endParaRPr lang="en-GB" dirty="0"/>
          </a:p>
        </p:txBody>
      </p:sp>
      <p:sp>
        <p:nvSpPr>
          <p:cNvPr id="10" name="Oval 15"/>
          <p:cNvSpPr>
            <a:spLocks noChangeArrowheads="1"/>
          </p:cNvSpPr>
          <p:nvPr/>
        </p:nvSpPr>
        <p:spPr bwMode="auto">
          <a:xfrm>
            <a:off x="1519020" y="1400023"/>
            <a:ext cx="5568951" cy="4970418"/>
          </a:xfrm>
          <a:prstGeom prst="ellipse">
            <a:avLst/>
          </a:prstGeom>
          <a:solidFill>
            <a:srgbClr val="5B9BD5">
              <a:alpha val="49019"/>
            </a:srgbClr>
          </a:solidFill>
          <a:ln w="9525">
            <a:solidFill>
              <a:sysClr val="windowText" lastClr="00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altLang="en-US" sz="1800" b="0" i="0" u="none" strike="noStrike" kern="0" cap="none" spc="0" normalizeH="0" baseline="0" noProof="0" dirty="0">
              <a:ln>
                <a:noFill/>
              </a:ln>
              <a:solidFill>
                <a:prstClr val="black"/>
              </a:solidFill>
              <a:effectLst/>
              <a:uLnTx/>
              <a:uFillTx/>
              <a:latin typeface="Arial" charset="0"/>
              <a:cs typeface="Arial" charset="0"/>
            </a:endParaRPr>
          </a:p>
        </p:txBody>
      </p:sp>
      <p:sp>
        <p:nvSpPr>
          <p:cNvPr id="11" name="Text Box 9"/>
          <p:cNvSpPr txBox="1">
            <a:spLocks noChangeArrowheads="1"/>
          </p:cNvSpPr>
          <p:nvPr/>
        </p:nvSpPr>
        <p:spPr bwMode="auto">
          <a:xfrm>
            <a:off x="3152028" y="1680316"/>
            <a:ext cx="2302934" cy="646331"/>
          </a:xfrm>
          <a:prstGeom prst="rect">
            <a:avLst/>
          </a:prstGeom>
          <a:solidFill>
            <a:srgbClr val="FF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GB" altLang="en-US" b="1" dirty="0"/>
              <a:t>Mission/PAX/Cargo Requesting</a:t>
            </a:r>
          </a:p>
        </p:txBody>
      </p:sp>
      <p:sp>
        <p:nvSpPr>
          <p:cNvPr id="13" name="Text Box 9"/>
          <p:cNvSpPr txBox="1">
            <a:spLocks noChangeArrowheads="1"/>
          </p:cNvSpPr>
          <p:nvPr/>
        </p:nvSpPr>
        <p:spPr bwMode="auto">
          <a:xfrm>
            <a:off x="3391211" y="2326647"/>
            <a:ext cx="1824567" cy="650875"/>
          </a:xfrm>
          <a:prstGeom prst="rect">
            <a:avLst/>
          </a:prstGeom>
          <a:solidFill>
            <a:srgbClr val="EEB500"/>
          </a:solidFill>
          <a:ln w="9525">
            <a:solidFill>
              <a:schemeClr val="tx1"/>
            </a:solidFill>
            <a:miter lim="800000"/>
            <a:headEnd/>
            <a:tailEnd/>
          </a:ln>
          <a:effec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GB" altLang="en-US" b="1" dirty="0"/>
              <a:t>Mission Planning</a:t>
            </a:r>
          </a:p>
        </p:txBody>
      </p:sp>
      <p:sp>
        <p:nvSpPr>
          <p:cNvPr id="14" name="Text Box 10"/>
          <p:cNvSpPr txBox="1">
            <a:spLocks noChangeArrowheads="1"/>
          </p:cNvSpPr>
          <p:nvPr/>
        </p:nvSpPr>
        <p:spPr bwMode="auto">
          <a:xfrm>
            <a:off x="3391212" y="3623853"/>
            <a:ext cx="1824567" cy="650875"/>
          </a:xfrm>
          <a:prstGeom prst="rect">
            <a:avLst/>
          </a:prstGeom>
          <a:solidFill>
            <a:srgbClr val="00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GB" altLang="en-US" b="1" dirty="0"/>
              <a:t>Mission Loading</a:t>
            </a:r>
          </a:p>
        </p:txBody>
      </p:sp>
      <p:sp>
        <p:nvSpPr>
          <p:cNvPr id="15" name="Text Box 13"/>
          <p:cNvSpPr txBox="1">
            <a:spLocks noChangeArrowheads="1"/>
          </p:cNvSpPr>
          <p:nvPr/>
        </p:nvSpPr>
        <p:spPr bwMode="auto">
          <a:xfrm>
            <a:off x="3152029" y="2985678"/>
            <a:ext cx="2302933" cy="650875"/>
          </a:xfrm>
          <a:prstGeom prst="rect">
            <a:avLst/>
          </a:prstGeom>
          <a:solidFill>
            <a:srgbClr val="00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GB" altLang="en-US" b="1" dirty="0"/>
              <a:t>POE/D Management</a:t>
            </a:r>
          </a:p>
        </p:txBody>
      </p:sp>
      <p:sp>
        <p:nvSpPr>
          <p:cNvPr id="16" name="Text Box 11"/>
          <p:cNvSpPr txBox="1">
            <a:spLocks noChangeArrowheads="1"/>
          </p:cNvSpPr>
          <p:nvPr/>
        </p:nvSpPr>
        <p:spPr bwMode="auto">
          <a:xfrm>
            <a:off x="3390152" y="5211352"/>
            <a:ext cx="1824567" cy="923330"/>
          </a:xfrm>
          <a:prstGeom prst="rect">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GB" altLang="en-US" b="1" dirty="0"/>
              <a:t>Mission Execution &amp; Reporting</a:t>
            </a:r>
          </a:p>
        </p:txBody>
      </p:sp>
      <p:sp>
        <p:nvSpPr>
          <p:cNvPr id="17" name="Text Box 12"/>
          <p:cNvSpPr txBox="1">
            <a:spLocks noChangeArrowheads="1"/>
          </p:cNvSpPr>
          <p:nvPr/>
        </p:nvSpPr>
        <p:spPr bwMode="auto">
          <a:xfrm>
            <a:off x="1999503" y="4274728"/>
            <a:ext cx="2305049" cy="925513"/>
          </a:xfrm>
          <a:prstGeom prst="rect">
            <a:avLst/>
          </a:prstGeom>
          <a:solidFill>
            <a:srgbClr val="99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GB" altLang="en-US" b="1" dirty="0"/>
              <a:t>Terminal Operations Management</a:t>
            </a:r>
          </a:p>
        </p:txBody>
      </p:sp>
      <p:sp>
        <p:nvSpPr>
          <p:cNvPr id="18" name="Text Box 14"/>
          <p:cNvSpPr txBox="1">
            <a:spLocks noChangeArrowheads="1"/>
          </p:cNvSpPr>
          <p:nvPr/>
        </p:nvSpPr>
        <p:spPr bwMode="auto">
          <a:xfrm>
            <a:off x="4302437" y="4274728"/>
            <a:ext cx="2305049" cy="925513"/>
          </a:xfrm>
          <a:prstGeom prst="rect">
            <a:avLst/>
          </a:prstGeom>
          <a:solidFill>
            <a:srgbClr val="CC99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ctr" eaLnBrk="1" hangingPunct="1">
              <a:spcBef>
                <a:spcPct val="50000"/>
              </a:spcBef>
            </a:pPr>
            <a:r>
              <a:rPr lang="en-GB" altLang="en-US" b="1" dirty="0"/>
              <a:t>Terminal Operations (Manifesting)</a:t>
            </a:r>
          </a:p>
        </p:txBody>
      </p:sp>
    </p:spTree>
    <p:extLst>
      <p:ext uri="{BB962C8B-B14F-4D97-AF65-F5344CB8AC3E}">
        <p14:creationId xmlns:p14="http://schemas.microsoft.com/office/powerpoint/2010/main" val="1946195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3" grpId="0" animBg="1"/>
      <p:bldP spid="14" grpId="0" animBg="1"/>
      <p:bldP spid="15" grpId="0" animBg="1"/>
      <p:bldP spid="16" grpId="0" animBg="1"/>
      <p:bldP spid="17" grpId="0" animBg="1"/>
      <p:bldP spid="1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Rectangle 82"/>
          <p:cNvSpPr/>
          <p:nvPr/>
        </p:nvSpPr>
        <p:spPr>
          <a:xfrm>
            <a:off x="5753004" y="3298015"/>
            <a:ext cx="755802" cy="2171101"/>
          </a:xfrm>
          <a:prstGeom prst="rect">
            <a:avLst/>
          </a:prstGeom>
          <a:solidFill>
            <a:srgbClr val="CCFF33">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77" name="Rectangle 76"/>
          <p:cNvSpPr/>
          <p:nvPr/>
        </p:nvSpPr>
        <p:spPr>
          <a:xfrm>
            <a:off x="6503752" y="2200128"/>
            <a:ext cx="4701949" cy="4282702"/>
          </a:xfrm>
          <a:prstGeom prst="rect">
            <a:avLst/>
          </a:prstGeom>
          <a:solidFill>
            <a:srgbClr val="CCFF33">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endParaRPr>
          </a:p>
        </p:txBody>
      </p:sp>
      <p:sp>
        <p:nvSpPr>
          <p:cNvPr id="9" name="Title 8"/>
          <p:cNvSpPr>
            <a:spLocks noGrp="1"/>
          </p:cNvSpPr>
          <p:nvPr>
            <p:ph type="title"/>
          </p:nvPr>
        </p:nvSpPr>
        <p:spPr>
          <a:xfrm>
            <a:off x="1371500" y="767528"/>
            <a:ext cx="10676121" cy="1325563"/>
          </a:xfrm>
        </p:spPr>
        <p:txBody>
          <a:bodyPr>
            <a:normAutofit fontScale="90000"/>
          </a:bodyPr>
          <a:lstStyle/>
          <a:p>
            <a:r>
              <a:rPr lang="en-GB" altLang="en-US" dirty="0"/>
              <a:t>Operational Movements Planning – Coalition Reception Staging and Onward Movement (CORSOM)</a:t>
            </a:r>
            <a:endParaRPr lang="en-GB" altLang="en-US" sz="2400"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46</a:t>
            </a:fld>
            <a:endParaRPr lang="en-BE" dirty="0"/>
          </a:p>
        </p:txBody>
      </p:sp>
      <p:pic>
        <p:nvPicPr>
          <p:cNvPr id="5" name="Picture 4"/>
          <p:cNvPicPr>
            <a:picLocks noChangeAspect="1"/>
          </p:cNvPicPr>
          <p:nvPr/>
        </p:nvPicPr>
        <p:blipFill>
          <a:blip r:embed="rId2"/>
          <a:stretch>
            <a:fillRect/>
          </a:stretch>
        </p:blipFill>
        <p:spPr>
          <a:xfrm>
            <a:off x="873284" y="3680379"/>
            <a:ext cx="1635496" cy="752382"/>
          </a:xfrm>
          <a:prstGeom prst="rect">
            <a:avLst/>
          </a:prstGeom>
          <a:ln w="31750">
            <a:solidFill>
              <a:schemeClr val="tx1"/>
            </a:solidFill>
          </a:ln>
        </p:spPr>
      </p:pic>
      <p:pic>
        <p:nvPicPr>
          <p:cNvPr id="6" name="Picture 6" descr="See the source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74615" y="2604143"/>
            <a:ext cx="727270" cy="727270"/>
          </a:xfrm>
          <a:prstGeom prst="rect">
            <a:avLst/>
          </a:prstGeom>
          <a:solidFill>
            <a:schemeClr val="bg1"/>
          </a:solidFill>
        </p:spPr>
      </p:pic>
      <p:pic>
        <p:nvPicPr>
          <p:cNvPr id="7" name="Picture 8" descr="See the source ima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32975" y="2604143"/>
            <a:ext cx="732207" cy="732207"/>
          </a:xfrm>
          <a:prstGeom prst="rect">
            <a:avLst/>
          </a:prstGeom>
          <a:solidFill>
            <a:schemeClr val="bg1"/>
          </a:solidFill>
        </p:spPr>
      </p:pic>
      <p:pic>
        <p:nvPicPr>
          <p:cNvPr id="8" name="Picture 7"/>
          <p:cNvPicPr>
            <a:picLocks noChangeAspect="1"/>
          </p:cNvPicPr>
          <p:nvPr/>
        </p:nvPicPr>
        <p:blipFill>
          <a:blip r:embed="rId5"/>
          <a:stretch>
            <a:fillRect/>
          </a:stretch>
        </p:blipFill>
        <p:spPr>
          <a:xfrm>
            <a:off x="3425638" y="5471947"/>
            <a:ext cx="732207" cy="727270"/>
          </a:xfrm>
          <a:prstGeom prst="rect">
            <a:avLst/>
          </a:prstGeom>
          <a:ln w="31750">
            <a:solidFill>
              <a:schemeClr val="tx1"/>
            </a:solidFill>
          </a:ln>
        </p:spPr>
      </p:pic>
      <p:pic>
        <p:nvPicPr>
          <p:cNvPr id="10" name="Picture 9"/>
          <p:cNvPicPr>
            <a:picLocks noChangeAspect="1"/>
          </p:cNvPicPr>
          <p:nvPr/>
        </p:nvPicPr>
        <p:blipFill>
          <a:blip r:embed="rId6"/>
          <a:stretch>
            <a:fillRect/>
          </a:stretch>
        </p:blipFill>
        <p:spPr>
          <a:xfrm>
            <a:off x="8093704" y="2594053"/>
            <a:ext cx="751673" cy="727270"/>
          </a:xfrm>
          <a:prstGeom prst="rect">
            <a:avLst/>
          </a:prstGeom>
          <a:ln w="31750">
            <a:solidFill>
              <a:schemeClr val="tx1"/>
            </a:solidFill>
          </a:ln>
        </p:spPr>
      </p:pic>
      <p:pic>
        <p:nvPicPr>
          <p:cNvPr id="13" name="Picture 12"/>
          <p:cNvPicPr>
            <a:picLocks noChangeAspect="1"/>
          </p:cNvPicPr>
          <p:nvPr/>
        </p:nvPicPr>
        <p:blipFill>
          <a:blip r:embed="rId7"/>
          <a:stretch>
            <a:fillRect/>
          </a:stretch>
        </p:blipFill>
        <p:spPr>
          <a:xfrm>
            <a:off x="8093285" y="3804927"/>
            <a:ext cx="752092" cy="727270"/>
          </a:xfrm>
          <a:prstGeom prst="rect">
            <a:avLst/>
          </a:prstGeom>
          <a:ln w="31750">
            <a:solidFill>
              <a:schemeClr val="tx1"/>
            </a:solidFill>
          </a:ln>
        </p:spPr>
      </p:pic>
      <p:pic>
        <p:nvPicPr>
          <p:cNvPr id="14" name="Picture 13"/>
          <p:cNvPicPr>
            <a:picLocks noChangeAspect="1"/>
          </p:cNvPicPr>
          <p:nvPr/>
        </p:nvPicPr>
        <p:blipFill>
          <a:blip r:embed="rId8"/>
          <a:stretch>
            <a:fillRect/>
          </a:stretch>
        </p:blipFill>
        <p:spPr>
          <a:xfrm>
            <a:off x="8085948" y="5471947"/>
            <a:ext cx="760126" cy="727270"/>
          </a:xfrm>
          <a:prstGeom prst="rect">
            <a:avLst/>
          </a:prstGeom>
          <a:ln w="31750">
            <a:solidFill>
              <a:schemeClr val="tx1"/>
            </a:solidFill>
          </a:ln>
        </p:spPr>
      </p:pic>
      <p:pic>
        <p:nvPicPr>
          <p:cNvPr id="15" name="Picture 14"/>
          <p:cNvPicPr>
            <a:picLocks noChangeAspect="1"/>
          </p:cNvPicPr>
          <p:nvPr/>
        </p:nvPicPr>
        <p:blipFill>
          <a:blip r:embed="rId9"/>
          <a:stretch>
            <a:fillRect/>
          </a:stretch>
        </p:blipFill>
        <p:spPr>
          <a:xfrm>
            <a:off x="10159786" y="3804927"/>
            <a:ext cx="727271" cy="727271"/>
          </a:xfrm>
          <a:prstGeom prst="rect">
            <a:avLst/>
          </a:prstGeom>
          <a:ln w="31750">
            <a:solidFill>
              <a:schemeClr val="tx1"/>
            </a:solidFill>
          </a:ln>
        </p:spPr>
      </p:pic>
      <p:pic>
        <p:nvPicPr>
          <p:cNvPr id="16" name="Picture 15"/>
          <p:cNvPicPr>
            <a:picLocks noChangeAspect="1"/>
          </p:cNvPicPr>
          <p:nvPr/>
        </p:nvPicPr>
        <p:blipFill>
          <a:blip r:embed="rId10"/>
          <a:stretch>
            <a:fillRect/>
          </a:stretch>
        </p:blipFill>
        <p:spPr>
          <a:xfrm flipH="1">
            <a:off x="5767278" y="5471947"/>
            <a:ext cx="727270" cy="727270"/>
          </a:xfrm>
          <a:prstGeom prst="rect">
            <a:avLst/>
          </a:prstGeom>
        </p:spPr>
      </p:pic>
      <p:sp>
        <p:nvSpPr>
          <p:cNvPr id="2" name="Bent-Up Arrow 1"/>
          <p:cNvSpPr/>
          <p:nvPr/>
        </p:nvSpPr>
        <p:spPr>
          <a:xfrm rot="16200000" flipV="1">
            <a:off x="1770653" y="1984265"/>
            <a:ext cx="924160" cy="2239896"/>
          </a:xfrm>
          <a:prstGeom prst="bentUpArrow">
            <a:avLst>
              <a:gd name="adj1" fmla="val 15059"/>
              <a:gd name="adj2" fmla="val 17764"/>
              <a:gd name="adj3" fmla="val 2840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Bent-Up Arrow 19"/>
          <p:cNvSpPr/>
          <p:nvPr/>
        </p:nvSpPr>
        <p:spPr>
          <a:xfrm rot="16200000" flipV="1">
            <a:off x="2451721" y="2665336"/>
            <a:ext cx="515374" cy="1286540"/>
          </a:xfrm>
          <a:prstGeom prst="bentUpArrow">
            <a:avLst>
              <a:gd name="adj1" fmla="val 27437"/>
              <a:gd name="adj2" fmla="val 30142"/>
              <a:gd name="adj3" fmla="val 50000"/>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22" name="Picture 21"/>
          <p:cNvPicPr>
            <a:picLocks noChangeAspect="1"/>
          </p:cNvPicPr>
          <p:nvPr/>
        </p:nvPicPr>
        <p:blipFill>
          <a:blip r:embed="rId11"/>
          <a:stretch>
            <a:fillRect/>
          </a:stretch>
        </p:blipFill>
        <p:spPr>
          <a:xfrm>
            <a:off x="2520028" y="3298016"/>
            <a:ext cx="449855" cy="185234"/>
          </a:xfrm>
          <a:prstGeom prst="rect">
            <a:avLst/>
          </a:prstGeom>
        </p:spPr>
      </p:pic>
      <p:pic>
        <p:nvPicPr>
          <p:cNvPr id="1026"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1893712" y="2903237"/>
            <a:ext cx="535389" cy="181276"/>
          </a:xfrm>
          <a:prstGeom prst="rect">
            <a:avLst/>
          </a:prstGeom>
          <a:noFill/>
          <a:extLst>
            <a:ext uri="{909E8E84-426E-40DD-AFC4-6F175D3DCCD1}">
              <a14:hiddenFill xmlns:a14="http://schemas.microsoft.com/office/drawing/2010/main">
                <a:solidFill>
                  <a:srgbClr val="FFFFFF"/>
                </a:solidFill>
              </a14:hiddenFill>
            </a:ext>
          </a:extLst>
        </p:spPr>
      </p:pic>
      <p:sp>
        <p:nvSpPr>
          <p:cNvPr id="4" name="Right Arrow 3"/>
          <p:cNvSpPr/>
          <p:nvPr/>
        </p:nvSpPr>
        <p:spPr>
          <a:xfrm>
            <a:off x="4245475" y="2652820"/>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Right Arrow 24"/>
          <p:cNvSpPr/>
          <p:nvPr/>
        </p:nvSpPr>
        <p:spPr>
          <a:xfrm>
            <a:off x="4245475" y="3037775"/>
            <a:ext cx="1448847"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30" name="Picture 6" descr="See the source image"/>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flipH="1">
            <a:off x="4527357" y="3287582"/>
            <a:ext cx="759115" cy="256380"/>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See the source image"/>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flipH="1">
            <a:off x="4590340" y="2861233"/>
            <a:ext cx="633151" cy="240466"/>
          </a:xfrm>
          <a:prstGeom prst="rect">
            <a:avLst/>
          </a:prstGeom>
          <a:noFill/>
          <a:extLst>
            <a:ext uri="{909E8E84-426E-40DD-AFC4-6F175D3DCCD1}">
              <a14:hiddenFill xmlns:a14="http://schemas.microsoft.com/office/drawing/2010/main">
                <a:solidFill>
                  <a:srgbClr val="FFFFFF"/>
                </a:solidFill>
              </a14:hiddenFill>
            </a:ext>
          </a:extLst>
        </p:spPr>
      </p:pic>
      <p:sp>
        <p:nvSpPr>
          <p:cNvPr id="40" name="Right Arrow 39"/>
          <p:cNvSpPr/>
          <p:nvPr/>
        </p:nvSpPr>
        <p:spPr>
          <a:xfrm>
            <a:off x="6573371" y="2655968"/>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1" name="Right Arrow 40"/>
          <p:cNvSpPr/>
          <p:nvPr/>
        </p:nvSpPr>
        <p:spPr>
          <a:xfrm>
            <a:off x="6582178" y="3037775"/>
            <a:ext cx="1448847"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2"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6956406" y="2906563"/>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42"/>
          <p:cNvPicPr>
            <a:picLocks noChangeAspect="1"/>
          </p:cNvPicPr>
          <p:nvPr/>
        </p:nvPicPr>
        <p:blipFill>
          <a:blip r:embed="rId11"/>
          <a:stretch>
            <a:fillRect/>
          </a:stretch>
        </p:blipFill>
        <p:spPr>
          <a:xfrm>
            <a:off x="7041940" y="3266648"/>
            <a:ext cx="449855" cy="185234"/>
          </a:xfrm>
          <a:prstGeom prst="rect">
            <a:avLst/>
          </a:prstGeom>
        </p:spPr>
      </p:pic>
      <p:sp>
        <p:nvSpPr>
          <p:cNvPr id="44" name="Bent-Up Arrow 43"/>
          <p:cNvSpPr/>
          <p:nvPr/>
        </p:nvSpPr>
        <p:spPr>
          <a:xfrm flipV="1">
            <a:off x="8916863" y="2744013"/>
            <a:ext cx="1987965" cy="989953"/>
          </a:xfrm>
          <a:prstGeom prst="bentUpArrow">
            <a:avLst>
              <a:gd name="adj1" fmla="val 11837"/>
              <a:gd name="adj2" fmla="val 17764"/>
              <a:gd name="adj3" fmla="val 2303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5" name="Bent-Up Arrow 44"/>
          <p:cNvSpPr/>
          <p:nvPr/>
        </p:nvSpPr>
        <p:spPr>
          <a:xfrm flipV="1">
            <a:off x="8908055" y="3120288"/>
            <a:ext cx="1529141" cy="613677"/>
          </a:xfrm>
          <a:prstGeom prst="bentUpArrow">
            <a:avLst>
              <a:gd name="adj1" fmla="val 22239"/>
              <a:gd name="adj2" fmla="val 30142"/>
              <a:gd name="adj3" fmla="val 3613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46"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9325202" y="2906374"/>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6"/>
          <p:cNvPicPr>
            <a:picLocks noChangeAspect="1"/>
          </p:cNvPicPr>
          <p:nvPr/>
        </p:nvPicPr>
        <p:blipFill>
          <a:blip r:embed="rId11"/>
          <a:stretch>
            <a:fillRect/>
          </a:stretch>
        </p:blipFill>
        <p:spPr>
          <a:xfrm>
            <a:off x="9382670" y="3275789"/>
            <a:ext cx="449855" cy="185234"/>
          </a:xfrm>
          <a:prstGeom prst="rect">
            <a:avLst/>
          </a:prstGeom>
        </p:spPr>
      </p:pic>
      <p:sp>
        <p:nvSpPr>
          <p:cNvPr id="48" name="Right Arrow 47"/>
          <p:cNvSpPr/>
          <p:nvPr/>
        </p:nvSpPr>
        <p:spPr>
          <a:xfrm rot="5400000">
            <a:off x="8119795" y="3424056"/>
            <a:ext cx="359747" cy="260071"/>
          </a:xfrm>
          <a:prstGeom prst="rightArrow">
            <a:avLst>
              <a:gd name="adj1" fmla="val 50000"/>
              <a:gd name="adj2" fmla="val 37735"/>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9" name="Right Arrow 48"/>
          <p:cNvSpPr/>
          <p:nvPr/>
        </p:nvSpPr>
        <p:spPr>
          <a:xfrm rot="5400000">
            <a:off x="8432368" y="3429718"/>
            <a:ext cx="359747" cy="260071"/>
          </a:xfrm>
          <a:prstGeom prst="rightArrow">
            <a:avLst>
              <a:gd name="adj1" fmla="val 50000"/>
              <a:gd name="adj2" fmla="val 37735"/>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0"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8794779" y="3453113"/>
            <a:ext cx="535389" cy="181276"/>
          </a:xfrm>
          <a:prstGeom prst="rect">
            <a:avLst/>
          </a:prstGeom>
          <a:noFill/>
          <a:extLst>
            <a:ext uri="{909E8E84-426E-40DD-AFC4-6F175D3DCCD1}">
              <a14:hiddenFill xmlns:a14="http://schemas.microsoft.com/office/drawing/2010/main">
                <a:solidFill>
                  <a:srgbClr val="FFFFFF"/>
                </a:solidFill>
              </a14:hiddenFill>
            </a:ext>
          </a:extLst>
        </p:spPr>
      </p:pic>
      <p:sp>
        <p:nvSpPr>
          <p:cNvPr id="51" name="Bent-Up Arrow 50"/>
          <p:cNvSpPr/>
          <p:nvPr/>
        </p:nvSpPr>
        <p:spPr>
          <a:xfrm>
            <a:off x="8909526" y="5059305"/>
            <a:ext cx="1529141" cy="629703"/>
          </a:xfrm>
          <a:prstGeom prst="bentUpArrow">
            <a:avLst>
              <a:gd name="adj1" fmla="val 22239"/>
              <a:gd name="adj2" fmla="val 30142"/>
              <a:gd name="adj3" fmla="val 36139"/>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2" name="Bent-Up Arrow 51"/>
          <p:cNvSpPr/>
          <p:nvPr/>
        </p:nvSpPr>
        <p:spPr>
          <a:xfrm>
            <a:off x="8909526" y="5055716"/>
            <a:ext cx="1987965" cy="1022313"/>
          </a:xfrm>
          <a:prstGeom prst="bentUpArrow">
            <a:avLst>
              <a:gd name="adj1" fmla="val 11837"/>
              <a:gd name="adj2" fmla="val 17764"/>
              <a:gd name="adj3" fmla="val 23033"/>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3" name="Picture 52"/>
          <p:cNvPicPr>
            <a:picLocks noChangeAspect="1"/>
          </p:cNvPicPr>
          <p:nvPr/>
        </p:nvPicPr>
        <p:blipFill>
          <a:blip r:embed="rId11"/>
          <a:stretch>
            <a:fillRect/>
          </a:stretch>
        </p:blipFill>
        <p:spPr>
          <a:xfrm>
            <a:off x="9322831" y="5324127"/>
            <a:ext cx="449855" cy="185234"/>
          </a:xfrm>
          <a:prstGeom prst="rect">
            <a:avLst/>
          </a:prstGeom>
        </p:spPr>
      </p:pic>
      <p:pic>
        <p:nvPicPr>
          <p:cNvPr id="54"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9317866" y="5753578"/>
            <a:ext cx="535389" cy="181276"/>
          </a:xfrm>
          <a:prstGeom prst="rect">
            <a:avLst/>
          </a:prstGeom>
          <a:noFill/>
          <a:extLst>
            <a:ext uri="{909E8E84-426E-40DD-AFC4-6F175D3DCCD1}">
              <a14:hiddenFill xmlns:a14="http://schemas.microsoft.com/office/drawing/2010/main">
                <a:solidFill>
                  <a:srgbClr val="FFFFFF"/>
                </a:solidFill>
              </a14:hiddenFill>
            </a:ext>
          </a:extLst>
        </p:spPr>
      </p:pic>
      <p:sp>
        <p:nvSpPr>
          <p:cNvPr id="55" name="Right Arrow 54"/>
          <p:cNvSpPr/>
          <p:nvPr/>
        </p:nvSpPr>
        <p:spPr>
          <a:xfrm>
            <a:off x="6558000" y="5874893"/>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6" name="Right Arrow 55"/>
          <p:cNvSpPr/>
          <p:nvPr/>
        </p:nvSpPr>
        <p:spPr>
          <a:xfrm>
            <a:off x="6566034" y="5471947"/>
            <a:ext cx="1448847"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57"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6612231" y="5756460"/>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1052" name="Picture 28" descr="See the source image"/>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flipH="1">
            <a:off x="7202448" y="5744943"/>
            <a:ext cx="452887" cy="181277"/>
          </a:xfrm>
          <a:prstGeom prst="rect">
            <a:avLst/>
          </a:prstGeom>
          <a:noFill/>
          <a:extLst>
            <a:ext uri="{909E8E84-426E-40DD-AFC4-6F175D3DCCD1}">
              <a14:hiddenFill xmlns:a14="http://schemas.microsoft.com/office/drawing/2010/main">
                <a:solidFill>
                  <a:srgbClr val="FFFFFF"/>
                </a:solidFill>
              </a14:hiddenFill>
            </a:ext>
          </a:extLst>
        </p:spPr>
      </p:pic>
      <p:sp>
        <p:nvSpPr>
          <p:cNvPr id="62" name="Bent-Up Arrow 61"/>
          <p:cNvSpPr/>
          <p:nvPr/>
        </p:nvSpPr>
        <p:spPr>
          <a:xfrm rot="16200000" flipH="1" flipV="1">
            <a:off x="1546239" y="4519153"/>
            <a:ext cx="1301514" cy="2239896"/>
          </a:xfrm>
          <a:prstGeom prst="bentUpArrow">
            <a:avLst>
              <a:gd name="adj1" fmla="val 12360"/>
              <a:gd name="adj2" fmla="val 17764"/>
              <a:gd name="adj3" fmla="val 17994"/>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 name="Left-Up Arrow 26"/>
          <p:cNvSpPr/>
          <p:nvPr/>
        </p:nvSpPr>
        <p:spPr>
          <a:xfrm rot="5400000">
            <a:off x="2221229" y="4682389"/>
            <a:ext cx="739117" cy="1408825"/>
          </a:xfrm>
          <a:prstGeom prst="leftUpArrow">
            <a:avLst>
              <a:gd name="adj1" fmla="val 16694"/>
              <a:gd name="adj2" fmla="val 25000"/>
              <a:gd name="adj3" fmla="val 29153"/>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64" name="Picture 63"/>
          <p:cNvPicPr>
            <a:picLocks noChangeAspect="1"/>
          </p:cNvPicPr>
          <p:nvPr/>
        </p:nvPicPr>
        <p:blipFill>
          <a:blip r:embed="rId11"/>
          <a:stretch>
            <a:fillRect/>
          </a:stretch>
        </p:blipFill>
        <p:spPr>
          <a:xfrm flipH="1">
            <a:off x="2501443" y="5270444"/>
            <a:ext cx="449855" cy="185234"/>
          </a:xfrm>
          <a:prstGeom prst="rect">
            <a:avLst/>
          </a:prstGeom>
        </p:spPr>
      </p:pic>
      <p:pic>
        <p:nvPicPr>
          <p:cNvPr id="65" name="Picture 2" descr="See the source image"/>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flipH="1">
            <a:off x="1599964" y="5760052"/>
            <a:ext cx="535389" cy="181276"/>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28" descr="See the source image"/>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flipH="1">
            <a:off x="2206417" y="5760051"/>
            <a:ext cx="452887" cy="181277"/>
          </a:xfrm>
          <a:prstGeom prst="rect">
            <a:avLst/>
          </a:prstGeom>
          <a:noFill/>
          <a:extLst>
            <a:ext uri="{909E8E84-426E-40DD-AFC4-6F175D3DCCD1}">
              <a14:hiddenFill xmlns:a14="http://schemas.microsoft.com/office/drawing/2010/main">
                <a:solidFill>
                  <a:srgbClr val="FFFFFF"/>
                </a:solidFill>
              </a14:hiddenFill>
            </a:ext>
          </a:extLst>
        </p:spPr>
      </p:pic>
      <p:sp>
        <p:nvSpPr>
          <p:cNvPr id="67" name="Right Arrow 66"/>
          <p:cNvSpPr/>
          <p:nvPr/>
        </p:nvSpPr>
        <p:spPr>
          <a:xfrm rot="2434933">
            <a:off x="5802065" y="4216045"/>
            <a:ext cx="2954250"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8" name="Right Arrow 67"/>
          <p:cNvSpPr/>
          <p:nvPr/>
        </p:nvSpPr>
        <p:spPr>
          <a:xfrm rot="5400000">
            <a:off x="5169209" y="4192074"/>
            <a:ext cx="1956151"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9" name="Right Arrow 68"/>
          <p:cNvSpPr/>
          <p:nvPr/>
        </p:nvSpPr>
        <p:spPr>
          <a:xfrm rot="1417288">
            <a:off x="6105471" y="3669044"/>
            <a:ext cx="2011556" cy="293638"/>
          </a:xfrm>
          <a:prstGeom prst="rightArrow">
            <a:avLst>
              <a:gd name="adj1" fmla="val 42757"/>
              <a:gd name="adj2" fmla="val 89831"/>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70" name="Picture 69"/>
          <p:cNvPicPr>
            <a:picLocks noChangeAspect="1"/>
          </p:cNvPicPr>
          <p:nvPr/>
        </p:nvPicPr>
        <p:blipFill>
          <a:blip r:embed="rId11"/>
          <a:stretch>
            <a:fillRect/>
          </a:stretch>
        </p:blipFill>
        <p:spPr>
          <a:xfrm>
            <a:off x="5936926" y="3306612"/>
            <a:ext cx="449855" cy="185234"/>
          </a:xfrm>
          <a:prstGeom prst="rect">
            <a:avLst/>
          </a:prstGeom>
        </p:spPr>
      </p:pic>
      <p:pic>
        <p:nvPicPr>
          <p:cNvPr id="29" name="Picture 28"/>
          <p:cNvPicPr>
            <a:picLocks noChangeAspect="1"/>
          </p:cNvPicPr>
          <p:nvPr/>
        </p:nvPicPr>
        <p:blipFill>
          <a:blip r:embed="rId16"/>
          <a:stretch>
            <a:fillRect/>
          </a:stretch>
        </p:blipFill>
        <p:spPr>
          <a:xfrm>
            <a:off x="4353740" y="5617496"/>
            <a:ext cx="1022672" cy="399481"/>
          </a:xfrm>
          <a:prstGeom prst="rect">
            <a:avLst/>
          </a:prstGeom>
        </p:spPr>
      </p:pic>
      <p:sp>
        <p:nvSpPr>
          <p:cNvPr id="59" name="Right Arrow 58"/>
          <p:cNvSpPr/>
          <p:nvPr/>
        </p:nvSpPr>
        <p:spPr>
          <a:xfrm>
            <a:off x="4259688" y="5892057"/>
            <a:ext cx="1448847" cy="293638"/>
          </a:xfrm>
          <a:prstGeom prst="rightArrow">
            <a:avLst>
              <a:gd name="adj1" fmla="val 42757"/>
              <a:gd name="adj2" fmla="val 89831"/>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63" name="TextBox 62"/>
          <p:cNvSpPr txBox="1"/>
          <p:nvPr/>
        </p:nvSpPr>
        <p:spPr>
          <a:xfrm>
            <a:off x="9720944" y="2197298"/>
            <a:ext cx="1011215" cy="400110"/>
          </a:xfrm>
          <a:prstGeom prst="rect">
            <a:avLst/>
          </a:prstGeom>
          <a:noFill/>
          <a:ln>
            <a:solidFill>
              <a:schemeClr val="bg1"/>
            </a:solidFill>
          </a:ln>
        </p:spPr>
        <p:txBody>
          <a:bodyPr wrap="square" rtlCol="0">
            <a:spAutoFit/>
          </a:bodyPr>
          <a:lstStyle/>
          <a:p>
            <a:r>
              <a:rPr lang="en-GB" sz="1000" dirty="0">
                <a:solidFill>
                  <a:schemeClr val="bg1"/>
                </a:solidFill>
              </a:rPr>
              <a:t>Cargo </a:t>
            </a:r>
          </a:p>
          <a:p>
            <a:r>
              <a:rPr lang="en-GB" sz="1000" dirty="0">
                <a:solidFill>
                  <a:schemeClr val="bg1"/>
                </a:solidFill>
              </a:rPr>
              <a:t>Personnel</a:t>
            </a:r>
          </a:p>
        </p:txBody>
      </p:sp>
      <p:sp>
        <p:nvSpPr>
          <p:cNvPr id="71" name="Right Arrow 70"/>
          <p:cNvSpPr/>
          <p:nvPr/>
        </p:nvSpPr>
        <p:spPr>
          <a:xfrm>
            <a:off x="10428239" y="2273001"/>
            <a:ext cx="244247" cy="93393"/>
          </a:xfrm>
          <a:prstGeom prst="rightArrow">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0" dirty="0">
              <a:solidFill>
                <a:schemeClr val="bg1"/>
              </a:solidFill>
            </a:endParaRPr>
          </a:p>
        </p:txBody>
      </p:sp>
      <p:sp>
        <p:nvSpPr>
          <p:cNvPr id="72" name="Right Arrow 71"/>
          <p:cNvSpPr/>
          <p:nvPr/>
        </p:nvSpPr>
        <p:spPr>
          <a:xfrm>
            <a:off x="10434430" y="2435590"/>
            <a:ext cx="238056" cy="83335"/>
          </a:xfrm>
          <a:prstGeom prst="right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000" dirty="0">
              <a:solidFill>
                <a:schemeClr val="bg1"/>
              </a:solidFill>
            </a:endParaRPr>
          </a:p>
        </p:txBody>
      </p:sp>
      <p:pic>
        <p:nvPicPr>
          <p:cNvPr id="73" name="Picture 72"/>
          <p:cNvPicPr>
            <a:picLocks noChangeAspect="1"/>
          </p:cNvPicPr>
          <p:nvPr/>
        </p:nvPicPr>
        <p:blipFill>
          <a:blip r:embed="rId11"/>
          <a:stretch>
            <a:fillRect/>
          </a:stretch>
        </p:blipFill>
        <p:spPr>
          <a:xfrm>
            <a:off x="6922693" y="5316969"/>
            <a:ext cx="449855" cy="185234"/>
          </a:xfrm>
          <a:prstGeom prst="rect">
            <a:avLst/>
          </a:prstGeom>
        </p:spPr>
      </p:pic>
      <p:sp>
        <p:nvSpPr>
          <p:cNvPr id="3" name="Rectangle 2"/>
          <p:cNvSpPr/>
          <p:nvPr/>
        </p:nvSpPr>
        <p:spPr>
          <a:xfrm>
            <a:off x="929054" y="4429568"/>
            <a:ext cx="1590974" cy="461665"/>
          </a:xfrm>
          <a:prstGeom prst="rect">
            <a:avLst/>
          </a:prstGeom>
        </p:spPr>
        <p:txBody>
          <a:bodyPr wrap="square">
            <a:spAutoFit/>
          </a:bodyPr>
          <a:lstStyle/>
          <a:p>
            <a:pPr algn="ctr"/>
            <a:r>
              <a:rPr lang="en-GB" sz="1200" b="1" dirty="0">
                <a:solidFill>
                  <a:schemeClr val="bg1"/>
                </a:solidFill>
              </a:rPr>
              <a:t>Homebase or</a:t>
            </a:r>
          </a:p>
          <a:p>
            <a:pPr algn="ctr"/>
            <a:r>
              <a:rPr lang="en-GB" sz="1200" b="1" dirty="0">
                <a:solidFill>
                  <a:schemeClr val="bg1"/>
                </a:solidFill>
              </a:rPr>
              <a:t>Mobilization Stations</a:t>
            </a:r>
          </a:p>
        </p:txBody>
      </p:sp>
      <p:sp>
        <p:nvSpPr>
          <p:cNvPr id="17" name="Rectangle 16"/>
          <p:cNvSpPr/>
          <p:nvPr/>
        </p:nvSpPr>
        <p:spPr>
          <a:xfrm>
            <a:off x="9823485" y="4572465"/>
            <a:ext cx="1393322" cy="461665"/>
          </a:xfrm>
          <a:prstGeom prst="rect">
            <a:avLst/>
          </a:prstGeom>
        </p:spPr>
        <p:txBody>
          <a:bodyPr wrap="square">
            <a:spAutoFit/>
          </a:bodyPr>
          <a:lstStyle/>
          <a:p>
            <a:pPr algn="ctr"/>
            <a:r>
              <a:rPr lang="en-GB" sz="1200" b="1" dirty="0">
                <a:solidFill>
                  <a:schemeClr val="bg1"/>
                </a:solidFill>
              </a:rPr>
              <a:t>Final Destination</a:t>
            </a:r>
          </a:p>
          <a:p>
            <a:pPr algn="ctr"/>
            <a:r>
              <a:rPr lang="en-GB" sz="1200" b="1" dirty="0">
                <a:solidFill>
                  <a:schemeClr val="bg1"/>
                </a:solidFill>
              </a:rPr>
              <a:t>(Assembly Area)</a:t>
            </a:r>
          </a:p>
        </p:txBody>
      </p:sp>
      <p:sp>
        <p:nvSpPr>
          <p:cNvPr id="74" name="TextBox 73"/>
          <p:cNvSpPr txBox="1"/>
          <p:nvPr/>
        </p:nvSpPr>
        <p:spPr>
          <a:xfrm>
            <a:off x="3407393" y="2417424"/>
            <a:ext cx="767121" cy="276999"/>
          </a:xfrm>
          <a:prstGeom prst="rect">
            <a:avLst/>
          </a:prstGeom>
          <a:noFill/>
        </p:spPr>
        <p:txBody>
          <a:bodyPr wrap="square" rtlCol="0">
            <a:spAutoFit/>
          </a:bodyPr>
          <a:lstStyle/>
          <a:p>
            <a:pPr algn="ctr"/>
            <a:r>
              <a:rPr lang="en-GB" sz="1200" b="1" dirty="0">
                <a:solidFill>
                  <a:schemeClr val="bg1"/>
                </a:solidFill>
              </a:rPr>
              <a:t>APOE</a:t>
            </a:r>
          </a:p>
        </p:txBody>
      </p:sp>
      <p:sp>
        <p:nvSpPr>
          <p:cNvPr id="75" name="TextBox 74"/>
          <p:cNvSpPr txBox="1"/>
          <p:nvPr/>
        </p:nvSpPr>
        <p:spPr>
          <a:xfrm>
            <a:off x="5747352" y="2421758"/>
            <a:ext cx="767121" cy="276999"/>
          </a:xfrm>
          <a:prstGeom prst="rect">
            <a:avLst/>
          </a:prstGeom>
          <a:noFill/>
        </p:spPr>
        <p:txBody>
          <a:bodyPr wrap="square" rtlCol="0">
            <a:spAutoFit/>
          </a:bodyPr>
          <a:lstStyle/>
          <a:p>
            <a:pPr algn="ctr"/>
            <a:r>
              <a:rPr lang="en-GB" sz="1200" b="1" dirty="0">
                <a:solidFill>
                  <a:schemeClr val="bg1"/>
                </a:solidFill>
              </a:rPr>
              <a:t>APOD</a:t>
            </a:r>
          </a:p>
        </p:txBody>
      </p:sp>
      <p:sp>
        <p:nvSpPr>
          <p:cNvPr id="76" name="TextBox 75"/>
          <p:cNvSpPr txBox="1"/>
          <p:nvPr/>
        </p:nvSpPr>
        <p:spPr>
          <a:xfrm>
            <a:off x="7886593" y="2177349"/>
            <a:ext cx="1158835" cy="461665"/>
          </a:xfrm>
          <a:prstGeom prst="rect">
            <a:avLst/>
          </a:prstGeom>
          <a:noFill/>
        </p:spPr>
        <p:txBody>
          <a:bodyPr wrap="square" rtlCol="0">
            <a:spAutoFit/>
          </a:bodyPr>
          <a:lstStyle/>
          <a:p>
            <a:pPr algn="ctr"/>
            <a:r>
              <a:rPr lang="en-GB" sz="1200" b="1" dirty="0">
                <a:solidFill>
                  <a:schemeClr val="bg1"/>
                </a:solidFill>
              </a:rPr>
              <a:t>Marshalling</a:t>
            </a:r>
          </a:p>
          <a:p>
            <a:pPr algn="ctr"/>
            <a:r>
              <a:rPr lang="en-GB" sz="1200" b="1" dirty="0">
                <a:solidFill>
                  <a:schemeClr val="bg1"/>
                </a:solidFill>
              </a:rPr>
              <a:t> Area</a:t>
            </a:r>
          </a:p>
        </p:txBody>
      </p:sp>
      <p:sp>
        <p:nvSpPr>
          <p:cNvPr id="78" name="TextBox 77"/>
          <p:cNvSpPr txBox="1"/>
          <p:nvPr/>
        </p:nvSpPr>
        <p:spPr>
          <a:xfrm>
            <a:off x="3401727" y="6144066"/>
            <a:ext cx="767121" cy="276999"/>
          </a:xfrm>
          <a:prstGeom prst="rect">
            <a:avLst/>
          </a:prstGeom>
          <a:noFill/>
        </p:spPr>
        <p:txBody>
          <a:bodyPr wrap="square" rtlCol="0">
            <a:spAutoFit/>
          </a:bodyPr>
          <a:lstStyle/>
          <a:p>
            <a:pPr algn="ctr"/>
            <a:r>
              <a:rPr lang="en-GB" sz="1200" b="1" dirty="0">
                <a:solidFill>
                  <a:schemeClr val="bg1"/>
                </a:solidFill>
              </a:rPr>
              <a:t>SPOE</a:t>
            </a:r>
          </a:p>
        </p:txBody>
      </p:sp>
      <p:sp>
        <p:nvSpPr>
          <p:cNvPr id="79" name="TextBox 78"/>
          <p:cNvSpPr txBox="1"/>
          <p:nvPr/>
        </p:nvSpPr>
        <p:spPr>
          <a:xfrm>
            <a:off x="5739929" y="6115174"/>
            <a:ext cx="767121" cy="276999"/>
          </a:xfrm>
          <a:prstGeom prst="rect">
            <a:avLst/>
          </a:prstGeom>
          <a:noFill/>
        </p:spPr>
        <p:txBody>
          <a:bodyPr wrap="square" rtlCol="0">
            <a:spAutoFit/>
          </a:bodyPr>
          <a:lstStyle/>
          <a:p>
            <a:pPr algn="ctr"/>
            <a:r>
              <a:rPr lang="en-GB" sz="1200" b="1" dirty="0">
                <a:solidFill>
                  <a:schemeClr val="bg1"/>
                </a:solidFill>
              </a:rPr>
              <a:t>SPOD</a:t>
            </a:r>
          </a:p>
        </p:txBody>
      </p:sp>
      <p:sp>
        <p:nvSpPr>
          <p:cNvPr id="80" name="TextBox 79"/>
          <p:cNvSpPr txBox="1"/>
          <p:nvPr/>
        </p:nvSpPr>
        <p:spPr>
          <a:xfrm>
            <a:off x="7900383" y="6151358"/>
            <a:ext cx="1137633" cy="276999"/>
          </a:xfrm>
          <a:prstGeom prst="rect">
            <a:avLst/>
          </a:prstGeom>
          <a:noFill/>
        </p:spPr>
        <p:txBody>
          <a:bodyPr wrap="square" rtlCol="0">
            <a:spAutoFit/>
          </a:bodyPr>
          <a:lstStyle/>
          <a:p>
            <a:pPr algn="ctr"/>
            <a:r>
              <a:rPr lang="en-GB" sz="1200" b="1" dirty="0">
                <a:solidFill>
                  <a:schemeClr val="bg1"/>
                </a:solidFill>
              </a:rPr>
              <a:t>Staging Area</a:t>
            </a:r>
          </a:p>
        </p:txBody>
      </p:sp>
      <p:sp>
        <p:nvSpPr>
          <p:cNvPr id="81" name="TextBox 80"/>
          <p:cNvSpPr txBox="1"/>
          <p:nvPr/>
        </p:nvSpPr>
        <p:spPr>
          <a:xfrm>
            <a:off x="7900383" y="4501222"/>
            <a:ext cx="1158835" cy="276999"/>
          </a:xfrm>
          <a:prstGeom prst="rect">
            <a:avLst/>
          </a:prstGeom>
          <a:noFill/>
        </p:spPr>
        <p:txBody>
          <a:bodyPr wrap="square" rtlCol="0">
            <a:spAutoFit/>
          </a:bodyPr>
          <a:lstStyle/>
          <a:p>
            <a:pPr algn="ctr"/>
            <a:r>
              <a:rPr lang="en-GB" sz="1200" b="1" dirty="0">
                <a:solidFill>
                  <a:schemeClr val="bg1"/>
                </a:solidFill>
              </a:rPr>
              <a:t>Storage Site</a:t>
            </a:r>
          </a:p>
        </p:txBody>
      </p:sp>
      <p:sp>
        <p:nvSpPr>
          <p:cNvPr id="19" name="Rectangle 18"/>
          <p:cNvSpPr/>
          <p:nvPr/>
        </p:nvSpPr>
        <p:spPr>
          <a:xfrm>
            <a:off x="3766922" y="3850934"/>
            <a:ext cx="2137848" cy="11572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82" name="Rectangle 81"/>
          <p:cNvSpPr/>
          <p:nvPr/>
        </p:nvSpPr>
        <p:spPr>
          <a:xfrm>
            <a:off x="3813672" y="4308721"/>
            <a:ext cx="1908377" cy="514391"/>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3200" b="1" dirty="0">
                <a:solidFill>
                  <a:schemeClr val="bg1"/>
                </a:solidFill>
              </a:rPr>
              <a:t>CORSOM</a:t>
            </a:r>
          </a:p>
        </p:txBody>
      </p:sp>
    </p:spTree>
    <p:extLst>
      <p:ext uri="{BB962C8B-B14F-4D97-AF65-F5344CB8AC3E}">
        <p14:creationId xmlns:p14="http://schemas.microsoft.com/office/powerpoint/2010/main" val="3062331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animBg="1"/>
      <p:bldP spid="77" grpId="0" animBg="1"/>
      <p:bldP spid="82"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1" y="865558"/>
            <a:ext cx="10704149" cy="1325563"/>
          </a:xfrm>
        </p:spPr>
        <p:txBody>
          <a:bodyPr>
            <a:normAutofit/>
          </a:bodyPr>
          <a:lstStyle/>
          <a:p>
            <a:r>
              <a:rPr lang="en-US" dirty="0"/>
              <a:t>CORSOM – An Overview</a:t>
            </a:r>
          </a:p>
        </p:txBody>
      </p:sp>
      <p:sp>
        <p:nvSpPr>
          <p:cNvPr id="10" name="Content Placeholder 9"/>
          <p:cNvSpPr>
            <a:spLocks noGrp="1"/>
          </p:cNvSpPr>
          <p:nvPr>
            <p:ph idx="1"/>
          </p:nvPr>
        </p:nvSpPr>
        <p:spPr>
          <a:xfrm>
            <a:off x="1343472" y="2191120"/>
            <a:ext cx="10331077" cy="3901335"/>
          </a:xfrm>
        </p:spPr>
        <p:txBody>
          <a:bodyPr>
            <a:normAutofit lnSpcReduction="10000"/>
          </a:bodyPr>
          <a:lstStyle/>
          <a:p>
            <a:pPr marL="0" indent="0" algn="just">
              <a:buNone/>
            </a:pPr>
            <a:r>
              <a:rPr lang="en-US" dirty="0"/>
              <a:t>NATO’s tool to analyze the situation, coordinate, plan, deconflict, monitor and visualize road and rail movements from the PODs (including those in-theatre) to the Final Destination</a:t>
            </a:r>
          </a:p>
          <a:p>
            <a:pPr marL="0" indent="0" algn="just">
              <a:buNone/>
            </a:pPr>
            <a:r>
              <a:rPr lang="en-US" dirty="0"/>
              <a:t>CORSOM will support:</a:t>
            </a:r>
          </a:p>
          <a:p>
            <a:pPr marL="1143000" lvl="2" indent="-457200" algn="just">
              <a:buClr>
                <a:schemeClr val="bg1"/>
              </a:buClr>
              <a:buFont typeface="Arial" panose="020B0604020202020204" pitchFamily="34" charset="0"/>
              <a:buChar char="•"/>
            </a:pPr>
            <a:r>
              <a:rPr lang="en-GB" altLang="en-US" sz="1600" dirty="0">
                <a:latin typeface="Arial" charset="0"/>
              </a:rPr>
              <a:t>RSOM/RSOI Planning</a:t>
            </a:r>
          </a:p>
          <a:p>
            <a:pPr marL="1143000" lvl="2" indent="-457200" algn="just">
              <a:buClr>
                <a:schemeClr val="bg1"/>
              </a:buClr>
              <a:buFont typeface="Arial" panose="020B0604020202020204" pitchFamily="34" charset="0"/>
              <a:buChar char="•"/>
            </a:pPr>
            <a:r>
              <a:rPr lang="en-GB" altLang="en-US" sz="1600" dirty="0">
                <a:latin typeface="Arial" charset="0"/>
              </a:rPr>
              <a:t>RSOM/RSOI Execution</a:t>
            </a:r>
          </a:p>
          <a:p>
            <a:pPr marL="1143000" lvl="2" indent="-457200" algn="just">
              <a:buClr>
                <a:schemeClr val="bg1"/>
              </a:buClr>
              <a:buFont typeface="Arial" panose="020B0604020202020204" pitchFamily="34" charset="0"/>
              <a:buChar char="•"/>
            </a:pPr>
            <a:r>
              <a:rPr lang="en-GB" altLang="en-US" sz="1600" dirty="0">
                <a:latin typeface="Arial" charset="0"/>
              </a:rPr>
              <a:t>Convoy Tracking</a:t>
            </a:r>
          </a:p>
          <a:p>
            <a:pPr marL="1143000" lvl="2" indent="-457200" algn="just">
              <a:buClr>
                <a:schemeClr val="bg1"/>
              </a:buClr>
              <a:buFont typeface="Arial" panose="020B0604020202020204" pitchFamily="34" charset="0"/>
              <a:buChar char="•"/>
            </a:pPr>
            <a:r>
              <a:rPr lang="en-GB" altLang="en-US" sz="1600" dirty="0">
                <a:latin typeface="Arial" charset="0"/>
              </a:rPr>
              <a:t>Interoperability (iGeoSIT etc.)</a:t>
            </a:r>
          </a:p>
          <a:p>
            <a:pPr marL="0" indent="0" algn="just">
              <a:buClr>
                <a:schemeClr val="bg1"/>
              </a:buClr>
              <a:buNone/>
            </a:pPr>
            <a:r>
              <a:rPr lang="en-GB" altLang="en-US" sz="2200" dirty="0">
                <a:latin typeface="Arial" charset="0"/>
              </a:rPr>
              <a:t>An effective tool to follow </a:t>
            </a:r>
            <a:r>
              <a:rPr lang="en-GB" altLang="en-US" sz="2200" b="1" dirty="0">
                <a:solidFill>
                  <a:schemeClr val="accent1">
                    <a:lumMod val="40000"/>
                    <a:lumOff val="60000"/>
                  </a:schemeClr>
                </a:solidFill>
                <a:latin typeface="Arial" charset="0"/>
              </a:rPr>
              <a:t>ALL MOVEMENTS </a:t>
            </a:r>
            <a:r>
              <a:rPr lang="en-GB" altLang="en-US" sz="2200" dirty="0">
                <a:latin typeface="Arial" charset="0"/>
              </a:rPr>
              <a:t>not just RSOM.</a:t>
            </a:r>
          </a:p>
          <a:p>
            <a:pPr marL="0" indent="0" algn="just">
              <a:buNone/>
            </a:pPr>
            <a:endParaRPr lang="en-US" dirty="0"/>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47</a:t>
            </a:fld>
            <a:endParaRPr lang="en-BE" dirty="0"/>
          </a:p>
        </p:txBody>
      </p:sp>
    </p:spTree>
    <p:extLst>
      <p:ext uri="{BB962C8B-B14F-4D97-AF65-F5344CB8AC3E}">
        <p14:creationId xmlns:p14="http://schemas.microsoft.com/office/powerpoint/2010/main" val="75303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5" end="5"/>
                                            </p:txEl>
                                          </p:spTgt>
                                        </p:tgtEl>
                                        <p:attrNameLst>
                                          <p:attrName>ppt_c</p:attrName>
                                        </p:attrNameLst>
                                      </p:cBhvr>
                                      <p:to>
                                        <a:srgbClr val="969696"/>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1" y="865558"/>
            <a:ext cx="10704149" cy="1325563"/>
          </a:xfrm>
        </p:spPr>
        <p:txBody>
          <a:bodyPr>
            <a:normAutofit fontScale="90000"/>
          </a:bodyPr>
          <a:lstStyle/>
          <a:p>
            <a:r>
              <a:rPr lang="en-US" dirty="0"/>
              <a:t>Operational Movements Planning – Coalition Reception Staging and Onward Movement (CORSOM)</a:t>
            </a:r>
          </a:p>
        </p:txBody>
      </p:sp>
      <p:sp>
        <p:nvSpPr>
          <p:cNvPr id="10" name="Content Placeholder 9"/>
          <p:cNvSpPr>
            <a:spLocks noGrp="1"/>
          </p:cNvSpPr>
          <p:nvPr>
            <p:ph idx="1"/>
          </p:nvPr>
        </p:nvSpPr>
        <p:spPr>
          <a:xfrm>
            <a:off x="1343472" y="2191120"/>
            <a:ext cx="10331077" cy="4288880"/>
          </a:xfrm>
        </p:spPr>
        <p:txBody>
          <a:bodyPr>
            <a:normAutofit fontScale="92500" lnSpcReduction="20000"/>
          </a:bodyPr>
          <a:lstStyle/>
          <a:p>
            <a:pPr marL="0" indent="0" algn="just">
              <a:buNone/>
            </a:pPr>
            <a:r>
              <a:rPr lang="en-GB" altLang="en-US" dirty="0"/>
              <a:t>CORSOM provides:</a:t>
            </a:r>
          </a:p>
          <a:p>
            <a:pPr marL="228600" lvl="1" algn="just"/>
            <a:r>
              <a:rPr lang="en-GB" b="1" dirty="0">
                <a:solidFill>
                  <a:schemeClr val="accent1">
                    <a:lumMod val="40000"/>
                    <a:lumOff val="60000"/>
                  </a:schemeClr>
                </a:solidFill>
              </a:rPr>
              <a:t>Visualisation</a:t>
            </a:r>
            <a:r>
              <a:rPr lang="en-GB" dirty="0"/>
              <a:t>:</a:t>
            </a:r>
          </a:p>
          <a:p>
            <a:pPr marL="971550" lvl="2" indent="-285750" algn="just">
              <a:buFont typeface="Arial" panose="020B0604020202020204" pitchFamily="34" charset="0"/>
              <a:buChar char="•"/>
            </a:pPr>
            <a:r>
              <a:rPr lang="en-GB" dirty="0"/>
              <a:t>Mapping, locations/facilities, network/route, distances</a:t>
            </a:r>
          </a:p>
          <a:p>
            <a:pPr marL="228600" lvl="1" algn="just"/>
            <a:r>
              <a:rPr lang="en-GB" b="1" dirty="0">
                <a:solidFill>
                  <a:schemeClr val="accent1">
                    <a:lumMod val="40000"/>
                    <a:lumOff val="60000"/>
                  </a:schemeClr>
                </a:solidFill>
              </a:rPr>
              <a:t>RSOM Planning</a:t>
            </a:r>
            <a:r>
              <a:rPr lang="en-GB" dirty="0"/>
              <a:t>:</a:t>
            </a:r>
          </a:p>
          <a:p>
            <a:pPr marL="971550" lvl="2" indent="-285750" algn="just">
              <a:buFont typeface="Arial" panose="020B0604020202020204" pitchFamily="34" charset="0"/>
              <a:buChar char="•"/>
            </a:pPr>
            <a:r>
              <a:rPr lang="en-GB" dirty="0"/>
              <a:t>Loading the DDP, generate Convoys</a:t>
            </a:r>
          </a:p>
          <a:p>
            <a:pPr marL="971550" lvl="2" indent="-285750" algn="just">
              <a:buFont typeface="Arial" panose="020B0604020202020204" pitchFamily="34" charset="0"/>
              <a:buChar char="•"/>
            </a:pPr>
            <a:r>
              <a:rPr lang="en-GB" dirty="0"/>
              <a:t>Analyse and adjust plans, facility requirements/overloading, route congestion</a:t>
            </a:r>
          </a:p>
          <a:p>
            <a:pPr marL="228600" lvl="1" algn="just"/>
            <a:r>
              <a:rPr lang="en-GB" b="1" dirty="0">
                <a:solidFill>
                  <a:schemeClr val="accent1">
                    <a:lumMod val="40000"/>
                    <a:lumOff val="60000"/>
                  </a:schemeClr>
                </a:solidFill>
              </a:rPr>
              <a:t>RSOM Execution</a:t>
            </a:r>
            <a:r>
              <a:rPr lang="en-GB" dirty="0"/>
              <a:t>:</a:t>
            </a:r>
          </a:p>
          <a:p>
            <a:pPr marL="971550" lvl="2" indent="-285750" algn="just">
              <a:buFont typeface="Arial" panose="020B0604020202020204" pitchFamily="34" charset="0"/>
              <a:buChar char="•"/>
            </a:pPr>
            <a:r>
              <a:rPr lang="en-GB" dirty="0"/>
              <a:t>Merging with EVE functionality</a:t>
            </a:r>
          </a:p>
          <a:p>
            <a:pPr marL="971550" lvl="2" indent="-285750" algn="just">
              <a:buFont typeface="Arial" panose="020B0604020202020204" pitchFamily="34" charset="0"/>
              <a:buChar char="•"/>
            </a:pPr>
            <a:r>
              <a:rPr lang="en-GB" dirty="0"/>
              <a:t>Route analysis, and alternate suggestions (incidents, Alerts, Warnings)</a:t>
            </a:r>
          </a:p>
          <a:p>
            <a:pPr marL="971550" lvl="2" indent="-285750" algn="just">
              <a:buFont typeface="Arial" panose="020B0604020202020204" pitchFamily="34" charset="0"/>
              <a:buChar char="•"/>
            </a:pPr>
            <a:r>
              <a:rPr lang="en-GB" dirty="0"/>
              <a:t>Reports and Charts</a:t>
            </a:r>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48</a:t>
            </a:fld>
            <a:endParaRPr lang="en-BE" dirty="0"/>
          </a:p>
        </p:txBody>
      </p:sp>
    </p:spTree>
    <p:extLst>
      <p:ext uri="{BB962C8B-B14F-4D97-AF65-F5344CB8AC3E}">
        <p14:creationId xmlns:p14="http://schemas.microsoft.com/office/powerpoint/2010/main" val="3904896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5" end="5"/>
                                            </p:txEl>
                                          </p:spTgt>
                                        </p:tgtEl>
                                        <p:attrNameLst>
                                          <p:attrName>ppt_c</p:attrName>
                                        </p:attrNameLst>
                                      </p:cBhvr>
                                      <p:to>
                                        <a:srgbClr val="969696"/>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6" end="6"/>
                                            </p:txEl>
                                          </p:spTgt>
                                        </p:tgtEl>
                                        <p:attrNameLst>
                                          <p:attrName>ppt_c</p:attrName>
                                        </p:attrNameLst>
                                      </p:cBhvr>
                                      <p:to>
                                        <a:srgbClr val="969696"/>
                                      </p:to>
                                    </p:animClr>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7" end="7"/>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7" end="7"/>
                                            </p:txEl>
                                          </p:spTgt>
                                        </p:tgtEl>
                                        <p:attrNameLst>
                                          <p:attrName>ppt_c</p:attrName>
                                        </p:attrNameLst>
                                      </p:cBhvr>
                                      <p:to>
                                        <a:srgbClr val="969696"/>
                                      </p:to>
                                    </p:animClr>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
                                            <p:txEl>
                                              <p:pRg st="8" end="8"/>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8" end="8"/>
                                            </p:txEl>
                                          </p:spTgt>
                                        </p:tgtEl>
                                        <p:attrNameLst>
                                          <p:attrName>ppt_c</p:attrName>
                                        </p:attrNameLst>
                                      </p:cBhvr>
                                      <p:to>
                                        <a:srgbClr val="969696"/>
                                      </p:to>
                                    </p:animClr>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1343471" y="865558"/>
            <a:ext cx="10704149" cy="1325563"/>
          </a:xfrm>
        </p:spPr>
        <p:txBody>
          <a:bodyPr>
            <a:normAutofit fontScale="90000"/>
          </a:bodyPr>
          <a:lstStyle/>
          <a:p>
            <a:r>
              <a:rPr lang="en-US" dirty="0"/>
              <a:t>Operational Movements Planning – Coalition Reception Staging and Onward Movement (CORSOM)</a:t>
            </a:r>
          </a:p>
        </p:txBody>
      </p:sp>
      <p:sp>
        <p:nvSpPr>
          <p:cNvPr id="10" name="Content Placeholder 9"/>
          <p:cNvSpPr>
            <a:spLocks noGrp="1"/>
          </p:cNvSpPr>
          <p:nvPr>
            <p:ph idx="1"/>
          </p:nvPr>
        </p:nvSpPr>
        <p:spPr>
          <a:xfrm>
            <a:off x="1343472" y="2191120"/>
            <a:ext cx="10331077" cy="4288880"/>
          </a:xfrm>
        </p:spPr>
        <p:txBody>
          <a:bodyPr>
            <a:normAutofit/>
          </a:bodyPr>
          <a:lstStyle/>
          <a:p>
            <a:pPr marL="228600" lvl="1" algn="just"/>
            <a:r>
              <a:rPr lang="en-GB" b="1" dirty="0">
                <a:solidFill>
                  <a:schemeClr val="accent1">
                    <a:lumMod val="40000"/>
                    <a:lumOff val="60000"/>
                  </a:schemeClr>
                </a:solidFill>
              </a:rPr>
              <a:t>Visibility</a:t>
            </a:r>
            <a:endParaRPr lang="en-GB" dirty="0"/>
          </a:p>
          <a:p>
            <a:pPr marL="971550" lvl="2" indent="-285750" algn="just">
              <a:buFont typeface="Arial" panose="020B0604020202020204" pitchFamily="34" charset="0"/>
              <a:buChar char="•"/>
            </a:pPr>
            <a:r>
              <a:rPr lang="en-GB" dirty="0"/>
              <a:t>Project situational awareness at Staff and Command levels</a:t>
            </a:r>
          </a:p>
          <a:p>
            <a:pPr marL="971550" lvl="2" indent="-285750" algn="just">
              <a:buFont typeface="Arial" panose="020B0604020202020204" pitchFamily="34" charset="0"/>
              <a:buChar char="•"/>
            </a:pPr>
            <a:r>
              <a:rPr lang="en-GB" dirty="0"/>
              <a:t>Track convoys used other technologies (RFID)</a:t>
            </a:r>
          </a:p>
          <a:p>
            <a:pPr marL="228600" lvl="1" algn="just"/>
            <a:r>
              <a:rPr lang="en-GB" b="1" dirty="0">
                <a:solidFill>
                  <a:schemeClr val="accent1">
                    <a:lumMod val="40000"/>
                    <a:lumOff val="60000"/>
                  </a:schemeClr>
                </a:solidFill>
              </a:rPr>
              <a:t>Interoperability</a:t>
            </a:r>
            <a:r>
              <a:rPr lang="en-GB" dirty="0"/>
              <a:t>:</a:t>
            </a:r>
          </a:p>
          <a:p>
            <a:pPr marL="971550" lvl="2" indent="-285750" algn="just">
              <a:buFont typeface="Arial" panose="020B0604020202020204" pitchFamily="34" charset="0"/>
              <a:buChar char="•"/>
            </a:pPr>
            <a:r>
              <a:rPr lang="en-US" dirty="0"/>
              <a:t>Sharing the situational awareness between Allied (and National( systems</a:t>
            </a:r>
          </a:p>
          <a:p>
            <a:pPr marL="971550" lvl="2" indent="-285750" algn="just">
              <a:buFont typeface="Arial" panose="020B0604020202020204" pitchFamily="34" charset="0"/>
              <a:buChar char="•"/>
            </a:pPr>
            <a:endParaRPr lang="en-US" dirty="0"/>
          </a:p>
          <a:p>
            <a:pPr marL="971550" lvl="2" indent="-285750" algn="just">
              <a:buFont typeface="Arial" panose="020B0604020202020204" pitchFamily="34" charset="0"/>
              <a:buChar char="•"/>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49</a:t>
            </a:fld>
            <a:endParaRPr lang="en-BE" dirty="0"/>
          </a:p>
        </p:txBody>
      </p:sp>
    </p:spTree>
    <p:extLst>
      <p:ext uri="{BB962C8B-B14F-4D97-AF65-F5344CB8AC3E}">
        <p14:creationId xmlns:p14="http://schemas.microsoft.com/office/powerpoint/2010/main" val="14773668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Sustainment Planning Module </a:t>
            </a:r>
            <a:r>
              <a:rPr lang="en-US" dirty="0" smtClean="0"/>
              <a:t>(SPM) </a:t>
            </a:r>
            <a:r>
              <a:rPr lang="en-US" dirty="0"/>
              <a:t>- Definitions </a:t>
            </a:r>
          </a:p>
        </p:txBody>
      </p:sp>
      <p:sp>
        <p:nvSpPr>
          <p:cNvPr id="10" name="Content Placeholder 9"/>
          <p:cNvSpPr>
            <a:spLocks noGrp="1"/>
          </p:cNvSpPr>
          <p:nvPr>
            <p:ph idx="1"/>
          </p:nvPr>
        </p:nvSpPr>
        <p:spPr>
          <a:xfrm>
            <a:off x="1343472" y="2438256"/>
            <a:ext cx="10352342" cy="3691082"/>
          </a:xfrm>
        </p:spPr>
        <p:txBody>
          <a:bodyPr/>
          <a:lstStyle/>
          <a:p>
            <a:pPr marL="0" indent="0" algn="just">
              <a:buNone/>
            </a:pPr>
            <a:r>
              <a:rPr lang="en-US" b="1" dirty="0">
                <a:solidFill>
                  <a:schemeClr val="accent1">
                    <a:lumMod val="40000"/>
                    <a:lumOff val="60000"/>
                  </a:schemeClr>
                </a:solidFill>
              </a:rPr>
              <a:t>Readiness </a:t>
            </a:r>
            <a:r>
              <a:rPr lang="en-US" b="1" dirty="0" smtClean="0">
                <a:solidFill>
                  <a:schemeClr val="accent1">
                    <a:lumMod val="40000"/>
                    <a:lumOff val="60000"/>
                  </a:schemeClr>
                </a:solidFill>
              </a:rPr>
              <a:t>Stockpile</a:t>
            </a:r>
            <a:r>
              <a:rPr lang="en-US" b="1" dirty="0" smtClean="0"/>
              <a:t>: </a:t>
            </a:r>
            <a:r>
              <a:rPr lang="en-US" dirty="0" smtClean="0"/>
              <a:t>The </a:t>
            </a:r>
            <a:r>
              <a:rPr lang="en-US" dirty="0"/>
              <a:t>calculation of Stockpile Requirements according to the principles taken in MC 55/4 (e.g. 30 x Standard Days Of Supply - SDOS).</a:t>
            </a:r>
          </a:p>
          <a:p>
            <a:pPr marL="0" indent="0" algn="just">
              <a:buNone/>
            </a:pPr>
            <a:r>
              <a:rPr lang="en-US" b="1" dirty="0" smtClean="0">
                <a:solidFill>
                  <a:schemeClr val="accent1">
                    <a:lumMod val="40000"/>
                    <a:lumOff val="60000"/>
                  </a:schemeClr>
                </a:solidFill>
              </a:rPr>
              <a:t>Sustainment Stockpile</a:t>
            </a:r>
            <a:r>
              <a:rPr lang="en-US" b="1" dirty="0" smtClean="0"/>
              <a:t>: </a:t>
            </a:r>
            <a:r>
              <a:rPr lang="en-US" dirty="0" smtClean="0"/>
              <a:t>The </a:t>
            </a:r>
            <a:r>
              <a:rPr lang="en-US" dirty="0"/>
              <a:t>calculation of Stockpile Requirements based on the Capability Survey (CS) planning situations and their legal combinations as denoted in the CS process  (e.g. 30 x Combat Days Of Supply - CDOS).</a:t>
            </a:r>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smtClean="0"/>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smtClean="0"/>
              <a:t>  |  </a:t>
            </a:r>
            <a:r>
              <a:rPr lang="en-GB" dirty="0" smtClean="0"/>
              <a:t>P</a:t>
            </a:r>
            <a:r>
              <a:rPr lang="en-BE" smtClean="0"/>
              <a:t>AGE </a:t>
            </a:r>
            <a:fld id="{3C66DE6B-CC4B-F74A-99D4-2DC8DD154D90}" type="slidenum">
              <a:rPr lang="en-BE" smtClean="0"/>
              <a:pPr/>
              <a:t>50</a:t>
            </a:fld>
            <a:endParaRPr lang="en-BE" dirty="0"/>
          </a:p>
        </p:txBody>
      </p:sp>
    </p:spTree>
    <p:extLst>
      <p:ext uri="{BB962C8B-B14F-4D97-AF65-F5344CB8AC3E}">
        <p14:creationId xmlns:p14="http://schemas.microsoft.com/office/powerpoint/2010/main" val="1124549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Sustainment Planning Module </a:t>
            </a:r>
            <a:r>
              <a:rPr lang="en-US" dirty="0" smtClean="0"/>
              <a:t>(SPM) </a:t>
            </a:r>
            <a:r>
              <a:rPr lang="en-US" dirty="0"/>
              <a:t>- Definitions </a:t>
            </a:r>
            <a:r>
              <a:rPr lang="en-US" dirty="0" smtClean="0"/>
              <a:t>(Continued)</a:t>
            </a:r>
            <a:endParaRPr lang="en-US" dirty="0"/>
          </a:p>
        </p:txBody>
      </p:sp>
      <p:sp>
        <p:nvSpPr>
          <p:cNvPr id="10" name="Content Placeholder 9"/>
          <p:cNvSpPr>
            <a:spLocks noGrp="1"/>
          </p:cNvSpPr>
          <p:nvPr>
            <p:ph idx="1"/>
          </p:nvPr>
        </p:nvSpPr>
        <p:spPr>
          <a:xfrm>
            <a:off x="1343472" y="2438256"/>
            <a:ext cx="10352342" cy="3691082"/>
          </a:xfrm>
        </p:spPr>
        <p:txBody>
          <a:bodyPr/>
          <a:lstStyle/>
          <a:p>
            <a:pPr marL="0" indent="0" algn="just">
              <a:buNone/>
            </a:pPr>
            <a:r>
              <a:rPr lang="en-US" b="1" dirty="0">
                <a:solidFill>
                  <a:schemeClr val="accent1">
                    <a:lumMod val="40000"/>
                    <a:lumOff val="60000"/>
                  </a:schemeClr>
                </a:solidFill>
              </a:rPr>
              <a:t>Operational Sustainment </a:t>
            </a:r>
            <a:r>
              <a:rPr lang="en-US" b="1" dirty="0" smtClean="0">
                <a:solidFill>
                  <a:schemeClr val="accent1">
                    <a:lumMod val="40000"/>
                    <a:lumOff val="60000"/>
                  </a:schemeClr>
                </a:solidFill>
              </a:rPr>
              <a:t>Planning</a:t>
            </a:r>
            <a:r>
              <a:rPr lang="en-US" b="1" dirty="0" smtClean="0"/>
              <a:t>:</a:t>
            </a:r>
            <a:r>
              <a:rPr lang="en-US" b="1" dirty="0" smtClean="0">
                <a:solidFill>
                  <a:schemeClr val="accent1">
                    <a:lumMod val="40000"/>
                    <a:lumOff val="60000"/>
                  </a:schemeClr>
                </a:solidFill>
              </a:rPr>
              <a:t> </a:t>
            </a:r>
            <a:r>
              <a:rPr lang="en-US" dirty="0" smtClean="0"/>
              <a:t>The </a:t>
            </a:r>
            <a:r>
              <a:rPr lang="en-US" dirty="0"/>
              <a:t>SPM can determine the Operational Sustainment Requirements and the Packaging Requirements for a Force or a set of Forces.</a:t>
            </a:r>
          </a:p>
          <a:p>
            <a:pPr marL="0" indent="0" algn="just">
              <a:buNone/>
            </a:pPr>
            <a:r>
              <a:rPr lang="en-US" dirty="0" smtClean="0"/>
              <a:t>Resulting </a:t>
            </a:r>
            <a:r>
              <a:rPr lang="en-US" dirty="0"/>
              <a:t>in a set of </a:t>
            </a:r>
            <a:r>
              <a:rPr lang="en-US" b="1" dirty="0">
                <a:solidFill>
                  <a:schemeClr val="accent1">
                    <a:lumMod val="40000"/>
                    <a:lumOff val="60000"/>
                  </a:schemeClr>
                </a:solidFill>
              </a:rPr>
              <a:t>Supply Packages (Consignments) </a:t>
            </a:r>
            <a:r>
              <a:rPr lang="en-US" dirty="0"/>
              <a:t>that can be added to the deployment plan along with equipment and personnel, taking into account the Supply Policies that apply.</a:t>
            </a:r>
          </a:p>
          <a:p>
            <a:pPr marL="0" indent="0" algn="just">
              <a:buNone/>
            </a:pPr>
            <a:r>
              <a:rPr lang="en-US" b="1" dirty="0">
                <a:solidFill>
                  <a:schemeClr val="accent1">
                    <a:lumMod val="40000"/>
                    <a:lumOff val="60000"/>
                  </a:schemeClr>
                </a:solidFill>
              </a:rPr>
              <a:t>Sustainability Analysis</a:t>
            </a:r>
            <a:r>
              <a:rPr lang="en-US" dirty="0"/>
              <a:t>: For LOGREP Operators, the SPM will take a Force or set of Forces and prepares a REPORT about the duration for which the Force(s) can be sustained before the need to re-supply.</a:t>
            </a:r>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smtClean="0"/>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smtClean="0"/>
              <a:t>  |  </a:t>
            </a:r>
            <a:r>
              <a:rPr lang="en-GB" dirty="0" smtClean="0"/>
              <a:t>P</a:t>
            </a:r>
            <a:r>
              <a:rPr lang="en-BE" smtClean="0"/>
              <a:t>AGE </a:t>
            </a:r>
            <a:fld id="{3C66DE6B-CC4B-F74A-99D4-2DC8DD154D90}" type="slidenum">
              <a:rPr lang="en-BE" smtClean="0"/>
              <a:pPr/>
              <a:t>51</a:t>
            </a:fld>
            <a:endParaRPr lang="en-BE" dirty="0"/>
          </a:p>
        </p:txBody>
      </p:sp>
    </p:spTree>
    <p:extLst>
      <p:ext uri="{BB962C8B-B14F-4D97-AF65-F5344CB8AC3E}">
        <p14:creationId xmlns:p14="http://schemas.microsoft.com/office/powerpoint/2010/main" val="4002765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Supply Distribution Model (SDM) Introduction</a:t>
            </a:r>
            <a:endParaRPr lang="en-US" dirty="0"/>
          </a:p>
        </p:txBody>
      </p:sp>
      <p:sp>
        <p:nvSpPr>
          <p:cNvPr id="10" name="Content Placeholder 9"/>
          <p:cNvSpPr>
            <a:spLocks noGrp="1"/>
          </p:cNvSpPr>
          <p:nvPr>
            <p:ph idx="1"/>
          </p:nvPr>
        </p:nvSpPr>
        <p:spPr>
          <a:xfrm>
            <a:off x="1343472" y="2438256"/>
            <a:ext cx="10352342" cy="3691082"/>
          </a:xfrm>
        </p:spPr>
        <p:txBody>
          <a:bodyPr>
            <a:normAutofit lnSpcReduction="10000"/>
          </a:bodyPr>
          <a:lstStyle/>
          <a:p>
            <a:pPr marL="0" indent="0" algn="just">
              <a:buNone/>
            </a:pPr>
            <a:r>
              <a:rPr lang="en-US" dirty="0" smtClean="0"/>
              <a:t>The SDM analyses the </a:t>
            </a:r>
            <a:r>
              <a:rPr lang="en-US" b="1" dirty="0" smtClean="0">
                <a:solidFill>
                  <a:schemeClr val="accent1">
                    <a:lumMod val="40000"/>
                    <a:lumOff val="60000"/>
                  </a:schemeClr>
                </a:solidFill>
              </a:rPr>
              <a:t>resupply</a:t>
            </a:r>
            <a:r>
              <a:rPr lang="en-US" dirty="0" smtClean="0"/>
              <a:t> of Forces in-theatre over time.</a:t>
            </a:r>
          </a:p>
          <a:p>
            <a:pPr marL="0" indent="0" algn="just">
              <a:buNone/>
            </a:pPr>
            <a:r>
              <a:rPr lang="en-US" dirty="0" smtClean="0"/>
              <a:t>The emphasis is on supporting </a:t>
            </a:r>
            <a:r>
              <a:rPr lang="en-US" b="1" dirty="0" smtClean="0">
                <a:solidFill>
                  <a:schemeClr val="accent1">
                    <a:lumMod val="40000"/>
                    <a:lumOff val="60000"/>
                  </a:schemeClr>
                </a:solidFill>
              </a:rPr>
              <a:t>“What If”</a:t>
            </a:r>
            <a:r>
              <a:rPr lang="en-US" dirty="0" smtClean="0"/>
              <a:t> analysis.</a:t>
            </a:r>
          </a:p>
          <a:p>
            <a:pPr marL="0" indent="0" algn="just">
              <a:buNone/>
            </a:pPr>
            <a:r>
              <a:rPr lang="en-US" dirty="0" smtClean="0"/>
              <a:t>What if:</a:t>
            </a:r>
          </a:p>
          <a:p>
            <a:pPr lvl="2" indent="-284400" algn="just">
              <a:buFont typeface="Arial" panose="020B0604020202020204" pitchFamily="34" charset="0"/>
              <a:buChar char="•"/>
            </a:pPr>
            <a:r>
              <a:rPr lang="en-US" dirty="0" smtClean="0">
                <a:solidFill>
                  <a:schemeClr val="accent1">
                    <a:lumMod val="40000"/>
                    <a:lumOff val="60000"/>
                  </a:schemeClr>
                </a:solidFill>
              </a:rPr>
              <a:t>There are more/less transportation assets available</a:t>
            </a:r>
          </a:p>
          <a:p>
            <a:pPr lvl="2" indent="-284400" algn="just">
              <a:buFont typeface="Arial" panose="020B0604020202020204" pitchFamily="34" charset="0"/>
              <a:buChar char="•"/>
            </a:pPr>
            <a:r>
              <a:rPr lang="en-US" dirty="0" smtClean="0">
                <a:solidFill>
                  <a:schemeClr val="accent1">
                    <a:lumMod val="40000"/>
                    <a:lumOff val="60000"/>
                  </a:schemeClr>
                </a:solidFill>
              </a:rPr>
              <a:t>Pipelines are built</a:t>
            </a:r>
          </a:p>
          <a:p>
            <a:pPr lvl="2" indent="-284400" algn="just">
              <a:buFont typeface="Arial" panose="020B0604020202020204" pitchFamily="34" charset="0"/>
              <a:buChar char="•"/>
            </a:pPr>
            <a:r>
              <a:rPr lang="en-US" dirty="0" smtClean="0">
                <a:solidFill>
                  <a:schemeClr val="accent1">
                    <a:lumMod val="40000"/>
                    <a:lumOff val="60000"/>
                  </a:schemeClr>
                </a:solidFill>
              </a:rPr>
              <a:t>Forces move in theatre</a:t>
            </a:r>
          </a:p>
          <a:p>
            <a:pPr lvl="2" indent="-284400" algn="just">
              <a:buFont typeface="Arial" panose="020B0604020202020204" pitchFamily="34" charset="0"/>
              <a:buChar char="•"/>
            </a:pPr>
            <a:r>
              <a:rPr lang="en-US" dirty="0" smtClean="0">
                <a:solidFill>
                  <a:schemeClr val="accent1">
                    <a:lumMod val="40000"/>
                    <a:lumOff val="60000"/>
                  </a:schemeClr>
                </a:solidFill>
              </a:rPr>
              <a:t>Combat intensity or Resupply frequencies change</a:t>
            </a:r>
          </a:p>
          <a:p>
            <a:pPr lvl="2" indent="-284400" algn="just">
              <a:buFont typeface="Arial" panose="020B0604020202020204" pitchFamily="34" charset="0"/>
              <a:buChar char="•"/>
            </a:pPr>
            <a:r>
              <a:rPr lang="en-US" dirty="0" smtClean="0">
                <a:solidFill>
                  <a:schemeClr val="accent1">
                    <a:lumMod val="40000"/>
                    <a:lumOff val="60000"/>
                  </a:schemeClr>
                </a:solidFill>
              </a:rPr>
              <a:t>Etc…</a:t>
            </a:r>
          </a:p>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smtClean="0"/>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smtClean="0"/>
              <a:t>  |  </a:t>
            </a:r>
            <a:r>
              <a:rPr lang="en-GB" dirty="0" smtClean="0"/>
              <a:t>P</a:t>
            </a:r>
            <a:r>
              <a:rPr lang="en-BE" smtClean="0"/>
              <a:t>AGE </a:t>
            </a:r>
            <a:fld id="{3C66DE6B-CC4B-F74A-99D4-2DC8DD154D90}" type="slidenum">
              <a:rPr lang="en-BE" smtClean="0"/>
              <a:pPr/>
              <a:t>52</a:t>
            </a:fld>
            <a:endParaRPr lang="en-BE" dirty="0"/>
          </a:p>
        </p:txBody>
      </p:sp>
    </p:spTree>
    <p:extLst>
      <p:ext uri="{BB962C8B-B14F-4D97-AF65-F5344CB8AC3E}">
        <p14:creationId xmlns:p14="http://schemas.microsoft.com/office/powerpoint/2010/main" val="41147765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09090"/>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09090"/>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09090"/>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09090"/>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09090"/>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5" end="5"/>
                                            </p:txEl>
                                          </p:spTgt>
                                        </p:tgtEl>
                                        <p:attrNameLst>
                                          <p:attrName>ppt_c</p:attrName>
                                        </p:attrNameLst>
                                      </p:cBhvr>
                                      <p:to>
                                        <a:srgbClr val="909090"/>
                                      </p:to>
                                    </p:animClr>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
                                            <p:txEl>
                                              <p:pRg st="6" end="6"/>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6" end="6"/>
                                            </p:txEl>
                                          </p:spTgt>
                                        </p:tgtEl>
                                        <p:attrNameLst>
                                          <p:attrName>ppt_c</p:attrName>
                                        </p:attrNameLst>
                                      </p:cBhvr>
                                      <p:to>
                                        <a:srgbClr val="909090"/>
                                      </p:to>
                                    </p:animClr>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Logistic Reporting Introduction</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Provides a capability to check and update the current status of </a:t>
            </a:r>
            <a:r>
              <a:rPr lang="en-US" b="1" dirty="0">
                <a:solidFill>
                  <a:schemeClr val="accent1">
                    <a:lumMod val="40000"/>
                    <a:lumOff val="60000"/>
                  </a:schemeClr>
                </a:solidFill>
              </a:rPr>
              <a:t>Essential</a:t>
            </a:r>
            <a:r>
              <a:rPr lang="en-US" dirty="0"/>
              <a:t> and </a:t>
            </a:r>
            <a:r>
              <a:rPr lang="en-US" b="1" dirty="0">
                <a:solidFill>
                  <a:schemeClr val="accent1">
                    <a:lumMod val="40000"/>
                    <a:lumOff val="60000"/>
                  </a:schemeClr>
                </a:solidFill>
              </a:rPr>
              <a:t>Mission Critical Items </a:t>
            </a:r>
            <a:r>
              <a:rPr lang="en-US" dirty="0"/>
              <a:t>(Personnel, Equipment and Supplies) using a series of common expressions (DOS/Percentage). </a:t>
            </a:r>
          </a:p>
          <a:p>
            <a:pPr marL="0" indent="0" algn="just">
              <a:buClr>
                <a:schemeClr val="bg1"/>
              </a:buClr>
              <a:buNone/>
            </a:pPr>
            <a:r>
              <a:rPr lang="en-US" dirty="0"/>
              <a:t>By using a database, instead of spreadsheets, the information can be quickly and easily aggregated and analyzed in many different ways.</a:t>
            </a:r>
          </a:p>
          <a:p>
            <a:pPr marL="0" indent="0" algn="just">
              <a:buClr>
                <a:schemeClr val="bg1"/>
              </a:buClr>
              <a:buNone/>
            </a:pPr>
            <a:r>
              <a:rPr lang="en-US" dirty="0"/>
              <a:t>The tasks that can occur within a mission will change, so </a:t>
            </a:r>
            <a:r>
              <a:rPr lang="en-US" b="1" dirty="0">
                <a:solidFill>
                  <a:schemeClr val="accent1">
                    <a:lumMod val="40000"/>
                    <a:lumOff val="60000"/>
                  </a:schemeClr>
                </a:solidFill>
              </a:rPr>
              <a:t>LOGREP</a:t>
            </a:r>
            <a:r>
              <a:rPr lang="en-US" dirty="0"/>
              <a:t> is not fixed, the use of the system is flexible and can be adjusted to meet any situation.</a:t>
            </a:r>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53</a:t>
            </a:fld>
            <a:endParaRPr lang="en-BE" dirty="0"/>
          </a:p>
        </p:txBody>
      </p:sp>
    </p:spTree>
    <p:extLst>
      <p:ext uri="{BB962C8B-B14F-4D97-AF65-F5344CB8AC3E}">
        <p14:creationId xmlns:p14="http://schemas.microsoft.com/office/powerpoint/2010/main" val="2527546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Logistic Reporting Lessons Identified</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Reports issued in different formats (MS Word, MS Excel, MS PowerPoint etc).</a:t>
            </a:r>
          </a:p>
          <a:p>
            <a:pPr marL="0" indent="0" algn="just">
              <a:buClr>
                <a:schemeClr val="bg1"/>
              </a:buClr>
              <a:buNone/>
            </a:pPr>
            <a:r>
              <a:rPr lang="en-US" dirty="0"/>
              <a:t>The Result:</a:t>
            </a:r>
          </a:p>
          <a:p>
            <a:pPr marL="971550" lvl="2" indent="-285750" algn="just">
              <a:buClr>
                <a:schemeClr val="bg1"/>
              </a:buClr>
              <a:buFont typeface="Arial" panose="020B0604020202020204" pitchFamily="34" charset="0"/>
              <a:buChar char="•"/>
            </a:pPr>
            <a:r>
              <a:rPr lang="en-US" dirty="0"/>
              <a:t>Lots of effort,</a:t>
            </a:r>
          </a:p>
          <a:p>
            <a:pPr marL="971550" lvl="2" indent="-285750" algn="just">
              <a:buClr>
                <a:schemeClr val="bg1"/>
              </a:buClr>
              <a:buFont typeface="Arial" panose="020B0604020202020204" pitchFamily="34" charset="0"/>
              <a:buChar char="•"/>
            </a:pPr>
            <a:r>
              <a:rPr lang="en-US" dirty="0"/>
              <a:t>High error content</a:t>
            </a:r>
          </a:p>
          <a:p>
            <a:pPr marL="971550" lvl="2" indent="-285750" algn="just">
              <a:buClr>
                <a:schemeClr val="bg1"/>
              </a:buClr>
              <a:buFont typeface="Arial" panose="020B0604020202020204" pitchFamily="34" charset="0"/>
              <a:buChar char="•"/>
            </a:pPr>
            <a:r>
              <a:rPr lang="en-US" dirty="0"/>
              <a:t>Low information value</a:t>
            </a:r>
          </a:p>
          <a:p>
            <a:pPr marL="971550" lvl="2" indent="-285750" algn="just">
              <a:buClr>
                <a:schemeClr val="bg1"/>
              </a:buClr>
              <a:buFont typeface="Arial" panose="020B0604020202020204" pitchFamily="34" charset="0"/>
              <a:buChar char="•"/>
            </a:pPr>
            <a:r>
              <a:rPr lang="en-US" dirty="0"/>
              <a:t>Poor data retrieval/query capability</a:t>
            </a:r>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54</a:t>
            </a:fld>
            <a:endParaRPr lang="en-BE" dirty="0"/>
          </a:p>
        </p:txBody>
      </p:sp>
    </p:spTree>
    <p:extLst>
      <p:ext uri="{BB962C8B-B14F-4D97-AF65-F5344CB8AC3E}">
        <p14:creationId xmlns:p14="http://schemas.microsoft.com/office/powerpoint/2010/main" val="2552158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NATO’s Logistic Reporting - Why?</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In principle, Logistics is a collective responsibility but Nation’s are ultimately responsible for the Logistical Support of their Forces.</a:t>
            </a:r>
          </a:p>
          <a:p>
            <a:pPr marL="0" indent="0" algn="just">
              <a:buClr>
                <a:schemeClr val="bg1"/>
              </a:buClr>
              <a:buNone/>
            </a:pPr>
            <a:r>
              <a:rPr lang="en-US" dirty="0"/>
              <a:t>However, NATO Commanders, in accordance with MC 53-4 are the:</a:t>
            </a:r>
          </a:p>
          <a:p>
            <a:pPr marL="0" indent="0" algn="just">
              <a:buClr>
                <a:schemeClr val="bg1"/>
              </a:buClr>
              <a:buNone/>
            </a:pPr>
            <a:r>
              <a:rPr lang="en-US" b="1" dirty="0">
                <a:solidFill>
                  <a:schemeClr val="accent1">
                    <a:lumMod val="40000"/>
                    <a:lumOff val="60000"/>
                  </a:schemeClr>
                </a:solidFill>
              </a:rPr>
              <a:t>Logistic Coordinating authority for current operations.</a:t>
            </a:r>
          </a:p>
          <a:p>
            <a:pPr marL="0" indent="0" algn="just">
              <a:buClr>
                <a:schemeClr val="bg1"/>
              </a:buClr>
              <a:buNone/>
            </a:pPr>
            <a:r>
              <a:rPr lang="en-US" dirty="0"/>
              <a:t>NATO Commanders </a:t>
            </a:r>
            <a:r>
              <a:rPr lang="en-US" b="1" u="sng" dirty="0"/>
              <a:t>do not have re-distribution rights</a:t>
            </a:r>
            <a:r>
              <a:rPr lang="en-US" b="1" dirty="0"/>
              <a:t> </a:t>
            </a:r>
            <a:r>
              <a:rPr lang="en-US" dirty="0"/>
              <a:t>as routine. </a:t>
            </a:r>
          </a:p>
          <a:p>
            <a:pPr marL="971550" lvl="2" indent="-285750" algn="just">
              <a:buClr>
                <a:schemeClr val="bg1"/>
              </a:buClr>
              <a:buFont typeface="Arial" panose="020B0604020202020204" pitchFamily="34" charset="0"/>
              <a:buChar char="•"/>
            </a:pPr>
            <a:r>
              <a:rPr lang="en-US" dirty="0"/>
              <a:t>This has to be agreed by the Nations, for specific periods of time and for specific items.</a:t>
            </a:r>
          </a:p>
          <a:p>
            <a:pPr marL="0" indent="0" algn="just">
              <a:buClr>
                <a:schemeClr val="bg1"/>
              </a:buClr>
              <a:buNone/>
            </a:pPr>
            <a:r>
              <a:rPr lang="en-US" dirty="0"/>
              <a:t>In order to exercise this authority they must have </a:t>
            </a:r>
            <a:r>
              <a:rPr lang="en-US" b="1" u="sng" dirty="0"/>
              <a:t>visibility</a:t>
            </a:r>
            <a:r>
              <a:rPr lang="en-US" dirty="0"/>
              <a:t> of mission critical or essential items of equipment and supplies.</a:t>
            </a:r>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55</a:t>
            </a:fld>
            <a:endParaRPr lang="en-BE" dirty="0"/>
          </a:p>
        </p:txBody>
      </p:sp>
    </p:spTree>
    <p:extLst>
      <p:ext uri="{BB962C8B-B14F-4D97-AF65-F5344CB8AC3E}">
        <p14:creationId xmlns:p14="http://schemas.microsoft.com/office/powerpoint/2010/main" val="970056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3"/>
          </p:nvPr>
        </p:nvSpPr>
        <p:spPr/>
        <p:txBody>
          <a:bodyPr/>
          <a:lstStyle/>
          <a:p>
            <a:r>
              <a:rPr lang="en-BE"/>
              <a:t>NATO UNCLASSIFIED</a:t>
            </a:r>
            <a:endParaRPr lang="en-BE" dirty="0"/>
          </a:p>
        </p:txBody>
      </p:sp>
      <p:sp>
        <p:nvSpPr>
          <p:cNvPr id="7" name="Slide Number Placeholder 6"/>
          <p:cNvSpPr>
            <a:spLocks noGrp="1"/>
          </p:cNvSpPr>
          <p:nvPr>
            <p:ph type="sldNum" sz="quarter" idx="4"/>
          </p:nvPr>
        </p:nvSpPr>
        <p:spPr/>
        <p:txBody>
          <a:bodyPr/>
          <a:lstStyle/>
          <a:p>
            <a:fld id="{950525CB-10C3-4C32-9A11-B2E636DDB5A6}" type="datetime1">
              <a:rPr lang="LID4096" smtClean="0"/>
              <a:pPr/>
              <a:t>11/08/2022</a:t>
            </a:fld>
            <a:r>
              <a:rPr lang="en-BE"/>
              <a:t>  |  </a:t>
            </a:r>
            <a:r>
              <a:rPr lang="en-GB" dirty="0"/>
              <a:t>P</a:t>
            </a:r>
            <a:r>
              <a:rPr lang="en-BE"/>
              <a:t>AGE </a:t>
            </a:r>
            <a:fld id="{3C66DE6B-CC4B-F74A-99D4-2DC8DD154D90}" type="slidenum">
              <a:rPr lang="en-BE" smtClean="0"/>
              <a:pPr/>
              <a:t>56</a:t>
            </a:fld>
            <a:endParaRPr lang="en-BE" dirty="0"/>
          </a:p>
        </p:txBody>
      </p:sp>
      <p:sp>
        <p:nvSpPr>
          <p:cNvPr id="12" name="Text Placeholder 11"/>
          <p:cNvSpPr>
            <a:spLocks noGrp="1"/>
          </p:cNvSpPr>
          <p:nvPr>
            <p:ph type="body" sz="quarter" idx="13"/>
          </p:nvPr>
        </p:nvSpPr>
        <p:spPr/>
        <p:txBody>
          <a:bodyPr/>
          <a:lstStyle/>
          <a:p>
            <a:r>
              <a:rPr lang="en-US" dirty="0"/>
              <a:t>Reportable Items List (RIL)</a:t>
            </a:r>
          </a:p>
        </p:txBody>
      </p:sp>
      <p:sp>
        <p:nvSpPr>
          <p:cNvPr id="9" name="Text Placeholder 2"/>
          <p:cNvSpPr>
            <a:spLocks noGrp="1"/>
          </p:cNvSpPr>
          <p:nvPr>
            <p:ph type="body" sz="quarter" idx="14"/>
          </p:nvPr>
        </p:nvSpPr>
        <p:spPr>
          <a:xfrm>
            <a:off x="7365916" y="3495257"/>
            <a:ext cx="4751481" cy="2273718"/>
          </a:xfrm>
        </p:spPr>
        <p:txBody>
          <a:bodyPr/>
          <a:lstStyle/>
          <a:p>
            <a:pPr algn="just">
              <a:lnSpc>
                <a:spcPct val="100000"/>
              </a:lnSpc>
            </a:pPr>
            <a:r>
              <a:rPr lang="en-US" dirty="0"/>
              <a:t>A </a:t>
            </a:r>
            <a:r>
              <a:rPr lang="en-US" b="1" dirty="0">
                <a:solidFill>
                  <a:schemeClr val="accent1">
                    <a:lumMod val="40000"/>
                    <a:lumOff val="60000"/>
                  </a:schemeClr>
                </a:solidFill>
              </a:rPr>
              <a:t>RIL</a:t>
            </a:r>
            <a:r>
              <a:rPr lang="en-US" dirty="0"/>
              <a:t> is a list of the </a:t>
            </a:r>
            <a:r>
              <a:rPr lang="en-US" b="1" dirty="0">
                <a:solidFill>
                  <a:schemeClr val="accent1">
                    <a:lumMod val="40000"/>
                    <a:lumOff val="60000"/>
                  </a:schemeClr>
                </a:solidFill>
              </a:rPr>
              <a:t>Capabilities</a:t>
            </a:r>
            <a:r>
              <a:rPr lang="en-US" dirty="0"/>
              <a:t> that are of interest and have to be Reported.</a:t>
            </a:r>
          </a:p>
          <a:p>
            <a:pPr marL="742950" lvl="1" indent="-285750" algn="just">
              <a:lnSpc>
                <a:spcPct val="100000"/>
              </a:lnSpc>
              <a:buFont typeface="Arial" panose="020B0604020202020204" pitchFamily="34" charset="0"/>
              <a:buChar char="•"/>
            </a:pPr>
            <a:r>
              <a:rPr lang="en-US" sz="1400" dirty="0">
                <a:solidFill>
                  <a:schemeClr val="bg1"/>
                </a:solidFill>
                <a:latin typeface="Arial" panose="020B0604020202020204" pitchFamily="34" charset="0"/>
              </a:rPr>
              <a:t>RIC Based</a:t>
            </a:r>
          </a:p>
          <a:p>
            <a:pPr marL="742950" lvl="1" indent="-285750" algn="just">
              <a:lnSpc>
                <a:spcPct val="100000"/>
              </a:lnSpc>
              <a:buFont typeface="Arial" panose="020B0604020202020204" pitchFamily="34" charset="0"/>
              <a:buChar char="•"/>
            </a:pPr>
            <a:r>
              <a:rPr lang="en-US" sz="1400" dirty="0">
                <a:solidFill>
                  <a:schemeClr val="bg1"/>
                </a:solidFill>
                <a:latin typeface="Arial" panose="020B0604020202020204" pitchFamily="34" charset="0"/>
              </a:rPr>
              <a:t>RICs can be Selected at any level (all subordinates are then included).</a:t>
            </a:r>
          </a:p>
          <a:p>
            <a:pPr lvl="1" algn="just"/>
            <a:endParaRPr lang="en-US" sz="1400" dirty="0">
              <a:solidFill>
                <a:schemeClr val="bg1"/>
              </a:solidFill>
              <a:latin typeface="Arial" panose="020B0604020202020204" pitchFamily="34" charset="0"/>
            </a:endParaRPr>
          </a:p>
          <a:p>
            <a:pPr algn="just"/>
            <a:endParaRPr lang="en-GB"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5433" y="1770111"/>
            <a:ext cx="6556548" cy="3615047"/>
          </a:xfrm>
          <a:prstGeom prst="rect">
            <a:avLst/>
          </a:prstGeom>
          <a:ln w="19050">
            <a:solidFill>
              <a:schemeClr val="tx1"/>
            </a:solidFill>
          </a:ln>
        </p:spPr>
      </p:pic>
    </p:spTree>
    <p:extLst>
      <p:ext uri="{BB962C8B-B14F-4D97-AF65-F5344CB8AC3E}">
        <p14:creationId xmlns:p14="http://schemas.microsoft.com/office/powerpoint/2010/main" val="1656499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9">
                                            <p:txEl>
                                              <p:pRg st="0" end="0"/>
                                            </p:txEl>
                                          </p:spTgt>
                                        </p:tgtEl>
                                        <p:attrNameLst>
                                          <p:attrName>ppt_c</p:attrName>
                                        </p:attrNameLst>
                                      </p:cBhvr>
                                      <p:to>
                                        <a:srgbClr val="969696"/>
                                      </p:to>
                                    </p:animClr>
                                  </p:sub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9">
                                            <p:txEl>
                                              <p:pRg st="1" end="1"/>
                                            </p:txEl>
                                          </p:spTgt>
                                        </p:tgtEl>
                                        <p:attrNameLst>
                                          <p:attrName>ppt_c</p:attrName>
                                        </p:attrNameLst>
                                      </p:cBhvr>
                                      <p:to>
                                        <a:srgbClr val="969696"/>
                                      </p:to>
                                    </p:animClr>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NATO Doctrine</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The requirements and formats for Logistic Reporting are outlined in the ACO/ACT Bi-SC Agreement.</a:t>
            </a:r>
          </a:p>
          <a:p>
            <a:pPr marL="971550" lvl="2" indent="-285750" algn="just">
              <a:buClr>
                <a:schemeClr val="bg1"/>
              </a:buClr>
              <a:buFont typeface="Arial" panose="020B0604020202020204" pitchFamily="34" charset="0"/>
              <a:buChar char="•"/>
            </a:pPr>
            <a:r>
              <a:rPr lang="en-US" b="1" dirty="0">
                <a:solidFill>
                  <a:schemeClr val="accent1">
                    <a:lumMod val="40000"/>
                    <a:lumOff val="60000"/>
                  </a:schemeClr>
                </a:solidFill>
              </a:rPr>
              <a:t>Reporting Directive 80-3 Volume V Logistics Reports</a:t>
            </a:r>
            <a:r>
              <a:rPr lang="en-US" dirty="0"/>
              <a:t>.</a:t>
            </a:r>
          </a:p>
          <a:p>
            <a:pPr marL="0" indent="0" algn="just">
              <a:buClr>
                <a:schemeClr val="bg1"/>
              </a:buClr>
              <a:buNone/>
            </a:pPr>
            <a:r>
              <a:rPr lang="en-US" b="1" dirty="0"/>
              <a:t>Peacetime </a:t>
            </a:r>
            <a:r>
              <a:rPr lang="en-US" dirty="0"/>
              <a:t>- Nations to Strategic Commands:</a:t>
            </a:r>
          </a:p>
          <a:p>
            <a:pPr marL="971550" lvl="2" indent="-285750" algn="just">
              <a:buClr>
                <a:schemeClr val="bg1"/>
              </a:buClr>
              <a:buFont typeface="Arial" panose="020B0604020202020204" pitchFamily="34" charset="0"/>
              <a:buChar char="•"/>
            </a:pPr>
            <a:r>
              <a:rPr lang="en-US" dirty="0"/>
              <a:t> </a:t>
            </a:r>
            <a:r>
              <a:rPr lang="en-US" b="1" dirty="0">
                <a:solidFill>
                  <a:schemeClr val="accent1">
                    <a:lumMod val="40000"/>
                    <a:lumOff val="60000"/>
                  </a:schemeClr>
                </a:solidFill>
              </a:rPr>
              <a:t>National Peacetime LOGUPDATE</a:t>
            </a:r>
          </a:p>
          <a:p>
            <a:pPr marL="0" indent="0" algn="just">
              <a:buClr>
                <a:schemeClr val="bg1"/>
              </a:buClr>
              <a:buNone/>
            </a:pPr>
            <a:r>
              <a:rPr lang="en-US" b="1" dirty="0"/>
              <a:t>Crisis or War</a:t>
            </a:r>
            <a:r>
              <a:rPr lang="en-US" dirty="0"/>
              <a:t> - National Units or Elements to the NATO authority to whom they are assigned:</a:t>
            </a:r>
          </a:p>
          <a:p>
            <a:pPr marL="971550" lvl="2" indent="-285750" algn="just">
              <a:buClr>
                <a:schemeClr val="bg1"/>
              </a:buClr>
              <a:buFont typeface="Arial" panose="020B0604020202020204" pitchFamily="34" charset="0"/>
              <a:buChar char="•"/>
            </a:pPr>
            <a:r>
              <a:rPr lang="en-US" dirty="0"/>
              <a:t> </a:t>
            </a:r>
            <a:r>
              <a:rPr lang="en-US" b="1" dirty="0">
                <a:solidFill>
                  <a:schemeClr val="accent1">
                    <a:lumMod val="40000"/>
                    <a:lumOff val="60000"/>
                  </a:schemeClr>
                </a:solidFill>
              </a:rPr>
              <a:t>Operational LOGUPDATE</a:t>
            </a:r>
          </a:p>
          <a:p>
            <a:pPr marL="971550" lvl="2" indent="-285750" algn="just">
              <a:buClr>
                <a:schemeClr val="bg1"/>
              </a:buClr>
              <a:buFont typeface="Arial" panose="020B0604020202020204" pitchFamily="34" charset="0"/>
              <a:buChar char="•"/>
            </a:pPr>
            <a:endParaRPr lang="en-US" dirty="0"/>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57</a:t>
            </a:fld>
            <a:endParaRPr lang="en-BE" dirty="0"/>
          </a:p>
        </p:txBody>
      </p:sp>
    </p:spTree>
    <p:extLst>
      <p:ext uri="{BB962C8B-B14F-4D97-AF65-F5344CB8AC3E}">
        <p14:creationId xmlns:p14="http://schemas.microsoft.com/office/powerpoint/2010/main" val="207607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69696"/>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69696"/>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Agreed by the Nations (NATO Doctrine MC53-4)</a:t>
            </a:r>
          </a:p>
          <a:p>
            <a:pPr marL="0" indent="0" algn="just">
              <a:buClr>
                <a:schemeClr val="bg1"/>
              </a:buClr>
              <a:buNone/>
            </a:pPr>
            <a:endParaRPr lang="en-US" dirty="0"/>
          </a:p>
          <a:p>
            <a:pPr lvl="5" algn="just">
              <a:buClr>
                <a:schemeClr val="bg1"/>
              </a:buClr>
            </a:pPr>
            <a:endParaRPr lang="en-US" dirty="0"/>
          </a:p>
          <a:p>
            <a:pPr marL="0" indent="0" algn="just">
              <a:buNone/>
            </a:pPr>
            <a:endParaRPr lang="en-US" dirty="0"/>
          </a:p>
          <a:p>
            <a:pPr marL="0" indent="0" algn="just">
              <a:buNone/>
            </a:pPr>
            <a:endParaRPr lang="en-US" dirty="0"/>
          </a:p>
        </p:txBody>
      </p:sp>
      <p:sp>
        <p:nvSpPr>
          <p:cNvPr id="9" name="Title 8"/>
          <p:cNvSpPr>
            <a:spLocks noGrp="1"/>
          </p:cNvSpPr>
          <p:nvPr>
            <p:ph type="title"/>
          </p:nvPr>
        </p:nvSpPr>
        <p:spPr/>
        <p:txBody>
          <a:bodyPr/>
          <a:lstStyle/>
          <a:p>
            <a:r>
              <a:rPr lang="en-US" dirty="0"/>
              <a:t>Reporting Procedure</a:t>
            </a:r>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58</a:t>
            </a:fld>
            <a:endParaRPr lang="en-BE" dirty="0"/>
          </a:p>
        </p:txBody>
      </p:sp>
      <p:sp>
        <p:nvSpPr>
          <p:cNvPr id="3" name="Rectangle 2"/>
          <p:cNvSpPr/>
          <p:nvPr/>
        </p:nvSpPr>
        <p:spPr>
          <a:xfrm>
            <a:off x="1430270" y="3315172"/>
            <a:ext cx="1524000" cy="60974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Strategic Commands</a:t>
            </a:r>
          </a:p>
        </p:txBody>
      </p:sp>
      <p:sp>
        <p:nvSpPr>
          <p:cNvPr id="8" name="Rectangle 7"/>
          <p:cNvSpPr/>
          <p:nvPr/>
        </p:nvSpPr>
        <p:spPr>
          <a:xfrm>
            <a:off x="3493386" y="3315172"/>
            <a:ext cx="1524000" cy="60974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JFC</a:t>
            </a:r>
          </a:p>
        </p:txBody>
      </p:sp>
      <p:sp>
        <p:nvSpPr>
          <p:cNvPr id="13" name="Rectangle 12"/>
          <p:cNvSpPr/>
          <p:nvPr/>
        </p:nvSpPr>
        <p:spPr>
          <a:xfrm>
            <a:off x="5556502" y="3315172"/>
            <a:ext cx="1180874" cy="60974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Theatre</a:t>
            </a:r>
          </a:p>
          <a:p>
            <a:pPr algn="ctr"/>
            <a:r>
              <a:rPr lang="en-GB" b="1" dirty="0">
                <a:solidFill>
                  <a:schemeClr val="tx1"/>
                </a:solidFill>
              </a:rPr>
              <a:t> HQ</a:t>
            </a:r>
          </a:p>
        </p:txBody>
      </p:sp>
      <p:sp>
        <p:nvSpPr>
          <p:cNvPr id="14" name="Rectangle 13"/>
          <p:cNvSpPr/>
          <p:nvPr/>
        </p:nvSpPr>
        <p:spPr>
          <a:xfrm>
            <a:off x="7276492" y="3315172"/>
            <a:ext cx="1271755" cy="60974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Divisional</a:t>
            </a:r>
          </a:p>
          <a:p>
            <a:pPr algn="ctr"/>
            <a:r>
              <a:rPr lang="en-GB" b="1" dirty="0">
                <a:solidFill>
                  <a:schemeClr val="tx1"/>
                </a:solidFill>
              </a:rPr>
              <a:t>HQ</a:t>
            </a:r>
          </a:p>
        </p:txBody>
      </p:sp>
      <p:sp>
        <p:nvSpPr>
          <p:cNvPr id="15" name="Rectangle 14"/>
          <p:cNvSpPr/>
          <p:nvPr/>
        </p:nvSpPr>
        <p:spPr>
          <a:xfrm>
            <a:off x="9087363" y="3315172"/>
            <a:ext cx="1524000" cy="609744"/>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Brigade</a:t>
            </a:r>
          </a:p>
        </p:txBody>
      </p:sp>
      <p:sp>
        <p:nvSpPr>
          <p:cNvPr id="16" name="Rectangle 15"/>
          <p:cNvSpPr/>
          <p:nvPr/>
        </p:nvSpPr>
        <p:spPr>
          <a:xfrm>
            <a:off x="2970959" y="4527053"/>
            <a:ext cx="6623684" cy="57910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Details Required At All Levels</a:t>
            </a:r>
          </a:p>
        </p:txBody>
      </p:sp>
      <p:sp>
        <p:nvSpPr>
          <p:cNvPr id="18" name="Rectangle 17"/>
          <p:cNvSpPr/>
          <p:nvPr/>
        </p:nvSpPr>
        <p:spPr>
          <a:xfrm>
            <a:off x="1115789" y="5714786"/>
            <a:ext cx="2395839" cy="609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When?</a:t>
            </a:r>
          </a:p>
          <a:p>
            <a:pPr algn="ctr"/>
            <a:r>
              <a:rPr lang="en-GB" dirty="0">
                <a:solidFill>
                  <a:schemeClr val="bg1"/>
                </a:solidFill>
              </a:rPr>
              <a:t>Monthly, Weekly, Daily.</a:t>
            </a:r>
          </a:p>
        </p:txBody>
      </p:sp>
      <p:sp>
        <p:nvSpPr>
          <p:cNvPr id="19" name="Rectangle 18"/>
          <p:cNvSpPr/>
          <p:nvPr/>
        </p:nvSpPr>
        <p:spPr>
          <a:xfrm>
            <a:off x="3699295" y="5712337"/>
            <a:ext cx="2395839" cy="609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What?</a:t>
            </a:r>
          </a:p>
          <a:p>
            <a:pPr algn="ctr"/>
            <a:r>
              <a:rPr lang="en-GB" dirty="0">
                <a:solidFill>
                  <a:schemeClr val="bg1"/>
                </a:solidFill>
              </a:rPr>
              <a:t>Reportable Item List.</a:t>
            </a:r>
          </a:p>
        </p:txBody>
      </p:sp>
      <p:sp>
        <p:nvSpPr>
          <p:cNvPr id="20" name="Rectangle 19"/>
          <p:cNvSpPr/>
          <p:nvPr/>
        </p:nvSpPr>
        <p:spPr>
          <a:xfrm>
            <a:off x="6282801" y="5726420"/>
            <a:ext cx="2395839" cy="609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Where?</a:t>
            </a:r>
          </a:p>
          <a:p>
            <a:pPr algn="ctr"/>
            <a:r>
              <a:rPr lang="en-GB" dirty="0">
                <a:solidFill>
                  <a:schemeClr val="bg1"/>
                </a:solidFill>
              </a:rPr>
              <a:t>Geographic Locations.</a:t>
            </a:r>
          </a:p>
        </p:txBody>
      </p:sp>
      <p:sp>
        <p:nvSpPr>
          <p:cNvPr id="21" name="Rectangle 20"/>
          <p:cNvSpPr/>
          <p:nvPr/>
        </p:nvSpPr>
        <p:spPr>
          <a:xfrm>
            <a:off x="8866307" y="5683366"/>
            <a:ext cx="2395839" cy="6097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bg1"/>
                </a:solidFill>
              </a:rPr>
              <a:t>Who?</a:t>
            </a:r>
          </a:p>
          <a:p>
            <a:pPr algn="ctr"/>
            <a:r>
              <a:rPr lang="en-GB" dirty="0">
                <a:solidFill>
                  <a:schemeClr val="bg1"/>
                </a:solidFill>
              </a:rPr>
              <a:t>Nation and Forces.</a:t>
            </a:r>
          </a:p>
        </p:txBody>
      </p:sp>
      <p:sp>
        <p:nvSpPr>
          <p:cNvPr id="4" name="Right Brace 3"/>
          <p:cNvSpPr/>
          <p:nvPr/>
        </p:nvSpPr>
        <p:spPr>
          <a:xfrm rot="16200000">
            <a:off x="6003327" y="1588520"/>
            <a:ext cx="287224" cy="7801686"/>
          </a:xfrm>
          <a:prstGeom prst="rightBrace">
            <a:avLst/>
          </a:prstGeom>
          <a:noFill/>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22" name="Right Brace 21"/>
          <p:cNvSpPr/>
          <p:nvPr/>
        </p:nvSpPr>
        <p:spPr>
          <a:xfrm rot="16200000">
            <a:off x="6016675" y="4198723"/>
            <a:ext cx="260529" cy="2576926"/>
          </a:xfrm>
          <a:prstGeom prst="rightBrace">
            <a:avLst/>
          </a:prstGeom>
          <a:noFill/>
          <a:ln w="28575">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dirty="0"/>
          </a:p>
        </p:txBody>
      </p:sp>
      <p:sp>
        <p:nvSpPr>
          <p:cNvPr id="5" name="Left Arrow 4"/>
          <p:cNvSpPr/>
          <p:nvPr/>
        </p:nvSpPr>
        <p:spPr>
          <a:xfrm>
            <a:off x="8610632" y="3520584"/>
            <a:ext cx="414346" cy="197368"/>
          </a:xfrm>
          <a:prstGeom prst="leftArrow">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Left Arrow 22"/>
          <p:cNvSpPr/>
          <p:nvPr/>
        </p:nvSpPr>
        <p:spPr>
          <a:xfrm>
            <a:off x="6799761" y="3520786"/>
            <a:ext cx="414346" cy="197368"/>
          </a:xfrm>
          <a:prstGeom prst="leftArrow">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4" name="Left Arrow 23"/>
          <p:cNvSpPr/>
          <p:nvPr/>
        </p:nvSpPr>
        <p:spPr>
          <a:xfrm>
            <a:off x="5079771" y="3520584"/>
            <a:ext cx="414346" cy="197368"/>
          </a:xfrm>
          <a:prstGeom prst="leftArrow">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5" name="Left Arrow 24"/>
          <p:cNvSpPr/>
          <p:nvPr/>
        </p:nvSpPr>
        <p:spPr>
          <a:xfrm>
            <a:off x="3016655" y="3533636"/>
            <a:ext cx="414346" cy="197368"/>
          </a:xfrm>
          <a:prstGeom prst="leftArrow">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3914467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13" grpId="0" animBg="1"/>
      <p:bldP spid="14" grpId="0" animBg="1"/>
      <p:bldP spid="15" grpId="0" animBg="1"/>
      <p:bldP spid="16" grpId="0" animBg="1"/>
      <p:bldP spid="18" grpId="0"/>
      <p:bldP spid="19" grpId="0"/>
      <p:bldP spid="20" grpId="0"/>
      <p:bldP spid="21" grpId="0"/>
      <p:bldP spid="4" grpId="0" animBg="1"/>
      <p:bldP spid="22" grpId="0" animBg="1"/>
      <p:bldP spid="5" grpId="0" animBg="1"/>
      <p:bldP spid="23" grpId="0" animBg="1"/>
      <p:bldP spid="24" grpId="0" animBg="1"/>
      <p:bldP spid="25"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3"/>
          </p:nvPr>
        </p:nvSpPr>
        <p:spPr/>
        <p:txBody>
          <a:bodyPr/>
          <a:lstStyle/>
          <a:p>
            <a:r>
              <a:rPr lang="en-BE"/>
              <a:t>NATO UNCLASSIFIED</a:t>
            </a:r>
            <a:endParaRPr lang="en-BE" dirty="0"/>
          </a:p>
        </p:txBody>
      </p:sp>
      <p:sp>
        <p:nvSpPr>
          <p:cNvPr id="7" name="Slide Number Placeholder 6"/>
          <p:cNvSpPr>
            <a:spLocks noGrp="1"/>
          </p:cNvSpPr>
          <p:nvPr>
            <p:ph type="sldNum" sz="quarter" idx="4"/>
          </p:nvPr>
        </p:nvSpPr>
        <p:spPr/>
        <p:txBody>
          <a:bodyPr/>
          <a:lstStyle/>
          <a:p>
            <a:fld id="{950525CB-10C3-4C32-9A11-B2E636DDB5A6}" type="datetime1">
              <a:rPr lang="LID4096" smtClean="0"/>
              <a:pPr/>
              <a:t>11/08/2022</a:t>
            </a:fld>
            <a:r>
              <a:rPr lang="en-BE"/>
              <a:t>  |  </a:t>
            </a:r>
            <a:r>
              <a:rPr lang="en-GB" dirty="0"/>
              <a:t>P</a:t>
            </a:r>
            <a:r>
              <a:rPr lang="en-BE"/>
              <a:t>AGE </a:t>
            </a:r>
            <a:fld id="{3C66DE6B-CC4B-F74A-99D4-2DC8DD154D90}" type="slidenum">
              <a:rPr lang="en-BE" smtClean="0"/>
              <a:pPr/>
              <a:t>59</a:t>
            </a:fld>
            <a:endParaRPr lang="en-BE" dirty="0"/>
          </a:p>
        </p:txBody>
      </p:sp>
      <p:sp>
        <p:nvSpPr>
          <p:cNvPr id="12" name="Text Placeholder 11"/>
          <p:cNvSpPr>
            <a:spLocks noGrp="1"/>
          </p:cNvSpPr>
          <p:nvPr>
            <p:ph type="body" sz="quarter" idx="13"/>
          </p:nvPr>
        </p:nvSpPr>
        <p:spPr/>
        <p:txBody>
          <a:bodyPr/>
          <a:lstStyle/>
          <a:p>
            <a:r>
              <a:rPr lang="en-US" dirty="0"/>
              <a:t>Reports</a:t>
            </a:r>
          </a:p>
        </p:txBody>
      </p:sp>
      <p:sp>
        <p:nvSpPr>
          <p:cNvPr id="9" name="Text Placeholder 2"/>
          <p:cNvSpPr>
            <a:spLocks noGrp="1"/>
          </p:cNvSpPr>
          <p:nvPr>
            <p:ph type="body" sz="quarter" idx="14"/>
          </p:nvPr>
        </p:nvSpPr>
        <p:spPr>
          <a:xfrm>
            <a:off x="7365916" y="3495257"/>
            <a:ext cx="4751481" cy="2273718"/>
          </a:xfrm>
        </p:spPr>
        <p:txBody>
          <a:bodyPr/>
          <a:lstStyle/>
          <a:p>
            <a:pPr algn="just">
              <a:lnSpc>
                <a:spcPct val="100000"/>
              </a:lnSpc>
            </a:pPr>
            <a:r>
              <a:rPr lang="en-US" dirty="0"/>
              <a:t>There is a good selection depending on the requirement and can be generated, printed and exported in different formats.</a:t>
            </a:r>
          </a:p>
          <a:p>
            <a:pPr lvl="1" algn="just"/>
            <a:endParaRPr lang="en-US" sz="1400" dirty="0">
              <a:solidFill>
                <a:schemeClr val="bg1"/>
              </a:solidFill>
              <a:latin typeface="Arial" panose="020B0604020202020204" pitchFamily="34" charset="0"/>
            </a:endParaRPr>
          </a:p>
          <a:p>
            <a:pPr algn="just"/>
            <a:endParaRPr lang="en-GB" dirty="0"/>
          </a:p>
        </p:txBody>
      </p:sp>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195" y="1740219"/>
            <a:ext cx="6556548" cy="3641880"/>
          </a:xfrm>
          <a:prstGeom prst="rect">
            <a:avLst/>
          </a:prstGeom>
          <a:noFill/>
          <a:ln w="19050">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229467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3"/>
          </p:nvPr>
        </p:nvSpPr>
        <p:spPr/>
        <p:txBody>
          <a:bodyPr/>
          <a:lstStyle/>
          <a:p>
            <a:r>
              <a:rPr lang="en-BE"/>
              <a:t>NATO UNCLASSIFIED</a:t>
            </a:r>
            <a:endParaRPr lang="en-BE" dirty="0"/>
          </a:p>
        </p:txBody>
      </p:sp>
      <p:sp>
        <p:nvSpPr>
          <p:cNvPr id="7" name="Slide Number Placeholder 6"/>
          <p:cNvSpPr>
            <a:spLocks noGrp="1"/>
          </p:cNvSpPr>
          <p:nvPr>
            <p:ph type="sldNum" sz="quarter" idx="4"/>
          </p:nvPr>
        </p:nvSpPr>
        <p:spPr/>
        <p:txBody>
          <a:bodyPr/>
          <a:lstStyle/>
          <a:p>
            <a:fld id="{950525CB-10C3-4C32-9A11-B2E636DDB5A6}" type="datetime1">
              <a:rPr lang="LID4096" smtClean="0"/>
              <a:pPr/>
              <a:t>11/08/2022</a:t>
            </a:fld>
            <a:r>
              <a:rPr lang="en-BE"/>
              <a:t>  |  </a:t>
            </a:r>
            <a:r>
              <a:rPr lang="en-GB" dirty="0"/>
              <a:t>P</a:t>
            </a:r>
            <a:r>
              <a:rPr lang="en-BE"/>
              <a:t>AGE </a:t>
            </a:r>
            <a:fld id="{3C66DE6B-CC4B-F74A-99D4-2DC8DD154D90}" type="slidenum">
              <a:rPr lang="en-BE" smtClean="0"/>
              <a:pPr/>
              <a:t>60</a:t>
            </a:fld>
            <a:endParaRPr lang="en-BE" dirty="0"/>
          </a:p>
        </p:txBody>
      </p:sp>
      <p:sp>
        <p:nvSpPr>
          <p:cNvPr id="12" name="Text Placeholder 11"/>
          <p:cNvSpPr>
            <a:spLocks noGrp="1"/>
          </p:cNvSpPr>
          <p:nvPr>
            <p:ph type="body" sz="quarter" idx="13"/>
          </p:nvPr>
        </p:nvSpPr>
        <p:spPr/>
        <p:txBody>
          <a:bodyPr/>
          <a:lstStyle/>
          <a:p>
            <a:r>
              <a:rPr lang="en-US" dirty="0"/>
              <a:t>Charts</a:t>
            </a:r>
          </a:p>
        </p:txBody>
      </p:sp>
      <p:sp>
        <p:nvSpPr>
          <p:cNvPr id="9" name="Text Placeholder 2"/>
          <p:cNvSpPr>
            <a:spLocks noGrp="1"/>
          </p:cNvSpPr>
          <p:nvPr>
            <p:ph type="body" sz="quarter" idx="14"/>
          </p:nvPr>
        </p:nvSpPr>
        <p:spPr>
          <a:xfrm>
            <a:off x="7365916" y="3495257"/>
            <a:ext cx="4751481" cy="2273718"/>
          </a:xfrm>
        </p:spPr>
        <p:txBody>
          <a:bodyPr/>
          <a:lstStyle/>
          <a:p>
            <a:pPr algn="just">
              <a:lnSpc>
                <a:spcPct val="100000"/>
              </a:lnSpc>
            </a:pPr>
            <a:r>
              <a:rPr lang="en-US" dirty="0"/>
              <a:t>There is a good selection depending on the analysis requirement.</a:t>
            </a:r>
          </a:p>
          <a:p>
            <a:pPr lvl="1" algn="just"/>
            <a:endParaRPr lang="en-US" sz="1400" dirty="0">
              <a:solidFill>
                <a:schemeClr val="bg1"/>
              </a:solidFill>
              <a:latin typeface="Arial" panose="020B0604020202020204" pitchFamily="34" charset="0"/>
            </a:endParaRPr>
          </a:p>
          <a:p>
            <a:pPr algn="just"/>
            <a:endParaRPr lang="en-GB" dirty="0"/>
          </a:p>
        </p:txBody>
      </p:sp>
      <p:pic>
        <p:nvPicPr>
          <p:cNvPr id="10" name="Picture 16" descr="ADAMS CHART 1">
            <a:extLst>
              <a:ext uri="{FF2B5EF4-FFF2-40B4-BE49-F238E27FC236}">
                <a16:creationId xmlns:a16="http://schemas.microsoft.com/office/drawing/2014/main" id="{B3D7EDB6-2F1F-07CB-A67B-8ABB3982EB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195" y="1750221"/>
            <a:ext cx="6556548" cy="365817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9064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normAutofit/>
          </a:bodyPr>
          <a:lstStyle/>
          <a:p>
            <a:r>
              <a:rPr lang="en-GB" altLang="en-US" dirty="0"/>
              <a:t>The Data Circle of LOGFAS - Completed</a:t>
            </a:r>
            <a:r>
              <a:rPr lang="en-GB" altLang="en-US" sz="4000" b="1" dirty="0"/>
              <a:t/>
            </a:r>
            <a:br>
              <a:rPr lang="en-GB" altLang="en-US" sz="4000" b="1" dirty="0"/>
            </a:br>
            <a:endParaRPr lang="en-US" sz="2800" dirty="0"/>
          </a:p>
        </p:txBody>
      </p:sp>
      <p:sp>
        <p:nvSpPr>
          <p:cNvPr id="10" name="Content Placeholder 9"/>
          <p:cNvSpPr>
            <a:spLocks noGrp="1"/>
          </p:cNvSpPr>
          <p:nvPr>
            <p:ph idx="1"/>
          </p:nvPr>
        </p:nvSpPr>
        <p:spPr>
          <a:xfrm>
            <a:off x="1343472" y="2591985"/>
            <a:ext cx="10341709" cy="3691082"/>
          </a:xfrm>
        </p:spPr>
        <p:txBody>
          <a:bodyPr/>
          <a:lstStyle/>
          <a:p>
            <a:pPr marL="0" indent="0" algn="just">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61</a:t>
            </a:fld>
            <a:endParaRPr lang="en-BE" dirty="0"/>
          </a:p>
        </p:txBody>
      </p:sp>
      <p:pic>
        <p:nvPicPr>
          <p:cNvPr id="2" name="Picture 1"/>
          <p:cNvPicPr>
            <a:picLocks noChangeAspect="1"/>
          </p:cNvPicPr>
          <p:nvPr/>
        </p:nvPicPr>
        <p:blipFill>
          <a:blip r:embed="rId2"/>
          <a:stretch>
            <a:fillRect/>
          </a:stretch>
        </p:blipFill>
        <p:spPr>
          <a:xfrm>
            <a:off x="1902877" y="1969956"/>
            <a:ext cx="2927109" cy="2647671"/>
          </a:xfrm>
          <a:prstGeom prst="rect">
            <a:avLst/>
          </a:prstGeom>
        </p:spPr>
      </p:pic>
      <p:pic>
        <p:nvPicPr>
          <p:cNvPr id="5" name="Picture 4"/>
          <p:cNvPicPr>
            <a:picLocks noChangeAspect="1"/>
          </p:cNvPicPr>
          <p:nvPr/>
        </p:nvPicPr>
        <p:blipFill>
          <a:blip r:embed="rId3"/>
          <a:stretch>
            <a:fillRect/>
          </a:stretch>
        </p:blipFill>
        <p:spPr>
          <a:xfrm>
            <a:off x="4681597" y="2075443"/>
            <a:ext cx="1311238" cy="638275"/>
          </a:xfrm>
          <a:prstGeom prst="rect">
            <a:avLst/>
          </a:prstGeom>
        </p:spPr>
      </p:pic>
      <p:pic>
        <p:nvPicPr>
          <p:cNvPr id="6" name="Picture 5"/>
          <p:cNvPicPr>
            <a:picLocks noChangeAspect="1"/>
          </p:cNvPicPr>
          <p:nvPr/>
        </p:nvPicPr>
        <p:blipFill>
          <a:blip r:embed="rId4"/>
          <a:stretch>
            <a:fillRect/>
          </a:stretch>
        </p:blipFill>
        <p:spPr>
          <a:xfrm>
            <a:off x="4581199" y="2688649"/>
            <a:ext cx="1890368" cy="1238210"/>
          </a:xfrm>
          <a:prstGeom prst="rect">
            <a:avLst/>
          </a:prstGeom>
        </p:spPr>
      </p:pic>
      <p:sp>
        <p:nvSpPr>
          <p:cNvPr id="46" name="Bent Arrow 45"/>
          <p:cNvSpPr/>
          <p:nvPr/>
        </p:nvSpPr>
        <p:spPr>
          <a:xfrm rot="5400000">
            <a:off x="6462638" y="1694779"/>
            <a:ext cx="422876" cy="1362481"/>
          </a:xfrm>
          <a:prstGeom prst="ben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pic>
        <p:nvPicPr>
          <p:cNvPr id="7" name="Picture 6"/>
          <p:cNvPicPr>
            <a:picLocks noChangeAspect="1"/>
          </p:cNvPicPr>
          <p:nvPr/>
        </p:nvPicPr>
        <p:blipFill>
          <a:blip r:embed="rId5"/>
          <a:stretch>
            <a:fillRect/>
          </a:stretch>
        </p:blipFill>
        <p:spPr>
          <a:xfrm>
            <a:off x="6471567" y="2692839"/>
            <a:ext cx="1466397" cy="466239"/>
          </a:xfrm>
          <a:prstGeom prst="rect">
            <a:avLst/>
          </a:prstGeom>
        </p:spPr>
      </p:pic>
      <p:pic>
        <p:nvPicPr>
          <p:cNvPr id="8" name="Picture 7"/>
          <p:cNvPicPr>
            <a:picLocks noChangeAspect="1"/>
          </p:cNvPicPr>
          <p:nvPr/>
        </p:nvPicPr>
        <p:blipFill>
          <a:blip r:embed="rId6"/>
          <a:stretch>
            <a:fillRect/>
          </a:stretch>
        </p:blipFill>
        <p:spPr>
          <a:xfrm>
            <a:off x="4836227" y="3981260"/>
            <a:ext cx="5593546" cy="2356208"/>
          </a:xfrm>
          <a:prstGeom prst="rect">
            <a:avLst/>
          </a:prstGeom>
        </p:spPr>
      </p:pic>
      <p:sp>
        <p:nvSpPr>
          <p:cNvPr id="50" name="Minus 49"/>
          <p:cNvSpPr/>
          <p:nvPr/>
        </p:nvSpPr>
        <p:spPr>
          <a:xfrm rot="16200000">
            <a:off x="6962869" y="3154459"/>
            <a:ext cx="483793" cy="510360"/>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1" name="Bent Arrow 50"/>
          <p:cNvSpPr/>
          <p:nvPr/>
        </p:nvSpPr>
        <p:spPr>
          <a:xfrm rot="5400000" flipV="1">
            <a:off x="6446954" y="3171651"/>
            <a:ext cx="383564" cy="1021247"/>
          </a:xfrm>
          <a:prstGeom prst="bentArrow">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Tree>
    <p:extLst>
      <p:ext uri="{BB962C8B-B14F-4D97-AF65-F5344CB8AC3E}">
        <p14:creationId xmlns:p14="http://schemas.microsoft.com/office/powerpoint/2010/main" val="2014534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animBg="1"/>
      <p:bldP spid="50" grpId="0" animBg="1"/>
      <p:bldP spid="51"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a:t>LOGNET</a:t>
            </a:r>
          </a:p>
        </p:txBody>
      </p:sp>
      <p:sp>
        <p:nvSpPr>
          <p:cNvPr id="10" name="Content Placeholder 9"/>
          <p:cNvSpPr>
            <a:spLocks noGrp="1"/>
          </p:cNvSpPr>
          <p:nvPr>
            <p:ph idx="1"/>
          </p:nvPr>
        </p:nvSpPr>
        <p:spPr>
          <a:xfrm>
            <a:off x="1343472" y="2241032"/>
            <a:ext cx="10352342" cy="4238968"/>
          </a:xfrm>
        </p:spPr>
        <p:txBody>
          <a:bodyPr>
            <a:normAutofit/>
          </a:bodyPr>
          <a:lstStyle/>
          <a:p>
            <a:pPr marL="0" indent="0" algn="just">
              <a:buClr>
                <a:schemeClr val="bg1"/>
              </a:buClr>
              <a:buNone/>
            </a:pPr>
            <a:r>
              <a:rPr lang="en-US" dirty="0"/>
              <a:t>NS WAN:</a:t>
            </a:r>
          </a:p>
          <a:p>
            <a:pPr marL="685800" lvl="2" algn="just">
              <a:buClr>
                <a:schemeClr val="bg1"/>
              </a:buClr>
            </a:pPr>
            <a:r>
              <a:rPr lang="en-US" dirty="0"/>
              <a:t>Web URL -  </a:t>
            </a:r>
            <a:r>
              <a:rPr lang="en-US" dirty="0">
                <a:solidFill>
                  <a:schemeClr val="accent1">
                    <a:lumMod val="40000"/>
                    <a:lumOff val="60000"/>
                  </a:schemeClr>
                </a:solidFill>
                <a:hlinkClick r:id="rId2">
                  <a:extLst>
                    <a:ext uri="{A12FA001-AC4F-418D-AE19-62706E023703}">
                      <ahyp:hlinkClr xmlns="" xmlns:ahyp="http://schemas.microsoft.com/office/drawing/2018/hyperlinkcolor" val="tx"/>
                    </a:ext>
                  </a:extLst>
                </a:hlinkClick>
              </a:rPr>
              <a:t>http://lognet.nato.int</a:t>
            </a:r>
            <a:endParaRPr lang="en-US" dirty="0">
              <a:solidFill>
                <a:schemeClr val="accent1">
                  <a:lumMod val="40000"/>
                  <a:lumOff val="60000"/>
                </a:schemeClr>
              </a:solidFill>
            </a:endParaRPr>
          </a:p>
          <a:p>
            <a:pPr marL="0" indent="0" algn="just">
              <a:buClr>
                <a:schemeClr val="bg1"/>
              </a:buClr>
              <a:buNone/>
            </a:pPr>
            <a:r>
              <a:rPr lang="en-US" dirty="0"/>
              <a:t>Unclassified / NU / NR Internet:</a:t>
            </a:r>
          </a:p>
          <a:p>
            <a:pPr marL="685800" lvl="2" algn="just">
              <a:buClr>
                <a:schemeClr val="bg1"/>
              </a:buClr>
            </a:pPr>
            <a:r>
              <a:rPr lang="en-US" dirty="0"/>
              <a:t>Web URL - </a:t>
            </a:r>
            <a:r>
              <a:rPr lang="en-US" dirty="0">
                <a:solidFill>
                  <a:schemeClr val="accent1">
                    <a:lumMod val="40000"/>
                    <a:lumOff val="60000"/>
                  </a:schemeClr>
                </a:solidFill>
                <a:hlinkClick r:id="rId3">
                  <a:extLst>
                    <a:ext uri="{A12FA001-AC4F-418D-AE19-62706E023703}">
                      <ahyp:hlinkClr xmlns="" xmlns:ahyp="http://schemas.microsoft.com/office/drawing/2018/hyperlinkcolor" val="tx"/>
                    </a:ext>
                  </a:extLst>
                </a:hlinkClick>
              </a:rPr>
              <a:t>https://lognet.nato.int</a:t>
            </a:r>
            <a:endParaRPr lang="en-US" dirty="0">
              <a:solidFill>
                <a:schemeClr val="accent1">
                  <a:lumMod val="40000"/>
                  <a:lumOff val="60000"/>
                </a:schemeClr>
              </a:solidFill>
            </a:endParaRPr>
          </a:p>
          <a:p>
            <a:pPr marL="685800" lvl="2" algn="just">
              <a:buClr>
                <a:schemeClr val="bg1"/>
              </a:buClr>
            </a:pPr>
            <a:endParaRPr lang="en-GB" dirty="0"/>
          </a:p>
          <a:p>
            <a:pPr marL="0" indent="0" algn="just">
              <a:buClr>
                <a:schemeClr val="bg1"/>
              </a:buClr>
              <a:buNone/>
            </a:pPr>
            <a:endParaRPr lang="en-GB" dirty="0"/>
          </a:p>
          <a:p>
            <a:pPr marL="0" indent="0" algn="just">
              <a:buClr>
                <a:schemeClr val="bg1"/>
              </a:buClr>
              <a:buNone/>
            </a:pPr>
            <a:endParaRPr lang="en-US" dirty="0"/>
          </a:p>
          <a:p>
            <a:pPr marL="0" indent="0" algn="just">
              <a:buClr>
                <a:schemeClr val="bg1"/>
              </a:buClr>
              <a:buNone/>
            </a:pPr>
            <a:endParaRPr lang="en-US" dirty="0"/>
          </a:p>
          <a:p>
            <a:pPr marL="0" indent="0" algn="just">
              <a:buClr>
                <a:schemeClr val="bg1"/>
              </a:buClr>
              <a:buNone/>
            </a:pPr>
            <a:endParaRPr lang="en-US" dirty="0"/>
          </a:p>
          <a:p>
            <a:pPr marL="0" indent="0" algn="just">
              <a:buNone/>
            </a:pPr>
            <a:endParaRPr lang="en-US" dirty="0"/>
          </a:p>
          <a:p>
            <a:pPr marL="0" indent="0" algn="just">
              <a:buNone/>
            </a:pPr>
            <a:endParaRPr lang="en-US" dirty="0"/>
          </a:p>
        </p:txBody>
      </p:sp>
      <p:sp>
        <p:nvSpPr>
          <p:cNvPr id="11" name="Footer Placeholder 10"/>
          <p:cNvSpPr>
            <a:spLocks noGrp="1"/>
          </p:cNvSpPr>
          <p:nvPr>
            <p:ph type="ftr" sz="quarter" idx="3"/>
          </p:nvPr>
        </p:nvSpPr>
        <p:spPr/>
        <p:txBody>
          <a:bodyPr/>
          <a:lstStyle/>
          <a:p>
            <a:r>
              <a:rPr lang="en-BE" dirty="0"/>
              <a:t>NATO UNCLASSIFIED</a:t>
            </a:r>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a:t>  |  </a:t>
            </a:r>
            <a:r>
              <a:rPr lang="en-GB" dirty="0"/>
              <a:t>P</a:t>
            </a:r>
            <a:r>
              <a:rPr lang="en-BE"/>
              <a:t>AGE </a:t>
            </a:r>
            <a:fld id="{3C66DE6B-CC4B-F74A-99D4-2DC8DD154D90}" type="slidenum">
              <a:rPr lang="en-BE" smtClean="0"/>
              <a:pPr/>
              <a:t>62</a:t>
            </a:fld>
            <a:endParaRPr lang="en-BE" dirty="0"/>
          </a:p>
        </p:txBody>
      </p:sp>
    </p:spTree>
    <p:extLst>
      <p:ext uri="{BB962C8B-B14F-4D97-AF65-F5344CB8AC3E}">
        <p14:creationId xmlns:p14="http://schemas.microsoft.com/office/powerpoint/2010/main" val="2617702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0" end="0"/>
                                            </p:txEl>
                                          </p:spTgt>
                                        </p:tgtEl>
                                        <p:attrNameLst>
                                          <p:attrName>ppt_c</p:attrName>
                                        </p:attrNameLst>
                                      </p:cBhvr>
                                      <p:to>
                                        <a:srgbClr val="969696"/>
                                      </p:to>
                                    </p:animClr>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69696"/>
                                      </p:to>
                                    </p:animClr>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69696"/>
                                      </p:to>
                                    </p:animClr>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dirty="0" smtClean="0"/>
              <a:t>Logistics (and Movements) – A perspective</a:t>
            </a:r>
            <a:endParaRPr lang="en-US" dirty="0"/>
          </a:p>
        </p:txBody>
      </p:sp>
      <p:sp>
        <p:nvSpPr>
          <p:cNvPr id="10" name="Content Placeholder 9"/>
          <p:cNvSpPr>
            <a:spLocks noGrp="1"/>
          </p:cNvSpPr>
          <p:nvPr>
            <p:ph idx="1"/>
          </p:nvPr>
        </p:nvSpPr>
        <p:spPr>
          <a:xfrm>
            <a:off x="1343472" y="2438256"/>
            <a:ext cx="10352342" cy="3691082"/>
          </a:xfrm>
        </p:spPr>
        <p:txBody>
          <a:bodyPr>
            <a:normAutofit/>
          </a:bodyPr>
          <a:lstStyle/>
          <a:p>
            <a:pPr marL="0" indent="0" algn="just">
              <a:lnSpc>
                <a:spcPct val="120000"/>
              </a:lnSpc>
              <a:spcBef>
                <a:spcPts val="0"/>
              </a:spcBef>
              <a:spcAft>
                <a:spcPts val="1200"/>
              </a:spcAft>
              <a:buNone/>
            </a:pPr>
            <a:r>
              <a:rPr lang="en-US" altLang="en-US" dirty="0" smtClean="0">
                <a:solidFill>
                  <a:schemeClr val="accent1">
                    <a:lumMod val="40000"/>
                    <a:lumOff val="60000"/>
                  </a:schemeClr>
                </a:solidFill>
                <a:latin typeface="Arial" charset="0"/>
                <a:cs typeface="Arial" charset="0"/>
              </a:rPr>
              <a:t>Eat with Lions – Run with Gazelles</a:t>
            </a:r>
            <a:r>
              <a:rPr lang="en-US" altLang="en-US" dirty="0" smtClean="0">
                <a:latin typeface="Arial" charset="0"/>
                <a:cs typeface="Arial" charset="0"/>
              </a:rPr>
              <a:t>  </a:t>
            </a:r>
            <a:r>
              <a:rPr lang="en-US" altLang="en-US" sz="1600" dirty="0" smtClean="0">
                <a:latin typeface="Arial" charset="0"/>
                <a:cs typeface="Arial" charset="0"/>
              </a:rPr>
              <a:t>(African Proverb)</a:t>
            </a:r>
            <a:endParaRPr lang="en-GB" altLang="en-US" sz="1600" dirty="0" smtClean="0">
              <a:latin typeface="Arial" charset="0"/>
              <a:cs typeface="Arial" charset="0"/>
            </a:endParaRPr>
          </a:p>
          <a:p>
            <a:pPr marL="0" indent="0">
              <a:buNone/>
            </a:pPr>
            <a:r>
              <a:rPr lang="en-GB" altLang="en-US" dirty="0"/>
              <a:t>Every morning in Africa a </a:t>
            </a:r>
            <a:r>
              <a:rPr lang="en-GB" altLang="en-US" dirty="0" smtClean="0"/>
              <a:t>gazelle </a:t>
            </a:r>
            <a:r>
              <a:rPr lang="en-GB" altLang="en-US" dirty="0"/>
              <a:t>wakes up,</a:t>
            </a:r>
          </a:p>
          <a:p>
            <a:pPr marL="0" indent="0">
              <a:buNone/>
            </a:pPr>
            <a:r>
              <a:rPr lang="en-GB" altLang="en-US" dirty="0"/>
              <a:t>It knows that it must </a:t>
            </a:r>
            <a:r>
              <a:rPr lang="en-GB" altLang="en-US" dirty="0" smtClean="0"/>
              <a:t>outrun the fastest lion or </a:t>
            </a:r>
            <a:r>
              <a:rPr lang="en-GB" altLang="en-US" dirty="0"/>
              <a:t>it will </a:t>
            </a:r>
            <a:r>
              <a:rPr lang="en-GB" altLang="en-US" dirty="0" smtClean="0"/>
              <a:t>be killed.</a:t>
            </a:r>
            <a:endParaRPr lang="en-GB" altLang="en-US" dirty="0"/>
          </a:p>
          <a:p>
            <a:pPr marL="0" indent="0">
              <a:buNone/>
            </a:pPr>
            <a:r>
              <a:rPr lang="en-GB" altLang="en-US" dirty="0" smtClean="0"/>
              <a:t>Every </a:t>
            </a:r>
            <a:r>
              <a:rPr lang="en-GB" altLang="en-US" dirty="0"/>
              <a:t>morning in Africa a </a:t>
            </a:r>
            <a:r>
              <a:rPr lang="en-GB" altLang="en-US" dirty="0" smtClean="0"/>
              <a:t>lio</a:t>
            </a:r>
            <a:r>
              <a:rPr lang="en-GB" altLang="en-US" dirty="0"/>
              <a:t>n</a:t>
            </a:r>
            <a:r>
              <a:rPr lang="en-GB" altLang="en-US" dirty="0" smtClean="0"/>
              <a:t> </a:t>
            </a:r>
            <a:r>
              <a:rPr lang="en-GB" altLang="en-US" dirty="0"/>
              <a:t>wakes up,</a:t>
            </a:r>
          </a:p>
          <a:p>
            <a:pPr marL="0" indent="0">
              <a:buNone/>
            </a:pPr>
            <a:r>
              <a:rPr lang="en-GB" altLang="en-US" dirty="0"/>
              <a:t>It knows that it must run faster than the </a:t>
            </a:r>
            <a:r>
              <a:rPr lang="en-GB" altLang="en-US" dirty="0" smtClean="0"/>
              <a:t>slowest gazelle or </a:t>
            </a:r>
            <a:r>
              <a:rPr lang="en-GB" altLang="en-US" dirty="0"/>
              <a:t>it will </a:t>
            </a:r>
            <a:r>
              <a:rPr lang="en-GB" altLang="en-US" dirty="0" smtClean="0"/>
              <a:t>starve.</a:t>
            </a:r>
            <a:endParaRPr lang="en-GB" altLang="en-US" dirty="0" smtClean="0">
              <a:latin typeface="Arial" charset="0"/>
              <a:cs typeface="Arial" charset="0"/>
            </a:endParaRPr>
          </a:p>
          <a:p>
            <a:pPr marL="0" indent="0">
              <a:buNone/>
            </a:pPr>
            <a:r>
              <a:rPr lang="en-GB" altLang="en-US" dirty="0" smtClean="0"/>
              <a:t>It doesn’t matter whether you </a:t>
            </a:r>
            <a:r>
              <a:rPr lang="en-GB" altLang="en-US" dirty="0"/>
              <a:t>are a lion or a </a:t>
            </a:r>
            <a:r>
              <a:rPr lang="en-GB" altLang="en-US" dirty="0" smtClean="0"/>
              <a:t>gazelle</a:t>
            </a:r>
          </a:p>
          <a:p>
            <a:pPr marL="0" indent="0">
              <a:buNone/>
            </a:pPr>
            <a:r>
              <a:rPr lang="en-GB" altLang="en-US" dirty="0" smtClean="0"/>
              <a:t>When the sun comes up………………….. </a:t>
            </a:r>
            <a:r>
              <a:rPr lang="en-GB" altLang="en-US" sz="1400" b="1" dirty="0"/>
              <a:t>		</a:t>
            </a:r>
            <a:endParaRPr lang="en-US" dirty="0"/>
          </a:p>
        </p:txBody>
      </p:sp>
      <p:sp>
        <p:nvSpPr>
          <p:cNvPr id="11" name="Footer Placeholder 10"/>
          <p:cNvSpPr>
            <a:spLocks noGrp="1"/>
          </p:cNvSpPr>
          <p:nvPr>
            <p:ph type="ftr" sz="quarter" idx="3"/>
          </p:nvPr>
        </p:nvSpPr>
        <p:spPr/>
        <p:txBody>
          <a:bodyPr/>
          <a:lstStyle/>
          <a:p>
            <a:r>
              <a:rPr lang="en-BE" dirty="0" smtClean="0"/>
              <a:t>NATO UNCLASSIFIED</a:t>
            </a:r>
            <a:endParaRPr lang="en-BE" dirty="0"/>
          </a:p>
        </p:txBody>
      </p:sp>
      <p:sp>
        <p:nvSpPr>
          <p:cNvPr id="12" name="Slide Number Placeholder 11"/>
          <p:cNvSpPr>
            <a:spLocks noGrp="1"/>
          </p:cNvSpPr>
          <p:nvPr>
            <p:ph type="sldNum" sz="quarter" idx="4"/>
          </p:nvPr>
        </p:nvSpPr>
        <p:spPr/>
        <p:txBody>
          <a:bodyPr/>
          <a:lstStyle/>
          <a:p>
            <a:fld id="{F74C9392-FD03-4312-BAA4-AE9F439B4DAC}" type="datetime1">
              <a:rPr lang="LID4096" smtClean="0"/>
              <a:pPr/>
              <a:t>11/08/2022</a:t>
            </a:fld>
            <a:r>
              <a:rPr lang="en-BE" smtClean="0"/>
              <a:t>  |  </a:t>
            </a:r>
            <a:r>
              <a:rPr lang="en-GB" dirty="0" smtClean="0"/>
              <a:t>P</a:t>
            </a:r>
            <a:r>
              <a:rPr lang="en-BE" smtClean="0"/>
              <a:t>AGE </a:t>
            </a:r>
            <a:fld id="{3C66DE6B-CC4B-F74A-99D4-2DC8DD154D90}" type="slidenum">
              <a:rPr lang="en-BE" smtClean="0"/>
              <a:pPr/>
              <a:t>63</a:t>
            </a:fld>
            <a:endParaRPr lang="en-BE" dirty="0"/>
          </a:p>
        </p:txBody>
      </p:sp>
    </p:spTree>
    <p:extLst>
      <p:ext uri="{BB962C8B-B14F-4D97-AF65-F5344CB8AC3E}">
        <p14:creationId xmlns:p14="http://schemas.microsoft.com/office/powerpoint/2010/main" val="3071985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1" end="1"/>
                                            </p:txEl>
                                          </p:spTgt>
                                        </p:tgtEl>
                                        <p:attrNameLst>
                                          <p:attrName>ppt_c</p:attrName>
                                        </p:attrNameLst>
                                      </p:cBhvr>
                                      <p:to>
                                        <a:srgbClr val="909090"/>
                                      </p:to>
                                    </p:animClr>
                                  </p:subTnLst>
                                </p:cTn>
                              </p:par>
                              <p:par>
                                <p:cTn id="11" presetID="1" presetClass="entr" presetSubtype="0"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2" end="2"/>
                                            </p:txEl>
                                          </p:spTgt>
                                        </p:tgtEl>
                                        <p:attrNameLst>
                                          <p:attrName>ppt_c</p:attrName>
                                        </p:attrNameLst>
                                      </p:cBhvr>
                                      <p:to>
                                        <a:srgbClr val="909090"/>
                                      </p:to>
                                    </p:animClr>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3" end="3"/>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3" end="3"/>
                                            </p:txEl>
                                          </p:spTgt>
                                        </p:tgtEl>
                                        <p:attrNameLst>
                                          <p:attrName>ppt_c</p:attrName>
                                        </p:attrNameLst>
                                      </p:cBhvr>
                                      <p:to>
                                        <a:srgbClr val="909090"/>
                                      </p:to>
                                    </p:animClr>
                                  </p:subTnLst>
                                </p:cTn>
                              </p:par>
                              <p:par>
                                <p:cTn id="17" presetID="1" presetClass="entr" presetSubtype="0" fill="hold" nodeType="with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4" end="4"/>
                                            </p:txEl>
                                          </p:spTgt>
                                        </p:tgtEl>
                                        <p:attrNameLst>
                                          <p:attrName>ppt_c</p:attrName>
                                        </p:attrNameLst>
                                      </p:cBhvr>
                                      <p:to>
                                        <a:srgbClr val="909090"/>
                                      </p:to>
                                    </p:animClr>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subTnLst>
                                    <p:animClr clrSpc="rgb" dir="cw">
                                      <p:cBhvr override="childStyle">
                                        <p:cTn dur="1" fill="hold" display="0" masterRel="nextClick" afterEffect="1"/>
                                        <p:tgtEl>
                                          <p:spTgt spid="10">
                                            <p:txEl>
                                              <p:pRg st="5" end="5"/>
                                            </p:txEl>
                                          </p:spTgt>
                                        </p:tgtEl>
                                        <p:attrNameLst>
                                          <p:attrName>ppt_c</p:attrName>
                                        </p:attrNameLst>
                                      </p:cBhvr>
                                      <p:to>
                                        <a:srgbClr val="909090"/>
                                      </p:to>
                                    </p:animClr>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https://media.licdn.com/mpr/mpr/shrinknp_400_400/gcrc/dms/image/C5612AQGUeWeSi5deig/article-inline_image-shrink_1000_1488/0?e=2125267200&amp;v=beta&amp;t=s2aFapGXr1K4ZphYx4qd8iRlZuoR-0-qRRPx2CXeTDQ"/>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2428" y="1688757"/>
            <a:ext cx="5902728" cy="3713422"/>
          </a:xfrm>
          <a:prstGeom prst="rect">
            <a:avLst/>
          </a:prstGeom>
          <a:noFill/>
          <a:extLst>
            <a:ext uri="{909E8E84-426E-40DD-AFC4-6F175D3DCCD1}">
              <a14:hiddenFill xmlns:a14="http://schemas.microsoft.com/office/drawing/2010/main">
                <a:solidFill>
                  <a:srgbClr val="FFFFFF"/>
                </a:solidFill>
              </a14:hiddenFill>
            </a:ext>
          </a:extLst>
        </p:spPr>
      </p:pic>
      <p:sp>
        <p:nvSpPr>
          <p:cNvPr id="6" name="Footer Placeholder 5"/>
          <p:cNvSpPr>
            <a:spLocks noGrp="1"/>
          </p:cNvSpPr>
          <p:nvPr>
            <p:ph type="ftr" sz="quarter" idx="3"/>
          </p:nvPr>
        </p:nvSpPr>
        <p:spPr/>
        <p:txBody>
          <a:bodyPr/>
          <a:lstStyle/>
          <a:p>
            <a:r>
              <a:rPr lang="en-BE" smtClean="0"/>
              <a:t>NATO UNCLASSIFIED</a:t>
            </a:r>
            <a:endParaRPr lang="en-BE" dirty="0"/>
          </a:p>
        </p:txBody>
      </p:sp>
      <p:sp>
        <p:nvSpPr>
          <p:cNvPr id="7" name="Slide Number Placeholder 6"/>
          <p:cNvSpPr>
            <a:spLocks noGrp="1"/>
          </p:cNvSpPr>
          <p:nvPr>
            <p:ph type="sldNum" sz="quarter" idx="4"/>
          </p:nvPr>
        </p:nvSpPr>
        <p:spPr/>
        <p:txBody>
          <a:bodyPr/>
          <a:lstStyle/>
          <a:p>
            <a:fld id="{950525CB-10C3-4C32-9A11-B2E636DDB5A6}" type="datetime1">
              <a:rPr lang="LID4096" smtClean="0"/>
              <a:pPr/>
              <a:t>11/08/2022</a:t>
            </a:fld>
            <a:r>
              <a:rPr lang="en-BE" smtClean="0"/>
              <a:t>  |  </a:t>
            </a:r>
            <a:r>
              <a:rPr lang="en-GB" dirty="0" smtClean="0"/>
              <a:t>P</a:t>
            </a:r>
            <a:r>
              <a:rPr lang="en-BE" smtClean="0"/>
              <a:t>AGE </a:t>
            </a:r>
            <a:fld id="{3C66DE6B-CC4B-F74A-99D4-2DC8DD154D90}" type="slidenum">
              <a:rPr lang="en-BE" smtClean="0"/>
              <a:pPr/>
              <a:t>64</a:t>
            </a:fld>
            <a:endParaRPr lang="en-BE" dirty="0"/>
          </a:p>
        </p:txBody>
      </p:sp>
      <p:sp>
        <p:nvSpPr>
          <p:cNvPr id="12" name="Text Placeholder 11"/>
          <p:cNvSpPr>
            <a:spLocks noGrp="1"/>
          </p:cNvSpPr>
          <p:nvPr>
            <p:ph type="body" sz="quarter" idx="13"/>
          </p:nvPr>
        </p:nvSpPr>
        <p:spPr>
          <a:xfrm>
            <a:off x="7269663" y="2831973"/>
            <a:ext cx="4751481" cy="931223"/>
          </a:xfrm>
        </p:spPr>
        <p:txBody>
          <a:bodyPr>
            <a:noAutofit/>
          </a:bodyPr>
          <a:lstStyle/>
          <a:p>
            <a:pPr algn="ctr"/>
            <a:r>
              <a:rPr lang="en-GB" altLang="en-US" sz="3800" b="1" dirty="0" smtClean="0"/>
              <a:t>You’d better be </a:t>
            </a:r>
            <a:r>
              <a:rPr lang="en-GB" altLang="en-US" sz="3800" b="1" dirty="0"/>
              <a:t>running!!</a:t>
            </a:r>
            <a:br>
              <a:rPr lang="en-GB" altLang="en-US" sz="3800" b="1" dirty="0"/>
            </a:br>
            <a:endParaRPr lang="en-GB" sz="3800" dirty="0"/>
          </a:p>
        </p:txBody>
      </p:sp>
    </p:spTree>
    <p:extLst>
      <p:ext uri="{BB962C8B-B14F-4D97-AF65-F5344CB8AC3E}">
        <p14:creationId xmlns:p14="http://schemas.microsoft.com/office/powerpoint/2010/main" val="196603505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5"/>
          </p:nvPr>
        </p:nvSpPr>
        <p:spPr/>
      </p:sp>
      <p:sp>
        <p:nvSpPr>
          <p:cNvPr id="6" name="Footer Placeholder 5"/>
          <p:cNvSpPr>
            <a:spLocks noGrp="1"/>
          </p:cNvSpPr>
          <p:nvPr>
            <p:ph type="ftr" sz="quarter" idx="3"/>
          </p:nvPr>
        </p:nvSpPr>
        <p:spPr/>
        <p:txBody>
          <a:bodyPr/>
          <a:lstStyle/>
          <a:p>
            <a:r>
              <a:rPr lang="en-BE"/>
              <a:t>NATO UNCLASSIFIED</a:t>
            </a:r>
            <a:endParaRPr lang="en-BE" dirty="0"/>
          </a:p>
        </p:txBody>
      </p:sp>
      <p:sp>
        <p:nvSpPr>
          <p:cNvPr id="7" name="Slide Number Placeholder 6"/>
          <p:cNvSpPr>
            <a:spLocks noGrp="1"/>
          </p:cNvSpPr>
          <p:nvPr>
            <p:ph type="sldNum" sz="quarter" idx="4"/>
          </p:nvPr>
        </p:nvSpPr>
        <p:spPr/>
        <p:txBody>
          <a:bodyPr/>
          <a:lstStyle/>
          <a:p>
            <a:fld id="{950525CB-10C3-4C32-9A11-B2E636DDB5A6}" type="datetime1">
              <a:rPr lang="LID4096" smtClean="0"/>
              <a:pPr/>
              <a:t>11/08/2022</a:t>
            </a:fld>
            <a:r>
              <a:rPr lang="en-BE"/>
              <a:t>  |  </a:t>
            </a:r>
            <a:r>
              <a:rPr lang="en-GB" dirty="0"/>
              <a:t>P</a:t>
            </a:r>
            <a:r>
              <a:rPr lang="en-BE"/>
              <a:t>AGE </a:t>
            </a:r>
            <a:fld id="{3C66DE6B-CC4B-F74A-99D4-2DC8DD154D90}" type="slidenum">
              <a:rPr lang="en-BE" smtClean="0"/>
              <a:pPr/>
              <a:t>65</a:t>
            </a:fld>
            <a:endParaRPr lang="en-BE" dirty="0"/>
          </a:p>
        </p:txBody>
      </p:sp>
      <p:sp>
        <p:nvSpPr>
          <p:cNvPr id="12" name="Text Placeholder 11"/>
          <p:cNvSpPr>
            <a:spLocks noGrp="1"/>
          </p:cNvSpPr>
          <p:nvPr>
            <p:ph type="body" sz="quarter" idx="13"/>
          </p:nvPr>
        </p:nvSpPr>
        <p:spPr/>
        <p:txBody>
          <a:bodyPr/>
          <a:lstStyle/>
          <a:p>
            <a:r>
              <a:rPr lang="en-US" dirty="0"/>
              <a:t>Any Questions</a:t>
            </a:r>
            <a:endParaRPr lang="en-GB" dirty="0"/>
          </a:p>
        </p:txBody>
      </p:sp>
      <p:pic>
        <p:nvPicPr>
          <p:cNvPr id="8" name="Picture 2" descr="See the source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43471" y="1688757"/>
            <a:ext cx="5831685" cy="3591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124926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Contact us</a:t>
            </a:r>
            <a:endParaRPr lang="en-GB" dirty="0"/>
          </a:p>
        </p:txBody>
      </p:sp>
      <p:sp>
        <p:nvSpPr>
          <p:cNvPr id="7" name="Text Placeholder 6"/>
          <p:cNvSpPr>
            <a:spLocks noGrp="1"/>
          </p:cNvSpPr>
          <p:nvPr>
            <p:ph type="body" sz="quarter" idx="14"/>
          </p:nvPr>
        </p:nvSpPr>
        <p:spPr>
          <a:xfrm>
            <a:off x="2063552" y="4322515"/>
            <a:ext cx="3887787" cy="342900"/>
          </a:xfrm>
        </p:spPr>
        <p:txBody>
          <a:bodyPr/>
          <a:lstStyle/>
          <a:p>
            <a:r>
              <a:rPr lang="en-US" dirty="0"/>
              <a:t>nciacademy.logfas@ncia.nato.int</a:t>
            </a:r>
            <a:endParaRPr lang="en-GB" dirty="0"/>
          </a:p>
        </p:txBody>
      </p:sp>
      <p:sp>
        <p:nvSpPr>
          <p:cNvPr id="8" name="Text Placeholder 7"/>
          <p:cNvSpPr>
            <a:spLocks noGrp="1"/>
          </p:cNvSpPr>
          <p:nvPr>
            <p:ph type="body" sz="quarter" idx="15"/>
          </p:nvPr>
        </p:nvSpPr>
        <p:spPr>
          <a:xfrm>
            <a:off x="2063552" y="4690800"/>
            <a:ext cx="3887787" cy="342900"/>
          </a:xfrm>
        </p:spPr>
        <p:txBody>
          <a:bodyPr/>
          <a:lstStyle/>
          <a:p>
            <a:r>
              <a:rPr lang="en-US" dirty="0"/>
              <a:t>+351 21440 4542</a:t>
            </a:r>
          </a:p>
        </p:txBody>
      </p:sp>
      <p:sp>
        <p:nvSpPr>
          <p:cNvPr id="4" name="Footer Placeholder 3"/>
          <p:cNvSpPr>
            <a:spLocks noGrp="1"/>
          </p:cNvSpPr>
          <p:nvPr>
            <p:ph type="ftr" sz="quarter"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BE" sz="1000" b="0" i="0" u="none" strike="noStrike" kern="1200" cap="none" spc="0" normalizeH="0" baseline="0" noProof="0">
                <a:ln>
                  <a:noFill/>
                </a:ln>
                <a:solidFill>
                  <a:srgbClr val="719AC1"/>
                </a:solidFill>
                <a:effectLst/>
                <a:uLnTx/>
                <a:uFillTx/>
                <a:latin typeface="Noto Sans" panose="020B0502040504020204" pitchFamily="34" charset="0"/>
              </a:rPr>
              <a:t>NATO UNCLASSIFIED</a:t>
            </a:r>
            <a:endParaRPr kumimoji="0" lang="en-BE" sz="1000" b="0" i="0" u="none" strike="noStrike" kern="1200" cap="none" spc="0" normalizeH="0" baseline="0" noProof="0" dirty="0">
              <a:ln>
                <a:noFill/>
              </a:ln>
              <a:solidFill>
                <a:srgbClr val="719AC1"/>
              </a:solidFill>
              <a:effectLst/>
              <a:uLnTx/>
              <a:uFillTx/>
              <a:latin typeface="Noto Sans" panose="020B0502040504020204" pitchFamily="34" charset="0"/>
            </a:endParaRPr>
          </a:p>
        </p:txBody>
      </p:sp>
      <p:sp>
        <p:nvSpPr>
          <p:cNvPr id="5" name="Slide Number Placeholder 4"/>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359F283-6B73-48C5-8F16-AAEAF6C19BD0}" type="datetime1">
              <a:rPr kumimoji="0" lang="LID4096" sz="1000" b="0" i="0" u="none" strike="noStrike" kern="1200" cap="none" spc="0" normalizeH="0" baseline="0" noProof="0" smtClean="0">
                <a:ln>
                  <a:noFill/>
                </a:ln>
                <a:solidFill>
                  <a:srgbClr val="719AC1"/>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11/08/2022</a:t>
            </a:fld>
            <a:r>
              <a:rPr kumimoji="0" lang="en-BE" sz="1000" b="0" i="0" u="none" strike="noStrike" kern="1200" cap="none" spc="0" normalizeH="0" baseline="0" noProof="0">
                <a:ln>
                  <a:noFill/>
                </a:ln>
                <a:solidFill>
                  <a:srgbClr val="719AC1"/>
                </a:solidFill>
                <a:effectLst/>
                <a:uLnTx/>
                <a:uFillTx/>
                <a:latin typeface="Arial" panose="020B0604020202020204" pitchFamily="34" charset="0"/>
                <a:cs typeface="Arial" panose="020B0604020202020204" pitchFamily="34" charset="0"/>
              </a:rPr>
              <a:t>  |  </a:t>
            </a:r>
            <a:r>
              <a:rPr kumimoji="0" lang="en-GB" sz="1000" b="0" i="0" u="none" strike="noStrike" kern="1200" cap="none" spc="0" normalizeH="0" baseline="0" noProof="0" dirty="0">
                <a:ln>
                  <a:noFill/>
                </a:ln>
                <a:solidFill>
                  <a:srgbClr val="719AC1"/>
                </a:solidFill>
                <a:effectLst/>
                <a:uLnTx/>
                <a:uFillTx/>
                <a:latin typeface="Arial" panose="020B0604020202020204" pitchFamily="34" charset="0"/>
                <a:cs typeface="Arial" panose="020B0604020202020204" pitchFamily="34" charset="0"/>
              </a:rPr>
              <a:t>P</a:t>
            </a:r>
            <a:r>
              <a:rPr kumimoji="0" lang="en-BE" sz="1000" b="0" i="0" u="none" strike="noStrike" kern="1200" cap="none" spc="0" normalizeH="0" baseline="0" noProof="0">
                <a:ln>
                  <a:noFill/>
                </a:ln>
                <a:solidFill>
                  <a:srgbClr val="719AC1"/>
                </a:solidFill>
                <a:effectLst/>
                <a:uLnTx/>
                <a:uFillTx/>
                <a:latin typeface="Arial" panose="020B0604020202020204" pitchFamily="34" charset="0"/>
                <a:cs typeface="Arial" panose="020B0604020202020204" pitchFamily="34" charset="0"/>
              </a:rPr>
              <a:t>AGE </a:t>
            </a:r>
            <a:fld id="{3C66DE6B-CC4B-F74A-99D4-2DC8DD154D90}" type="slidenum">
              <a:rPr kumimoji="0" lang="en-BE" sz="1000" b="0" i="0" u="none" strike="noStrike" kern="1200" cap="none" spc="0" normalizeH="0" baseline="0" noProof="0" smtClean="0">
                <a:ln>
                  <a:noFill/>
                </a:ln>
                <a:solidFill>
                  <a:srgbClr val="719AC1"/>
                </a:solidFill>
                <a:effectLst/>
                <a:uLnTx/>
                <a:uFillTx/>
                <a:latin typeface="Arial" panose="020B0604020202020204" pitchFamily="34" charset="0"/>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BE" sz="1000" b="0" i="0" u="none" strike="noStrike" kern="1200" cap="none" spc="0" normalizeH="0" baseline="0" noProof="0" dirty="0">
              <a:ln>
                <a:noFill/>
              </a:ln>
              <a:solidFill>
                <a:srgbClr val="719AC1"/>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67776"/>
      </p:ext>
    </p:extLst>
  </p:cSld>
  <p:clrMapOvr>
    <a:masterClrMapping/>
  </p:clrMapOvr>
  <p:timing>
    <p:tnLst>
      <p:par>
        <p:cTn id="1" dur="indefinite" restart="never" nodeType="tmRoot"/>
      </p:par>
    </p:tnLst>
  </p:timing>
</p:sld>
</file>

<file path=ppt/theme/theme1.xml><?xml version="1.0" encoding="utf-8"?>
<a:theme xmlns:a="http://schemas.openxmlformats.org/drawingml/2006/main" name="NCI Academy_Pesentation_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I Academy_Pesentation_Template" id="{21FB550F-17DB-4857-867D-29C9DF2B60DD}" vid="{FFD8E815-A0D7-4023-AB3B-0DE2B3774A8A}"/>
    </a:ext>
  </a:extLst>
</a:theme>
</file>

<file path=ppt/theme/theme2.xml><?xml version="1.0" encoding="utf-8"?>
<a:theme xmlns:a="http://schemas.openxmlformats.org/drawingml/2006/main" name="NCIA whi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CI Academy_Pesentation_Template" id="{21FB550F-17DB-4857-867D-29C9DF2B60DD}" vid="{F167623C-1552-4AE7-95BD-1BEDEFD37BD6}"/>
    </a:ext>
  </a:extLst>
</a:theme>
</file>

<file path=ppt/theme/theme3.xml><?xml version="1.0" encoding="utf-8"?>
<a:theme xmlns:a="http://schemas.openxmlformats.org/drawingml/2006/main" name="2_Master dark">
  <a:themeElements>
    <a:clrScheme name="International Military Staff">
      <a:dk1>
        <a:srgbClr val="0D0D0D"/>
      </a:dk1>
      <a:lt1>
        <a:srgbClr val="FFFFFF"/>
      </a:lt1>
      <a:dk2>
        <a:srgbClr val="024689"/>
      </a:dk2>
      <a:lt2>
        <a:srgbClr val="E7E6E6"/>
      </a:lt2>
      <a:accent1>
        <a:srgbClr val="024689"/>
      </a:accent1>
      <a:accent2>
        <a:srgbClr val="118ACB"/>
      </a:accent2>
      <a:accent3>
        <a:srgbClr val="88C3E3"/>
      </a:accent3>
      <a:accent4>
        <a:srgbClr val="023364"/>
      </a:accent4>
      <a:accent5>
        <a:srgbClr val="035CB5"/>
      </a:accent5>
      <a:accent6>
        <a:srgbClr val="1DA3ED"/>
      </a:accent6>
      <a:hlink>
        <a:srgbClr val="00499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FFFFFF"/>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bwMode="auto">
        <a:noFill/>
        <a:ln>
          <a:noFill/>
        </a:ln>
        <a:extLst>
          <a:ext uri="{909E8E84-426E-40dd-AFC4-6F175D3DCCD1}">
            <a14:hiddenFill xmlns="" xmlns:a14="http://schemas.microsoft.com/office/drawing/2010/main" xmlns:p="http://schemas.openxmlformats.org/presentationml/2006/main" xmlns:r="http://schemas.openxmlformats.org/officeDocument/2006/relationships">
              <a:solidFill>
                <a:srgbClr val="FFFFFF"/>
              </a:solidFill>
            </a14:hiddenFill>
          </a:ext>
          <a:ext uri="{91240B29-F687-4f45-9708-019B960494DF}">
            <a14:hiddenLine xmlns="" xmlns:a14="http://schemas.microsoft.com/office/drawing/2010/main" xmlns:p="http://schemas.openxmlformats.org/presentationml/2006/main" xmlns:r="http://schemas.openxmlformats.org/officeDocument/2006/relationships" w="9525">
              <a:solidFill>
                <a:srgbClr val="000000"/>
              </a:solidFill>
              <a:miter lim="800000"/>
              <a:headEnd/>
              <a:tailEnd/>
            </a14:hiddenLine>
          </a:ext>
        </a:extLst>
      </a:spPr>
      <a:bodyPr anchor="ctr">
        <a:spAutoFit/>
      </a:bodyPr>
      <a:lstStyle>
        <a:defPPr algn="l" eaLnBrk="1" hangingPunct="1">
          <a:lnSpc>
            <a:spcPct val="130000"/>
          </a:lnSpc>
          <a:defRPr sz="1000" b="0" i="0" dirty="0">
            <a:solidFill>
              <a:srgbClr val="545454"/>
            </a:solidFill>
            <a:latin typeface="Noto Sans" panose="020B0502040504020204" pitchFamily="34" charset="0"/>
            <a:ea typeface="Noto Sans" panose="020B0502040504020204" pitchFamily="34" charset="0"/>
            <a:cs typeface="Noto Sans" panose="020B0502040504020204" pitchFamily="34" charset="0"/>
          </a:defRPr>
        </a:defPPr>
      </a:lstStyle>
    </a:txDef>
  </a:objectDefaults>
  <a:extraClrSchemeLst/>
  <a:extLst>
    <a:ext uri="{05A4C25C-085E-4340-85A3-A5531E510DB2}">
      <thm15:themeFamily xmlns:thm15="http://schemas.microsoft.com/office/thememl/2012/main" name="NCI Academy PowerPoint template.potx" id="{7A9C912E-6C77-450D-A88B-8E20483AE50E}" vid="{24A8A70D-150C-44E7-BA7C-B8E702B6C22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65B27A65603CCE4286BCFAF569B13952" ma:contentTypeVersion="12" ma:contentTypeDescription="Criar um novo documento." ma:contentTypeScope="" ma:versionID="e8ed86e5e11f9f02dcb9587e66bef5b7">
  <xsd:schema xmlns:xsd="http://www.w3.org/2001/XMLSchema" xmlns:xs="http://www.w3.org/2001/XMLSchema" xmlns:p="http://schemas.microsoft.com/office/2006/metadata/properties" xmlns:ns2="1c3fb4c2-0da0-4d0a-ba1a-d31282cddde4" xmlns:ns3="768ec260-3609-4363-825e-a27f12258866" targetNamespace="http://schemas.microsoft.com/office/2006/metadata/properties" ma:root="true" ma:fieldsID="e12a2af26451616c9c41a45c543fea80" ns2:_="" ns3:_="">
    <xsd:import namespace="1c3fb4c2-0da0-4d0a-ba1a-d31282cddde4"/>
    <xsd:import namespace="768ec260-3609-4363-825e-a27f1225886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Locatio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c3fb4c2-0da0-4d0a-ba1a-d31282cddde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Location" ma:index="12" nillable="true" ma:displayName="Location" ma:indexed="true"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Etiquetas de Imagem" ma:readOnly="false" ma:fieldId="{5cf76f15-5ced-4ddc-b409-7134ff3c332f}" ma:taxonomyMulti="true" ma:sspId="f8f0716f-eab5-442c-b43b-7dcdbaec4264"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68ec260-3609-4363-825e-a27f12258866"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62ef64b-3660-49a0-8a9d-71bfcb2a4adc}" ma:internalName="TaxCatchAll" ma:showField="CatchAllData" ma:web="768ec260-3609-4363-825e-a27f1225886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c3fb4c2-0da0-4d0a-ba1a-d31282cddde4">
      <Terms xmlns="http://schemas.microsoft.com/office/infopath/2007/PartnerControls"/>
    </lcf76f155ced4ddcb4097134ff3c332f>
    <TaxCatchAll xmlns="768ec260-3609-4363-825e-a27f1225886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55F09550EC2A8A4FBF0A09551EA2D70A" ma:contentTypeVersion="2" ma:contentTypeDescription="Create a new document." ma:contentTypeScope="" ma:versionID="eb078bef0339b6bdd8b719c573669bc5">
  <xsd:schema xmlns:xsd="http://www.w3.org/2001/XMLSchema" xmlns:xs="http://www.w3.org/2001/XMLSchema" xmlns:p="http://schemas.microsoft.com/office/2006/metadata/properties" targetNamespace="http://schemas.microsoft.com/office/2006/metadata/properties" ma:root="true" ma:fieldsID="77b07baaf391690499a0a632b86103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AB24C5-7678-4995-83E5-9235D064EF75}"/>
</file>

<file path=customXml/itemProps2.xml><?xml version="1.0" encoding="utf-8"?>
<ds:datastoreItem xmlns:ds="http://schemas.openxmlformats.org/officeDocument/2006/customXml" ds:itemID="{36106D35-3845-4F68-8A79-42695D52EE55}">
  <ds:schemaRefs>
    <ds:schemaRef ds:uri="http://purl.org/dc/term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www.w3.org/XML/1998/namespace"/>
  </ds:schemaRefs>
</ds:datastoreItem>
</file>

<file path=customXml/itemProps3.xml><?xml version="1.0" encoding="utf-8"?>
<ds:datastoreItem xmlns:ds="http://schemas.openxmlformats.org/officeDocument/2006/customXml" ds:itemID="{D79CA44A-8FB3-49B9-A565-421C7B3E2B3B}">
  <ds:schemaRefs>
    <ds:schemaRef ds:uri="http://schemas.microsoft.com/sharepoint/v3/contenttype/forms"/>
  </ds:schemaRefs>
</ds:datastoreItem>
</file>

<file path=customXml/itemProps4.xml><?xml version="1.0" encoding="utf-8"?>
<ds:datastoreItem xmlns:ds="http://schemas.openxmlformats.org/officeDocument/2006/customXml" ds:itemID="{204C08B7-90DF-4052-838E-65E0BACD2A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NCI Academy_Pesentation_Template</Template>
  <TotalTime>1912</TotalTime>
  <Words>4402</Words>
  <Application>Microsoft Office PowerPoint</Application>
  <PresentationFormat>Widescreen</PresentationFormat>
  <Paragraphs>702</Paragraphs>
  <Slides>66</Slides>
  <Notes>2</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66</vt:i4>
      </vt:variant>
    </vt:vector>
  </HeadingPairs>
  <TitlesOfParts>
    <vt:vector size="76" baseType="lpstr">
      <vt:lpstr>Arial</vt:lpstr>
      <vt:lpstr>Ariasl</vt:lpstr>
      <vt:lpstr>Calibri</vt:lpstr>
      <vt:lpstr>Noto Sans</vt:lpstr>
      <vt:lpstr>Orpheus Pro Medium</vt:lpstr>
      <vt:lpstr>Pristina</vt:lpstr>
      <vt:lpstr>Source Sans Pro</vt:lpstr>
      <vt:lpstr>NCI Academy_Pesentation_Template</vt:lpstr>
      <vt:lpstr>NCIA white</vt:lpstr>
      <vt:lpstr>2_Master dark</vt:lpstr>
      <vt:lpstr>LOGFAS</vt:lpstr>
      <vt:lpstr>What is a NATO FAS?</vt:lpstr>
      <vt:lpstr>Important Note</vt:lpstr>
      <vt:lpstr>Logistics Functional Area Services (LOGFAS)</vt:lpstr>
      <vt:lpstr>Why do we use LOGFAS in NATO?</vt:lpstr>
      <vt:lpstr>Overriding Principles</vt:lpstr>
      <vt:lpstr>Overriding Principles (Continued)</vt:lpstr>
      <vt:lpstr>How do we use LOGFAS?</vt:lpstr>
      <vt:lpstr>LOGFAS Vs 7 (Series) Common and Specialized Software Tools</vt:lpstr>
      <vt:lpstr>LOGFAS Connection Manager (LCM)</vt:lpstr>
      <vt:lpstr>LOGFAS Connection Manager (LCM) - Continued</vt:lpstr>
      <vt:lpstr>Controlled (Reference) Data Sets</vt:lpstr>
      <vt:lpstr>The Data Circle of LOGFAS - Part 1 Data exchange and planning in the National and Multi-National Arena</vt:lpstr>
      <vt:lpstr>LOGFAS Data Modules</vt:lpstr>
      <vt:lpstr>Maps and Map Projects</vt:lpstr>
      <vt:lpstr>PowerPoint Presentation</vt:lpstr>
      <vt:lpstr>Geographic Manager - GeoLocs</vt:lpstr>
      <vt:lpstr>LOGFAS Data Modules (Continued)</vt:lpstr>
      <vt:lpstr>LOGFAS - Item Types</vt:lpstr>
      <vt:lpstr>Item Data – Reportable Item Codes (RIC)</vt:lpstr>
      <vt:lpstr>Force Data</vt:lpstr>
      <vt:lpstr>Force Data (Continued)</vt:lpstr>
      <vt:lpstr>Force Profile and Holdings Data</vt:lpstr>
      <vt:lpstr>Sustainment in LOGFAS Introduction</vt:lpstr>
      <vt:lpstr>Sustainment Doctrine</vt:lpstr>
      <vt:lpstr>LDM Sustainment Data – Packaging Options</vt:lpstr>
      <vt:lpstr>Force Selection Process – 5 Steps </vt:lpstr>
      <vt:lpstr>SOR, AFL and ADL Data (Continued)</vt:lpstr>
      <vt:lpstr>Transport Asset Data </vt:lpstr>
      <vt:lpstr>Transport Asset Data (Continued)</vt:lpstr>
      <vt:lpstr>The Data Circle of LOGFAS – Part 2 </vt:lpstr>
      <vt:lpstr>LOGFAS in the NATO Operation Planning Process (NATO OPP).</vt:lpstr>
      <vt:lpstr>Deployment Planning Phase 4 – Plan Development (LOGFAS)</vt:lpstr>
      <vt:lpstr>Overview of the Deployment Planning Process </vt:lpstr>
      <vt:lpstr>Fast Track Deployment Planning Process </vt:lpstr>
      <vt:lpstr>THE DEPLOYMENT PROCESS Unit Deployment Activities</vt:lpstr>
      <vt:lpstr>Strategic Deployment Movement Planning – Allied Deployment and Movements System (ADAMS).</vt:lpstr>
      <vt:lpstr>What is a DDP/DRP?</vt:lpstr>
      <vt:lpstr>ADAMS – An Overview</vt:lpstr>
      <vt:lpstr>ADAMS – Deconfliction</vt:lpstr>
      <vt:lpstr>Movement Execution and Coordination – Effective Visible Execution (EVE)</vt:lpstr>
      <vt:lpstr>EVE - An Overview</vt:lpstr>
      <vt:lpstr>Using EVE</vt:lpstr>
      <vt:lpstr>What/Who is an EVE Operator?</vt:lpstr>
      <vt:lpstr>PowerPoint Presentation</vt:lpstr>
      <vt:lpstr>Operational Movements Planning – Coalition Reception Staging and Onward Movement (CORSOM)</vt:lpstr>
      <vt:lpstr>CORSOM – An Overview</vt:lpstr>
      <vt:lpstr>Operational Movements Planning – Coalition Reception Staging and Onward Movement (CORSOM)</vt:lpstr>
      <vt:lpstr>Operational Movements Planning – Coalition Reception Staging and Onward Movement (CORSOM)</vt:lpstr>
      <vt:lpstr>Sustainment Planning Module (SPM) - Definitions </vt:lpstr>
      <vt:lpstr>Sustainment Planning Module (SPM) - Definitions (Continued)</vt:lpstr>
      <vt:lpstr>Supply Distribution Model (SDM) Introduction</vt:lpstr>
      <vt:lpstr>Logistic Reporting Introduction</vt:lpstr>
      <vt:lpstr>Logistic Reporting Lessons Identified</vt:lpstr>
      <vt:lpstr>NATO’s Logistic Reporting - Why?</vt:lpstr>
      <vt:lpstr>PowerPoint Presentation</vt:lpstr>
      <vt:lpstr>NATO Doctrine</vt:lpstr>
      <vt:lpstr>Reporting Procedure</vt:lpstr>
      <vt:lpstr>PowerPoint Presentation</vt:lpstr>
      <vt:lpstr>PowerPoint Presentation</vt:lpstr>
      <vt:lpstr>The Data Circle of LOGFAS - Completed </vt:lpstr>
      <vt:lpstr>LOGNET</vt:lpstr>
      <vt:lpstr>Logistics (and Movements) – A perspective</vt:lpstr>
      <vt:lpstr>PowerPoint Presentation</vt:lpstr>
      <vt:lpstr>PowerPoint Presentation</vt:lpstr>
      <vt:lpstr>Contact us</vt:lpstr>
    </vt:vector>
  </TitlesOfParts>
  <Manager>Robert Talenti</Manager>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ALLIED DEPLOYMENT AND MOVEMENTS SYSTEM  STAFF OFFICER COURSE</dc:title>
  <dc:creator>Student</dc:creator>
  <cp:lastModifiedBy>Booth Karl</cp:lastModifiedBy>
  <cp:revision>119</cp:revision>
  <cp:lastPrinted>2020-01-09T12:36:05Z</cp:lastPrinted>
  <dcterms:created xsi:type="dcterms:W3CDTF">2020-04-30T06:38:18Z</dcterms:created>
  <dcterms:modified xsi:type="dcterms:W3CDTF">2022-11-08T13:16:27Z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0x01010065B27A65603CCE4286BCFAF569B13952</vt:lpwstr>
  </property>
  <property fmtid="{D5CDD505-2E9C-101B-9397-08002B2CF9AE}" pid="3" name="_dlc_policyId">
    <vt:lpwstr>0x010100B9886265355194428A7003016A9816CB</vt:lpwstr>
  </property>
  <property fmtid="{D5CDD505-2E9C-101B-9397-08002B2CF9AE}" pid="4" name="ItemRetentionFormula">
    <vt:lpwstr/>
  </property>
  <property fmtid="{D5CDD505-2E9C-101B-9397-08002B2CF9AE}" pid="5" name="_dlc_DocIdItemGuid">
    <vt:lpwstr>0a464196-5551-49f6-8d86-73e428b2fb9b</vt:lpwstr>
  </property>
  <property fmtid="{D5CDD505-2E9C-101B-9397-08002B2CF9AE}" pid="6" name="Category">
    <vt:lpwstr>35;#Template|885a351f-1e06-433a-883a-12db7865dd4c</vt:lpwstr>
  </property>
  <property fmtid="{D5CDD505-2E9C-101B-9397-08002B2CF9AE}" pid="7" name="FormLocation">
    <vt:lpwstr>4;#All|41705284-a10c-4778-9528-a310651e2e69</vt:lpwstr>
  </property>
  <property fmtid="{D5CDD505-2E9C-101B-9397-08002B2CF9AE}" pid="8" name="IsMyDocuments">
    <vt:bool>true</vt:bool>
  </property>
</Properties>
</file>