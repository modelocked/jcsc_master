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MC GRATH" userId="2176660b-ad2b-499c-a9ba-0560fbadf0a4" providerId="ADAL" clId="{FABF2FBC-9140-4E9B-97D0-043A8016D8E6}"/>
    <pc:docChg chg="addSld modSld">
      <pc:chgData name="MICHAEL MC GRATH" userId="2176660b-ad2b-499c-a9ba-0560fbadf0a4" providerId="ADAL" clId="{FABF2FBC-9140-4E9B-97D0-043A8016D8E6}" dt="2026-05-06T07:45:09.052" v="6" actId="14100"/>
      <pc:docMkLst>
        <pc:docMk/>
      </pc:docMkLst>
      <pc:sldChg chg="addSp modSp new mod">
        <pc:chgData name="MICHAEL MC GRATH" userId="2176660b-ad2b-499c-a9ba-0560fbadf0a4" providerId="ADAL" clId="{FABF2FBC-9140-4E9B-97D0-043A8016D8E6}" dt="2026-05-06T07:45:09.052" v="6" actId="14100"/>
        <pc:sldMkLst>
          <pc:docMk/>
          <pc:sldMk cId="1365726704" sldId="256"/>
        </pc:sldMkLst>
        <pc:picChg chg="add mod">
          <ac:chgData name="MICHAEL MC GRATH" userId="2176660b-ad2b-499c-a9ba-0560fbadf0a4" providerId="ADAL" clId="{FABF2FBC-9140-4E9B-97D0-043A8016D8E6}" dt="2026-05-06T07:45:09.052" v="6" actId="14100"/>
          <ac:picMkLst>
            <pc:docMk/>
            <pc:sldMk cId="1365726704" sldId="256"/>
            <ac:picMk id="4" creationId="{2BA460CD-B75A-CB0D-EEA4-8DF8CA963F9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4D73-ADC1-FBF7-A8B7-B7168275B9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AB277-100D-CDED-F35B-8E1BFF38E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B4460-1BCF-FC95-2DCB-031F583CC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90A8-D5F0-4CBE-94C4-EA85A883E903}" type="datetimeFigureOut">
              <a:rPr lang="en-IE" smtClean="0"/>
              <a:t>06/05/2026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A3CEA-6768-66F9-120A-E474A8E70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E5AB1-7A8A-C7F2-AA02-EC470381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1CEF6-5921-4861-990E-CAE0A65FE4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79991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216ED-C59A-9FE4-893E-D0C0D5DF7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05803-5974-4CE2-B1FB-B753CD90E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92E45-F7F2-F4CD-EA36-1F7ACF145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90A8-D5F0-4CBE-94C4-EA85A883E903}" type="datetimeFigureOut">
              <a:rPr lang="en-IE" smtClean="0"/>
              <a:t>06/05/2026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0595A-E29A-68F4-6B2D-384F4D601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70CF8-731F-E424-90B1-49EF668AE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1CEF6-5921-4861-990E-CAE0A65FE4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990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51283-E5B0-FE3E-E535-4A862D166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9F81F-FBF7-9956-BFD5-D27B76FF1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F1D8F-9D02-3CC9-BA5B-79FCDB07D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90A8-D5F0-4CBE-94C4-EA85A883E903}" type="datetimeFigureOut">
              <a:rPr lang="en-IE" smtClean="0"/>
              <a:t>06/05/2026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60FE1-0EE6-2015-C247-19054A9A9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C1F80-6075-84A5-C435-B597BF2CB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1CEF6-5921-4861-990E-CAE0A65FE4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29345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EA24-BB5E-E02B-19FC-A0623BF88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03681-1A00-7867-DB36-11D73A8144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34B906-97C6-DECB-4299-479FCB583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C69-85DE-3A12-7A59-3D2D5A83E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90A8-D5F0-4CBE-94C4-EA85A883E903}" type="datetimeFigureOut">
              <a:rPr lang="en-IE" smtClean="0"/>
              <a:t>06/05/2026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27E40-5A6A-760C-AB0B-264E59E01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89AF4-5BD0-F25E-1C46-171E6B9E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1CEF6-5921-4861-990E-CAE0A65FE4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40299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C728C-0CAD-A77A-1B90-69093F741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3269D-2870-9877-907E-7ADB80029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69BEE-EA3D-A8E4-F9E5-3FE23BA43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B88ED7-BAF2-4680-6FC1-7872ADF662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64BA9E-1297-9FD6-5061-BAD076D12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B1B8DA-2435-E790-975B-052FD0F1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90A8-D5F0-4CBE-94C4-EA85A883E903}" type="datetimeFigureOut">
              <a:rPr lang="en-IE" smtClean="0"/>
              <a:t>06/05/2026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5067D2-A36E-668C-F5D5-E5514E0F2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5AED1-8F0B-7F0A-7063-9B80D6E32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1CEF6-5921-4861-990E-CAE0A65FE4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18628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49301-697E-F9BB-5576-4ACBCD222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2E502-DB55-AE0C-6AD7-86E4BBA36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90A8-D5F0-4CBE-94C4-EA85A883E903}" type="datetimeFigureOut">
              <a:rPr lang="en-IE" smtClean="0"/>
              <a:t>06/05/2026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2D7F0-8337-1521-2B0C-09641C702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F7608-A729-2B56-CDB6-CE27CB315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1CEF6-5921-4861-990E-CAE0A65FE4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2007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654F6-D088-150A-A85E-0B5420185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90A8-D5F0-4CBE-94C4-EA85A883E903}" type="datetimeFigureOut">
              <a:rPr lang="en-IE" smtClean="0"/>
              <a:t>06/05/2026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7D9B6C-7E98-D440-E13D-8E1B4BBEF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E46CC-EEEF-9542-4E7D-576F3BA6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1CEF6-5921-4861-990E-CAE0A65FE4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87941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D09FC-34E4-3740-7210-BA95664D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33667-5C8E-73F5-72E9-0EE946FE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0577EB-5C3B-AB02-9637-19A1CF4F4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2468E-59BF-58E8-183C-6E285884C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90A8-D5F0-4CBE-94C4-EA85A883E903}" type="datetimeFigureOut">
              <a:rPr lang="en-IE" smtClean="0"/>
              <a:t>06/05/2026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26777-2A6C-91EF-E3E2-3AD6E2C5B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E3FDA-C6E3-0A9B-ED6E-7990CD12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1CEF6-5921-4861-990E-CAE0A65FE4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99223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77789-F301-3ED0-DC7D-6CA8A0C3D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88E95E-688E-5146-D78F-1B11E8D17A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D728D-B2A4-DF70-FC94-A9A0E10B4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D264C-D990-E756-01E8-76672A6D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90A8-D5F0-4CBE-94C4-EA85A883E903}" type="datetimeFigureOut">
              <a:rPr lang="en-IE" smtClean="0"/>
              <a:t>06/05/2026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4F14C-9493-CC92-62C0-C1B89D633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B5E99-02DE-A252-CA84-7F80D072B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1CEF6-5921-4861-990E-CAE0A65FE4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5163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726A-AD9D-6289-6D26-98445D8E5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B87F57-5F66-C608-2A69-70662AA4B0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3363B-E530-4028-CC02-B7FB4D09F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90A8-D5F0-4CBE-94C4-EA85A883E903}" type="datetimeFigureOut">
              <a:rPr lang="en-IE" smtClean="0"/>
              <a:t>06/05/2026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320A9-F8FC-D55C-BEFD-CA970325D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4504A-E597-018D-B6AA-0B5474B5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1CEF6-5921-4861-990E-CAE0A65FE4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5137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7669B7-B19E-4A70-AFE1-08092D2867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AC102B-656D-FEF1-CD03-40FDAB240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43917-7B51-9D9E-3CD6-71C36026D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90A8-D5F0-4CBE-94C4-EA85A883E903}" type="datetimeFigureOut">
              <a:rPr lang="en-IE" smtClean="0"/>
              <a:t>06/05/2026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736B4-78EB-1014-AEF8-6BEF5ABD3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CD99F-1BBF-2EE4-E399-1C8F28F9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1CEF6-5921-4861-990E-CAE0A65FE4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14835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6B8B91-58E5-4B1A-97AA-7966BBBC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8B70F-3532-2F53-C18E-F895EA7A0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C8AE3-A65E-9F62-79CE-85DA19FB1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1E90A8-D5F0-4CBE-94C4-EA85A883E903}" type="datetimeFigureOut">
              <a:rPr lang="en-IE" smtClean="0"/>
              <a:t>06/05/2026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EF6EB-00A0-F558-6E9E-C3A5B7EDB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DBAE0-14BD-B6B9-CFA3-A4A7B4219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61CEF6-5921-4861-990E-CAE0A65FE4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93639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DD46E-C41E-97A4-0020-CC8E689C9D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5C7A92-03C7-8051-C68B-DF7E7DC7F9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4" name="Picture 3" descr="CJEX26_actor_system_map.png">
            <a:extLst>
              <a:ext uri="{FF2B5EF4-FFF2-40B4-BE49-F238E27FC236}">
                <a16:creationId xmlns:a16="http://schemas.microsoft.com/office/drawing/2014/main" id="{2BA460CD-B75A-CB0D-EEA4-8DF8CA963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48513"/>
            <a:ext cx="12094028" cy="688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26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B27A65603CCE4286BCFAF569B13952" ma:contentTypeVersion="12" ma:contentTypeDescription="Create a new document." ma:contentTypeScope="" ma:versionID="0851b7a4a499786e460ab45e5fb74327">
  <xsd:schema xmlns:xsd="http://www.w3.org/2001/XMLSchema" xmlns:xs="http://www.w3.org/2001/XMLSchema" xmlns:p="http://schemas.microsoft.com/office/2006/metadata/properties" xmlns:ns2="1c3fb4c2-0da0-4d0a-ba1a-d31282cddde4" xmlns:ns3="768ec260-3609-4363-825e-a27f12258866" targetNamespace="http://schemas.microsoft.com/office/2006/metadata/properties" ma:root="true" ma:fieldsID="eb50ee6a8d984cb288610439b912e198" ns2:_="" ns3:_="">
    <xsd:import namespace="1c3fb4c2-0da0-4d0a-ba1a-d31282cddde4"/>
    <xsd:import namespace="768ec260-3609-4363-825e-a27f122588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3fb4c2-0da0-4d0a-ba1a-d31282cddd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f8f0716f-eab5-442c-b43b-7dcdbaec42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8ec260-3609-4363-825e-a27f1225886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62ef64b-3660-49a0-8a9d-71bfcb2a4adc}" ma:internalName="TaxCatchAll" ma:showField="CatchAllData" ma:web="768ec260-3609-4363-825e-a27f122588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3fb4c2-0da0-4d0a-ba1a-d31282cddde4">
      <Terms xmlns="http://schemas.microsoft.com/office/infopath/2007/PartnerControls"/>
    </lcf76f155ced4ddcb4097134ff3c332f>
    <TaxCatchAll xmlns="768ec260-3609-4363-825e-a27f12258866" xsi:nil="true"/>
  </documentManagement>
</p:properties>
</file>

<file path=customXml/itemProps1.xml><?xml version="1.0" encoding="utf-8"?>
<ds:datastoreItem xmlns:ds="http://schemas.openxmlformats.org/officeDocument/2006/customXml" ds:itemID="{79A4EBB7-0735-41DD-900B-16D8C444AC9A}"/>
</file>

<file path=customXml/itemProps2.xml><?xml version="1.0" encoding="utf-8"?>
<ds:datastoreItem xmlns:ds="http://schemas.openxmlformats.org/officeDocument/2006/customXml" ds:itemID="{0D7FAC82-3E7A-42D7-8667-63AD3E9A491F}"/>
</file>

<file path=customXml/itemProps3.xml><?xml version="1.0" encoding="utf-8"?>
<ds:datastoreItem xmlns:ds="http://schemas.openxmlformats.org/officeDocument/2006/customXml" ds:itemID="{AAF7F35C-9A55-421E-BE84-F9CF3C42C88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MC GRATH</dc:creator>
  <cp:lastModifiedBy>MICHAEL MC GRATH</cp:lastModifiedBy>
  <cp:revision>1</cp:revision>
  <dcterms:created xsi:type="dcterms:W3CDTF">2026-05-06T07:44:42Z</dcterms:created>
  <dcterms:modified xsi:type="dcterms:W3CDTF">2026-05-06T07:45:14Z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0x01010065B27A65603CCE4286BCFAF569B13952</vt:lpwstr>
  </property>
</Properties>
</file>