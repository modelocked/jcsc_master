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-716" y="-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0157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7486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1581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16/04/2025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0022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16/04/2025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868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16/04/2025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816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16/04/2025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27479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16/04/2025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8788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16/04/2025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9974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508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A1C5-9889-430F-988D-1317AA7C62B0}" type="datetimeFigureOut">
              <a:rPr lang="en-IE" smtClean="0"/>
              <a:t>16/04/2025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255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A1C5-9889-430F-988D-1317AA7C62B0}" type="datetimeFigureOut">
              <a:rPr lang="en-IE" smtClean="0"/>
              <a:t>16/04/2025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3151D-1162-4D46-886A-B5DB3AEDE9A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5090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7.png"/><Relationship Id="rId5" Type="http://schemas.openxmlformats.org/officeDocument/2006/relationships/image" Target="../media/image2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12" Type="http://schemas.openxmlformats.org/officeDocument/2006/relationships/image" Target="../media/image24.png"/><Relationship Id="rId2" Type="http://schemas.openxmlformats.org/officeDocument/2006/relationships/image" Target="../media/image2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5" Type="http://schemas.openxmlformats.org/officeDocument/2006/relationships/image" Target="../media/image27.png"/><Relationship Id="rId10" Type="http://schemas.openxmlformats.org/officeDocument/2006/relationships/image" Target="../media/image23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2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5" Type="http://schemas.openxmlformats.org/officeDocument/2006/relationships/image" Target="../media/image27.png"/><Relationship Id="rId10" Type="http://schemas.openxmlformats.org/officeDocument/2006/relationships/image" Target="../media/image23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31.emf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3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35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8" y="143810"/>
            <a:ext cx="11823986" cy="6714190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671332" y="335666"/>
            <a:ext cx="7997747" cy="4037860"/>
            <a:chOff x="671332" y="335666"/>
            <a:chExt cx="7997747" cy="4037860"/>
          </a:xfrm>
        </p:grpSpPr>
        <p:sp>
          <p:nvSpPr>
            <p:cNvPr id="5" name="Freeform 4"/>
            <p:cNvSpPr/>
            <p:nvPr/>
          </p:nvSpPr>
          <p:spPr>
            <a:xfrm>
              <a:off x="671332" y="335666"/>
              <a:ext cx="2343873" cy="1834587"/>
            </a:xfrm>
            <a:custGeom>
              <a:avLst/>
              <a:gdLst>
                <a:gd name="connsiteX0" fmla="*/ 40511 w 2343873"/>
                <a:gd name="connsiteY0" fmla="*/ 1834587 h 1834587"/>
                <a:gd name="connsiteX1" fmla="*/ 57873 w 2343873"/>
                <a:gd name="connsiteY1" fmla="*/ 1695691 h 1834587"/>
                <a:gd name="connsiteX2" fmla="*/ 0 w 2343873"/>
                <a:gd name="connsiteY2" fmla="*/ 1585731 h 1834587"/>
                <a:gd name="connsiteX3" fmla="*/ 92597 w 2343873"/>
                <a:gd name="connsiteY3" fmla="*/ 1487347 h 1834587"/>
                <a:gd name="connsiteX4" fmla="*/ 185195 w 2343873"/>
                <a:gd name="connsiteY4" fmla="*/ 1336876 h 1834587"/>
                <a:gd name="connsiteX5" fmla="*/ 347240 w 2343873"/>
                <a:gd name="connsiteY5" fmla="*/ 1371600 h 1834587"/>
                <a:gd name="connsiteX6" fmla="*/ 457200 w 2343873"/>
                <a:gd name="connsiteY6" fmla="*/ 1325301 h 1834587"/>
                <a:gd name="connsiteX7" fmla="*/ 515073 w 2343873"/>
                <a:gd name="connsiteY7" fmla="*/ 1209554 h 1834587"/>
                <a:gd name="connsiteX8" fmla="*/ 596096 w 2343873"/>
                <a:gd name="connsiteY8" fmla="*/ 1116957 h 1834587"/>
                <a:gd name="connsiteX9" fmla="*/ 758141 w 2343873"/>
                <a:gd name="connsiteY9" fmla="*/ 1140106 h 1834587"/>
                <a:gd name="connsiteX10" fmla="*/ 792865 w 2343873"/>
                <a:gd name="connsiteY10" fmla="*/ 1163256 h 1834587"/>
                <a:gd name="connsiteX11" fmla="*/ 879676 w 2343873"/>
                <a:gd name="connsiteY11" fmla="*/ 1116957 h 1834587"/>
                <a:gd name="connsiteX12" fmla="*/ 954911 w 2343873"/>
                <a:gd name="connsiteY12" fmla="*/ 1111169 h 1834587"/>
                <a:gd name="connsiteX13" fmla="*/ 978060 w 2343873"/>
                <a:gd name="connsiteY13" fmla="*/ 1030147 h 1834587"/>
                <a:gd name="connsiteX14" fmla="*/ 1070658 w 2343873"/>
                <a:gd name="connsiteY14" fmla="*/ 983848 h 1834587"/>
                <a:gd name="connsiteX15" fmla="*/ 1221129 w 2343873"/>
                <a:gd name="connsiteY15" fmla="*/ 804440 h 1834587"/>
                <a:gd name="connsiteX16" fmla="*/ 1221129 w 2343873"/>
                <a:gd name="connsiteY16" fmla="*/ 752354 h 1834587"/>
                <a:gd name="connsiteX17" fmla="*/ 1250065 w 2343873"/>
                <a:gd name="connsiteY17" fmla="*/ 711843 h 1834587"/>
                <a:gd name="connsiteX18" fmla="*/ 1342663 w 2343873"/>
                <a:gd name="connsiteY18" fmla="*/ 682906 h 1834587"/>
                <a:gd name="connsiteX19" fmla="*/ 1516283 w 2343873"/>
                <a:gd name="connsiteY19" fmla="*/ 752354 h 1834587"/>
                <a:gd name="connsiteX20" fmla="*/ 1620455 w 2343873"/>
                <a:gd name="connsiteY20" fmla="*/ 821802 h 1834587"/>
                <a:gd name="connsiteX21" fmla="*/ 1805650 w 2343873"/>
                <a:gd name="connsiteY21" fmla="*/ 862314 h 1834587"/>
                <a:gd name="connsiteX22" fmla="*/ 1840374 w 2343873"/>
                <a:gd name="connsiteY22" fmla="*/ 914400 h 1834587"/>
                <a:gd name="connsiteX23" fmla="*/ 1909822 w 2343873"/>
                <a:gd name="connsiteY23" fmla="*/ 943337 h 1834587"/>
                <a:gd name="connsiteX24" fmla="*/ 1996633 w 2343873"/>
                <a:gd name="connsiteY24" fmla="*/ 972273 h 1834587"/>
                <a:gd name="connsiteX25" fmla="*/ 2048719 w 2343873"/>
                <a:gd name="connsiteY25" fmla="*/ 1006997 h 1834587"/>
                <a:gd name="connsiteX26" fmla="*/ 2054506 w 2343873"/>
                <a:gd name="connsiteY26" fmla="*/ 1047509 h 1834587"/>
                <a:gd name="connsiteX27" fmla="*/ 2170253 w 2343873"/>
                <a:gd name="connsiteY27" fmla="*/ 1006997 h 1834587"/>
                <a:gd name="connsiteX28" fmla="*/ 2343873 w 2343873"/>
                <a:gd name="connsiteY28" fmla="*/ 902825 h 1834587"/>
                <a:gd name="connsiteX29" fmla="*/ 2268638 w 2343873"/>
                <a:gd name="connsiteY29" fmla="*/ 781291 h 1834587"/>
                <a:gd name="connsiteX30" fmla="*/ 2303362 w 2343873"/>
                <a:gd name="connsiteY30" fmla="*/ 688693 h 1834587"/>
                <a:gd name="connsiteX31" fmla="*/ 2262850 w 2343873"/>
                <a:gd name="connsiteY31" fmla="*/ 596096 h 1834587"/>
                <a:gd name="connsiteX32" fmla="*/ 2291787 w 2343873"/>
                <a:gd name="connsiteY32" fmla="*/ 491924 h 1834587"/>
                <a:gd name="connsiteX33" fmla="*/ 2309149 w 2343873"/>
                <a:gd name="connsiteY33" fmla="*/ 347240 h 1834587"/>
                <a:gd name="connsiteX34" fmla="*/ 2239701 w 2343873"/>
                <a:gd name="connsiteY34" fmla="*/ 248856 h 1834587"/>
                <a:gd name="connsiteX35" fmla="*/ 2233914 w 2343873"/>
                <a:gd name="connsiteY35" fmla="*/ 150471 h 1834587"/>
                <a:gd name="connsiteX36" fmla="*/ 2233914 w 2343873"/>
                <a:gd name="connsiteY36" fmla="*/ 34724 h 1834587"/>
                <a:gd name="connsiteX37" fmla="*/ 2233914 w 2343873"/>
                <a:gd name="connsiteY37" fmla="*/ 0 h 1834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3873" h="1834587">
                  <a:moveTo>
                    <a:pt x="40511" y="1834587"/>
                  </a:moveTo>
                  <a:lnTo>
                    <a:pt x="57873" y="1695691"/>
                  </a:lnTo>
                  <a:lnTo>
                    <a:pt x="0" y="1585731"/>
                  </a:lnTo>
                  <a:lnTo>
                    <a:pt x="92597" y="1487347"/>
                  </a:lnTo>
                  <a:lnTo>
                    <a:pt x="185195" y="1336876"/>
                  </a:lnTo>
                  <a:lnTo>
                    <a:pt x="347240" y="1371600"/>
                  </a:lnTo>
                  <a:lnTo>
                    <a:pt x="457200" y="1325301"/>
                  </a:lnTo>
                  <a:lnTo>
                    <a:pt x="515073" y="1209554"/>
                  </a:lnTo>
                  <a:lnTo>
                    <a:pt x="596096" y="1116957"/>
                  </a:lnTo>
                  <a:lnTo>
                    <a:pt x="758141" y="1140106"/>
                  </a:lnTo>
                  <a:lnTo>
                    <a:pt x="792865" y="1163256"/>
                  </a:lnTo>
                  <a:lnTo>
                    <a:pt x="879676" y="1116957"/>
                  </a:lnTo>
                  <a:lnTo>
                    <a:pt x="954911" y="1111169"/>
                  </a:lnTo>
                  <a:lnTo>
                    <a:pt x="978060" y="1030147"/>
                  </a:lnTo>
                  <a:lnTo>
                    <a:pt x="1070658" y="983848"/>
                  </a:lnTo>
                  <a:lnTo>
                    <a:pt x="1221129" y="804440"/>
                  </a:lnTo>
                  <a:lnTo>
                    <a:pt x="1221129" y="752354"/>
                  </a:lnTo>
                  <a:lnTo>
                    <a:pt x="1250065" y="711843"/>
                  </a:lnTo>
                  <a:lnTo>
                    <a:pt x="1342663" y="682906"/>
                  </a:lnTo>
                  <a:lnTo>
                    <a:pt x="1516283" y="752354"/>
                  </a:lnTo>
                  <a:lnTo>
                    <a:pt x="1620455" y="821802"/>
                  </a:lnTo>
                  <a:lnTo>
                    <a:pt x="1805650" y="862314"/>
                  </a:lnTo>
                  <a:lnTo>
                    <a:pt x="1840374" y="914400"/>
                  </a:lnTo>
                  <a:lnTo>
                    <a:pt x="1909822" y="943337"/>
                  </a:lnTo>
                  <a:lnTo>
                    <a:pt x="1996633" y="972273"/>
                  </a:lnTo>
                  <a:lnTo>
                    <a:pt x="2048719" y="1006997"/>
                  </a:lnTo>
                  <a:lnTo>
                    <a:pt x="2054506" y="1047509"/>
                  </a:lnTo>
                  <a:lnTo>
                    <a:pt x="2170253" y="1006997"/>
                  </a:lnTo>
                  <a:lnTo>
                    <a:pt x="2343873" y="902825"/>
                  </a:lnTo>
                  <a:lnTo>
                    <a:pt x="2268638" y="781291"/>
                  </a:lnTo>
                  <a:lnTo>
                    <a:pt x="2303362" y="688693"/>
                  </a:lnTo>
                  <a:lnTo>
                    <a:pt x="2262850" y="596096"/>
                  </a:lnTo>
                  <a:lnTo>
                    <a:pt x="2291787" y="491924"/>
                  </a:lnTo>
                  <a:lnTo>
                    <a:pt x="2309149" y="347240"/>
                  </a:lnTo>
                  <a:lnTo>
                    <a:pt x="2239701" y="248856"/>
                  </a:lnTo>
                  <a:lnTo>
                    <a:pt x="2233914" y="150471"/>
                  </a:lnTo>
                  <a:lnTo>
                    <a:pt x="2233914" y="34724"/>
                  </a:lnTo>
                  <a:lnTo>
                    <a:pt x="2233914" y="0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6" name="Freeform 5"/>
            <p:cNvSpPr/>
            <p:nvPr/>
          </p:nvSpPr>
          <p:spPr>
            <a:xfrm>
              <a:off x="2339163" y="1247553"/>
              <a:ext cx="1594884" cy="2849526"/>
            </a:xfrm>
            <a:custGeom>
              <a:avLst/>
              <a:gdLst>
                <a:gd name="connsiteX0" fmla="*/ 680484 w 1594884"/>
                <a:gd name="connsiteY0" fmla="*/ 0 h 2849526"/>
                <a:gd name="connsiteX1" fmla="*/ 886046 w 1594884"/>
                <a:gd name="connsiteY1" fmla="*/ 127591 h 2849526"/>
                <a:gd name="connsiteX2" fmla="*/ 942753 w 1594884"/>
                <a:gd name="connsiteY2" fmla="*/ 262270 h 2849526"/>
                <a:gd name="connsiteX3" fmla="*/ 1148316 w 1594884"/>
                <a:gd name="connsiteY3" fmla="*/ 347331 h 2849526"/>
                <a:gd name="connsiteX4" fmla="*/ 1297172 w 1594884"/>
                <a:gd name="connsiteY4" fmla="*/ 531628 h 2849526"/>
                <a:gd name="connsiteX5" fmla="*/ 1268818 w 1594884"/>
                <a:gd name="connsiteY5" fmla="*/ 588335 h 2849526"/>
                <a:gd name="connsiteX6" fmla="*/ 1431851 w 1594884"/>
                <a:gd name="connsiteY6" fmla="*/ 630866 h 2849526"/>
                <a:gd name="connsiteX7" fmla="*/ 1594884 w 1594884"/>
                <a:gd name="connsiteY7" fmla="*/ 765545 h 2849526"/>
                <a:gd name="connsiteX8" fmla="*/ 808074 w 1594884"/>
                <a:gd name="connsiteY8" fmla="*/ 1368056 h 2849526"/>
                <a:gd name="connsiteX9" fmla="*/ 808074 w 1594884"/>
                <a:gd name="connsiteY9" fmla="*/ 1396410 h 2849526"/>
                <a:gd name="connsiteX10" fmla="*/ 737190 w 1594884"/>
                <a:gd name="connsiteY10" fmla="*/ 1389321 h 2849526"/>
                <a:gd name="connsiteX11" fmla="*/ 708837 w 1594884"/>
                <a:gd name="connsiteY11" fmla="*/ 1438940 h 2849526"/>
                <a:gd name="connsiteX12" fmla="*/ 659218 w 1594884"/>
                <a:gd name="connsiteY12" fmla="*/ 1431852 h 2849526"/>
                <a:gd name="connsiteX13" fmla="*/ 609600 w 1594884"/>
                <a:gd name="connsiteY13" fmla="*/ 1616149 h 2849526"/>
                <a:gd name="connsiteX14" fmla="*/ 552893 w 1594884"/>
                <a:gd name="connsiteY14" fmla="*/ 1665768 h 2849526"/>
                <a:gd name="connsiteX15" fmla="*/ 474921 w 1594884"/>
                <a:gd name="connsiteY15" fmla="*/ 1807535 h 2849526"/>
                <a:gd name="connsiteX16" fmla="*/ 446567 w 1594884"/>
                <a:gd name="connsiteY16" fmla="*/ 1935126 h 2849526"/>
                <a:gd name="connsiteX17" fmla="*/ 368595 w 1594884"/>
                <a:gd name="connsiteY17" fmla="*/ 1998921 h 2849526"/>
                <a:gd name="connsiteX18" fmla="*/ 276446 w 1594884"/>
                <a:gd name="connsiteY18" fmla="*/ 2140689 h 2849526"/>
                <a:gd name="connsiteX19" fmla="*/ 219739 w 1594884"/>
                <a:gd name="connsiteY19" fmla="*/ 2218661 h 2849526"/>
                <a:gd name="connsiteX20" fmla="*/ 198474 w 1594884"/>
                <a:gd name="connsiteY20" fmla="*/ 2261191 h 2849526"/>
                <a:gd name="connsiteX21" fmla="*/ 212651 w 1594884"/>
                <a:gd name="connsiteY21" fmla="*/ 2424224 h 2849526"/>
                <a:gd name="connsiteX22" fmla="*/ 191386 w 1594884"/>
                <a:gd name="connsiteY22" fmla="*/ 2502196 h 2849526"/>
                <a:gd name="connsiteX23" fmla="*/ 56707 w 1594884"/>
                <a:gd name="connsiteY23" fmla="*/ 2594345 h 2849526"/>
                <a:gd name="connsiteX24" fmla="*/ 0 w 1594884"/>
                <a:gd name="connsiteY24" fmla="*/ 2608521 h 2849526"/>
                <a:gd name="connsiteX25" fmla="*/ 155944 w 1594884"/>
                <a:gd name="connsiteY25" fmla="*/ 2849526 h 284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94884" h="2849526">
                  <a:moveTo>
                    <a:pt x="680484" y="0"/>
                  </a:moveTo>
                  <a:lnTo>
                    <a:pt x="886046" y="127591"/>
                  </a:lnTo>
                  <a:lnTo>
                    <a:pt x="942753" y="262270"/>
                  </a:lnTo>
                  <a:lnTo>
                    <a:pt x="1148316" y="347331"/>
                  </a:lnTo>
                  <a:lnTo>
                    <a:pt x="1297172" y="531628"/>
                  </a:lnTo>
                  <a:lnTo>
                    <a:pt x="1268818" y="588335"/>
                  </a:lnTo>
                  <a:lnTo>
                    <a:pt x="1431851" y="630866"/>
                  </a:lnTo>
                  <a:lnTo>
                    <a:pt x="1594884" y="765545"/>
                  </a:lnTo>
                  <a:lnTo>
                    <a:pt x="808074" y="1368056"/>
                  </a:lnTo>
                  <a:lnTo>
                    <a:pt x="808074" y="1396410"/>
                  </a:lnTo>
                  <a:lnTo>
                    <a:pt x="737190" y="1389321"/>
                  </a:lnTo>
                  <a:lnTo>
                    <a:pt x="708837" y="1438940"/>
                  </a:lnTo>
                  <a:lnTo>
                    <a:pt x="659218" y="1431852"/>
                  </a:lnTo>
                  <a:lnTo>
                    <a:pt x="609600" y="1616149"/>
                  </a:lnTo>
                  <a:lnTo>
                    <a:pt x="552893" y="1665768"/>
                  </a:lnTo>
                  <a:lnTo>
                    <a:pt x="474921" y="1807535"/>
                  </a:lnTo>
                  <a:lnTo>
                    <a:pt x="446567" y="1935126"/>
                  </a:lnTo>
                  <a:lnTo>
                    <a:pt x="368595" y="1998921"/>
                  </a:lnTo>
                  <a:lnTo>
                    <a:pt x="276446" y="2140689"/>
                  </a:lnTo>
                  <a:lnTo>
                    <a:pt x="219739" y="2218661"/>
                  </a:lnTo>
                  <a:lnTo>
                    <a:pt x="198474" y="2261191"/>
                  </a:lnTo>
                  <a:lnTo>
                    <a:pt x="212651" y="2424224"/>
                  </a:lnTo>
                  <a:lnTo>
                    <a:pt x="191386" y="2502196"/>
                  </a:lnTo>
                  <a:lnTo>
                    <a:pt x="56707" y="2594345"/>
                  </a:lnTo>
                  <a:lnTo>
                    <a:pt x="0" y="2608521"/>
                  </a:lnTo>
                  <a:lnTo>
                    <a:pt x="155944" y="2849526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" name="Freeform 6"/>
            <p:cNvSpPr/>
            <p:nvPr/>
          </p:nvSpPr>
          <p:spPr>
            <a:xfrm>
              <a:off x="3919870" y="404037"/>
              <a:ext cx="1524000" cy="1616149"/>
            </a:xfrm>
            <a:custGeom>
              <a:avLst/>
              <a:gdLst>
                <a:gd name="connsiteX0" fmla="*/ 0 w 1524000"/>
                <a:gd name="connsiteY0" fmla="*/ 1609061 h 1616149"/>
                <a:gd name="connsiteX1" fmla="*/ 978195 w 1524000"/>
                <a:gd name="connsiteY1" fmla="*/ 1616149 h 1616149"/>
                <a:gd name="connsiteX2" fmla="*/ 1155404 w 1524000"/>
                <a:gd name="connsiteY2" fmla="*/ 1481470 h 1616149"/>
                <a:gd name="connsiteX3" fmla="*/ 1282995 w 1524000"/>
                <a:gd name="connsiteY3" fmla="*/ 1481470 h 1616149"/>
                <a:gd name="connsiteX4" fmla="*/ 1460204 w 1524000"/>
                <a:gd name="connsiteY4" fmla="*/ 1318437 h 1616149"/>
                <a:gd name="connsiteX5" fmla="*/ 1502735 w 1524000"/>
                <a:gd name="connsiteY5" fmla="*/ 1219200 h 1616149"/>
                <a:gd name="connsiteX6" fmla="*/ 1502735 w 1524000"/>
                <a:gd name="connsiteY6" fmla="*/ 1219200 h 1616149"/>
                <a:gd name="connsiteX7" fmla="*/ 1524000 w 1524000"/>
                <a:gd name="connsiteY7" fmla="*/ 1034903 h 1616149"/>
                <a:gd name="connsiteX8" fmla="*/ 1467293 w 1524000"/>
                <a:gd name="connsiteY8" fmla="*/ 886047 h 1616149"/>
                <a:gd name="connsiteX9" fmla="*/ 1382232 w 1524000"/>
                <a:gd name="connsiteY9" fmla="*/ 765544 h 1616149"/>
                <a:gd name="connsiteX10" fmla="*/ 1226288 w 1524000"/>
                <a:gd name="connsiteY10" fmla="*/ 595423 h 1616149"/>
                <a:gd name="connsiteX11" fmla="*/ 992372 w 1524000"/>
                <a:gd name="connsiteY11" fmla="*/ 503275 h 1616149"/>
                <a:gd name="connsiteX12" fmla="*/ 907311 w 1524000"/>
                <a:gd name="connsiteY12" fmla="*/ 432391 h 1616149"/>
                <a:gd name="connsiteX13" fmla="*/ 822251 w 1524000"/>
                <a:gd name="connsiteY13" fmla="*/ 368596 h 1616149"/>
                <a:gd name="connsiteX14" fmla="*/ 708837 w 1524000"/>
                <a:gd name="connsiteY14" fmla="*/ 205563 h 1616149"/>
                <a:gd name="connsiteX15" fmla="*/ 496186 w 1524000"/>
                <a:gd name="connsiteY15" fmla="*/ 141768 h 1616149"/>
                <a:gd name="connsiteX16" fmla="*/ 375683 w 1524000"/>
                <a:gd name="connsiteY16" fmla="*/ 92149 h 1616149"/>
                <a:gd name="connsiteX17" fmla="*/ 198474 w 1524000"/>
                <a:gd name="connsiteY17" fmla="*/ 0 h 161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24000" h="1616149">
                  <a:moveTo>
                    <a:pt x="0" y="1609061"/>
                  </a:moveTo>
                  <a:lnTo>
                    <a:pt x="978195" y="1616149"/>
                  </a:lnTo>
                  <a:lnTo>
                    <a:pt x="1155404" y="1481470"/>
                  </a:lnTo>
                  <a:lnTo>
                    <a:pt x="1282995" y="1481470"/>
                  </a:lnTo>
                  <a:lnTo>
                    <a:pt x="1460204" y="1318437"/>
                  </a:lnTo>
                  <a:lnTo>
                    <a:pt x="1502735" y="1219200"/>
                  </a:lnTo>
                  <a:lnTo>
                    <a:pt x="1502735" y="1219200"/>
                  </a:lnTo>
                  <a:lnTo>
                    <a:pt x="1524000" y="1034903"/>
                  </a:lnTo>
                  <a:lnTo>
                    <a:pt x="1467293" y="886047"/>
                  </a:lnTo>
                  <a:lnTo>
                    <a:pt x="1382232" y="765544"/>
                  </a:lnTo>
                  <a:lnTo>
                    <a:pt x="1226288" y="595423"/>
                  </a:lnTo>
                  <a:lnTo>
                    <a:pt x="992372" y="503275"/>
                  </a:lnTo>
                  <a:lnTo>
                    <a:pt x="907311" y="432391"/>
                  </a:lnTo>
                  <a:lnTo>
                    <a:pt x="822251" y="368596"/>
                  </a:lnTo>
                  <a:lnTo>
                    <a:pt x="708837" y="205563"/>
                  </a:lnTo>
                  <a:lnTo>
                    <a:pt x="496186" y="141768"/>
                  </a:lnTo>
                  <a:lnTo>
                    <a:pt x="375683" y="92149"/>
                  </a:lnTo>
                  <a:lnTo>
                    <a:pt x="198474" y="0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8" name="Freeform 7"/>
            <p:cNvSpPr/>
            <p:nvPr/>
          </p:nvSpPr>
          <p:spPr>
            <a:xfrm>
              <a:off x="5429693" y="1623237"/>
              <a:ext cx="3239386" cy="28354"/>
            </a:xfrm>
            <a:custGeom>
              <a:avLst/>
              <a:gdLst>
                <a:gd name="connsiteX0" fmla="*/ 0 w 3239386"/>
                <a:gd name="connsiteY0" fmla="*/ 28354 h 28354"/>
                <a:gd name="connsiteX1" fmla="*/ 1098698 w 3239386"/>
                <a:gd name="connsiteY1" fmla="*/ 14177 h 28354"/>
                <a:gd name="connsiteX2" fmla="*/ 2714847 w 3239386"/>
                <a:gd name="connsiteY2" fmla="*/ 0 h 28354"/>
                <a:gd name="connsiteX3" fmla="*/ 3239386 w 3239386"/>
                <a:gd name="connsiteY3" fmla="*/ 28354 h 28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9386" h="28354">
                  <a:moveTo>
                    <a:pt x="0" y="28354"/>
                  </a:moveTo>
                  <a:lnTo>
                    <a:pt x="1098698" y="14177"/>
                  </a:lnTo>
                  <a:lnTo>
                    <a:pt x="2714847" y="0"/>
                  </a:lnTo>
                  <a:lnTo>
                    <a:pt x="3239386" y="28354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" name="Freeform 8"/>
            <p:cNvSpPr/>
            <p:nvPr/>
          </p:nvSpPr>
          <p:spPr>
            <a:xfrm>
              <a:off x="4600353" y="1998921"/>
              <a:ext cx="843517" cy="2374605"/>
            </a:xfrm>
            <a:custGeom>
              <a:avLst/>
              <a:gdLst>
                <a:gd name="connsiteX0" fmla="*/ 297712 w 843517"/>
                <a:gd name="connsiteY0" fmla="*/ 0 h 2374605"/>
                <a:gd name="connsiteX1" fmla="*/ 304800 w 843517"/>
                <a:gd name="connsiteY1" fmla="*/ 652130 h 2374605"/>
                <a:gd name="connsiteX2" fmla="*/ 297712 w 843517"/>
                <a:gd name="connsiteY2" fmla="*/ 744279 h 2374605"/>
                <a:gd name="connsiteX3" fmla="*/ 347331 w 843517"/>
                <a:gd name="connsiteY3" fmla="*/ 779721 h 2374605"/>
                <a:gd name="connsiteX4" fmla="*/ 432391 w 843517"/>
                <a:gd name="connsiteY4" fmla="*/ 857693 h 2374605"/>
                <a:gd name="connsiteX5" fmla="*/ 517452 w 843517"/>
                <a:gd name="connsiteY5" fmla="*/ 914400 h 2374605"/>
                <a:gd name="connsiteX6" fmla="*/ 524540 w 843517"/>
                <a:gd name="connsiteY6" fmla="*/ 964019 h 2374605"/>
                <a:gd name="connsiteX7" fmla="*/ 630866 w 843517"/>
                <a:gd name="connsiteY7" fmla="*/ 1041991 h 2374605"/>
                <a:gd name="connsiteX8" fmla="*/ 659219 w 843517"/>
                <a:gd name="connsiteY8" fmla="*/ 1105786 h 2374605"/>
                <a:gd name="connsiteX9" fmla="*/ 751368 w 843517"/>
                <a:gd name="connsiteY9" fmla="*/ 1148316 h 2374605"/>
                <a:gd name="connsiteX10" fmla="*/ 843517 w 843517"/>
                <a:gd name="connsiteY10" fmla="*/ 1304260 h 2374605"/>
                <a:gd name="connsiteX11" fmla="*/ 836428 w 843517"/>
                <a:gd name="connsiteY11" fmla="*/ 1495646 h 2374605"/>
                <a:gd name="connsiteX12" fmla="*/ 779721 w 843517"/>
                <a:gd name="connsiteY12" fmla="*/ 1573619 h 2374605"/>
                <a:gd name="connsiteX13" fmla="*/ 744280 w 843517"/>
                <a:gd name="connsiteY13" fmla="*/ 1651591 h 2374605"/>
                <a:gd name="connsiteX14" fmla="*/ 744280 w 843517"/>
                <a:gd name="connsiteY14" fmla="*/ 1750828 h 2374605"/>
                <a:gd name="connsiteX15" fmla="*/ 637954 w 843517"/>
                <a:gd name="connsiteY15" fmla="*/ 1814623 h 2374605"/>
                <a:gd name="connsiteX16" fmla="*/ 538717 w 843517"/>
                <a:gd name="connsiteY16" fmla="*/ 1864242 h 2374605"/>
                <a:gd name="connsiteX17" fmla="*/ 489098 w 843517"/>
                <a:gd name="connsiteY17" fmla="*/ 1949302 h 2374605"/>
                <a:gd name="connsiteX18" fmla="*/ 311889 w 843517"/>
                <a:gd name="connsiteY18" fmla="*/ 2041451 h 2374605"/>
                <a:gd name="connsiteX19" fmla="*/ 255182 w 843517"/>
                <a:gd name="connsiteY19" fmla="*/ 2098158 h 2374605"/>
                <a:gd name="connsiteX20" fmla="*/ 241005 w 843517"/>
                <a:gd name="connsiteY20" fmla="*/ 2161953 h 2374605"/>
                <a:gd name="connsiteX21" fmla="*/ 198475 w 843517"/>
                <a:gd name="connsiteY21" fmla="*/ 2211572 h 2374605"/>
                <a:gd name="connsiteX22" fmla="*/ 99238 w 843517"/>
                <a:gd name="connsiteY22" fmla="*/ 2254102 h 2374605"/>
                <a:gd name="connsiteX23" fmla="*/ 0 w 843517"/>
                <a:gd name="connsiteY23" fmla="*/ 2374605 h 2374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43517" h="2374605">
                  <a:moveTo>
                    <a:pt x="297712" y="0"/>
                  </a:moveTo>
                  <a:cubicBezTo>
                    <a:pt x="300075" y="217377"/>
                    <a:pt x="302437" y="434753"/>
                    <a:pt x="304800" y="652130"/>
                  </a:cubicBezTo>
                  <a:lnTo>
                    <a:pt x="297712" y="744279"/>
                  </a:lnTo>
                  <a:lnTo>
                    <a:pt x="347331" y="779721"/>
                  </a:lnTo>
                  <a:lnTo>
                    <a:pt x="432391" y="857693"/>
                  </a:lnTo>
                  <a:lnTo>
                    <a:pt x="517452" y="914400"/>
                  </a:lnTo>
                  <a:lnTo>
                    <a:pt x="524540" y="964019"/>
                  </a:lnTo>
                  <a:lnTo>
                    <a:pt x="630866" y="1041991"/>
                  </a:lnTo>
                  <a:lnTo>
                    <a:pt x="659219" y="1105786"/>
                  </a:lnTo>
                  <a:lnTo>
                    <a:pt x="751368" y="1148316"/>
                  </a:lnTo>
                  <a:lnTo>
                    <a:pt x="843517" y="1304260"/>
                  </a:lnTo>
                  <a:lnTo>
                    <a:pt x="836428" y="1495646"/>
                  </a:lnTo>
                  <a:lnTo>
                    <a:pt x="779721" y="1573619"/>
                  </a:lnTo>
                  <a:lnTo>
                    <a:pt x="744280" y="1651591"/>
                  </a:lnTo>
                  <a:lnTo>
                    <a:pt x="744280" y="1750828"/>
                  </a:lnTo>
                  <a:lnTo>
                    <a:pt x="637954" y="1814623"/>
                  </a:lnTo>
                  <a:lnTo>
                    <a:pt x="538717" y="1864242"/>
                  </a:lnTo>
                  <a:lnTo>
                    <a:pt x="489098" y="1949302"/>
                  </a:lnTo>
                  <a:lnTo>
                    <a:pt x="311889" y="2041451"/>
                  </a:lnTo>
                  <a:lnTo>
                    <a:pt x="255182" y="2098158"/>
                  </a:lnTo>
                  <a:lnTo>
                    <a:pt x="241005" y="2161953"/>
                  </a:lnTo>
                  <a:lnTo>
                    <a:pt x="198475" y="2211572"/>
                  </a:lnTo>
                  <a:lnTo>
                    <a:pt x="99238" y="2254102"/>
                  </a:lnTo>
                  <a:lnTo>
                    <a:pt x="0" y="2374605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528391" y="1644502"/>
              <a:ext cx="1275907" cy="2324986"/>
            </a:xfrm>
            <a:custGeom>
              <a:avLst/>
              <a:gdLst>
                <a:gd name="connsiteX0" fmla="*/ 0 w 1275907"/>
                <a:gd name="connsiteY0" fmla="*/ 0 h 2324986"/>
                <a:gd name="connsiteX1" fmla="*/ 70883 w 1275907"/>
                <a:gd name="connsiteY1" fmla="*/ 85061 h 2324986"/>
                <a:gd name="connsiteX2" fmla="*/ 148856 w 1275907"/>
                <a:gd name="connsiteY2" fmla="*/ 148856 h 2324986"/>
                <a:gd name="connsiteX3" fmla="*/ 170121 w 1275907"/>
                <a:gd name="connsiteY3" fmla="*/ 248093 h 2324986"/>
                <a:gd name="connsiteX4" fmla="*/ 120502 w 1275907"/>
                <a:gd name="connsiteY4" fmla="*/ 241005 h 2324986"/>
                <a:gd name="connsiteX5" fmla="*/ 155944 w 1275907"/>
                <a:gd name="connsiteY5" fmla="*/ 446568 h 2324986"/>
                <a:gd name="connsiteX6" fmla="*/ 127590 w 1275907"/>
                <a:gd name="connsiteY6" fmla="*/ 524540 h 2324986"/>
                <a:gd name="connsiteX7" fmla="*/ 269358 w 1275907"/>
                <a:gd name="connsiteY7" fmla="*/ 737191 h 2324986"/>
                <a:gd name="connsiteX8" fmla="*/ 340242 w 1275907"/>
                <a:gd name="connsiteY8" fmla="*/ 893135 h 2324986"/>
                <a:gd name="connsiteX9" fmla="*/ 474921 w 1275907"/>
                <a:gd name="connsiteY9" fmla="*/ 1027814 h 2324986"/>
                <a:gd name="connsiteX10" fmla="*/ 680483 w 1275907"/>
                <a:gd name="connsiteY10" fmla="*/ 1197935 h 2324986"/>
                <a:gd name="connsiteX11" fmla="*/ 800986 w 1275907"/>
                <a:gd name="connsiteY11" fmla="*/ 1233377 h 2324986"/>
                <a:gd name="connsiteX12" fmla="*/ 864781 w 1275907"/>
                <a:gd name="connsiteY12" fmla="*/ 1375145 h 2324986"/>
                <a:gd name="connsiteX13" fmla="*/ 928576 w 1275907"/>
                <a:gd name="connsiteY13" fmla="*/ 1573619 h 2324986"/>
                <a:gd name="connsiteX14" fmla="*/ 1098697 w 1275907"/>
                <a:gd name="connsiteY14" fmla="*/ 1956391 h 2324986"/>
                <a:gd name="connsiteX15" fmla="*/ 1183758 w 1275907"/>
                <a:gd name="connsiteY15" fmla="*/ 2013098 h 2324986"/>
                <a:gd name="connsiteX16" fmla="*/ 1275907 w 1275907"/>
                <a:gd name="connsiteY16" fmla="*/ 2324986 h 232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75907" h="2324986">
                  <a:moveTo>
                    <a:pt x="0" y="0"/>
                  </a:moveTo>
                  <a:lnTo>
                    <a:pt x="70883" y="85061"/>
                  </a:lnTo>
                  <a:lnTo>
                    <a:pt x="148856" y="148856"/>
                  </a:lnTo>
                  <a:lnTo>
                    <a:pt x="170121" y="248093"/>
                  </a:lnTo>
                  <a:lnTo>
                    <a:pt x="120502" y="241005"/>
                  </a:lnTo>
                  <a:lnTo>
                    <a:pt x="155944" y="446568"/>
                  </a:lnTo>
                  <a:lnTo>
                    <a:pt x="127590" y="524540"/>
                  </a:lnTo>
                  <a:lnTo>
                    <a:pt x="269358" y="737191"/>
                  </a:lnTo>
                  <a:lnTo>
                    <a:pt x="340242" y="893135"/>
                  </a:lnTo>
                  <a:lnTo>
                    <a:pt x="474921" y="1027814"/>
                  </a:lnTo>
                  <a:lnTo>
                    <a:pt x="680483" y="1197935"/>
                  </a:lnTo>
                  <a:lnTo>
                    <a:pt x="800986" y="1233377"/>
                  </a:lnTo>
                  <a:lnTo>
                    <a:pt x="864781" y="1375145"/>
                  </a:lnTo>
                  <a:lnTo>
                    <a:pt x="928576" y="1573619"/>
                  </a:lnTo>
                  <a:lnTo>
                    <a:pt x="1098697" y="1956391"/>
                  </a:lnTo>
                  <a:lnTo>
                    <a:pt x="1183758" y="2013098"/>
                  </a:lnTo>
                  <a:lnTo>
                    <a:pt x="1275907" y="2324986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grpSp>
        <p:nvGrpSpPr>
          <p:cNvPr id="13" name="Group 12"/>
          <p:cNvGrpSpPr>
            <a:grpSpLocks noChangeAspect="1"/>
          </p:cNvGrpSpPr>
          <p:nvPr/>
        </p:nvGrpSpPr>
        <p:grpSpPr>
          <a:xfrm>
            <a:off x="960385" y="3572539"/>
            <a:ext cx="294257" cy="269358"/>
            <a:chOff x="15875" y="0"/>
            <a:chExt cx="792549" cy="725487"/>
          </a:xfrm>
        </p:grpSpPr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75" y="0"/>
              <a:ext cx="792549" cy="725487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5750" y="254000"/>
              <a:ext cx="231668" cy="353599"/>
            </a:xfrm>
            <a:prstGeom prst="rect">
              <a:avLst/>
            </a:prstGeom>
          </p:spPr>
        </p:pic>
      </p:grpSp>
      <p:grpSp>
        <p:nvGrpSpPr>
          <p:cNvPr id="14" name="Group 13"/>
          <p:cNvGrpSpPr>
            <a:grpSpLocks noChangeAspect="1"/>
          </p:cNvGrpSpPr>
          <p:nvPr/>
        </p:nvGrpSpPr>
        <p:grpSpPr>
          <a:xfrm>
            <a:off x="3618276" y="4301662"/>
            <a:ext cx="294256" cy="276148"/>
            <a:chOff x="1127125" y="15875"/>
            <a:chExt cx="792549" cy="743776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7125" y="15875"/>
              <a:ext cx="792549" cy="743776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7000" y="269875"/>
              <a:ext cx="231668" cy="353599"/>
            </a:xfrm>
            <a:prstGeom prst="rect">
              <a:avLst/>
            </a:prstGeom>
          </p:spPr>
        </p:pic>
      </p:grpSp>
      <p:grpSp>
        <p:nvGrpSpPr>
          <p:cNvPr id="15" name="Group 14"/>
          <p:cNvGrpSpPr>
            <a:grpSpLocks noChangeAspect="1"/>
          </p:cNvGrpSpPr>
          <p:nvPr/>
        </p:nvGrpSpPr>
        <p:grpSpPr>
          <a:xfrm>
            <a:off x="1752555" y="2379080"/>
            <a:ext cx="294257" cy="269358"/>
            <a:chOff x="0" y="1047750"/>
            <a:chExt cx="792549" cy="725487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47750"/>
              <a:ext cx="792549" cy="725487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9875" y="1238250"/>
              <a:ext cx="231668" cy="359695"/>
            </a:xfrm>
            <a:prstGeom prst="rect">
              <a:avLst/>
            </a:prstGeom>
          </p:spPr>
        </p:pic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039" y="2494172"/>
            <a:ext cx="292633" cy="268247"/>
          </a:xfrm>
          <a:prstGeom prst="rect">
            <a:avLst/>
          </a:prstGeom>
        </p:spPr>
      </p:pic>
      <p:sp>
        <p:nvSpPr>
          <p:cNvPr id="40" name="Freeform 39"/>
          <p:cNvSpPr/>
          <p:nvPr/>
        </p:nvSpPr>
        <p:spPr>
          <a:xfrm>
            <a:off x="2289544" y="538716"/>
            <a:ext cx="1027814" cy="1481470"/>
          </a:xfrm>
          <a:custGeom>
            <a:avLst/>
            <a:gdLst>
              <a:gd name="connsiteX0" fmla="*/ 0 w 1027814"/>
              <a:gd name="connsiteY0" fmla="*/ 1481470 h 1481470"/>
              <a:gd name="connsiteX1" fmla="*/ 0 w 1027814"/>
              <a:gd name="connsiteY1" fmla="*/ 1481470 h 1481470"/>
              <a:gd name="connsiteX2" fmla="*/ 276447 w 1027814"/>
              <a:gd name="connsiteY2" fmla="*/ 1212112 h 1481470"/>
              <a:gd name="connsiteX3" fmla="*/ 595423 w 1027814"/>
              <a:gd name="connsiteY3" fmla="*/ 1013637 h 1481470"/>
              <a:gd name="connsiteX4" fmla="*/ 857693 w 1027814"/>
              <a:gd name="connsiteY4" fmla="*/ 836428 h 1481470"/>
              <a:gd name="connsiteX5" fmla="*/ 999461 w 1027814"/>
              <a:gd name="connsiteY5" fmla="*/ 198475 h 1481470"/>
              <a:gd name="connsiteX6" fmla="*/ 1027814 w 1027814"/>
              <a:gd name="connsiteY6" fmla="*/ 0 h 148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7814" h="1481470">
                <a:moveTo>
                  <a:pt x="0" y="1481470"/>
                </a:moveTo>
                <a:lnTo>
                  <a:pt x="0" y="1481470"/>
                </a:lnTo>
                <a:lnTo>
                  <a:pt x="276447" y="1212112"/>
                </a:lnTo>
                <a:lnTo>
                  <a:pt x="595423" y="1013637"/>
                </a:lnTo>
                <a:lnTo>
                  <a:pt x="857693" y="836428"/>
                </a:lnTo>
                <a:lnTo>
                  <a:pt x="999461" y="198475"/>
                </a:lnTo>
                <a:lnTo>
                  <a:pt x="1027814" y="0"/>
                </a:ln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1" name="Freeform 40"/>
          <p:cNvSpPr/>
          <p:nvPr/>
        </p:nvSpPr>
        <p:spPr>
          <a:xfrm>
            <a:off x="1134140" y="2119424"/>
            <a:ext cx="900223" cy="1431852"/>
          </a:xfrm>
          <a:custGeom>
            <a:avLst/>
            <a:gdLst>
              <a:gd name="connsiteX0" fmla="*/ 900223 w 900223"/>
              <a:gd name="connsiteY0" fmla="*/ 0 h 1431852"/>
              <a:gd name="connsiteX1" fmla="*/ 503274 w 900223"/>
              <a:gd name="connsiteY1" fmla="*/ 248093 h 1431852"/>
              <a:gd name="connsiteX2" fmla="*/ 297712 w 900223"/>
              <a:gd name="connsiteY2" fmla="*/ 411126 h 1431852"/>
              <a:gd name="connsiteX3" fmla="*/ 127591 w 900223"/>
              <a:gd name="connsiteY3" fmla="*/ 715926 h 1431852"/>
              <a:gd name="connsiteX4" fmla="*/ 70884 w 900223"/>
              <a:gd name="connsiteY4" fmla="*/ 1134140 h 1431852"/>
              <a:gd name="connsiteX5" fmla="*/ 0 w 900223"/>
              <a:gd name="connsiteY5" fmla="*/ 1431852 h 1431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0223" h="1431852">
                <a:moveTo>
                  <a:pt x="900223" y="0"/>
                </a:moveTo>
                <a:lnTo>
                  <a:pt x="503274" y="248093"/>
                </a:lnTo>
                <a:lnTo>
                  <a:pt x="297712" y="411126"/>
                </a:lnTo>
                <a:lnTo>
                  <a:pt x="127591" y="715926"/>
                </a:lnTo>
                <a:lnTo>
                  <a:pt x="70884" y="1134140"/>
                </a:lnTo>
                <a:lnTo>
                  <a:pt x="0" y="1431852"/>
                </a:ln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2" name="Freeform 41"/>
          <p:cNvSpPr/>
          <p:nvPr/>
        </p:nvSpPr>
        <p:spPr>
          <a:xfrm>
            <a:off x="3317358" y="574158"/>
            <a:ext cx="815163" cy="3437861"/>
          </a:xfrm>
          <a:custGeom>
            <a:avLst/>
            <a:gdLst>
              <a:gd name="connsiteX0" fmla="*/ 0 w 815163"/>
              <a:gd name="connsiteY0" fmla="*/ 0 h 3437861"/>
              <a:gd name="connsiteX1" fmla="*/ 354419 w 815163"/>
              <a:gd name="connsiteY1" fmla="*/ 460744 h 3437861"/>
              <a:gd name="connsiteX2" fmla="*/ 552893 w 815163"/>
              <a:gd name="connsiteY2" fmla="*/ 680484 h 3437861"/>
              <a:gd name="connsiteX3" fmla="*/ 467833 w 815163"/>
              <a:gd name="connsiteY3" fmla="*/ 886047 h 3437861"/>
              <a:gd name="connsiteX4" fmla="*/ 808075 w 815163"/>
              <a:gd name="connsiteY4" fmla="*/ 1240465 h 3437861"/>
              <a:gd name="connsiteX5" fmla="*/ 815163 w 815163"/>
              <a:gd name="connsiteY5" fmla="*/ 1417675 h 3437861"/>
              <a:gd name="connsiteX6" fmla="*/ 680484 w 815163"/>
              <a:gd name="connsiteY6" fmla="*/ 1637414 h 3437861"/>
              <a:gd name="connsiteX7" fmla="*/ 439479 w 815163"/>
              <a:gd name="connsiteY7" fmla="*/ 1878419 h 3437861"/>
              <a:gd name="connsiteX8" fmla="*/ 212651 w 815163"/>
              <a:gd name="connsiteY8" fmla="*/ 2041451 h 3437861"/>
              <a:gd name="connsiteX9" fmla="*/ 134679 w 815163"/>
              <a:gd name="connsiteY9" fmla="*/ 2176130 h 3437861"/>
              <a:gd name="connsiteX10" fmla="*/ 148856 w 815163"/>
              <a:gd name="connsiteY10" fmla="*/ 2395870 h 3437861"/>
              <a:gd name="connsiteX11" fmla="*/ 170121 w 815163"/>
              <a:gd name="connsiteY11" fmla="*/ 2615609 h 3437861"/>
              <a:gd name="connsiteX12" fmla="*/ 368595 w 815163"/>
              <a:gd name="connsiteY12" fmla="*/ 2906233 h 3437861"/>
              <a:gd name="connsiteX13" fmla="*/ 439479 w 815163"/>
              <a:gd name="connsiteY13" fmla="*/ 3423684 h 3437861"/>
              <a:gd name="connsiteX14" fmla="*/ 574158 w 815163"/>
              <a:gd name="connsiteY14" fmla="*/ 3437861 h 343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5163" h="3437861">
                <a:moveTo>
                  <a:pt x="0" y="0"/>
                </a:moveTo>
                <a:lnTo>
                  <a:pt x="354419" y="460744"/>
                </a:lnTo>
                <a:lnTo>
                  <a:pt x="552893" y="680484"/>
                </a:lnTo>
                <a:lnTo>
                  <a:pt x="467833" y="886047"/>
                </a:lnTo>
                <a:lnTo>
                  <a:pt x="808075" y="1240465"/>
                </a:lnTo>
                <a:lnTo>
                  <a:pt x="815163" y="1417675"/>
                </a:lnTo>
                <a:lnTo>
                  <a:pt x="680484" y="1637414"/>
                </a:lnTo>
                <a:lnTo>
                  <a:pt x="439479" y="1878419"/>
                </a:lnTo>
                <a:lnTo>
                  <a:pt x="212651" y="2041451"/>
                </a:lnTo>
                <a:lnTo>
                  <a:pt x="134679" y="2176130"/>
                </a:lnTo>
                <a:lnTo>
                  <a:pt x="148856" y="2395870"/>
                </a:lnTo>
                <a:lnTo>
                  <a:pt x="170121" y="2615609"/>
                </a:lnTo>
                <a:lnTo>
                  <a:pt x="368595" y="2906233"/>
                </a:lnTo>
                <a:lnTo>
                  <a:pt x="439479" y="3423684"/>
                </a:lnTo>
                <a:lnTo>
                  <a:pt x="574158" y="3437861"/>
                </a:ln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3" name="Freeform 42"/>
          <p:cNvSpPr/>
          <p:nvPr/>
        </p:nvSpPr>
        <p:spPr>
          <a:xfrm>
            <a:off x="3019647" y="3941135"/>
            <a:ext cx="772632" cy="687572"/>
          </a:xfrm>
          <a:custGeom>
            <a:avLst/>
            <a:gdLst>
              <a:gd name="connsiteX0" fmla="*/ 0 w 772632"/>
              <a:gd name="connsiteY0" fmla="*/ 687572 h 687572"/>
              <a:gd name="connsiteX1" fmla="*/ 155944 w 772632"/>
              <a:gd name="connsiteY1" fmla="*/ 602512 h 687572"/>
              <a:gd name="connsiteX2" fmla="*/ 326065 w 772632"/>
              <a:gd name="connsiteY2" fmla="*/ 170121 h 687572"/>
              <a:gd name="connsiteX3" fmla="*/ 439479 w 772632"/>
              <a:gd name="connsiteY3" fmla="*/ 70884 h 687572"/>
              <a:gd name="connsiteX4" fmla="*/ 545804 w 772632"/>
              <a:gd name="connsiteY4" fmla="*/ 0 h 687572"/>
              <a:gd name="connsiteX5" fmla="*/ 737190 w 772632"/>
              <a:gd name="connsiteY5" fmla="*/ 21265 h 687572"/>
              <a:gd name="connsiteX6" fmla="*/ 772632 w 772632"/>
              <a:gd name="connsiteY6" fmla="*/ 56707 h 687572"/>
              <a:gd name="connsiteX7" fmla="*/ 645041 w 772632"/>
              <a:gd name="connsiteY7" fmla="*/ 404037 h 68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2632" h="687572">
                <a:moveTo>
                  <a:pt x="0" y="687572"/>
                </a:moveTo>
                <a:lnTo>
                  <a:pt x="155944" y="602512"/>
                </a:lnTo>
                <a:lnTo>
                  <a:pt x="326065" y="170121"/>
                </a:lnTo>
                <a:lnTo>
                  <a:pt x="439479" y="70884"/>
                </a:lnTo>
                <a:lnTo>
                  <a:pt x="545804" y="0"/>
                </a:lnTo>
                <a:lnTo>
                  <a:pt x="737190" y="21265"/>
                </a:lnTo>
                <a:lnTo>
                  <a:pt x="772632" y="56707"/>
                </a:lnTo>
                <a:lnTo>
                  <a:pt x="645041" y="404037"/>
                </a:ln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5" name="Freeform 44"/>
          <p:cNvSpPr/>
          <p:nvPr/>
        </p:nvSpPr>
        <p:spPr>
          <a:xfrm>
            <a:off x="893135" y="2778641"/>
            <a:ext cx="666307" cy="1056167"/>
          </a:xfrm>
          <a:custGeom>
            <a:avLst/>
            <a:gdLst>
              <a:gd name="connsiteX0" fmla="*/ 340242 w 666307"/>
              <a:gd name="connsiteY0" fmla="*/ 1056167 h 1056167"/>
              <a:gd name="connsiteX1" fmla="*/ 418214 w 666307"/>
              <a:gd name="connsiteY1" fmla="*/ 1006549 h 1056167"/>
              <a:gd name="connsiteX2" fmla="*/ 418214 w 666307"/>
              <a:gd name="connsiteY2" fmla="*/ 949842 h 1056167"/>
              <a:gd name="connsiteX3" fmla="*/ 616688 w 666307"/>
              <a:gd name="connsiteY3" fmla="*/ 772632 h 1056167"/>
              <a:gd name="connsiteX4" fmla="*/ 559981 w 666307"/>
              <a:gd name="connsiteY4" fmla="*/ 460744 h 1056167"/>
              <a:gd name="connsiteX5" fmla="*/ 637953 w 666307"/>
              <a:gd name="connsiteY5" fmla="*/ 404037 h 1056167"/>
              <a:gd name="connsiteX6" fmla="*/ 666307 w 666307"/>
              <a:gd name="connsiteY6" fmla="*/ 85060 h 1056167"/>
              <a:gd name="connsiteX7" fmla="*/ 666307 w 666307"/>
              <a:gd name="connsiteY7" fmla="*/ 92149 h 1056167"/>
              <a:gd name="connsiteX8" fmla="*/ 311888 w 666307"/>
              <a:gd name="connsiteY8" fmla="*/ 99237 h 1056167"/>
              <a:gd name="connsiteX9" fmla="*/ 77972 w 666307"/>
              <a:gd name="connsiteY9" fmla="*/ 63795 h 1056167"/>
              <a:gd name="connsiteX10" fmla="*/ 0 w 666307"/>
              <a:gd name="connsiteY10" fmla="*/ 0 h 1056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66307" h="1056167">
                <a:moveTo>
                  <a:pt x="340242" y="1056167"/>
                </a:moveTo>
                <a:lnTo>
                  <a:pt x="418214" y="1006549"/>
                </a:lnTo>
                <a:lnTo>
                  <a:pt x="418214" y="949842"/>
                </a:lnTo>
                <a:lnTo>
                  <a:pt x="616688" y="772632"/>
                </a:lnTo>
                <a:lnTo>
                  <a:pt x="559981" y="460744"/>
                </a:lnTo>
                <a:lnTo>
                  <a:pt x="637953" y="404037"/>
                </a:lnTo>
                <a:lnTo>
                  <a:pt x="666307" y="85060"/>
                </a:lnTo>
                <a:lnTo>
                  <a:pt x="666307" y="92149"/>
                </a:lnTo>
                <a:lnTo>
                  <a:pt x="311888" y="99237"/>
                </a:lnTo>
                <a:lnTo>
                  <a:pt x="77972" y="63795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7" name="Freeform 46"/>
          <p:cNvSpPr/>
          <p:nvPr/>
        </p:nvSpPr>
        <p:spPr>
          <a:xfrm>
            <a:off x="2472267" y="2683933"/>
            <a:ext cx="1587500" cy="1227667"/>
          </a:xfrm>
          <a:custGeom>
            <a:avLst/>
            <a:gdLst>
              <a:gd name="connsiteX0" fmla="*/ 0 w 1587500"/>
              <a:gd name="connsiteY0" fmla="*/ 25400 h 1227667"/>
              <a:gd name="connsiteX1" fmla="*/ 80433 w 1587500"/>
              <a:gd name="connsiteY1" fmla="*/ 38100 h 1227667"/>
              <a:gd name="connsiteX2" fmla="*/ 182033 w 1587500"/>
              <a:gd name="connsiteY2" fmla="*/ 0 h 1227667"/>
              <a:gd name="connsiteX3" fmla="*/ 427566 w 1587500"/>
              <a:gd name="connsiteY3" fmla="*/ 59267 h 1227667"/>
              <a:gd name="connsiteX4" fmla="*/ 596900 w 1587500"/>
              <a:gd name="connsiteY4" fmla="*/ 190500 h 1227667"/>
              <a:gd name="connsiteX5" fmla="*/ 706966 w 1587500"/>
              <a:gd name="connsiteY5" fmla="*/ 101600 h 1227667"/>
              <a:gd name="connsiteX6" fmla="*/ 846666 w 1587500"/>
              <a:gd name="connsiteY6" fmla="*/ 88900 h 1227667"/>
              <a:gd name="connsiteX7" fmla="*/ 1066800 w 1587500"/>
              <a:gd name="connsiteY7" fmla="*/ 71967 h 1227667"/>
              <a:gd name="connsiteX8" fmla="*/ 1172633 w 1587500"/>
              <a:gd name="connsiteY8" fmla="*/ 215900 h 1227667"/>
              <a:gd name="connsiteX9" fmla="*/ 1303866 w 1587500"/>
              <a:gd name="connsiteY9" fmla="*/ 262467 h 1227667"/>
              <a:gd name="connsiteX10" fmla="*/ 1392766 w 1587500"/>
              <a:gd name="connsiteY10" fmla="*/ 139700 h 1227667"/>
              <a:gd name="connsiteX11" fmla="*/ 1481666 w 1587500"/>
              <a:gd name="connsiteY11" fmla="*/ 122767 h 1227667"/>
              <a:gd name="connsiteX12" fmla="*/ 1545166 w 1587500"/>
              <a:gd name="connsiteY12" fmla="*/ 254000 h 1227667"/>
              <a:gd name="connsiteX13" fmla="*/ 1587500 w 1587500"/>
              <a:gd name="connsiteY13" fmla="*/ 364067 h 1227667"/>
              <a:gd name="connsiteX14" fmla="*/ 1574800 w 1587500"/>
              <a:gd name="connsiteY14" fmla="*/ 520700 h 1227667"/>
              <a:gd name="connsiteX15" fmla="*/ 1456266 w 1587500"/>
              <a:gd name="connsiteY15" fmla="*/ 575734 h 1227667"/>
              <a:gd name="connsiteX16" fmla="*/ 1422400 w 1587500"/>
              <a:gd name="connsiteY16" fmla="*/ 745067 h 1227667"/>
              <a:gd name="connsiteX17" fmla="*/ 1303866 w 1587500"/>
              <a:gd name="connsiteY17" fmla="*/ 884767 h 1227667"/>
              <a:gd name="connsiteX18" fmla="*/ 1329266 w 1587500"/>
              <a:gd name="connsiteY18" fmla="*/ 1041400 h 1227667"/>
              <a:gd name="connsiteX19" fmla="*/ 1468966 w 1587500"/>
              <a:gd name="connsiteY19" fmla="*/ 1223434 h 1227667"/>
              <a:gd name="connsiteX20" fmla="*/ 1464733 w 1587500"/>
              <a:gd name="connsiteY20" fmla="*/ 1227667 h 1227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587500" h="1227667">
                <a:moveTo>
                  <a:pt x="0" y="25400"/>
                </a:moveTo>
                <a:lnTo>
                  <a:pt x="80433" y="38100"/>
                </a:lnTo>
                <a:lnTo>
                  <a:pt x="182033" y="0"/>
                </a:lnTo>
                <a:lnTo>
                  <a:pt x="427566" y="59267"/>
                </a:lnTo>
                <a:lnTo>
                  <a:pt x="596900" y="190500"/>
                </a:lnTo>
                <a:lnTo>
                  <a:pt x="706966" y="101600"/>
                </a:lnTo>
                <a:lnTo>
                  <a:pt x="846666" y="88900"/>
                </a:lnTo>
                <a:lnTo>
                  <a:pt x="1066800" y="71967"/>
                </a:lnTo>
                <a:lnTo>
                  <a:pt x="1172633" y="215900"/>
                </a:lnTo>
                <a:lnTo>
                  <a:pt x="1303866" y="262467"/>
                </a:lnTo>
                <a:lnTo>
                  <a:pt x="1392766" y="139700"/>
                </a:lnTo>
                <a:lnTo>
                  <a:pt x="1481666" y="122767"/>
                </a:lnTo>
                <a:lnTo>
                  <a:pt x="1545166" y="254000"/>
                </a:lnTo>
                <a:lnTo>
                  <a:pt x="1587500" y="364067"/>
                </a:lnTo>
                <a:lnTo>
                  <a:pt x="1574800" y="520700"/>
                </a:lnTo>
                <a:lnTo>
                  <a:pt x="1456266" y="575734"/>
                </a:lnTo>
                <a:lnTo>
                  <a:pt x="1422400" y="745067"/>
                </a:lnTo>
                <a:lnTo>
                  <a:pt x="1303866" y="884767"/>
                </a:lnTo>
                <a:lnTo>
                  <a:pt x="1329266" y="1041400"/>
                </a:lnTo>
                <a:lnTo>
                  <a:pt x="1468966" y="1223434"/>
                </a:lnTo>
                <a:lnTo>
                  <a:pt x="1464733" y="1227667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8" name="Freeform 47"/>
          <p:cNvSpPr/>
          <p:nvPr/>
        </p:nvSpPr>
        <p:spPr>
          <a:xfrm>
            <a:off x="3014133" y="4114800"/>
            <a:ext cx="973667" cy="575733"/>
          </a:xfrm>
          <a:custGeom>
            <a:avLst/>
            <a:gdLst>
              <a:gd name="connsiteX0" fmla="*/ 0 w 973667"/>
              <a:gd name="connsiteY0" fmla="*/ 575733 h 575733"/>
              <a:gd name="connsiteX1" fmla="*/ 0 w 973667"/>
              <a:gd name="connsiteY1" fmla="*/ 575733 h 575733"/>
              <a:gd name="connsiteX2" fmla="*/ 169334 w 973667"/>
              <a:gd name="connsiteY2" fmla="*/ 550333 h 575733"/>
              <a:gd name="connsiteX3" fmla="*/ 198967 w 973667"/>
              <a:gd name="connsiteY3" fmla="*/ 516467 h 575733"/>
              <a:gd name="connsiteX4" fmla="*/ 211667 w 973667"/>
              <a:gd name="connsiteY4" fmla="*/ 499533 h 575733"/>
              <a:gd name="connsiteX5" fmla="*/ 351367 w 973667"/>
              <a:gd name="connsiteY5" fmla="*/ 351367 h 575733"/>
              <a:gd name="connsiteX6" fmla="*/ 503767 w 973667"/>
              <a:gd name="connsiteY6" fmla="*/ 173567 h 575733"/>
              <a:gd name="connsiteX7" fmla="*/ 787400 w 973667"/>
              <a:gd name="connsiteY7" fmla="*/ 110067 h 575733"/>
              <a:gd name="connsiteX8" fmla="*/ 973667 w 973667"/>
              <a:gd name="connsiteY8" fmla="*/ 0 h 57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3667" h="575733">
                <a:moveTo>
                  <a:pt x="0" y="575733"/>
                </a:moveTo>
                <a:lnTo>
                  <a:pt x="0" y="575733"/>
                </a:lnTo>
                <a:lnTo>
                  <a:pt x="169334" y="550333"/>
                </a:lnTo>
                <a:cubicBezTo>
                  <a:pt x="179212" y="539044"/>
                  <a:pt x="189364" y="527990"/>
                  <a:pt x="198967" y="516467"/>
                </a:cubicBezTo>
                <a:cubicBezTo>
                  <a:pt x="203484" y="511047"/>
                  <a:pt x="211667" y="499533"/>
                  <a:pt x="211667" y="499533"/>
                </a:cubicBezTo>
                <a:lnTo>
                  <a:pt x="351367" y="351367"/>
                </a:lnTo>
                <a:lnTo>
                  <a:pt x="503767" y="173567"/>
                </a:lnTo>
                <a:lnTo>
                  <a:pt x="787400" y="110067"/>
                </a:lnTo>
                <a:lnTo>
                  <a:pt x="973667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9" name="Freeform 48"/>
          <p:cNvSpPr/>
          <p:nvPr/>
        </p:nvSpPr>
        <p:spPr>
          <a:xfrm>
            <a:off x="1570567" y="571500"/>
            <a:ext cx="1735666" cy="2302933"/>
          </a:xfrm>
          <a:custGeom>
            <a:avLst/>
            <a:gdLst>
              <a:gd name="connsiteX0" fmla="*/ 0 w 1735666"/>
              <a:gd name="connsiteY0" fmla="*/ 2302933 h 2302933"/>
              <a:gd name="connsiteX1" fmla="*/ 186266 w 1735666"/>
              <a:gd name="connsiteY1" fmla="*/ 2260600 h 2302933"/>
              <a:gd name="connsiteX2" fmla="*/ 465666 w 1735666"/>
              <a:gd name="connsiteY2" fmla="*/ 2260600 h 2302933"/>
              <a:gd name="connsiteX3" fmla="*/ 592666 w 1735666"/>
              <a:gd name="connsiteY3" fmla="*/ 2146300 h 2302933"/>
              <a:gd name="connsiteX4" fmla="*/ 800100 w 1735666"/>
              <a:gd name="connsiteY4" fmla="*/ 2044700 h 2302933"/>
              <a:gd name="connsiteX5" fmla="*/ 935566 w 1735666"/>
              <a:gd name="connsiteY5" fmla="*/ 2125133 h 2302933"/>
              <a:gd name="connsiteX6" fmla="*/ 1007533 w 1735666"/>
              <a:gd name="connsiteY6" fmla="*/ 2074333 h 2302933"/>
              <a:gd name="connsiteX7" fmla="*/ 893233 w 1735666"/>
              <a:gd name="connsiteY7" fmla="*/ 1943100 h 2302933"/>
              <a:gd name="connsiteX8" fmla="*/ 719666 w 1735666"/>
              <a:gd name="connsiteY8" fmla="*/ 1799167 h 2302933"/>
              <a:gd name="connsiteX9" fmla="*/ 635000 w 1735666"/>
              <a:gd name="connsiteY9" fmla="*/ 1701800 h 2302933"/>
              <a:gd name="connsiteX10" fmla="*/ 630766 w 1735666"/>
              <a:gd name="connsiteY10" fmla="*/ 1621367 h 2302933"/>
              <a:gd name="connsiteX11" fmla="*/ 668866 w 1735666"/>
              <a:gd name="connsiteY11" fmla="*/ 1468967 h 2302933"/>
              <a:gd name="connsiteX12" fmla="*/ 846666 w 1735666"/>
              <a:gd name="connsiteY12" fmla="*/ 1409700 h 2302933"/>
              <a:gd name="connsiteX13" fmla="*/ 1117600 w 1735666"/>
              <a:gd name="connsiteY13" fmla="*/ 1138767 h 2302933"/>
              <a:gd name="connsiteX14" fmla="*/ 1240366 w 1735666"/>
              <a:gd name="connsiteY14" fmla="*/ 977900 h 2302933"/>
              <a:gd name="connsiteX15" fmla="*/ 1579033 w 1735666"/>
              <a:gd name="connsiteY15" fmla="*/ 817033 h 2302933"/>
              <a:gd name="connsiteX16" fmla="*/ 1706033 w 1735666"/>
              <a:gd name="connsiteY16" fmla="*/ 529167 h 2302933"/>
              <a:gd name="connsiteX17" fmla="*/ 1735666 w 1735666"/>
              <a:gd name="connsiteY17" fmla="*/ 0 h 2302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35666" h="2302933">
                <a:moveTo>
                  <a:pt x="0" y="2302933"/>
                </a:moveTo>
                <a:lnTo>
                  <a:pt x="186266" y="2260600"/>
                </a:lnTo>
                <a:lnTo>
                  <a:pt x="465666" y="2260600"/>
                </a:lnTo>
                <a:lnTo>
                  <a:pt x="592666" y="2146300"/>
                </a:lnTo>
                <a:lnTo>
                  <a:pt x="800100" y="2044700"/>
                </a:lnTo>
                <a:lnTo>
                  <a:pt x="935566" y="2125133"/>
                </a:lnTo>
                <a:lnTo>
                  <a:pt x="1007533" y="2074333"/>
                </a:lnTo>
                <a:lnTo>
                  <a:pt x="893233" y="1943100"/>
                </a:lnTo>
                <a:lnTo>
                  <a:pt x="719666" y="1799167"/>
                </a:lnTo>
                <a:lnTo>
                  <a:pt x="635000" y="1701800"/>
                </a:lnTo>
                <a:lnTo>
                  <a:pt x="630766" y="1621367"/>
                </a:lnTo>
                <a:lnTo>
                  <a:pt x="668866" y="1468967"/>
                </a:lnTo>
                <a:lnTo>
                  <a:pt x="846666" y="1409700"/>
                </a:lnTo>
                <a:lnTo>
                  <a:pt x="1117600" y="1138767"/>
                </a:lnTo>
                <a:lnTo>
                  <a:pt x="1240366" y="977900"/>
                </a:lnTo>
                <a:lnTo>
                  <a:pt x="1579033" y="817033"/>
                </a:lnTo>
                <a:lnTo>
                  <a:pt x="1706033" y="529167"/>
                </a:lnTo>
                <a:lnTo>
                  <a:pt x="1735666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8421" y="361681"/>
            <a:ext cx="292633" cy="274344"/>
          </a:xfrm>
          <a:prstGeom prst="rect">
            <a:avLst/>
          </a:prstGeom>
        </p:spPr>
      </p:pic>
      <p:grpSp>
        <p:nvGrpSpPr>
          <p:cNvPr id="62" name="Group 61"/>
          <p:cNvGrpSpPr/>
          <p:nvPr/>
        </p:nvGrpSpPr>
        <p:grpSpPr>
          <a:xfrm rot="1008468">
            <a:off x="-3404636" y="8103472"/>
            <a:ext cx="1827471" cy="142721"/>
            <a:chOff x="8770678" y="6190735"/>
            <a:chExt cx="1827471" cy="142721"/>
          </a:xfrm>
        </p:grpSpPr>
        <p:sp>
          <p:nvSpPr>
            <p:cNvPr id="51" name="Rectangle 50"/>
            <p:cNvSpPr/>
            <p:nvPr/>
          </p:nvSpPr>
          <p:spPr>
            <a:xfrm>
              <a:off x="8770678" y="6191250"/>
              <a:ext cx="1827471" cy="1422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cxnSp>
          <p:nvCxnSpPr>
            <p:cNvPr id="55" name="Straight Connector 54"/>
            <p:cNvCxnSpPr/>
            <p:nvPr/>
          </p:nvCxnSpPr>
          <p:spPr>
            <a:xfrm flipV="1">
              <a:off x="9011606" y="6190735"/>
              <a:ext cx="1765" cy="1412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V="1">
              <a:off x="9232851" y="6190735"/>
              <a:ext cx="1765" cy="1412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V="1">
              <a:off x="9452331" y="6190735"/>
              <a:ext cx="1765" cy="1412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V="1">
              <a:off x="9670046" y="6190735"/>
              <a:ext cx="1765" cy="1412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V="1">
              <a:off x="9887761" y="6190735"/>
              <a:ext cx="1765" cy="1412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10105476" y="6190735"/>
              <a:ext cx="1765" cy="1412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V="1">
              <a:off x="10328486" y="6190735"/>
              <a:ext cx="1765" cy="1412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Freeform 64"/>
          <p:cNvSpPr/>
          <p:nvPr/>
        </p:nvSpPr>
        <p:spPr>
          <a:xfrm>
            <a:off x="1428466" y="2624919"/>
            <a:ext cx="2638567" cy="1160060"/>
          </a:xfrm>
          <a:custGeom>
            <a:avLst/>
            <a:gdLst>
              <a:gd name="connsiteX0" fmla="*/ 0 w 2638567"/>
              <a:gd name="connsiteY0" fmla="*/ 241111 h 1160060"/>
              <a:gd name="connsiteX1" fmla="*/ 141027 w 2638567"/>
              <a:gd name="connsiteY1" fmla="*/ 236562 h 1160060"/>
              <a:gd name="connsiteX2" fmla="*/ 445827 w 2638567"/>
              <a:gd name="connsiteY2" fmla="*/ 186520 h 1160060"/>
              <a:gd name="connsiteX3" fmla="*/ 623247 w 2638567"/>
              <a:gd name="connsiteY3" fmla="*/ 209266 h 1160060"/>
              <a:gd name="connsiteX4" fmla="*/ 809767 w 2638567"/>
              <a:gd name="connsiteY4" fmla="*/ 36394 h 1160060"/>
              <a:gd name="connsiteX5" fmla="*/ 932597 w 2638567"/>
              <a:gd name="connsiteY5" fmla="*/ 0 h 1160060"/>
              <a:gd name="connsiteX6" fmla="*/ 1114567 w 2638567"/>
              <a:gd name="connsiteY6" fmla="*/ 86436 h 1160060"/>
              <a:gd name="connsiteX7" fmla="*/ 1269241 w 2638567"/>
              <a:gd name="connsiteY7" fmla="*/ 54591 h 1160060"/>
              <a:gd name="connsiteX8" fmla="*/ 1510352 w 2638567"/>
              <a:gd name="connsiteY8" fmla="*/ 131929 h 1160060"/>
              <a:gd name="connsiteX9" fmla="*/ 1642280 w 2638567"/>
              <a:gd name="connsiteY9" fmla="*/ 241111 h 1160060"/>
              <a:gd name="connsiteX10" fmla="*/ 1796955 w 2638567"/>
              <a:gd name="connsiteY10" fmla="*/ 150126 h 1160060"/>
              <a:gd name="connsiteX11" fmla="*/ 2106304 w 2638567"/>
              <a:gd name="connsiteY11" fmla="*/ 131929 h 1160060"/>
              <a:gd name="connsiteX12" fmla="*/ 2188191 w 2638567"/>
              <a:gd name="connsiteY12" fmla="*/ 222914 h 1160060"/>
              <a:gd name="connsiteX13" fmla="*/ 2220035 w 2638567"/>
              <a:gd name="connsiteY13" fmla="*/ 282054 h 1160060"/>
              <a:gd name="connsiteX14" fmla="*/ 2338316 w 2638567"/>
              <a:gd name="connsiteY14" fmla="*/ 322997 h 1160060"/>
              <a:gd name="connsiteX15" fmla="*/ 2415653 w 2638567"/>
              <a:gd name="connsiteY15" fmla="*/ 245660 h 1160060"/>
              <a:gd name="connsiteX16" fmla="*/ 2479343 w 2638567"/>
              <a:gd name="connsiteY16" fmla="*/ 163774 h 1160060"/>
              <a:gd name="connsiteX17" fmla="*/ 2638567 w 2638567"/>
              <a:gd name="connsiteY17" fmla="*/ 391236 h 1160060"/>
              <a:gd name="connsiteX18" fmla="*/ 2593074 w 2638567"/>
              <a:gd name="connsiteY18" fmla="*/ 605051 h 1160060"/>
              <a:gd name="connsiteX19" fmla="*/ 2483892 w 2638567"/>
              <a:gd name="connsiteY19" fmla="*/ 741529 h 1160060"/>
              <a:gd name="connsiteX20" fmla="*/ 2338316 w 2638567"/>
              <a:gd name="connsiteY20" fmla="*/ 955344 h 1160060"/>
              <a:gd name="connsiteX21" fmla="*/ 2411104 w 2638567"/>
              <a:gd name="connsiteY21" fmla="*/ 1160060 h 1160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38567" h="1160060">
                <a:moveTo>
                  <a:pt x="0" y="241111"/>
                </a:moveTo>
                <a:lnTo>
                  <a:pt x="141027" y="236562"/>
                </a:lnTo>
                <a:lnTo>
                  <a:pt x="445827" y="186520"/>
                </a:lnTo>
                <a:lnTo>
                  <a:pt x="623247" y="209266"/>
                </a:lnTo>
                <a:lnTo>
                  <a:pt x="809767" y="36394"/>
                </a:lnTo>
                <a:lnTo>
                  <a:pt x="932597" y="0"/>
                </a:lnTo>
                <a:lnTo>
                  <a:pt x="1114567" y="86436"/>
                </a:lnTo>
                <a:lnTo>
                  <a:pt x="1269241" y="54591"/>
                </a:lnTo>
                <a:lnTo>
                  <a:pt x="1510352" y="131929"/>
                </a:lnTo>
                <a:lnTo>
                  <a:pt x="1642280" y="241111"/>
                </a:lnTo>
                <a:lnTo>
                  <a:pt x="1796955" y="150126"/>
                </a:lnTo>
                <a:lnTo>
                  <a:pt x="2106304" y="131929"/>
                </a:lnTo>
                <a:lnTo>
                  <a:pt x="2188191" y="222914"/>
                </a:lnTo>
                <a:lnTo>
                  <a:pt x="2220035" y="282054"/>
                </a:lnTo>
                <a:lnTo>
                  <a:pt x="2338316" y="322997"/>
                </a:lnTo>
                <a:lnTo>
                  <a:pt x="2415653" y="245660"/>
                </a:lnTo>
                <a:lnTo>
                  <a:pt x="2479343" y="163774"/>
                </a:lnTo>
                <a:lnTo>
                  <a:pt x="2638567" y="391236"/>
                </a:lnTo>
                <a:lnTo>
                  <a:pt x="2593074" y="605051"/>
                </a:lnTo>
                <a:lnTo>
                  <a:pt x="2483892" y="741529"/>
                </a:lnTo>
                <a:lnTo>
                  <a:pt x="2338316" y="955344"/>
                </a:lnTo>
                <a:lnTo>
                  <a:pt x="2411104" y="1160060"/>
                </a:ln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6" name="Rectangle 65"/>
          <p:cNvSpPr/>
          <p:nvPr/>
        </p:nvSpPr>
        <p:spPr>
          <a:xfrm>
            <a:off x="5649488" y="249852"/>
            <a:ext cx="3435226" cy="25109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 smtClean="0">
                <a:solidFill>
                  <a:schemeClr val="tx1"/>
                </a:solidFill>
              </a:rPr>
              <a:t>Routes</a:t>
            </a:r>
          </a:p>
          <a:p>
            <a:pPr algn="ctr"/>
            <a:r>
              <a:rPr lang="en-IE" dirty="0" smtClean="0">
                <a:solidFill>
                  <a:schemeClr val="tx1"/>
                </a:solidFill>
              </a:rPr>
              <a:t>Route Purple (Road) – 350miles</a:t>
            </a:r>
          </a:p>
          <a:p>
            <a:pPr algn="ctr"/>
            <a:r>
              <a:rPr lang="en-IE" dirty="0" smtClean="0">
                <a:solidFill>
                  <a:schemeClr val="tx1"/>
                </a:solidFill>
              </a:rPr>
              <a:t>Route Blue (Rail) – 60miles</a:t>
            </a:r>
          </a:p>
          <a:p>
            <a:pPr algn="ctr"/>
            <a:r>
              <a:rPr lang="en-IE" dirty="0" smtClean="0">
                <a:solidFill>
                  <a:schemeClr val="tx1"/>
                </a:solidFill>
              </a:rPr>
              <a:t>Route Red (Rail) – 120miles</a:t>
            </a:r>
          </a:p>
          <a:p>
            <a:pPr algn="ctr"/>
            <a:r>
              <a:rPr lang="en-IE" dirty="0" smtClean="0">
                <a:solidFill>
                  <a:schemeClr val="tx1"/>
                </a:solidFill>
              </a:rPr>
              <a:t>Route Orange (Rail) – 340miles</a:t>
            </a:r>
          </a:p>
          <a:p>
            <a:pPr algn="ctr"/>
            <a:r>
              <a:rPr lang="en-IE" dirty="0" smtClean="0">
                <a:solidFill>
                  <a:schemeClr val="tx1"/>
                </a:solidFill>
              </a:rPr>
              <a:t>Route Yellow (Sea) – 200miles</a:t>
            </a:r>
          </a:p>
          <a:p>
            <a:pPr algn="ctr"/>
            <a:r>
              <a:rPr lang="en-IE" dirty="0" smtClean="0">
                <a:solidFill>
                  <a:schemeClr val="tx1"/>
                </a:solidFill>
              </a:rPr>
              <a:t>Route Brown (Sea) – 320miles</a:t>
            </a:r>
          </a:p>
          <a:p>
            <a:pPr algn="ctr"/>
            <a:endParaRPr lang="en-IE" dirty="0" smtClean="0">
              <a:solidFill>
                <a:schemeClr val="tx1"/>
              </a:solidFill>
            </a:endParaRPr>
          </a:p>
          <a:p>
            <a:pPr algn="ctr"/>
            <a:r>
              <a:rPr lang="en-IE" dirty="0" smtClean="0"/>
              <a:t>r</a:t>
            </a:r>
            <a:endParaRPr lang="en-IE" dirty="0"/>
          </a:p>
        </p:txBody>
      </p:sp>
      <p:sp>
        <p:nvSpPr>
          <p:cNvPr id="67" name="Freeform 66"/>
          <p:cNvSpPr/>
          <p:nvPr/>
        </p:nvSpPr>
        <p:spPr>
          <a:xfrm>
            <a:off x="1113183" y="2981739"/>
            <a:ext cx="127220" cy="620202"/>
          </a:xfrm>
          <a:custGeom>
            <a:avLst/>
            <a:gdLst>
              <a:gd name="connsiteX0" fmla="*/ 0 w 127220"/>
              <a:gd name="connsiteY0" fmla="*/ 620202 h 620202"/>
              <a:gd name="connsiteX1" fmla="*/ 95415 w 127220"/>
              <a:gd name="connsiteY1" fmla="*/ 246491 h 620202"/>
              <a:gd name="connsiteX2" fmla="*/ 127220 w 127220"/>
              <a:gd name="connsiteY2" fmla="*/ 0 h 62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220" h="620202">
                <a:moveTo>
                  <a:pt x="0" y="620202"/>
                </a:moveTo>
                <a:lnTo>
                  <a:pt x="95415" y="246491"/>
                </a:lnTo>
                <a:lnTo>
                  <a:pt x="127220" y="0"/>
                </a:ln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534" y="2715183"/>
            <a:ext cx="292633" cy="268247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3553" y="2994612"/>
            <a:ext cx="292633" cy="280440"/>
          </a:xfrm>
          <a:prstGeom prst="rect">
            <a:avLst/>
          </a:prstGeom>
        </p:spPr>
      </p:pic>
      <p:grpSp>
        <p:nvGrpSpPr>
          <p:cNvPr id="35" name="Group 34"/>
          <p:cNvGrpSpPr>
            <a:grpSpLocks noChangeAspect="1"/>
          </p:cNvGrpSpPr>
          <p:nvPr/>
        </p:nvGrpSpPr>
        <p:grpSpPr>
          <a:xfrm>
            <a:off x="3810282" y="3802540"/>
            <a:ext cx="294256" cy="276148"/>
            <a:chOff x="1190625" y="1936750"/>
            <a:chExt cx="792549" cy="743776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0625" y="1936750"/>
              <a:ext cx="792549" cy="743776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81125" y="2222500"/>
              <a:ext cx="390178" cy="286537"/>
            </a:xfrm>
            <a:prstGeom prst="rect">
              <a:avLst/>
            </a:prstGeom>
          </p:spPr>
        </p:pic>
      </p:grpSp>
      <p:sp>
        <p:nvSpPr>
          <p:cNvPr id="68" name="Freeform 67"/>
          <p:cNvSpPr/>
          <p:nvPr/>
        </p:nvSpPr>
        <p:spPr>
          <a:xfrm>
            <a:off x="1318437" y="510363"/>
            <a:ext cx="1977656" cy="2232837"/>
          </a:xfrm>
          <a:custGeom>
            <a:avLst/>
            <a:gdLst>
              <a:gd name="connsiteX0" fmla="*/ 0 w 1977656"/>
              <a:gd name="connsiteY0" fmla="*/ 2232837 h 2232837"/>
              <a:gd name="connsiteX1" fmla="*/ 0 w 1977656"/>
              <a:gd name="connsiteY1" fmla="*/ 2232837 h 2232837"/>
              <a:gd name="connsiteX2" fmla="*/ 155944 w 1977656"/>
              <a:gd name="connsiteY2" fmla="*/ 1963479 h 2232837"/>
              <a:gd name="connsiteX3" fmla="*/ 723014 w 1977656"/>
              <a:gd name="connsiteY3" fmla="*/ 1601972 h 2232837"/>
              <a:gd name="connsiteX4" fmla="*/ 1041991 w 1977656"/>
              <a:gd name="connsiteY4" fmla="*/ 1417674 h 2232837"/>
              <a:gd name="connsiteX5" fmla="*/ 1516912 w 1977656"/>
              <a:gd name="connsiteY5" fmla="*/ 1056167 h 2232837"/>
              <a:gd name="connsiteX6" fmla="*/ 1864242 w 1977656"/>
              <a:gd name="connsiteY6" fmla="*/ 836428 h 2232837"/>
              <a:gd name="connsiteX7" fmla="*/ 1977656 w 1977656"/>
              <a:gd name="connsiteY7" fmla="*/ 0 h 2232837"/>
              <a:gd name="connsiteX8" fmla="*/ 1949303 w 1977656"/>
              <a:gd name="connsiteY8" fmla="*/ 0 h 223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7656" h="2232837">
                <a:moveTo>
                  <a:pt x="0" y="2232837"/>
                </a:moveTo>
                <a:lnTo>
                  <a:pt x="0" y="2232837"/>
                </a:lnTo>
                <a:lnTo>
                  <a:pt x="155944" y="1963479"/>
                </a:lnTo>
                <a:lnTo>
                  <a:pt x="723014" y="1601972"/>
                </a:lnTo>
                <a:lnTo>
                  <a:pt x="1041991" y="1417674"/>
                </a:lnTo>
                <a:lnTo>
                  <a:pt x="1516912" y="1056167"/>
                </a:lnTo>
                <a:lnTo>
                  <a:pt x="1864242" y="836428"/>
                </a:lnTo>
                <a:lnTo>
                  <a:pt x="1977656" y="0"/>
                </a:lnTo>
                <a:lnTo>
                  <a:pt x="1949303" y="0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18" name="Group 17"/>
          <p:cNvGrpSpPr>
            <a:grpSpLocks noChangeAspect="1"/>
          </p:cNvGrpSpPr>
          <p:nvPr/>
        </p:nvGrpSpPr>
        <p:grpSpPr>
          <a:xfrm>
            <a:off x="2039432" y="1864242"/>
            <a:ext cx="294257" cy="269358"/>
            <a:chOff x="63500" y="1968500"/>
            <a:chExt cx="792549" cy="725487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00" y="1968500"/>
              <a:ext cx="792549" cy="72548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4000" y="2254250"/>
              <a:ext cx="390178" cy="286537"/>
            </a:xfrm>
            <a:prstGeom prst="rect">
              <a:avLst/>
            </a:prstGeom>
          </p:spPr>
        </p:pic>
      </p:grpSp>
      <p:sp>
        <p:nvSpPr>
          <p:cNvPr id="69" name="Freeform 68"/>
          <p:cNvSpPr/>
          <p:nvPr/>
        </p:nvSpPr>
        <p:spPr>
          <a:xfrm>
            <a:off x="3303181" y="503274"/>
            <a:ext cx="857693" cy="3338624"/>
          </a:xfrm>
          <a:custGeom>
            <a:avLst/>
            <a:gdLst>
              <a:gd name="connsiteX0" fmla="*/ 0 w 857693"/>
              <a:gd name="connsiteY0" fmla="*/ 0 h 3338624"/>
              <a:gd name="connsiteX1" fmla="*/ 581247 w 857693"/>
              <a:gd name="connsiteY1" fmla="*/ 758456 h 3338624"/>
              <a:gd name="connsiteX2" fmla="*/ 496186 w 857693"/>
              <a:gd name="connsiteY2" fmla="*/ 935666 h 3338624"/>
              <a:gd name="connsiteX3" fmla="*/ 758456 w 857693"/>
              <a:gd name="connsiteY3" fmla="*/ 1240466 h 3338624"/>
              <a:gd name="connsiteX4" fmla="*/ 857693 w 857693"/>
              <a:gd name="connsiteY4" fmla="*/ 1382233 h 3338624"/>
              <a:gd name="connsiteX5" fmla="*/ 815163 w 857693"/>
              <a:gd name="connsiteY5" fmla="*/ 1524000 h 3338624"/>
              <a:gd name="connsiteX6" fmla="*/ 595424 w 857693"/>
              <a:gd name="connsiteY6" fmla="*/ 1835889 h 3338624"/>
              <a:gd name="connsiteX7" fmla="*/ 361507 w 857693"/>
              <a:gd name="connsiteY7" fmla="*/ 1984745 h 3338624"/>
              <a:gd name="connsiteX8" fmla="*/ 219740 w 857693"/>
              <a:gd name="connsiteY8" fmla="*/ 2147777 h 3338624"/>
              <a:gd name="connsiteX9" fmla="*/ 155945 w 857693"/>
              <a:gd name="connsiteY9" fmla="*/ 2239926 h 3338624"/>
              <a:gd name="connsiteX10" fmla="*/ 170121 w 857693"/>
              <a:gd name="connsiteY10" fmla="*/ 2636875 h 3338624"/>
              <a:gd name="connsiteX11" fmla="*/ 233917 w 857693"/>
              <a:gd name="connsiteY11" fmla="*/ 2799907 h 3338624"/>
              <a:gd name="connsiteX12" fmla="*/ 347331 w 857693"/>
              <a:gd name="connsiteY12" fmla="*/ 2927498 h 3338624"/>
              <a:gd name="connsiteX13" fmla="*/ 382772 w 857693"/>
              <a:gd name="connsiteY13" fmla="*/ 3048000 h 3338624"/>
              <a:gd name="connsiteX14" fmla="*/ 432391 w 857693"/>
              <a:gd name="connsiteY14" fmla="*/ 3338624 h 3338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57693" h="3338624">
                <a:moveTo>
                  <a:pt x="0" y="0"/>
                </a:moveTo>
                <a:lnTo>
                  <a:pt x="581247" y="758456"/>
                </a:lnTo>
                <a:lnTo>
                  <a:pt x="496186" y="935666"/>
                </a:lnTo>
                <a:lnTo>
                  <a:pt x="758456" y="1240466"/>
                </a:lnTo>
                <a:lnTo>
                  <a:pt x="857693" y="1382233"/>
                </a:lnTo>
                <a:lnTo>
                  <a:pt x="815163" y="1524000"/>
                </a:lnTo>
                <a:lnTo>
                  <a:pt x="595424" y="1835889"/>
                </a:lnTo>
                <a:lnTo>
                  <a:pt x="361507" y="1984745"/>
                </a:lnTo>
                <a:lnTo>
                  <a:pt x="219740" y="2147777"/>
                </a:lnTo>
                <a:lnTo>
                  <a:pt x="155945" y="2239926"/>
                </a:lnTo>
                <a:lnTo>
                  <a:pt x="170121" y="2636875"/>
                </a:lnTo>
                <a:lnTo>
                  <a:pt x="233917" y="2799907"/>
                </a:lnTo>
                <a:lnTo>
                  <a:pt x="347331" y="2927498"/>
                </a:lnTo>
                <a:lnTo>
                  <a:pt x="382772" y="3048000"/>
                </a:lnTo>
                <a:lnTo>
                  <a:pt x="432391" y="3338624"/>
                </a:ln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1" name="Freeform 70"/>
          <p:cNvSpPr/>
          <p:nvPr/>
        </p:nvSpPr>
        <p:spPr>
          <a:xfrm>
            <a:off x="1232452" y="3896139"/>
            <a:ext cx="1637969" cy="1121134"/>
          </a:xfrm>
          <a:custGeom>
            <a:avLst/>
            <a:gdLst>
              <a:gd name="connsiteX0" fmla="*/ 0 w 1637969"/>
              <a:gd name="connsiteY0" fmla="*/ 0 h 1121134"/>
              <a:gd name="connsiteX1" fmla="*/ 7951 w 1637969"/>
              <a:gd name="connsiteY1" fmla="*/ 318052 h 1121134"/>
              <a:gd name="connsiteX2" fmla="*/ 7951 w 1637969"/>
              <a:gd name="connsiteY2" fmla="*/ 636104 h 1121134"/>
              <a:gd name="connsiteX3" fmla="*/ 222637 w 1637969"/>
              <a:gd name="connsiteY3" fmla="*/ 954157 h 1121134"/>
              <a:gd name="connsiteX4" fmla="*/ 826936 w 1637969"/>
              <a:gd name="connsiteY4" fmla="*/ 1017767 h 1121134"/>
              <a:gd name="connsiteX5" fmla="*/ 1240404 w 1637969"/>
              <a:gd name="connsiteY5" fmla="*/ 1121134 h 1121134"/>
              <a:gd name="connsiteX6" fmla="*/ 1637969 w 1637969"/>
              <a:gd name="connsiteY6" fmla="*/ 922351 h 1121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7969" h="1121134">
                <a:moveTo>
                  <a:pt x="0" y="0"/>
                </a:moveTo>
                <a:lnTo>
                  <a:pt x="7951" y="318052"/>
                </a:lnTo>
                <a:lnTo>
                  <a:pt x="7951" y="636104"/>
                </a:lnTo>
                <a:lnTo>
                  <a:pt x="222637" y="954157"/>
                </a:lnTo>
                <a:lnTo>
                  <a:pt x="826936" y="1017767"/>
                </a:lnTo>
                <a:lnTo>
                  <a:pt x="1240404" y="1121134"/>
                </a:lnTo>
                <a:lnTo>
                  <a:pt x="1637969" y="922351"/>
                </a:lnTo>
              </a:path>
            </a:pathLst>
          </a:custGeom>
          <a:noFill/>
          <a:ln w="349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2" name="Freeform 71"/>
          <p:cNvSpPr/>
          <p:nvPr/>
        </p:nvSpPr>
        <p:spPr>
          <a:xfrm>
            <a:off x="1264257" y="3904090"/>
            <a:ext cx="2441051" cy="1248355"/>
          </a:xfrm>
          <a:custGeom>
            <a:avLst/>
            <a:gdLst>
              <a:gd name="connsiteX0" fmla="*/ 0 w 2441051"/>
              <a:gd name="connsiteY0" fmla="*/ 0 h 1248355"/>
              <a:gd name="connsiteX1" fmla="*/ 55660 w 2441051"/>
              <a:gd name="connsiteY1" fmla="*/ 620202 h 1248355"/>
              <a:gd name="connsiteX2" fmla="*/ 333955 w 2441051"/>
              <a:gd name="connsiteY2" fmla="*/ 1057524 h 1248355"/>
              <a:gd name="connsiteX3" fmla="*/ 1375576 w 2441051"/>
              <a:gd name="connsiteY3" fmla="*/ 1248355 h 1248355"/>
              <a:gd name="connsiteX4" fmla="*/ 2146853 w 2441051"/>
              <a:gd name="connsiteY4" fmla="*/ 1200647 h 1248355"/>
              <a:gd name="connsiteX5" fmla="*/ 2441051 w 2441051"/>
              <a:gd name="connsiteY5" fmla="*/ 675861 h 124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41051" h="1248355">
                <a:moveTo>
                  <a:pt x="0" y="0"/>
                </a:moveTo>
                <a:lnTo>
                  <a:pt x="55660" y="620202"/>
                </a:lnTo>
                <a:lnTo>
                  <a:pt x="333955" y="1057524"/>
                </a:lnTo>
                <a:lnTo>
                  <a:pt x="1375576" y="1248355"/>
                </a:lnTo>
                <a:lnTo>
                  <a:pt x="2146853" y="1200647"/>
                </a:lnTo>
                <a:lnTo>
                  <a:pt x="2441051" y="675861"/>
                </a:ln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32" name="Group 31"/>
          <p:cNvGrpSpPr>
            <a:grpSpLocks noChangeAspect="1"/>
          </p:cNvGrpSpPr>
          <p:nvPr/>
        </p:nvGrpSpPr>
        <p:grpSpPr>
          <a:xfrm>
            <a:off x="2720949" y="4570659"/>
            <a:ext cx="294256" cy="276148"/>
            <a:chOff x="1127125" y="15875"/>
            <a:chExt cx="792549" cy="743776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7125" y="15875"/>
              <a:ext cx="792549" cy="743776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7000" y="269875"/>
              <a:ext cx="231668" cy="353599"/>
            </a:xfrm>
            <a:prstGeom prst="rect">
              <a:avLst/>
            </a:prstGeom>
          </p:spPr>
        </p:pic>
      </p:grpSp>
      <p:grpSp>
        <p:nvGrpSpPr>
          <p:cNvPr id="16" name="Group 15"/>
          <p:cNvGrpSpPr>
            <a:grpSpLocks noChangeAspect="1"/>
          </p:cNvGrpSpPr>
          <p:nvPr/>
        </p:nvGrpSpPr>
        <p:grpSpPr>
          <a:xfrm>
            <a:off x="4032571" y="4046550"/>
            <a:ext cx="294256" cy="276148"/>
            <a:chOff x="1143000" y="984250"/>
            <a:chExt cx="792549" cy="743776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43000" y="984250"/>
              <a:ext cx="792549" cy="743776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81125" y="1222375"/>
              <a:ext cx="231668" cy="359695"/>
            </a:xfrm>
            <a:prstGeom prst="rect">
              <a:avLst/>
            </a:prstGeom>
          </p:spPr>
        </p:pic>
      </p:grpSp>
      <p:pic>
        <p:nvPicPr>
          <p:cNvPr id="73" name="Picture 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81667" y="2475135"/>
            <a:ext cx="294193" cy="265219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5852" y="2581152"/>
            <a:ext cx="291144" cy="271142"/>
          </a:xfrm>
          <a:prstGeom prst="rect">
            <a:avLst/>
          </a:prstGeom>
        </p:spPr>
      </p:pic>
      <p:grpSp>
        <p:nvGrpSpPr>
          <p:cNvPr id="17" name="Group 16"/>
          <p:cNvGrpSpPr>
            <a:grpSpLocks noChangeAspect="1"/>
          </p:cNvGrpSpPr>
          <p:nvPr/>
        </p:nvGrpSpPr>
        <p:grpSpPr>
          <a:xfrm>
            <a:off x="3180370" y="265963"/>
            <a:ext cx="294256" cy="276148"/>
            <a:chOff x="1190625" y="1936750"/>
            <a:chExt cx="792549" cy="743776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0625" y="1936750"/>
              <a:ext cx="792549" cy="743776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81125" y="2222500"/>
              <a:ext cx="390178" cy="286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333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93"/>
          <p:cNvSpPr/>
          <p:nvPr/>
        </p:nvSpPr>
        <p:spPr>
          <a:xfrm>
            <a:off x="6101020" y="2248390"/>
            <a:ext cx="3594580" cy="3302017"/>
          </a:xfrm>
          <a:prstGeom prst="ellipse">
            <a:avLst/>
          </a:prstGeom>
          <a:solidFill>
            <a:schemeClr val="accent6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7" name="Oval 96"/>
          <p:cNvSpPr/>
          <p:nvPr/>
        </p:nvSpPr>
        <p:spPr>
          <a:xfrm rot="734828">
            <a:off x="1487709" y="2686943"/>
            <a:ext cx="4791536" cy="2723289"/>
          </a:xfrm>
          <a:prstGeom prst="ellipse">
            <a:avLst/>
          </a:prstGeom>
          <a:solidFill>
            <a:schemeClr val="accent2">
              <a:lumMod val="40000"/>
              <a:lumOff val="6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5" name="Oval 94"/>
          <p:cNvSpPr/>
          <p:nvPr/>
        </p:nvSpPr>
        <p:spPr>
          <a:xfrm rot="865618">
            <a:off x="3934016" y="2555253"/>
            <a:ext cx="2544502" cy="641368"/>
          </a:xfrm>
          <a:prstGeom prst="ellipse">
            <a:avLst/>
          </a:prstGeom>
          <a:solidFill>
            <a:schemeClr val="accent4">
              <a:lumMod val="20000"/>
              <a:lumOff val="8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2980678" y="1612070"/>
            <a:ext cx="1921398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 smtClean="0">
                <a:solidFill>
                  <a:schemeClr val="tx1"/>
                </a:solidFill>
              </a:rPr>
              <a:t>Reception</a:t>
            </a:r>
          </a:p>
          <a:p>
            <a:pPr algn="ctr"/>
            <a:endParaRPr lang="en-IE" sz="1600" b="1" dirty="0" smtClean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</p:txBody>
      </p:sp>
      <p:sp>
        <p:nvSpPr>
          <p:cNvPr id="8" name="Rectangle 7"/>
          <p:cNvSpPr/>
          <p:nvPr/>
        </p:nvSpPr>
        <p:spPr>
          <a:xfrm>
            <a:off x="4902076" y="1612070"/>
            <a:ext cx="3136586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 smtClean="0">
                <a:solidFill>
                  <a:schemeClr val="tx1"/>
                </a:solidFill>
              </a:rPr>
              <a:t>Staging</a:t>
            </a:r>
          </a:p>
          <a:p>
            <a:pPr algn="ctr"/>
            <a:endParaRPr lang="en-IE" sz="1600" b="1" dirty="0" smtClean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</p:txBody>
      </p:sp>
      <p:sp>
        <p:nvSpPr>
          <p:cNvPr id="9" name="Rectangle 8"/>
          <p:cNvSpPr/>
          <p:nvPr/>
        </p:nvSpPr>
        <p:spPr>
          <a:xfrm>
            <a:off x="8038662" y="1612070"/>
            <a:ext cx="1701068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 smtClean="0">
                <a:solidFill>
                  <a:schemeClr val="tx1"/>
                </a:solidFill>
              </a:rPr>
              <a:t>Onward Movement</a:t>
            </a:r>
          </a:p>
          <a:p>
            <a:pPr algn="ctr"/>
            <a:endParaRPr lang="en-IE" sz="1600" b="1" dirty="0" smtClean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</p:txBody>
      </p:sp>
      <p:sp>
        <p:nvSpPr>
          <p:cNvPr id="48" name="Rectangle 47"/>
          <p:cNvSpPr/>
          <p:nvPr/>
        </p:nvSpPr>
        <p:spPr>
          <a:xfrm>
            <a:off x="1443795" y="1612070"/>
            <a:ext cx="1538914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 smtClean="0">
                <a:solidFill>
                  <a:schemeClr val="tx1"/>
                </a:solidFill>
              </a:rPr>
              <a:t>Strategic</a:t>
            </a:r>
          </a:p>
          <a:p>
            <a:pPr algn="ctr"/>
            <a:endParaRPr lang="en-IE" sz="1600" b="1" dirty="0" smtClean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965" y="2600800"/>
            <a:ext cx="292633" cy="2682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450" y="4027183"/>
            <a:ext cx="292633" cy="2682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557" y="2952400"/>
            <a:ext cx="286537" cy="2743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179" y="4044630"/>
            <a:ext cx="292633" cy="26824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1443795" y="2209720"/>
            <a:ext cx="8295935" cy="220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>
            <a:grpSpLocks noChangeAspect="1"/>
          </p:cNvGrpSpPr>
          <p:nvPr/>
        </p:nvGrpSpPr>
        <p:grpSpPr>
          <a:xfrm>
            <a:off x="1955563" y="4206437"/>
            <a:ext cx="294257" cy="269358"/>
            <a:chOff x="15875" y="0"/>
            <a:chExt cx="792548" cy="725486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875" y="0"/>
              <a:ext cx="792548" cy="725486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5750" y="254000"/>
              <a:ext cx="231669" cy="353599"/>
            </a:xfrm>
            <a:prstGeom prst="rect">
              <a:avLst/>
            </a:prstGeom>
          </p:spPr>
        </p:pic>
      </p:grpSp>
      <p:grpSp>
        <p:nvGrpSpPr>
          <p:cNvPr id="17" name="Group 16"/>
          <p:cNvGrpSpPr>
            <a:grpSpLocks noChangeAspect="1"/>
          </p:cNvGrpSpPr>
          <p:nvPr/>
        </p:nvGrpSpPr>
        <p:grpSpPr>
          <a:xfrm>
            <a:off x="4426700" y="2602027"/>
            <a:ext cx="294256" cy="276148"/>
            <a:chOff x="1190623" y="1936749"/>
            <a:chExt cx="792548" cy="743776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90623" y="1936749"/>
              <a:ext cx="792548" cy="743776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81124" y="2222500"/>
              <a:ext cx="390179" cy="286537"/>
            </a:xfrm>
            <a:prstGeom prst="rect">
              <a:avLst/>
            </a:prstGeom>
          </p:spPr>
        </p:pic>
      </p:grpSp>
      <p:cxnSp>
        <p:nvCxnSpPr>
          <p:cNvPr id="21" name="Straight Connector 20"/>
          <p:cNvCxnSpPr>
            <a:stCxn id="15" idx="3"/>
            <a:endCxn id="10" idx="1"/>
          </p:cNvCxnSpPr>
          <p:nvPr/>
        </p:nvCxnSpPr>
        <p:spPr>
          <a:xfrm flipV="1">
            <a:off x="2249820" y="4178754"/>
            <a:ext cx="1001359" cy="162362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0" idx="3"/>
            <a:endCxn id="5" idx="1"/>
          </p:cNvCxnSpPr>
          <p:nvPr/>
        </p:nvCxnSpPr>
        <p:spPr>
          <a:xfrm flipV="1">
            <a:off x="3543812" y="4161307"/>
            <a:ext cx="2179638" cy="17447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3400374" y="2927386"/>
            <a:ext cx="7254" cy="1078871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5" idx="3"/>
            <a:endCxn id="6" idx="2"/>
          </p:cNvCxnSpPr>
          <p:nvPr/>
        </p:nvCxnSpPr>
        <p:spPr>
          <a:xfrm flipV="1">
            <a:off x="6016083" y="3226744"/>
            <a:ext cx="1156743" cy="934563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6" idx="1"/>
            <a:endCxn id="18" idx="3"/>
          </p:cNvCxnSpPr>
          <p:nvPr/>
        </p:nvCxnSpPr>
        <p:spPr>
          <a:xfrm flipH="1" flipV="1">
            <a:off x="4720956" y="2740101"/>
            <a:ext cx="2308601" cy="349471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8" idx="1"/>
            <a:endCxn id="4" idx="3"/>
          </p:cNvCxnSpPr>
          <p:nvPr/>
        </p:nvCxnSpPr>
        <p:spPr>
          <a:xfrm flipH="1" flipV="1">
            <a:off x="3569598" y="2734924"/>
            <a:ext cx="857102" cy="5177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/>
          <p:cNvGrpSpPr>
            <a:grpSpLocks noChangeAspect="1"/>
          </p:cNvGrpSpPr>
          <p:nvPr/>
        </p:nvGrpSpPr>
        <p:grpSpPr>
          <a:xfrm>
            <a:off x="1953643" y="3593324"/>
            <a:ext cx="294257" cy="269358"/>
            <a:chOff x="15875" y="0"/>
            <a:chExt cx="792548" cy="725486"/>
          </a:xfrm>
        </p:grpSpPr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875" y="0"/>
              <a:ext cx="792548" cy="725486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5750" y="254000"/>
              <a:ext cx="231669" cy="353599"/>
            </a:xfrm>
            <a:prstGeom prst="rect">
              <a:avLst/>
            </a:prstGeom>
          </p:spPr>
        </p:pic>
      </p:grpSp>
      <p:cxnSp>
        <p:nvCxnSpPr>
          <p:cNvPr id="45" name="Straight Connector 44"/>
          <p:cNvCxnSpPr>
            <a:stCxn id="43" idx="3"/>
            <a:endCxn id="10" idx="1"/>
          </p:cNvCxnSpPr>
          <p:nvPr/>
        </p:nvCxnSpPr>
        <p:spPr>
          <a:xfrm>
            <a:off x="2247900" y="3728003"/>
            <a:ext cx="1003279" cy="450751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6" idx="3"/>
          </p:cNvCxnSpPr>
          <p:nvPr/>
        </p:nvCxnSpPr>
        <p:spPr>
          <a:xfrm>
            <a:off x="7316094" y="3089572"/>
            <a:ext cx="1645026" cy="59610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6" idx="3"/>
          </p:cNvCxnSpPr>
          <p:nvPr/>
        </p:nvCxnSpPr>
        <p:spPr>
          <a:xfrm>
            <a:off x="7316094" y="3089572"/>
            <a:ext cx="1690956" cy="24631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6" idx="3"/>
          </p:cNvCxnSpPr>
          <p:nvPr/>
        </p:nvCxnSpPr>
        <p:spPr>
          <a:xfrm>
            <a:off x="7316094" y="3089572"/>
            <a:ext cx="1553391" cy="868170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649446" y="2676729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 smtClean="0"/>
              <a:t>Zwillinge</a:t>
            </a:r>
            <a:endParaRPr lang="en-IE" sz="1200" dirty="0"/>
          </a:p>
        </p:txBody>
      </p:sp>
      <p:sp>
        <p:nvSpPr>
          <p:cNvPr id="64" name="TextBox 63"/>
          <p:cNvSpPr txBox="1"/>
          <p:nvPr/>
        </p:nvSpPr>
        <p:spPr>
          <a:xfrm>
            <a:off x="5300285" y="4247904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 smtClean="0"/>
              <a:t>Kiwonvu</a:t>
            </a:r>
            <a:endParaRPr lang="en-IE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2949167" y="4304655"/>
            <a:ext cx="637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smtClean="0"/>
              <a:t>North of </a:t>
            </a:r>
            <a:r>
              <a:rPr lang="en-IE" sz="1200" dirty="0" err="1" smtClean="0"/>
              <a:t>Ttaala</a:t>
            </a:r>
            <a:endParaRPr lang="en-IE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2847766" y="2342187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 smtClean="0"/>
              <a:t>Kilkoola</a:t>
            </a:r>
            <a:endParaRPr lang="en-IE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3961830" y="2372325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smtClean="0"/>
              <a:t>Port Albert</a:t>
            </a:r>
            <a:endParaRPr lang="en-IE" sz="1200" dirty="0"/>
          </a:p>
        </p:txBody>
      </p:sp>
      <p:sp>
        <p:nvSpPr>
          <p:cNvPr id="68" name="TextBox 67"/>
          <p:cNvSpPr txBox="1"/>
          <p:nvPr/>
        </p:nvSpPr>
        <p:spPr>
          <a:xfrm>
            <a:off x="1530739" y="4431600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 smtClean="0"/>
              <a:t>Sitoovu</a:t>
            </a:r>
            <a:endParaRPr lang="en-IE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1504645" y="3814131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 smtClean="0"/>
              <a:t>Weema</a:t>
            </a:r>
            <a:endParaRPr lang="en-IE" sz="1200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550" y="3405150"/>
            <a:ext cx="278841" cy="207018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3900" y="3728003"/>
            <a:ext cx="279179" cy="213114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4310" y="4104673"/>
            <a:ext cx="279179" cy="213114"/>
          </a:xfrm>
          <a:prstGeom prst="rect">
            <a:avLst/>
          </a:prstGeom>
        </p:spPr>
      </p:pic>
      <p:sp>
        <p:nvSpPr>
          <p:cNvPr id="74" name="Down Arrow 73"/>
          <p:cNvSpPr/>
          <p:nvPr/>
        </p:nvSpPr>
        <p:spPr>
          <a:xfrm rot="15644099">
            <a:off x="2508307" y="4045866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5" name="Down Arrow 74"/>
          <p:cNvSpPr/>
          <p:nvPr/>
        </p:nvSpPr>
        <p:spPr>
          <a:xfrm rot="17751395">
            <a:off x="2481116" y="3665638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6" name="Down Arrow 75"/>
          <p:cNvSpPr/>
          <p:nvPr/>
        </p:nvSpPr>
        <p:spPr>
          <a:xfrm rot="13752606">
            <a:off x="6387509" y="3474393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7" name="Down Arrow 76"/>
          <p:cNvSpPr/>
          <p:nvPr/>
        </p:nvSpPr>
        <p:spPr>
          <a:xfrm rot="16200000">
            <a:off x="4730419" y="3885281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E" sz="700" dirty="0" smtClean="0">
                <a:solidFill>
                  <a:schemeClr val="tx1"/>
                </a:solidFill>
              </a:rPr>
              <a:t>60miles</a:t>
            </a:r>
            <a:endParaRPr lang="en-IE" sz="600" dirty="0">
              <a:solidFill>
                <a:schemeClr val="tx1"/>
              </a:solidFill>
            </a:endParaRPr>
          </a:p>
        </p:txBody>
      </p:sp>
      <p:sp>
        <p:nvSpPr>
          <p:cNvPr id="78" name="Down Arrow 77"/>
          <p:cNvSpPr/>
          <p:nvPr/>
        </p:nvSpPr>
        <p:spPr>
          <a:xfrm rot="5858236">
            <a:off x="5473215" y="2569433"/>
            <a:ext cx="342446" cy="66047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E" sz="800" dirty="0" smtClean="0">
                <a:solidFill>
                  <a:schemeClr val="tx1"/>
                </a:solidFill>
              </a:rPr>
              <a:t>240miles</a:t>
            </a:r>
            <a:endParaRPr lang="en-IE" sz="800" dirty="0">
              <a:solidFill>
                <a:schemeClr val="tx1"/>
              </a:solidFill>
            </a:endParaRPr>
          </a:p>
        </p:txBody>
      </p:sp>
      <p:sp>
        <p:nvSpPr>
          <p:cNvPr id="82" name="Down Arrow 81"/>
          <p:cNvSpPr/>
          <p:nvPr/>
        </p:nvSpPr>
        <p:spPr>
          <a:xfrm rot="5400000">
            <a:off x="3841635" y="2483832"/>
            <a:ext cx="332565" cy="506894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3" name="Up-Down Arrow 82"/>
          <p:cNvSpPr/>
          <p:nvPr/>
        </p:nvSpPr>
        <p:spPr>
          <a:xfrm>
            <a:off x="3224530" y="3144618"/>
            <a:ext cx="366196" cy="598523"/>
          </a:xfrm>
          <a:prstGeom prst="up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5" name="TextBox 84"/>
          <p:cNvSpPr txBox="1"/>
          <p:nvPr/>
        </p:nvSpPr>
        <p:spPr>
          <a:xfrm>
            <a:off x="3762712" y="2635799"/>
            <a:ext cx="739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 smtClean="0"/>
              <a:t>180miles</a:t>
            </a:r>
            <a:endParaRPr lang="en-IE" sz="800" dirty="0"/>
          </a:p>
        </p:txBody>
      </p:sp>
      <p:sp>
        <p:nvSpPr>
          <p:cNvPr id="86" name="TextBox 85"/>
          <p:cNvSpPr txBox="1"/>
          <p:nvPr/>
        </p:nvSpPr>
        <p:spPr>
          <a:xfrm rot="16200000">
            <a:off x="3038129" y="3228169"/>
            <a:ext cx="739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 smtClean="0"/>
              <a:t>80miles</a:t>
            </a:r>
            <a:endParaRPr lang="en-IE" sz="800" dirty="0"/>
          </a:p>
        </p:txBody>
      </p:sp>
      <p:sp>
        <p:nvSpPr>
          <p:cNvPr id="87" name="TextBox 86"/>
          <p:cNvSpPr txBox="1"/>
          <p:nvPr/>
        </p:nvSpPr>
        <p:spPr>
          <a:xfrm rot="19042894">
            <a:off x="6265758" y="3543431"/>
            <a:ext cx="739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 smtClean="0"/>
              <a:t>80miles</a:t>
            </a:r>
            <a:endParaRPr lang="en-IE" sz="800" dirty="0"/>
          </a:p>
        </p:txBody>
      </p:sp>
      <p:sp>
        <p:nvSpPr>
          <p:cNvPr id="88" name="TextBox 87"/>
          <p:cNvSpPr txBox="1"/>
          <p:nvPr/>
        </p:nvSpPr>
        <p:spPr>
          <a:xfrm rot="20858229">
            <a:off x="2397457" y="4175961"/>
            <a:ext cx="739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 smtClean="0"/>
              <a:t>60miles</a:t>
            </a:r>
            <a:endParaRPr lang="en-IE" sz="800" dirty="0"/>
          </a:p>
        </p:txBody>
      </p:sp>
      <p:sp>
        <p:nvSpPr>
          <p:cNvPr id="89" name="TextBox 88"/>
          <p:cNvSpPr txBox="1"/>
          <p:nvPr/>
        </p:nvSpPr>
        <p:spPr>
          <a:xfrm rot="1461510">
            <a:off x="2350946" y="3833783"/>
            <a:ext cx="739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/>
              <a:t>4</a:t>
            </a:r>
            <a:r>
              <a:rPr lang="en-IE" sz="800" dirty="0" smtClean="0"/>
              <a:t>0miles</a:t>
            </a:r>
            <a:endParaRPr lang="en-IE" sz="800" dirty="0"/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4646" y="3102527"/>
            <a:ext cx="283441" cy="213114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4149" y="3615022"/>
            <a:ext cx="283441" cy="213114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9414" y="3355163"/>
            <a:ext cx="283441" cy="213114"/>
          </a:xfrm>
          <a:prstGeom prst="rect">
            <a:avLst/>
          </a:prstGeom>
        </p:spPr>
      </p:pic>
      <p:grpSp>
        <p:nvGrpSpPr>
          <p:cNvPr id="59" name="Group 58"/>
          <p:cNvGrpSpPr>
            <a:grpSpLocks noChangeAspect="1"/>
          </p:cNvGrpSpPr>
          <p:nvPr/>
        </p:nvGrpSpPr>
        <p:grpSpPr>
          <a:xfrm>
            <a:off x="5054398" y="4717458"/>
            <a:ext cx="294257" cy="269358"/>
            <a:chOff x="15875" y="0"/>
            <a:chExt cx="792548" cy="725486"/>
          </a:xfrm>
        </p:grpSpPr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875" y="0"/>
              <a:ext cx="792548" cy="725486"/>
            </a:xfrm>
            <a:prstGeom prst="rect">
              <a:avLst/>
            </a:prstGeom>
          </p:spPr>
        </p:pic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5750" y="254000"/>
              <a:ext cx="231669" cy="353599"/>
            </a:xfrm>
            <a:prstGeom prst="rect">
              <a:avLst/>
            </a:prstGeom>
          </p:spPr>
        </p:pic>
      </p:grpSp>
      <p:sp>
        <p:nvSpPr>
          <p:cNvPr id="62" name="TextBox 61"/>
          <p:cNvSpPr txBox="1"/>
          <p:nvPr/>
        </p:nvSpPr>
        <p:spPr>
          <a:xfrm>
            <a:off x="4609444" y="5164308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 smtClean="0"/>
              <a:t>Sitoovu</a:t>
            </a:r>
            <a:endParaRPr lang="en-IE" sz="1200" dirty="0"/>
          </a:p>
        </p:txBody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647" y="4720323"/>
            <a:ext cx="286537" cy="274344"/>
          </a:xfrm>
          <a:prstGeom prst="rect">
            <a:avLst/>
          </a:prstGeom>
        </p:spPr>
      </p:pic>
      <p:cxnSp>
        <p:nvCxnSpPr>
          <p:cNvPr id="79" name="Straight Connector 78"/>
          <p:cNvCxnSpPr>
            <a:stCxn id="60" idx="3"/>
            <a:endCxn id="84" idx="1"/>
          </p:cNvCxnSpPr>
          <p:nvPr/>
        </p:nvCxnSpPr>
        <p:spPr>
          <a:xfrm>
            <a:off x="5348655" y="4852137"/>
            <a:ext cx="1213824" cy="19805"/>
          </a:xfrm>
          <a:prstGeom prst="line">
            <a:avLst/>
          </a:prstGeom>
          <a:ln w="3175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10" idx="2"/>
            <a:endCxn id="60" idx="1"/>
          </p:cNvCxnSpPr>
          <p:nvPr/>
        </p:nvCxnSpPr>
        <p:spPr>
          <a:xfrm>
            <a:off x="3397496" y="4312877"/>
            <a:ext cx="1656902" cy="539260"/>
          </a:xfrm>
          <a:prstGeom prst="line">
            <a:avLst/>
          </a:prstGeom>
          <a:ln w="3175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/>
          <p:cNvGrpSpPr>
            <a:grpSpLocks noChangeAspect="1"/>
          </p:cNvGrpSpPr>
          <p:nvPr/>
        </p:nvGrpSpPr>
        <p:grpSpPr>
          <a:xfrm>
            <a:off x="6562479" y="4733868"/>
            <a:ext cx="294256" cy="276148"/>
            <a:chOff x="1127123" y="15875"/>
            <a:chExt cx="792548" cy="743776"/>
          </a:xfrm>
        </p:grpSpPr>
        <p:pic>
          <p:nvPicPr>
            <p:cNvPr id="84" name="Picture 8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7123" y="15875"/>
              <a:ext cx="792548" cy="743776"/>
            </a:xfrm>
            <a:prstGeom prst="rect">
              <a:avLst/>
            </a:prstGeom>
          </p:spPr>
        </p:pic>
        <p:pic>
          <p:nvPicPr>
            <p:cNvPr id="96" name="Picture 9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7001" y="269876"/>
              <a:ext cx="231667" cy="353600"/>
            </a:xfrm>
            <a:prstGeom prst="rect">
              <a:avLst/>
            </a:prstGeom>
          </p:spPr>
        </p:pic>
      </p:grpSp>
      <p:cxnSp>
        <p:nvCxnSpPr>
          <p:cNvPr id="98" name="Straight Connector 97"/>
          <p:cNvCxnSpPr>
            <a:stCxn id="84" idx="3"/>
            <a:endCxn id="73" idx="1"/>
          </p:cNvCxnSpPr>
          <p:nvPr/>
        </p:nvCxnSpPr>
        <p:spPr>
          <a:xfrm flipV="1">
            <a:off x="6856735" y="4857495"/>
            <a:ext cx="824912" cy="14447"/>
          </a:xfrm>
          <a:prstGeom prst="line">
            <a:avLst/>
          </a:prstGeom>
          <a:ln w="3175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123054" y="4942699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 smtClean="0"/>
              <a:t>Kuloto</a:t>
            </a:r>
            <a:endParaRPr lang="en-IE" sz="1200" dirty="0"/>
          </a:p>
        </p:txBody>
      </p:sp>
      <p:sp>
        <p:nvSpPr>
          <p:cNvPr id="100" name="TextBox 99"/>
          <p:cNvSpPr txBox="1"/>
          <p:nvPr/>
        </p:nvSpPr>
        <p:spPr>
          <a:xfrm>
            <a:off x="7242762" y="4950986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 smtClean="0"/>
              <a:t>Jabali</a:t>
            </a:r>
            <a:endParaRPr lang="en-IE" sz="1200" dirty="0"/>
          </a:p>
        </p:txBody>
      </p:sp>
      <p:sp>
        <p:nvSpPr>
          <p:cNvPr id="101" name="Down Arrow 100"/>
          <p:cNvSpPr/>
          <p:nvPr/>
        </p:nvSpPr>
        <p:spPr>
          <a:xfrm rot="17483056">
            <a:off x="4122792" y="4318949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E" sz="700" dirty="0" smtClean="0">
                <a:solidFill>
                  <a:schemeClr val="tx1"/>
                </a:solidFill>
              </a:rPr>
              <a:t>60miles</a:t>
            </a:r>
            <a:endParaRPr lang="en-IE" sz="600" dirty="0">
              <a:solidFill>
                <a:schemeClr val="tx1"/>
              </a:solidFill>
            </a:endParaRPr>
          </a:p>
        </p:txBody>
      </p:sp>
      <p:cxnSp>
        <p:nvCxnSpPr>
          <p:cNvPr id="102" name="Straight Connector 101"/>
          <p:cNvCxnSpPr>
            <a:stCxn id="73" idx="3"/>
          </p:cNvCxnSpPr>
          <p:nvPr/>
        </p:nvCxnSpPr>
        <p:spPr>
          <a:xfrm flipV="1">
            <a:off x="7968184" y="4206437"/>
            <a:ext cx="891852" cy="651058"/>
          </a:xfrm>
          <a:prstGeom prst="line">
            <a:avLst/>
          </a:prstGeom>
          <a:ln w="31750">
            <a:solidFill>
              <a:schemeClr val="tx1"/>
            </a:solidFill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10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1212" y="4432927"/>
            <a:ext cx="283441" cy="213114"/>
          </a:xfrm>
          <a:prstGeom prst="rect">
            <a:avLst/>
          </a:prstGeom>
        </p:spPr>
      </p:pic>
      <p:sp>
        <p:nvSpPr>
          <p:cNvPr id="104" name="Down Arrow 103"/>
          <p:cNvSpPr/>
          <p:nvPr/>
        </p:nvSpPr>
        <p:spPr>
          <a:xfrm rot="16200000">
            <a:off x="5850287" y="4569630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E" sz="600" dirty="0" smtClean="0">
                <a:solidFill>
                  <a:schemeClr val="tx1"/>
                </a:solidFill>
              </a:rPr>
              <a:t>320miles</a:t>
            </a:r>
            <a:endParaRPr lang="en-IE" sz="600" dirty="0">
              <a:solidFill>
                <a:schemeClr val="tx1"/>
              </a:solidFill>
            </a:endParaRPr>
          </a:p>
        </p:txBody>
      </p:sp>
      <p:sp>
        <p:nvSpPr>
          <p:cNvPr id="105" name="Down Arrow 104"/>
          <p:cNvSpPr/>
          <p:nvPr/>
        </p:nvSpPr>
        <p:spPr>
          <a:xfrm rot="16200000">
            <a:off x="7101800" y="4571251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IE" sz="700" dirty="0" smtClean="0">
                <a:solidFill>
                  <a:schemeClr val="tx1"/>
                </a:solidFill>
              </a:rPr>
              <a:t>40miles</a:t>
            </a:r>
            <a:endParaRPr lang="en-IE" sz="600" dirty="0">
              <a:solidFill>
                <a:schemeClr val="tx1"/>
              </a:solidFill>
            </a:endParaRPr>
          </a:p>
        </p:txBody>
      </p:sp>
      <p:pic>
        <p:nvPicPr>
          <p:cNvPr id="112" name="Picture 1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7986" y="5098514"/>
            <a:ext cx="317505" cy="242370"/>
          </a:xfrm>
          <a:prstGeom prst="rect">
            <a:avLst/>
          </a:prstGeom>
        </p:spPr>
      </p:pic>
      <p:pic>
        <p:nvPicPr>
          <p:cNvPr id="113" name="Picture 1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1259" y="3934888"/>
            <a:ext cx="317505" cy="242370"/>
          </a:xfrm>
          <a:prstGeom prst="rect">
            <a:avLst/>
          </a:prstGeom>
        </p:spPr>
      </p:pic>
      <p:pic>
        <p:nvPicPr>
          <p:cNvPr id="114" name="Picture 1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1401" y="5095720"/>
            <a:ext cx="321165" cy="245164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2252" y="3841283"/>
            <a:ext cx="321165" cy="245164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59589" y="3721579"/>
            <a:ext cx="321165" cy="245164"/>
          </a:xfrm>
          <a:prstGeom prst="rect">
            <a:avLst/>
          </a:prstGeom>
        </p:spPr>
      </p:pic>
      <p:pic>
        <p:nvPicPr>
          <p:cNvPr id="117" name="Picture 1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2448" y="3441646"/>
            <a:ext cx="321165" cy="245164"/>
          </a:xfrm>
          <a:prstGeom prst="rect">
            <a:avLst/>
          </a:prstGeom>
        </p:spPr>
      </p:pic>
      <p:pic>
        <p:nvPicPr>
          <p:cNvPr id="118" name="Picture 1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0146" y="2525027"/>
            <a:ext cx="301747" cy="230341"/>
          </a:xfrm>
          <a:prstGeom prst="rect">
            <a:avLst/>
          </a:prstGeom>
        </p:spPr>
      </p:pic>
      <p:pic>
        <p:nvPicPr>
          <p:cNvPr id="119" name="Picture 1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75663" y="3374372"/>
            <a:ext cx="304826" cy="231668"/>
          </a:xfrm>
          <a:prstGeom prst="rect">
            <a:avLst/>
          </a:prstGeom>
        </p:spPr>
      </p:pic>
      <p:pic>
        <p:nvPicPr>
          <p:cNvPr id="120" name="Picture 1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14099" y="4695929"/>
            <a:ext cx="304826" cy="231668"/>
          </a:xfrm>
          <a:prstGeom prst="rect">
            <a:avLst/>
          </a:prstGeom>
        </p:spPr>
      </p:pic>
      <p:pic>
        <p:nvPicPr>
          <p:cNvPr id="121" name="Picture 1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04817" y="2316267"/>
            <a:ext cx="304826" cy="231668"/>
          </a:xfrm>
          <a:prstGeom prst="rect">
            <a:avLst/>
          </a:prstGeom>
        </p:spPr>
      </p:pic>
      <p:pic>
        <p:nvPicPr>
          <p:cNvPr id="122" name="Picture 1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59297" y="4547602"/>
            <a:ext cx="304826" cy="23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4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93"/>
          <p:cNvSpPr/>
          <p:nvPr/>
        </p:nvSpPr>
        <p:spPr>
          <a:xfrm>
            <a:off x="3936050" y="2248390"/>
            <a:ext cx="5759550" cy="3302017"/>
          </a:xfrm>
          <a:prstGeom prst="ellipse">
            <a:avLst/>
          </a:prstGeom>
          <a:solidFill>
            <a:schemeClr val="accent6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7" name="Oval 96"/>
          <p:cNvSpPr/>
          <p:nvPr/>
        </p:nvSpPr>
        <p:spPr>
          <a:xfrm rot="734828">
            <a:off x="1499854" y="2573744"/>
            <a:ext cx="3724267" cy="2723289"/>
          </a:xfrm>
          <a:prstGeom prst="ellipse">
            <a:avLst/>
          </a:prstGeom>
          <a:solidFill>
            <a:schemeClr val="accent2">
              <a:lumMod val="40000"/>
              <a:lumOff val="6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2980678" y="1612070"/>
            <a:ext cx="1921398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 smtClean="0">
                <a:solidFill>
                  <a:schemeClr val="tx1"/>
                </a:solidFill>
              </a:rPr>
              <a:t>Reception</a:t>
            </a:r>
          </a:p>
          <a:p>
            <a:pPr algn="ctr"/>
            <a:endParaRPr lang="en-IE" sz="1600" b="1" dirty="0" smtClean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</p:txBody>
      </p:sp>
      <p:sp>
        <p:nvSpPr>
          <p:cNvPr id="8" name="Rectangle 7"/>
          <p:cNvSpPr/>
          <p:nvPr/>
        </p:nvSpPr>
        <p:spPr>
          <a:xfrm>
            <a:off x="4902076" y="1612070"/>
            <a:ext cx="3136586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 smtClean="0">
                <a:solidFill>
                  <a:schemeClr val="tx1"/>
                </a:solidFill>
              </a:rPr>
              <a:t>Staging</a:t>
            </a:r>
          </a:p>
          <a:p>
            <a:pPr algn="ctr"/>
            <a:endParaRPr lang="en-IE" sz="1600" b="1" dirty="0" smtClean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</p:txBody>
      </p:sp>
      <p:sp>
        <p:nvSpPr>
          <p:cNvPr id="9" name="Rectangle 8"/>
          <p:cNvSpPr/>
          <p:nvPr/>
        </p:nvSpPr>
        <p:spPr>
          <a:xfrm>
            <a:off x="8038662" y="1612070"/>
            <a:ext cx="1701068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 smtClean="0">
                <a:solidFill>
                  <a:schemeClr val="tx1"/>
                </a:solidFill>
              </a:rPr>
              <a:t>Onward Movement</a:t>
            </a:r>
          </a:p>
          <a:p>
            <a:pPr algn="ctr"/>
            <a:endParaRPr lang="en-IE" sz="1600" b="1" dirty="0" smtClean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</p:txBody>
      </p:sp>
      <p:sp>
        <p:nvSpPr>
          <p:cNvPr id="48" name="Rectangle 47"/>
          <p:cNvSpPr/>
          <p:nvPr/>
        </p:nvSpPr>
        <p:spPr>
          <a:xfrm>
            <a:off x="1443795" y="1612070"/>
            <a:ext cx="1538914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 smtClean="0">
                <a:solidFill>
                  <a:schemeClr val="tx1"/>
                </a:solidFill>
              </a:rPr>
              <a:t>Strategic</a:t>
            </a:r>
          </a:p>
          <a:p>
            <a:pPr algn="ctr"/>
            <a:endParaRPr lang="en-IE" sz="1600" b="1" dirty="0" smtClean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1443795" y="2209720"/>
            <a:ext cx="8295935" cy="220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43" idx="3"/>
            <a:endCxn id="2" idx="1"/>
          </p:cNvCxnSpPr>
          <p:nvPr/>
        </p:nvCxnSpPr>
        <p:spPr>
          <a:xfrm>
            <a:off x="2221367" y="3228166"/>
            <a:ext cx="1049830" cy="473644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2" idx="3"/>
          </p:cNvCxnSpPr>
          <p:nvPr/>
        </p:nvCxnSpPr>
        <p:spPr>
          <a:xfrm flipV="1">
            <a:off x="3563830" y="3672210"/>
            <a:ext cx="2244685" cy="29600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6" idx="3"/>
            <a:endCxn id="6" idx="2"/>
          </p:cNvCxnSpPr>
          <p:nvPr/>
        </p:nvCxnSpPr>
        <p:spPr>
          <a:xfrm flipV="1">
            <a:off x="5862790" y="2737646"/>
            <a:ext cx="1395101" cy="91657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/>
          <p:cNvGrpSpPr>
            <a:grpSpLocks noChangeAspect="1"/>
          </p:cNvGrpSpPr>
          <p:nvPr/>
        </p:nvGrpSpPr>
        <p:grpSpPr>
          <a:xfrm>
            <a:off x="1927110" y="3093487"/>
            <a:ext cx="294257" cy="269358"/>
            <a:chOff x="15875" y="0"/>
            <a:chExt cx="792548" cy="725486"/>
          </a:xfrm>
        </p:grpSpPr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75" y="0"/>
              <a:ext cx="792548" cy="725486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750" y="254000"/>
              <a:ext cx="231669" cy="353599"/>
            </a:xfrm>
            <a:prstGeom prst="rect">
              <a:avLst/>
            </a:prstGeom>
          </p:spPr>
        </p:pic>
      </p:grpSp>
      <p:cxnSp>
        <p:nvCxnSpPr>
          <p:cNvPr id="45" name="Straight Connector 44"/>
          <p:cNvCxnSpPr>
            <a:stCxn id="123" idx="3"/>
            <a:endCxn id="32" idx="1"/>
          </p:cNvCxnSpPr>
          <p:nvPr/>
        </p:nvCxnSpPr>
        <p:spPr>
          <a:xfrm flipV="1">
            <a:off x="2209783" y="3991145"/>
            <a:ext cx="1057644" cy="78367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6" idx="3"/>
          </p:cNvCxnSpPr>
          <p:nvPr/>
        </p:nvCxnSpPr>
        <p:spPr>
          <a:xfrm>
            <a:off x="7401159" y="2600474"/>
            <a:ext cx="1645026" cy="59610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6" idx="3"/>
          </p:cNvCxnSpPr>
          <p:nvPr/>
        </p:nvCxnSpPr>
        <p:spPr>
          <a:xfrm>
            <a:off x="7401159" y="2600474"/>
            <a:ext cx="1690956" cy="24631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6" idx="3"/>
          </p:cNvCxnSpPr>
          <p:nvPr/>
        </p:nvCxnSpPr>
        <p:spPr>
          <a:xfrm>
            <a:off x="7401159" y="2600474"/>
            <a:ext cx="1553391" cy="868170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107245" y="3265963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 smtClean="0"/>
              <a:t>Belawan</a:t>
            </a:r>
            <a:endParaRPr lang="en-IE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3031937" y="4113246"/>
            <a:ext cx="759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smtClean="0"/>
              <a:t>Kuala </a:t>
            </a:r>
            <a:r>
              <a:rPr lang="en-IE" sz="1200" dirty="0" err="1" smtClean="0"/>
              <a:t>Lumpar</a:t>
            </a:r>
            <a:endParaRPr lang="en-IE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1558271" y="3429907"/>
            <a:ext cx="115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smtClean="0"/>
              <a:t>National Staging Points</a:t>
            </a:r>
            <a:endParaRPr lang="en-IE" sz="1200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389" y="3088824"/>
            <a:ext cx="278841" cy="207018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5739" y="3411677"/>
            <a:ext cx="279179" cy="213114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6149" y="3788347"/>
            <a:ext cx="279179" cy="213114"/>
          </a:xfrm>
          <a:prstGeom prst="rect">
            <a:avLst/>
          </a:prstGeom>
        </p:spPr>
      </p:pic>
      <p:sp>
        <p:nvSpPr>
          <p:cNvPr id="74" name="Down Arrow 73"/>
          <p:cNvSpPr/>
          <p:nvPr/>
        </p:nvSpPr>
        <p:spPr>
          <a:xfrm rot="16011409">
            <a:off x="2528162" y="3774580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5" name="Down Arrow 74"/>
          <p:cNvSpPr/>
          <p:nvPr/>
        </p:nvSpPr>
        <p:spPr>
          <a:xfrm rot="17436031">
            <a:off x="2530426" y="3212013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6" name="Down Arrow 75"/>
          <p:cNvSpPr/>
          <p:nvPr/>
        </p:nvSpPr>
        <p:spPr>
          <a:xfrm rot="14199797">
            <a:off x="6422736" y="2935464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7" name="Down Arrow 76"/>
          <p:cNvSpPr/>
          <p:nvPr/>
        </p:nvSpPr>
        <p:spPr>
          <a:xfrm rot="16200000">
            <a:off x="4815484" y="3396183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IE" sz="600" dirty="0">
              <a:solidFill>
                <a:schemeClr val="tx1"/>
              </a:solidFill>
            </a:endParaRPr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9711" y="2613429"/>
            <a:ext cx="283441" cy="213114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9214" y="3125924"/>
            <a:ext cx="283441" cy="213114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479" y="2866065"/>
            <a:ext cx="283441" cy="21311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726336" y="4494444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smtClean="0"/>
              <a:t>Medan</a:t>
            </a:r>
            <a:endParaRPr lang="en-IE" sz="1200" dirty="0"/>
          </a:p>
        </p:txBody>
      </p:sp>
      <p:cxnSp>
        <p:nvCxnSpPr>
          <p:cNvPr id="79" name="Straight Connector 78"/>
          <p:cNvCxnSpPr>
            <a:endCxn id="109" idx="1"/>
          </p:cNvCxnSpPr>
          <p:nvPr/>
        </p:nvCxnSpPr>
        <p:spPr>
          <a:xfrm flipV="1">
            <a:off x="5433720" y="4328335"/>
            <a:ext cx="2209952" cy="34704"/>
          </a:xfrm>
          <a:prstGeom prst="line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3558788" y="4005990"/>
            <a:ext cx="1541718" cy="339489"/>
          </a:xfrm>
          <a:prstGeom prst="line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Down Arrow 100"/>
          <p:cNvSpPr/>
          <p:nvPr/>
        </p:nvSpPr>
        <p:spPr>
          <a:xfrm rot="16998571">
            <a:off x="4176603" y="3895889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IE" sz="600" dirty="0">
              <a:solidFill>
                <a:schemeClr val="tx1"/>
              </a:solidFill>
            </a:endParaRPr>
          </a:p>
        </p:txBody>
      </p:sp>
      <p:cxnSp>
        <p:nvCxnSpPr>
          <p:cNvPr id="102" name="Straight Connector 101"/>
          <p:cNvCxnSpPr/>
          <p:nvPr/>
        </p:nvCxnSpPr>
        <p:spPr>
          <a:xfrm flipV="1">
            <a:off x="7761259" y="3717339"/>
            <a:ext cx="1183842" cy="645700"/>
          </a:xfrm>
          <a:prstGeom prst="line">
            <a:avLst/>
          </a:prstGeom>
          <a:ln w="31750">
            <a:solidFill>
              <a:schemeClr val="tx1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1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3749" y="3935388"/>
            <a:ext cx="283441" cy="213114"/>
          </a:xfrm>
          <a:prstGeom prst="rect">
            <a:avLst/>
          </a:prstGeom>
        </p:spPr>
      </p:pic>
      <p:sp>
        <p:nvSpPr>
          <p:cNvPr id="104" name="Down Arrow 103"/>
          <p:cNvSpPr/>
          <p:nvPr/>
        </p:nvSpPr>
        <p:spPr>
          <a:xfrm rot="16200000">
            <a:off x="6285170" y="4080445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IE" sz="600" dirty="0">
              <a:solidFill>
                <a:schemeClr val="tx1"/>
              </a:solidFill>
            </a:endParaRPr>
          </a:p>
        </p:txBody>
      </p:sp>
      <p:pic>
        <p:nvPicPr>
          <p:cNvPr id="113" name="Picture 1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8884" y="2947253"/>
            <a:ext cx="317505" cy="242370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841" y="3349482"/>
            <a:ext cx="321165" cy="245164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7342" y="4502749"/>
            <a:ext cx="321165" cy="245164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144" y="3269994"/>
            <a:ext cx="317505" cy="24237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6233" y="4201420"/>
            <a:ext cx="308968" cy="236407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8492" y="4310814"/>
            <a:ext cx="308968" cy="236407"/>
          </a:xfrm>
          <a:prstGeom prst="rect">
            <a:avLst/>
          </a:prstGeom>
        </p:spPr>
      </p:pic>
      <p:pic>
        <p:nvPicPr>
          <p:cNvPr id="109" name="Picture 10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3672" y="4191163"/>
            <a:ext cx="286537" cy="274344"/>
          </a:xfrm>
          <a:prstGeom prst="rect">
            <a:avLst/>
          </a:prstGeom>
        </p:spPr>
      </p:pic>
      <p:pic>
        <p:nvPicPr>
          <p:cNvPr id="110" name="Picture 10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3697" y="2908280"/>
            <a:ext cx="312387" cy="239023"/>
          </a:xfrm>
          <a:prstGeom prst="rect">
            <a:avLst/>
          </a:prstGeom>
        </p:spPr>
      </p:pic>
      <p:pic>
        <p:nvPicPr>
          <p:cNvPr id="111" name="Picture 1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8140" y="3998261"/>
            <a:ext cx="312387" cy="239023"/>
          </a:xfrm>
          <a:prstGeom prst="rect">
            <a:avLst/>
          </a:prstGeom>
        </p:spPr>
      </p:pic>
      <p:pic>
        <p:nvPicPr>
          <p:cNvPr id="123" name="Picture 1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11053" y="3935388"/>
            <a:ext cx="298730" cy="26824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71197" y="3567686"/>
            <a:ext cx="292633" cy="268247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427" y="3857021"/>
            <a:ext cx="298730" cy="26824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8369" y="4237284"/>
            <a:ext cx="299792" cy="265465"/>
          </a:xfrm>
          <a:prstGeom prst="rect">
            <a:avLst/>
          </a:prstGeom>
        </p:spPr>
      </p:pic>
      <p:pic>
        <p:nvPicPr>
          <p:cNvPr id="106" name="Picture 10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70157" y="3520100"/>
            <a:ext cx="292633" cy="2682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4622" y="2463302"/>
            <a:ext cx="286537" cy="274344"/>
          </a:xfrm>
          <a:prstGeom prst="rect">
            <a:avLst/>
          </a:prstGeom>
        </p:spPr>
      </p:pic>
      <p:sp>
        <p:nvSpPr>
          <p:cNvPr id="90" name="Oval 89"/>
          <p:cNvSpPr/>
          <p:nvPr/>
        </p:nvSpPr>
        <p:spPr>
          <a:xfrm>
            <a:off x="3016684" y="3192031"/>
            <a:ext cx="820680" cy="158365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0" name="Oval 129"/>
          <p:cNvSpPr/>
          <p:nvPr/>
        </p:nvSpPr>
        <p:spPr>
          <a:xfrm>
            <a:off x="5296442" y="2767278"/>
            <a:ext cx="820680" cy="127291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31" name="Picture 13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56003" y="2921926"/>
            <a:ext cx="350329" cy="27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93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93"/>
          <p:cNvSpPr/>
          <p:nvPr/>
        </p:nvSpPr>
        <p:spPr>
          <a:xfrm>
            <a:off x="3936050" y="2248390"/>
            <a:ext cx="5759550" cy="3302017"/>
          </a:xfrm>
          <a:prstGeom prst="ellipse">
            <a:avLst/>
          </a:prstGeom>
          <a:solidFill>
            <a:schemeClr val="accent6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7" name="Oval 96"/>
          <p:cNvSpPr/>
          <p:nvPr/>
        </p:nvSpPr>
        <p:spPr>
          <a:xfrm rot="734828">
            <a:off x="1499854" y="2573744"/>
            <a:ext cx="3724267" cy="2723289"/>
          </a:xfrm>
          <a:prstGeom prst="ellipse">
            <a:avLst/>
          </a:prstGeom>
          <a:solidFill>
            <a:schemeClr val="accent2">
              <a:lumMod val="40000"/>
              <a:lumOff val="6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2980678" y="1612070"/>
            <a:ext cx="1921398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 smtClean="0">
                <a:solidFill>
                  <a:schemeClr val="tx1"/>
                </a:solidFill>
              </a:rPr>
              <a:t>Reception</a:t>
            </a:r>
          </a:p>
          <a:p>
            <a:pPr algn="ctr"/>
            <a:endParaRPr lang="en-IE" sz="1600" b="1" dirty="0" smtClean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</p:txBody>
      </p:sp>
      <p:sp>
        <p:nvSpPr>
          <p:cNvPr id="8" name="Rectangle 7"/>
          <p:cNvSpPr/>
          <p:nvPr/>
        </p:nvSpPr>
        <p:spPr>
          <a:xfrm>
            <a:off x="4902076" y="1612070"/>
            <a:ext cx="3136586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 smtClean="0">
                <a:solidFill>
                  <a:schemeClr val="tx1"/>
                </a:solidFill>
              </a:rPr>
              <a:t>Staging</a:t>
            </a:r>
          </a:p>
          <a:p>
            <a:pPr algn="ctr"/>
            <a:endParaRPr lang="en-IE" sz="1600" b="1" dirty="0" smtClean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</p:txBody>
      </p:sp>
      <p:sp>
        <p:nvSpPr>
          <p:cNvPr id="9" name="Rectangle 8"/>
          <p:cNvSpPr/>
          <p:nvPr/>
        </p:nvSpPr>
        <p:spPr>
          <a:xfrm>
            <a:off x="8038662" y="1612070"/>
            <a:ext cx="1701068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 smtClean="0">
                <a:solidFill>
                  <a:schemeClr val="tx1"/>
                </a:solidFill>
              </a:rPr>
              <a:t>Onward Movement</a:t>
            </a:r>
          </a:p>
          <a:p>
            <a:pPr algn="ctr"/>
            <a:endParaRPr lang="en-IE" sz="1600" b="1" dirty="0" smtClean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</p:txBody>
      </p:sp>
      <p:sp>
        <p:nvSpPr>
          <p:cNvPr id="48" name="Rectangle 47"/>
          <p:cNvSpPr/>
          <p:nvPr/>
        </p:nvSpPr>
        <p:spPr>
          <a:xfrm>
            <a:off x="1443795" y="1612070"/>
            <a:ext cx="1538914" cy="3938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 smtClean="0">
                <a:solidFill>
                  <a:schemeClr val="tx1"/>
                </a:solidFill>
              </a:rPr>
              <a:t>Strategic</a:t>
            </a:r>
          </a:p>
          <a:p>
            <a:pPr algn="ctr"/>
            <a:endParaRPr lang="en-IE" sz="1600" b="1" dirty="0" smtClean="0">
              <a:solidFill>
                <a:schemeClr val="tx1"/>
              </a:solidFill>
            </a:endParaRPr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  <a:p>
            <a:pPr algn="ctr"/>
            <a:endParaRPr lang="en-IE" dirty="0" smtClean="0"/>
          </a:p>
          <a:p>
            <a:pPr algn="ctr"/>
            <a:endParaRPr lang="en-IE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1443795" y="2209720"/>
            <a:ext cx="8295935" cy="220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43" idx="3"/>
            <a:endCxn id="2" idx="1"/>
          </p:cNvCxnSpPr>
          <p:nvPr/>
        </p:nvCxnSpPr>
        <p:spPr>
          <a:xfrm>
            <a:off x="2221367" y="3228166"/>
            <a:ext cx="1049830" cy="473644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2" idx="3"/>
          </p:cNvCxnSpPr>
          <p:nvPr/>
        </p:nvCxnSpPr>
        <p:spPr>
          <a:xfrm flipV="1">
            <a:off x="3563830" y="3672210"/>
            <a:ext cx="2244685" cy="29600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06" idx="3"/>
            <a:endCxn id="6" idx="2"/>
          </p:cNvCxnSpPr>
          <p:nvPr/>
        </p:nvCxnSpPr>
        <p:spPr>
          <a:xfrm flipV="1">
            <a:off x="5862790" y="2737646"/>
            <a:ext cx="1395101" cy="91657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/>
          <p:cNvGrpSpPr>
            <a:grpSpLocks noChangeAspect="1"/>
          </p:cNvGrpSpPr>
          <p:nvPr/>
        </p:nvGrpSpPr>
        <p:grpSpPr>
          <a:xfrm>
            <a:off x="1927110" y="3093487"/>
            <a:ext cx="294257" cy="269358"/>
            <a:chOff x="15875" y="0"/>
            <a:chExt cx="792548" cy="725486"/>
          </a:xfrm>
        </p:grpSpPr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75" y="0"/>
              <a:ext cx="792548" cy="725486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750" y="254000"/>
              <a:ext cx="231669" cy="353599"/>
            </a:xfrm>
            <a:prstGeom prst="rect">
              <a:avLst/>
            </a:prstGeom>
          </p:spPr>
        </p:pic>
      </p:grpSp>
      <p:cxnSp>
        <p:nvCxnSpPr>
          <p:cNvPr id="45" name="Straight Connector 44"/>
          <p:cNvCxnSpPr>
            <a:stCxn id="123" idx="3"/>
            <a:endCxn id="32" idx="1"/>
          </p:cNvCxnSpPr>
          <p:nvPr/>
        </p:nvCxnSpPr>
        <p:spPr>
          <a:xfrm flipV="1">
            <a:off x="2209783" y="3991145"/>
            <a:ext cx="1057644" cy="78367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6" idx="3"/>
          </p:cNvCxnSpPr>
          <p:nvPr/>
        </p:nvCxnSpPr>
        <p:spPr>
          <a:xfrm>
            <a:off x="7401159" y="2600474"/>
            <a:ext cx="1645026" cy="59610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6" idx="3"/>
          </p:cNvCxnSpPr>
          <p:nvPr/>
        </p:nvCxnSpPr>
        <p:spPr>
          <a:xfrm>
            <a:off x="7401159" y="2600474"/>
            <a:ext cx="1690956" cy="246318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6" idx="3"/>
          </p:cNvCxnSpPr>
          <p:nvPr/>
        </p:nvCxnSpPr>
        <p:spPr>
          <a:xfrm>
            <a:off x="7401159" y="2600474"/>
            <a:ext cx="1553391" cy="868170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107245" y="3265963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err="1" smtClean="0"/>
              <a:t>Belawan</a:t>
            </a:r>
            <a:endParaRPr lang="en-IE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3031937" y="4113246"/>
            <a:ext cx="759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smtClean="0"/>
              <a:t>Kuala </a:t>
            </a:r>
            <a:r>
              <a:rPr lang="en-IE" sz="1200" dirty="0" err="1" smtClean="0"/>
              <a:t>Lumpar</a:t>
            </a:r>
            <a:endParaRPr lang="en-IE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1558271" y="3429907"/>
            <a:ext cx="115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smtClean="0"/>
              <a:t>National Staging Points</a:t>
            </a:r>
            <a:endParaRPr lang="en-IE" sz="1200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389" y="3088824"/>
            <a:ext cx="278841" cy="207018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5739" y="3411677"/>
            <a:ext cx="279179" cy="213114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6149" y="3788347"/>
            <a:ext cx="279179" cy="213114"/>
          </a:xfrm>
          <a:prstGeom prst="rect">
            <a:avLst/>
          </a:prstGeom>
        </p:spPr>
      </p:pic>
      <p:sp>
        <p:nvSpPr>
          <p:cNvPr id="74" name="Down Arrow 73"/>
          <p:cNvSpPr/>
          <p:nvPr/>
        </p:nvSpPr>
        <p:spPr>
          <a:xfrm rot="16011409">
            <a:off x="2528162" y="3774580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5" name="Down Arrow 74"/>
          <p:cNvSpPr/>
          <p:nvPr/>
        </p:nvSpPr>
        <p:spPr>
          <a:xfrm rot="17760005">
            <a:off x="2510366" y="3176209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6" name="Down Arrow 75"/>
          <p:cNvSpPr/>
          <p:nvPr/>
        </p:nvSpPr>
        <p:spPr>
          <a:xfrm rot="14191537">
            <a:off x="6379497" y="2942968"/>
            <a:ext cx="345889" cy="486489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7" name="Down Arrow 76"/>
          <p:cNvSpPr/>
          <p:nvPr/>
        </p:nvSpPr>
        <p:spPr>
          <a:xfrm rot="16200000">
            <a:off x="4815484" y="3396183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IE" sz="600" dirty="0">
              <a:solidFill>
                <a:schemeClr val="tx1"/>
              </a:solidFill>
            </a:endParaRPr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9711" y="2613429"/>
            <a:ext cx="283441" cy="213114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9214" y="3125924"/>
            <a:ext cx="283441" cy="213114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479" y="2866065"/>
            <a:ext cx="283441" cy="21311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726336" y="4494444"/>
            <a:ext cx="1158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200" dirty="0" smtClean="0"/>
              <a:t>Medan</a:t>
            </a:r>
            <a:endParaRPr lang="en-IE" sz="1200" dirty="0"/>
          </a:p>
        </p:txBody>
      </p:sp>
      <p:cxnSp>
        <p:nvCxnSpPr>
          <p:cNvPr id="79" name="Straight Connector 78"/>
          <p:cNvCxnSpPr>
            <a:endCxn id="109" idx="1"/>
          </p:cNvCxnSpPr>
          <p:nvPr/>
        </p:nvCxnSpPr>
        <p:spPr>
          <a:xfrm flipV="1">
            <a:off x="5433720" y="4328335"/>
            <a:ext cx="2209952" cy="34704"/>
          </a:xfrm>
          <a:prstGeom prst="line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3558788" y="4005990"/>
            <a:ext cx="1541718" cy="339489"/>
          </a:xfrm>
          <a:prstGeom prst="line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Down Arrow 100"/>
          <p:cNvSpPr/>
          <p:nvPr/>
        </p:nvSpPr>
        <p:spPr>
          <a:xfrm rot="16998571">
            <a:off x="4176603" y="3895889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IE" sz="600" dirty="0">
              <a:solidFill>
                <a:schemeClr val="tx1"/>
              </a:solidFill>
            </a:endParaRPr>
          </a:p>
        </p:txBody>
      </p:sp>
      <p:cxnSp>
        <p:nvCxnSpPr>
          <p:cNvPr id="102" name="Straight Connector 101"/>
          <p:cNvCxnSpPr/>
          <p:nvPr/>
        </p:nvCxnSpPr>
        <p:spPr>
          <a:xfrm flipV="1">
            <a:off x="7761259" y="3717339"/>
            <a:ext cx="1183842" cy="645700"/>
          </a:xfrm>
          <a:prstGeom prst="line">
            <a:avLst/>
          </a:prstGeom>
          <a:ln w="31750">
            <a:solidFill>
              <a:schemeClr val="tx1"/>
            </a:solidFill>
            <a:prstDash val="solid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1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3749" y="3935388"/>
            <a:ext cx="283441" cy="213114"/>
          </a:xfrm>
          <a:prstGeom prst="rect">
            <a:avLst/>
          </a:prstGeom>
        </p:spPr>
      </p:pic>
      <p:sp>
        <p:nvSpPr>
          <p:cNvPr id="104" name="Down Arrow 103"/>
          <p:cNvSpPr/>
          <p:nvPr/>
        </p:nvSpPr>
        <p:spPr>
          <a:xfrm rot="16200000">
            <a:off x="6285170" y="4080445"/>
            <a:ext cx="333780" cy="5757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IE" sz="600" dirty="0">
              <a:solidFill>
                <a:schemeClr val="tx1"/>
              </a:solidFill>
            </a:endParaRPr>
          </a:p>
        </p:txBody>
      </p:sp>
      <p:pic>
        <p:nvPicPr>
          <p:cNvPr id="113" name="Picture 1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8884" y="2947253"/>
            <a:ext cx="317505" cy="242370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841" y="3349482"/>
            <a:ext cx="321165" cy="245164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7342" y="4502749"/>
            <a:ext cx="321165" cy="245164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144" y="3269994"/>
            <a:ext cx="317505" cy="24237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6233" y="4201420"/>
            <a:ext cx="308968" cy="236407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8492" y="4310814"/>
            <a:ext cx="308968" cy="236407"/>
          </a:xfrm>
          <a:prstGeom prst="rect">
            <a:avLst/>
          </a:prstGeom>
        </p:spPr>
      </p:pic>
      <p:pic>
        <p:nvPicPr>
          <p:cNvPr id="109" name="Picture 10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3672" y="4191163"/>
            <a:ext cx="286537" cy="274344"/>
          </a:xfrm>
          <a:prstGeom prst="rect">
            <a:avLst/>
          </a:prstGeom>
        </p:spPr>
      </p:pic>
      <p:pic>
        <p:nvPicPr>
          <p:cNvPr id="110" name="Picture 10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3697" y="2908280"/>
            <a:ext cx="312387" cy="239023"/>
          </a:xfrm>
          <a:prstGeom prst="rect">
            <a:avLst/>
          </a:prstGeom>
        </p:spPr>
      </p:pic>
      <p:pic>
        <p:nvPicPr>
          <p:cNvPr id="111" name="Picture 1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8140" y="3998261"/>
            <a:ext cx="312387" cy="239023"/>
          </a:xfrm>
          <a:prstGeom prst="rect">
            <a:avLst/>
          </a:prstGeom>
        </p:spPr>
      </p:pic>
      <p:pic>
        <p:nvPicPr>
          <p:cNvPr id="123" name="Picture 1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11053" y="3935388"/>
            <a:ext cx="298730" cy="26824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71197" y="3567686"/>
            <a:ext cx="292633" cy="268247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7427" y="3857021"/>
            <a:ext cx="298730" cy="26824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8369" y="4237284"/>
            <a:ext cx="299792" cy="265465"/>
          </a:xfrm>
          <a:prstGeom prst="rect">
            <a:avLst/>
          </a:prstGeom>
        </p:spPr>
      </p:pic>
      <p:pic>
        <p:nvPicPr>
          <p:cNvPr id="106" name="Picture 10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70157" y="3520100"/>
            <a:ext cx="292633" cy="2682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4622" y="2463302"/>
            <a:ext cx="286537" cy="274344"/>
          </a:xfrm>
          <a:prstGeom prst="rect">
            <a:avLst/>
          </a:prstGeom>
        </p:spPr>
      </p:pic>
      <p:sp>
        <p:nvSpPr>
          <p:cNvPr id="90" name="Oval 89"/>
          <p:cNvSpPr/>
          <p:nvPr/>
        </p:nvSpPr>
        <p:spPr>
          <a:xfrm>
            <a:off x="3030969" y="3107572"/>
            <a:ext cx="820680" cy="158365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29" name="Picture 1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74590" y="3200259"/>
            <a:ext cx="350329" cy="279793"/>
          </a:xfrm>
          <a:prstGeom prst="rect">
            <a:avLst/>
          </a:prstGeom>
        </p:spPr>
      </p:pic>
      <p:sp>
        <p:nvSpPr>
          <p:cNvPr id="130" name="Oval 129"/>
          <p:cNvSpPr/>
          <p:nvPr/>
        </p:nvSpPr>
        <p:spPr>
          <a:xfrm>
            <a:off x="5296442" y="2767278"/>
            <a:ext cx="820680" cy="127291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32" name="Picture 13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62302" y="2979492"/>
            <a:ext cx="360206" cy="28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1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85" y="255315"/>
            <a:ext cx="11200088" cy="1757424"/>
          </a:xfrm>
          <a:prstGeom prst="rect">
            <a:avLst/>
          </a:prstGeom>
        </p:spPr>
      </p:pic>
      <p:grpSp>
        <p:nvGrpSpPr>
          <p:cNvPr id="138" name="Group 137"/>
          <p:cNvGrpSpPr>
            <a:grpSpLocks noChangeAspect="1"/>
          </p:cNvGrpSpPr>
          <p:nvPr/>
        </p:nvGrpSpPr>
        <p:grpSpPr>
          <a:xfrm>
            <a:off x="610185" y="2258109"/>
            <a:ext cx="5610632" cy="4216716"/>
            <a:chOff x="3231507" y="2243470"/>
            <a:chExt cx="5970182" cy="448693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85" r="28395" b="3538"/>
            <a:stretch/>
          </p:blipFill>
          <p:spPr>
            <a:xfrm>
              <a:off x="3231507" y="2243470"/>
              <a:ext cx="5969782" cy="4486939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grpSp>
          <p:nvGrpSpPr>
            <p:cNvPr id="11" name="Group 10"/>
            <p:cNvGrpSpPr/>
            <p:nvPr/>
          </p:nvGrpSpPr>
          <p:grpSpPr>
            <a:xfrm>
              <a:off x="3562423" y="2299013"/>
              <a:ext cx="5639266" cy="2847123"/>
              <a:chOff x="671332" y="335666"/>
              <a:chExt cx="7997747" cy="4037860"/>
            </a:xfrm>
          </p:grpSpPr>
          <p:sp>
            <p:nvSpPr>
              <p:cNvPr id="5" name="Freeform 4"/>
              <p:cNvSpPr/>
              <p:nvPr/>
            </p:nvSpPr>
            <p:spPr>
              <a:xfrm>
                <a:off x="671332" y="335666"/>
                <a:ext cx="2343873" cy="1834587"/>
              </a:xfrm>
              <a:custGeom>
                <a:avLst/>
                <a:gdLst>
                  <a:gd name="connsiteX0" fmla="*/ 40511 w 2343873"/>
                  <a:gd name="connsiteY0" fmla="*/ 1834587 h 1834587"/>
                  <a:gd name="connsiteX1" fmla="*/ 57873 w 2343873"/>
                  <a:gd name="connsiteY1" fmla="*/ 1695691 h 1834587"/>
                  <a:gd name="connsiteX2" fmla="*/ 0 w 2343873"/>
                  <a:gd name="connsiteY2" fmla="*/ 1585731 h 1834587"/>
                  <a:gd name="connsiteX3" fmla="*/ 92597 w 2343873"/>
                  <a:gd name="connsiteY3" fmla="*/ 1487347 h 1834587"/>
                  <a:gd name="connsiteX4" fmla="*/ 185195 w 2343873"/>
                  <a:gd name="connsiteY4" fmla="*/ 1336876 h 1834587"/>
                  <a:gd name="connsiteX5" fmla="*/ 347240 w 2343873"/>
                  <a:gd name="connsiteY5" fmla="*/ 1371600 h 1834587"/>
                  <a:gd name="connsiteX6" fmla="*/ 457200 w 2343873"/>
                  <a:gd name="connsiteY6" fmla="*/ 1325301 h 1834587"/>
                  <a:gd name="connsiteX7" fmla="*/ 515073 w 2343873"/>
                  <a:gd name="connsiteY7" fmla="*/ 1209554 h 1834587"/>
                  <a:gd name="connsiteX8" fmla="*/ 596096 w 2343873"/>
                  <a:gd name="connsiteY8" fmla="*/ 1116957 h 1834587"/>
                  <a:gd name="connsiteX9" fmla="*/ 758141 w 2343873"/>
                  <a:gd name="connsiteY9" fmla="*/ 1140106 h 1834587"/>
                  <a:gd name="connsiteX10" fmla="*/ 792865 w 2343873"/>
                  <a:gd name="connsiteY10" fmla="*/ 1163256 h 1834587"/>
                  <a:gd name="connsiteX11" fmla="*/ 879676 w 2343873"/>
                  <a:gd name="connsiteY11" fmla="*/ 1116957 h 1834587"/>
                  <a:gd name="connsiteX12" fmla="*/ 954911 w 2343873"/>
                  <a:gd name="connsiteY12" fmla="*/ 1111169 h 1834587"/>
                  <a:gd name="connsiteX13" fmla="*/ 978060 w 2343873"/>
                  <a:gd name="connsiteY13" fmla="*/ 1030147 h 1834587"/>
                  <a:gd name="connsiteX14" fmla="*/ 1070658 w 2343873"/>
                  <a:gd name="connsiteY14" fmla="*/ 983848 h 1834587"/>
                  <a:gd name="connsiteX15" fmla="*/ 1221129 w 2343873"/>
                  <a:gd name="connsiteY15" fmla="*/ 804440 h 1834587"/>
                  <a:gd name="connsiteX16" fmla="*/ 1221129 w 2343873"/>
                  <a:gd name="connsiteY16" fmla="*/ 752354 h 1834587"/>
                  <a:gd name="connsiteX17" fmla="*/ 1250065 w 2343873"/>
                  <a:gd name="connsiteY17" fmla="*/ 711843 h 1834587"/>
                  <a:gd name="connsiteX18" fmla="*/ 1342663 w 2343873"/>
                  <a:gd name="connsiteY18" fmla="*/ 682906 h 1834587"/>
                  <a:gd name="connsiteX19" fmla="*/ 1516283 w 2343873"/>
                  <a:gd name="connsiteY19" fmla="*/ 752354 h 1834587"/>
                  <a:gd name="connsiteX20" fmla="*/ 1620455 w 2343873"/>
                  <a:gd name="connsiteY20" fmla="*/ 821802 h 1834587"/>
                  <a:gd name="connsiteX21" fmla="*/ 1805650 w 2343873"/>
                  <a:gd name="connsiteY21" fmla="*/ 862314 h 1834587"/>
                  <a:gd name="connsiteX22" fmla="*/ 1840374 w 2343873"/>
                  <a:gd name="connsiteY22" fmla="*/ 914400 h 1834587"/>
                  <a:gd name="connsiteX23" fmla="*/ 1909822 w 2343873"/>
                  <a:gd name="connsiteY23" fmla="*/ 943337 h 1834587"/>
                  <a:gd name="connsiteX24" fmla="*/ 1996633 w 2343873"/>
                  <a:gd name="connsiteY24" fmla="*/ 972273 h 1834587"/>
                  <a:gd name="connsiteX25" fmla="*/ 2048719 w 2343873"/>
                  <a:gd name="connsiteY25" fmla="*/ 1006997 h 1834587"/>
                  <a:gd name="connsiteX26" fmla="*/ 2054506 w 2343873"/>
                  <a:gd name="connsiteY26" fmla="*/ 1047509 h 1834587"/>
                  <a:gd name="connsiteX27" fmla="*/ 2170253 w 2343873"/>
                  <a:gd name="connsiteY27" fmla="*/ 1006997 h 1834587"/>
                  <a:gd name="connsiteX28" fmla="*/ 2343873 w 2343873"/>
                  <a:gd name="connsiteY28" fmla="*/ 902825 h 1834587"/>
                  <a:gd name="connsiteX29" fmla="*/ 2268638 w 2343873"/>
                  <a:gd name="connsiteY29" fmla="*/ 781291 h 1834587"/>
                  <a:gd name="connsiteX30" fmla="*/ 2303362 w 2343873"/>
                  <a:gd name="connsiteY30" fmla="*/ 688693 h 1834587"/>
                  <a:gd name="connsiteX31" fmla="*/ 2262850 w 2343873"/>
                  <a:gd name="connsiteY31" fmla="*/ 596096 h 1834587"/>
                  <a:gd name="connsiteX32" fmla="*/ 2291787 w 2343873"/>
                  <a:gd name="connsiteY32" fmla="*/ 491924 h 1834587"/>
                  <a:gd name="connsiteX33" fmla="*/ 2309149 w 2343873"/>
                  <a:gd name="connsiteY33" fmla="*/ 347240 h 1834587"/>
                  <a:gd name="connsiteX34" fmla="*/ 2239701 w 2343873"/>
                  <a:gd name="connsiteY34" fmla="*/ 248856 h 1834587"/>
                  <a:gd name="connsiteX35" fmla="*/ 2233914 w 2343873"/>
                  <a:gd name="connsiteY35" fmla="*/ 150471 h 1834587"/>
                  <a:gd name="connsiteX36" fmla="*/ 2233914 w 2343873"/>
                  <a:gd name="connsiteY36" fmla="*/ 34724 h 1834587"/>
                  <a:gd name="connsiteX37" fmla="*/ 2233914 w 2343873"/>
                  <a:gd name="connsiteY37" fmla="*/ 0 h 1834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343873" h="1834587">
                    <a:moveTo>
                      <a:pt x="40511" y="1834587"/>
                    </a:moveTo>
                    <a:lnTo>
                      <a:pt x="57873" y="1695691"/>
                    </a:lnTo>
                    <a:lnTo>
                      <a:pt x="0" y="1585731"/>
                    </a:lnTo>
                    <a:lnTo>
                      <a:pt x="92597" y="1487347"/>
                    </a:lnTo>
                    <a:lnTo>
                      <a:pt x="185195" y="1336876"/>
                    </a:lnTo>
                    <a:lnTo>
                      <a:pt x="347240" y="1371600"/>
                    </a:lnTo>
                    <a:lnTo>
                      <a:pt x="457200" y="1325301"/>
                    </a:lnTo>
                    <a:lnTo>
                      <a:pt x="515073" y="1209554"/>
                    </a:lnTo>
                    <a:lnTo>
                      <a:pt x="596096" y="1116957"/>
                    </a:lnTo>
                    <a:lnTo>
                      <a:pt x="758141" y="1140106"/>
                    </a:lnTo>
                    <a:lnTo>
                      <a:pt x="792865" y="1163256"/>
                    </a:lnTo>
                    <a:lnTo>
                      <a:pt x="879676" y="1116957"/>
                    </a:lnTo>
                    <a:lnTo>
                      <a:pt x="954911" y="1111169"/>
                    </a:lnTo>
                    <a:lnTo>
                      <a:pt x="978060" y="1030147"/>
                    </a:lnTo>
                    <a:lnTo>
                      <a:pt x="1070658" y="983848"/>
                    </a:lnTo>
                    <a:lnTo>
                      <a:pt x="1221129" y="804440"/>
                    </a:lnTo>
                    <a:lnTo>
                      <a:pt x="1221129" y="752354"/>
                    </a:lnTo>
                    <a:lnTo>
                      <a:pt x="1250065" y="711843"/>
                    </a:lnTo>
                    <a:lnTo>
                      <a:pt x="1342663" y="682906"/>
                    </a:lnTo>
                    <a:lnTo>
                      <a:pt x="1516283" y="752354"/>
                    </a:lnTo>
                    <a:lnTo>
                      <a:pt x="1620455" y="821802"/>
                    </a:lnTo>
                    <a:lnTo>
                      <a:pt x="1805650" y="862314"/>
                    </a:lnTo>
                    <a:lnTo>
                      <a:pt x="1840374" y="914400"/>
                    </a:lnTo>
                    <a:lnTo>
                      <a:pt x="1909822" y="943337"/>
                    </a:lnTo>
                    <a:lnTo>
                      <a:pt x="1996633" y="972273"/>
                    </a:lnTo>
                    <a:lnTo>
                      <a:pt x="2048719" y="1006997"/>
                    </a:lnTo>
                    <a:lnTo>
                      <a:pt x="2054506" y="1047509"/>
                    </a:lnTo>
                    <a:lnTo>
                      <a:pt x="2170253" y="1006997"/>
                    </a:lnTo>
                    <a:lnTo>
                      <a:pt x="2343873" y="902825"/>
                    </a:lnTo>
                    <a:lnTo>
                      <a:pt x="2268638" y="781291"/>
                    </a:lnTo>
                    <a:lnTo>
                      <a:pt x="2303362" y="688693"/>
                    </a:lnTo>
                    <a:lnTo>
                      <a:pt x="2262850" y="596096"/>
                    </a:lnTo>
                    <a:lnTo>
                      <a:pt x="2291787" y="491924"/>
                    </a:lnTo>
                    <a:lnTo>
                      <a:pt x="2309149" y="347240"/>
                    </a:lnTo>
                    <a:lnTo>
                      <a:pt x="2239701" y="248856"/>
                    </a:lnTo>
                    <a:lnTo>
                      <a:pt x="2233914" y="150471"/>
                    </a:lnTo>
                    <a:lnTo>
                      <a:pt x="2233914" y="34724"/>
                    </a:lnTo>
                    <a:lnTo>
                      <a:pt x="2233914" y="0"/>
                    </a:lnTo>
                  </a:path>
                </a:pathLst>
              </a:custGeom>
              <a:noFill/>
              <a:ln w="539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2339163" y="1247553"/>
                <a:ext cx="1594884" cy="2849526"/>
              </a:xfrm>
              <a:custGeom>
                <a:avLst/>
                <a:gdLst>
                  <a:gd name="connsiteX0" fmla="*/ 680484 w 1594884"/>
                  <a:gd name="connsiteY0" fmla="*/ 0 h 2849526"/>
                  <a:gd name="connsiteX1" fmla="*/ 886046 w 1594884"/>
                  <a:gd name="connsiteY1" fmla="*/ 127591 h 2849526"/>
                  <a:gd name="connsiteX2" fmla="*/ 942753 w 1594884"/>
                  <a:gd name="connsiteY2" fmla="*/ 262270 h 2849526"/>
                  <a:gd name="connsiteX3" fmla="*/ 1148316 w 1594884"/>
                  <a:gd name="connsiteY3" fmla="*/ 347331 h 2849526"/>
                  <a:gd name="connsiteX4" fmla="*/ 1297172 w 1594884"/>
                  <a:gd name="connsiteY4" fmla="*/ 531628 h 2849526"/>
                  <a:gd name="connsiteX5" fmla="*/ 1268818 w 1594884"/>
                  <a:gd name="connsiteY5" fmla="*/ 588335 h 2849526"/>
                  <a:gd name="connsiteX6" fmla="*/ 1431851 w 1594884"/>
                  <a:gd name="connsiteY6" fmla="*/ 630866 h 2849526"/>
                  <a:gd name="connsiteX7" fmla="*/ 1594884 w 1594884"/>
                  <a:gd name="connsiteY7" fmla="*/ 765545 h 2849526"/>
                  <a:gd name="connsiteX8" fmla="*/ 808074 w 1594884"/>
                  <a:gd name="connsiteY8" fmla="*/ 1368056 h 2849526"/>
                  <a:gd name="connsiteX9" fmla="*/ 808074 w 1594884"/>
                  <a:gd name="connsiteY9" fmla="*/ 1396410 h 2849526"/>
                  <a:gd name="connsiteX10" fmla="*/ 737190 w 1594884"/>
                  <a:gd name="connsiteY10" fmla="*/ 1389321 h 2849526"/>
                  <a:gd name="connsiteX11" fmla="*/ 708837 w 1594884"/>
                  <a:gd name="connsiteY11" fmla="*/ 1438940 h 2849526"/>
                  <a:gd name="connsiteX12" fmla="*/ 659218 w 1594884"/>
                  <a:gd name="connsiteY12" fmla="*/ 1431852 h 2849526"/>
                  <a:gd name="connsiteX13" fmla="*/ 609600 w 1594884"/>
                  <a:gd name="connsiteY13" fmla="*/ 1616149 h 2849526"/>
                  <a:gd name="connsiteX14" fmla="*/ 552893 w 1594884"/>
                  <a:gd name="connsiteY14" fmla="*/ 1665768 h 2849526"/>
                  <a:gd name="connsiteX15" fmla="*/ 474921 w 1594884"/>
                  <a:gd name="connsiteY15" fmla="*/ 1807535 h 2849526"/>
                  <a:gd name="connsiteX16" fmla="*/ 446567 w 1594884"/>
                  <a:gd name="connsiteY16" fmla="*/ 1935126 h 2849526"/>
                  <a:gd name="connsiteX17" fmla="*/ 368595 w 1594884"/>
                  <a:gd name="connsiteY17" fmla="*/ 1998921 h 2849526"/>
                  <a:gd name="connsiteX18" fmla="*/ 276446 w 1594884"/>
                  <a:gd name="connsiteY18" fmla="*/ 2140689 h 2849526"/>
                  <a:gd name="connsiteX19" fmla="*/ 219739 w 1594884"/>
                  <a:gd name="connsiteY19" fmla="*/ 2218661 h 2849526"/>
                  <a:gd name="connsiteX20" fmla="*/ 198474 w 1594884"/>
                  <a:gd name="connsiteY20" fmla="*/ 2261191 h 2849526"/>
                  <a:gd name="connsiteX21" fmla="*/ 212651 w 1594884"/>
                  <a:gd name="connsiteY21" fmla="*/ 2424224 h 2849526"/>
                  <a:gd name="connsiteX22" fmla="*/ 191386 w 1594884"/>
                  <a:gd name="connsiteY22" fmla="*/ 2502196 h 2849526"/>
                  <a:gd name="connsiteX23" fmla="*/ 56707 w 1594884"/>
                  <a:gd name="connsiteY23" fmla="*/ 2594345 h 2849526"/>
                  <a:gd name="connsiteX24" fmla="*/ 0 w 1594884"/>
                  <a:gd name="connsiteY24" fmla="*/ 2608521 h 2849526"/>
                  <a:gd name="connsiteX25" fmla="*/ 155944 w 1594884"/>
                  <a:gd name="connsiteY25" fmla="*/ 2849526 h 2849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94884" h="2849526">
                    <a:moveTo>
                      <a:pt x="680484" y="0"/>
                    </a:moveTo>
                    <a:lnTo>
                      <a:pt x="886046" y="127591"/>
                    </a:lnTo>
                    <a:lnTo>
                      <a:pt x="942753" y="262270"/>
                    </a:lnTo>
                    <a:lnTo>
                      <a:pt x="1148316" y="347331"/>
                    </a:lnTo>
                    <a:lnTo>
                      <a:pt x="1297172" y="531628"/>
                    </a:lnTo>
                    <a:lnTo>
                      <a:pt x="1268818" y="588335"/>
                    </a:lnTo>
                    <a:lnTo>
                      <a:pt x="1431851" y="630866"/>
                    </a:lnTo>
                    <a:lnTo>
                      <a:pt x="1594884" y="765545"/>
                    </a:lnTo>
                    <a:lnTo>
                      <a:pt x="808074" y="1368056"/>
                    </a:lnTo>
                    <a:lnTo>
                      <a:pt x="808074" y="1396410"/>
                    </a:lnTo>
                    <a:lnTo>
                      <a:pt x="737190" y="1389321"/>
                    </a:lnTo>
                    <a:lnTo>
                      <a:pt x="708837" y="1438940"/>
                    </a:lnTo>
                    <a:lnTo>
                      <a:pt x="659218" y="1431852"/>
                    </a:lnTo>
                    <a:lnTo>
                      <a:pt x="609600" y="1616149"/>
                    </a:lnTo>
                    <a:lnTo>
                      <a:pt x="552893" y="1665768"/>
                    </a:lnTo>
                    <a:lnTo>
                      <a:pt x="474921" y="1807535"/>
                    </a:lnTo>
                    <a:lnTo>
                      <a:pt x="446567" y="1935126"/>
                    </a:lnTo>
                    <a:lnTo>
                      <a:pt x="368595" y="1998921"/>
                    </a:lnTo>
                    <a:lnTo>
                      <a:pt x="276446" y="2140689"/>
                    </a:lnTo>
                    <a:lnTo>
                      <a:pt x="219739" y="2218661"/>
                    </a:lnTo>
                    <a:lnTo>
                      <a:pt x="198474" y="2261191"/>
                    </a:lnTo>
                    <a:lnTo>
                      <a:pt x="212651" y="2424224"/>
                    </a:lnTo>
                    <a:lnTo>
                      <a:pt x="191386" y="2502196"/>
                    </a:lnTo>
                    <a:lnTo>
                      <a:pt x="56707" y="2594345"/>
                    </a:lnTo>
                    <a:lnTo>
                      <a:pt x="0" y="2608521"/>
                    </a:lnTo>
                    <a:lnTo>
                      <a:pt x="155944" y="2849526"/>
                    </a:lnTo>
                  </a:path>
                </a:pathLst>
              </a:custGeom>
              <a:noFill/>
              <a:ln w="539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7" name="Freeform 6"/>
              <p:cNvSpPr/>
              <p:nvPr/>
            </p:nvSpPr>
            <p:spPr>
              <a:xfrm>
                <a:off x="3919870" y="404037"/>
                <a:ext cx="1524000" cy="1616149"/>
              </a:xfrm>
              <a:custGeom>
                <a:avLst/>
                <a:gdLst>
                  <a:gd name="connsiteX0" fmla="*/ 0 w 1524000"/>
                  <a:gd name="connsiteY0" fmla="*/ 1609061 h 1616149"/>
                  <a:gd name="connsiteX1" fmla="*/ 978195 w 1524000"/>
                  <a:gd name="connsiteY1" fmla="*/ 1616149 h 1616149"/>
                  <a:gd name="connsiteX2" fmla="*/ 1155404 w 1524000"/>
                  <a:gd name="connsiteY2" fmla="*/ 1481470 h 1616149"/>
                  <a:gd name="connsiteX3" fmla="*/ 1282995 w 1524000"/>
                  <a:gd name="connsiteY3" fmla="*/ 1481470 h 1616149"/>
                  <a:gd name="connsiteX4" fmla="*/ 1460204 w 1524000"/>
                  <a:gd name="connsiteY4" fmla="*/ 1318437 h 1616149"/>
                  <a:gd name="connsiteX5" fmla="*/ 1502735 w 1524000"/>
                  <a:gd name="connsiteY5" fmla="*/ 1219200 h 1616149"/>
                  <a:gd name="connsiteX6" fmla="*/ 1502735 w 1524000"/>
                  <a:gd name="connsiteY6" fmla="*/ 1219200 h 1616149"/>
                  <a:gd name="connsiteX7" fmla="*/ 1524000 w 1524000"/>
                  <a:gd name="connsiteY7" fmla="*/ 1034903 h 1616149"/>
                  <a:gd name="connsiteX8" fmla="*/ 1467293 w 1524000"/>
                  <a:gd name="connsiteY8" fmla="*/ 886047 h 1616149"/>
                  <a:gd name="connsiteX9" fmla="*/ 1382232 w 1524000"/>
                  <a:gd name="connsiteY9" fmla="*/ 765544 h 1616149"/>
                  <a:gd name="connsiteX10" fmla="*/ 1226288 w 1524000"/>
                  <a:gd name="connsiteY10" fmla="*/ 595423 h 1616149"/>
                  <a:gd name="connsiteX11" fmla="*/ 992372 w 1524000"/>
                  <a:gd name="connsiteY11" fmla="*/ 503275 h 1616149"/>
                  <a:gd name="connsiteX12" fmla="*/ 907311 w 1524000"/>
                  <a:gd name="connsiteY12" fmla="*/ 432391 h 1616149"/>
                  <a:gd name="connsiteX13" fmla="*/ 822251 w 1524000"/>
                  <a:gd name="connsiteY13" fmla="*/ 368596 h 1616149"/>
                  <a:gd name="connsiteX14" fmla="*/ 708837 w 1524000"/>
                  <a:gd name="connsiteY14" fmla="*/ 205563 h 1616149"/>
                  <a:gd name="connsiteX15" fmla="*/ 496186 w 1524000"/>
                  <a:gd name="connsiteY15" fmla="*/ 141768 h 1616149"/>
                  <a:gd name="connsiteX16" fmla="*/ 375683 w 1524000"/>
                  <a:gd name="connsiteY16" fmla="*/ 92149 h 1616149"/>
                  <a:gd name="connsiteX17" fmla="*/ 198474 w 1524000"/>
                  <a:gd name="connsiteY17" fmla="*/ 0 h 1616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24000" h="1616149">
                    <a:moveTo>
                      <a:pt x="0" y="1609061"/>
                    </a:moveTo>
                    <a:lnTo>
                      <a:pt x="978195" y="1616149"/>
                    </a:lnTo>
                    <a:lnTo>
                      <a:pt x="1155404" y="1481470"/>
                    </a:lnTo>
                    <a:lnTo>
                      <a:pt x="1282995" y="1481470"/>
                    </a:lnTo>
                    <a:lnTo>
                      <a:pt x="1460204" y="1318437"/>
                    </a:lnTo>
                    <a:lnTo>
                      <a:pt x="1502735" y="1219200"/>
                    </a:lnTo>
                    <a:lnTo>
                      <a:pt x="1502735" y="1219200"/>
                    </a:lnTo>
                    <a:lnTo>
                      <a:pt x="1524000" y="1034903"/>
                    </a:lnTo>
                    <a:lnTo>
                      <a:pt x="1467293" y="886047"/>
                    </a:lnTo>
                    <a:lnTo>
                      <a:pt x="1382232" y="765544"/>
                    </a:lnTo>
                    <a:lnTo>
                      <a:pt x="1226288" y="595423"/>
                    </a:lnTo>
                    <a:lnTo>
                      <a:pt x="992372" y="503275"/>
                    </a:lnTo>
                    <a:lnTo>
                      <a:pt x="907311" y="432391"/>
                    </a:lnTo>
                    <a:lnTo>
                      <a:pt x="822251" y="368596"/>
                    </a:lnTo>
                    <a:lnTo>
                      <a:pt x="708837" y="205563"/>
                    </a:lnTo>
                    <a:lnTo>
                      <a:pt x="496186" y="141768"/>
                    </a:lnTo>
                    <a:lnTo>
                      <a:pt x="375683" y="92149"/>
                    </a:lnTo>
                    <a:lnTo>
                      <a:pt x="198474" y="0"/>
                    </a:lnTo>
                  </a:path>
                </a:pathLst>
              </a:custGeom>
              <a:noFill/>
              <a:ln w="539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5429693" y="1623237"/>
                <a:ext cx="3239386" cy="28354"/>
              </a:xfrm>
              <a:custGeom>
                <a:avLst/>
                <a:gdLst>
                  <a:gd name="connsiteX0" fmla="*/ 0 w 3239386"/>
                  <a:gd name="connsiteY0" fmla="*/ 28354 h 28354"/>
                  <a:gd name="connsiteX1" fmla="*/ 1098698 w 3239386"/>
                  <a:gd name="connsiteY1" fmla="*/ 14177 h 28354"/>
                  <a:gd name="connsiteX2" fmla="*/ 2714847 w 3239386"/>
                  <a:gd name="connsiteY2" fmla="*/ 0 h 28354"/>
                  <a:gd name="connsiteX3" fmla="*/ 3239386 w 3239386"/>
                  <a:gd name="connsiteY3" fmla="*/ 28354 h 28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9386" h="28354">
                    <a:moveTo>
                      <a:pt x="0" y="28354"/>
                    </a:moveTo>
                    <a:lnTo>
                      <a:pt x="1098698" y="14177"/>
                    </a:lnTo>
                    <a:lnTo>
                      <a:pt x="2714847" y="0"/>
                    </a:lnTo>
                    <a:lnTo>
                      <a:pt x="3239386" y="28354"/>
                    </a:lnTo>
                  </a:path>
                </a:pathLst>
              </a:custGeom>
              <a:noFill/>
              <a:ln w="539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4600353" y="1998921"/>
                <a:ext cx="843517" cy="2374605"/>
              </a:xfrm>
              <a:custGeom>
                <a:avLst/>
                <a:gdLst>
                  <a:gd name="connsiteX0" fmla="*/ 297712 w 843517"/>
                  <a:gd name="connsiteY0" fmla="*/ 0 h 2374605"/>
                  <a:gd name="connsiteX1" fmla="*/ 304800 w 843517"/>
                  <a:gd name="connsiteY1" fmla="*/ 652130 h 2374605"/>
                  <a:gd name="connsiteX2" fmla="*/ 297712 w 843517"/>
                  <a:gd name="connsiteY2" fmla="*/ 744279 h 2374605"/>
                  <a:gd name="connsiteX3" fmla="*/ 347331 w 843517"/>
                  <a:gd name="connsiteY3" fmla="*/ 779721 h 2374605"/>
                  <a:gd name="connsiteX4" fmla="*/ 432391 w 843517"/>
                  <a:gd name="connsiteY4" fmla="*/ 857693 h 2374605"/>
                  <a:gd name="connsiteX5" fmla="*/ 517452 w 843517"/>
                  <a:gd name="connsiteY5" fmla="*/ 914400 h 2374605"/>
                  <a:gd name="connsiteX6" fmla="*/ 524540 w 843517"/>
                  <a:gd name="connsiteY6" fmla="*/ 964019 h 2374605"/>
                  <a:gd name="connsiteX7" fmla="*/ 630866 w 843517"/>
                  <a:gd name="connsiteY7" fmla="*/ 1041991 h 2374605"/>
                  <a:gd name="connsiteX8" fmla="*/ 659219 w 843517"/>
                  <a:gd name="connsiteY8" fmla="*/ 1105786 h 2374605"/>
                  <a:gd name="connsiteX9" fmla="*/ 751368 w 843517"/>
                  <a:gd name="connsiteY9" fmla="*/ 1148316 h 2374605"/>
                  <a:gd name="connsiteX10" fmla="*/ 843517 w 843517"/>
                  <a:gd name="connsiteY10" fmla="*/ 1304260 h 2374605"/>
                  <a:gd name="connsiteX11" fmla="*/ 836428 w 843517"/>
                  <a:gd name="connsiteY11" fmla="*/ 1495646 h 2374605"/>
                  <a:gd name="connsiteX12" fmla="*/ 779721 w 843517"/>
                  <a:gd name="connsiteY12" fmla="*/ 1573619 h 2374605"/>
                  <a:gd name="connsiteX13" fmla="*/ 744280 w 843517"/>
                  <a:gd name="connsiteY13" fmla="*/ 1651591 h 2374605"/>
                  <a:gd name="connsiteX14" fmla="*/ 744280 w 843517"/>
                  <a:gd name="connsiteY14" fmla="*/ 1750828 h 2374605"/>
                  <a:gd name="connsiteX15" fmla="*/ 637954 w 843517"/>
                  <a:gd name="connsiteY15" fmla="*/ 1814623 h 2374605"/>
                  <a:gd name="connsiteX16" fmla="*/ 538717 w 843517"/>
                  <a:gd name="connsiteY16" fmla="*/ 1864242 h 2374605"/>
                  <a:gd name="connsiteX17" fmla="*/ 489098 w 843517"/>
                  <a:gd name="connsiteY17" fmla="*/ 1949302 h 2374605"/>
                  <a:gd name="connsiteX18" fmla="*/ 311889 w 843517"/>
                  <a:gd name="connsiteY18" fmla="*/ 2041451 h 2374605"/>
                  <a:gd name="connsiteX19" fmla="*/ 255182 w 843517"/>
                  <a:gd name="connsiteY19" fmla="*/ 2098158 h 2374605"/>
                  <a:gd name="connsiteX20" fmla="*/ 241005 w 843517"/>
                  <a:gd name="connsiteY20" fmla="*/ 2161953 h 2374605"/>
                  <a:gd name="connsiteX21" fmla="*/ 198475 w 843517"/>
                  <a:gd name="connsiteY21" fmla="*/ 2211572 h 2374605"/>
                  <a:gd name="connsiteX22" fmla="*/ 99238 w 843517"/>
                  <a:gd name="connsiteY22" fmla="*/ 2254102 h 2374605"/>
                  <a:gd name="connsiteX23" fmla="*/ 0 w 843517"/>
                  <a:gd name="connsiteY23" fmla="*/ 2374605 h 2374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843517" h="2374605">
                    <a:moveTo>
                      <a:pt x="297712" y="0"/>
                    </a:moveTo>
                    <a:cubicBezTo>
                      <a:pt x="300075" y="217377"/>
                      <a:pt x="302437" y="434753"/>
                      <a:pt x="304800" y="652130"/>
                    </a:cubicBezTo>
                    <a:lnTo>
                      <a:pt x="297712" y="744279"/>
                    </a:lnTo>
                    <a:lnTo>
                      <a:pt x="347331" y="779721"/>
                    </a:lnTo>
                    <a:lnTo>
                      <a:pt x="432391" y="857693"/>
                    </a:lnTo>
                    <a:lnTo>
                      <a:pt x="517452" y="914400"/>
                    </a:lnTo>
                    <a:lnTo>
                      <a:pt x="524540" y="964019"/>
                    </a:lnTo>
                    <a:lnTo>
                      <a:pt x="630866" y="1041991"/>
                    </a:lnTo>
                    <a:lnTo>
                      <a:pt x="659219" y="1105786"/>
                    </a:lnTo>
                    <a:lnTo>
                      <a:pt x="751368" y="1148316"/>
                    </a:lnTo>
                    <a:lnTo>
                      <a:pt x="843517" y="1304260"/>
                    </a:lnTo>
                    <a:lnTo>
                      <a:pt x="836428" y="1495646"/>
                    </a:lnTo>
                    <a:lnTo>
                      <a:pt x="779721" y="1573619"/>
                    </a:lnTo>
                    <a:lnTo>
                      <a:pt x="744280" y="1651591"/>
                    </a:lnTo>
                    <a:lnTo>
                      <a:pt x="744280" y="1750828"/>
                    </a:lnTo>
                    <a:lnTo>
                      <a:pt x="637954" y="1814623"/>
                    </a:lnTo>
                    <a:lnTo>
                      <a:pt x="538717" y="1864242"/>
                    </a:lnTo>
                    <a:lnTo>
                      <a:pt x="489098" y="1949302"/>
                    </a:lnTo>
                    <a:lnTo>
                      <a:pt x="311889" y="2041451"/>
                    </a:lnTo>
                    <a:lnTo>
                      <a:pt x="255182" y="2098158"/>
                    </a:lnTo>
                    <a:lnTo>
                      <a:pt x="241005" y="2161953"/>
                    </a:lnTo>
                    <a:lnTo>
                      <a:pt x="198475" y="2211572"/>
                    </a:lnTo>
                    <a:lnTo>
                      <a:pt x="99238" y="2254102"/>
                    </a:lnTo>
                    <a:lnTo>
                      <a:pt x="0" y="2374605"/>
                    </a:lnTo>
                  </a:path>
                </a:pathLst>
              </a:custGeom>
              <a:noFill/>
              <a:ln w="539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6528391" y="1644502"/>
                <a:ext cx="1275907" cy="2324986"/>
              </a:xfrm>
              <a:custGeom>
                <a:avLst/>
                <a:gdLst>
                  <a:gd name="connsiteX0" fmla="*/ 0 w 1275907"/>
                  <a:gd name="connsiteY0" fmla="*/ 0 h 2324986"/>
                  <a:gd name="connsiteX1" fmla="*/ 70883 w 1275907"/>
                  <a:gd name="connsiteY1" fmla="*/ 85061 h 2324986"/>
                  <a:gd name="connsiteX2" fmla="*/ 148856 w 1275907"/>
                  <a:gd name="connsiteY2" fmla="*/ 148856 h 2324986"/>
                  <a:gd name="connsiteX3" fmla="*/ 170121 w 1275907"/>
                  <a:gd name="connsiteY3" fmla="*/ 248093 h 2324986"/>
                  <a:gd name="connsiteX4" fmla="*/ 120502 w 1275907"/>
                  <a:gd name="connsiteY4" fmla="*/ 241005 h 2324986"/>
                  <a:gd name="connsiteX5" fmla="*/ 155944 w 1275907"/>
                  <a:gd name="connsiteY5" fmla="*/ 446568 h 2324986"/>
                  <a:gd name="connsiteX6" fmla="*/ 127590 w 1275907"/>
                  <a:gd name="connsiteY6" fmla="*/ 524540 h 2324986"/>
                  <a:gd name="connsiteX7" fmla="*/ 269358 w 1275907"/>
                  <a:gd name="connsiteY7" fmla="*/ 737191 h 2324986"/>
                  <a:gd name="connsiteX8" fmla="*/ 340242 w 1275907"/>
                  <a:gd name="connsiteY8" fmla="*/ 893135 h 2324986"/>
                  <a:gd name="connsiteX9" fmla="*/ 474921 w 1275907"/>
                  <a:gd name="connsiteY9" fmla="*/ 1027814 h 2324986"/>
                  <a:gd name="connsiteX10" fmla="*/ 680483 w 1275907"/>
                  <a:gd name="connsiteY10" fmla="*/ 1197935 h 2324986"/>
                  <a:gd name="connsiteX11" fmla="*/ 800986 w 1275907"/>
                  <a:gd name="connsiteY11" fmla="*/ 1233377 h 2324986"/>
                  <a:gd name="connsiteX12" fmla="*/ 864781 w 1275907"/>
                  <a:gd name="connsiteY12" fmla="*/ 1375145 h 2324986"/>
                  <a:gd name="connsiteX13" fmla="*/ 928576 w 1275907"/>
                  <a:gd name="connsiteY13" fmla="*/ 1573619 h 2324986"/>
                  <a:gd name="connsiteX14" fmla="*/ 1098697 w 1275907"/>
                  <a:gd name="connsiteY14" fmla="*/ 1956391 h 2324986"/>
                  <a:gd name="connsiteX15" fmla="*/ 1183758 w 1275907"/>
                  <a:gd name="connsiteY15" fmla="*/ 2013098 h 2324986"/>
                  <a:gd name="connsiteX16" fmla="*/ 1275907 w 1275907"/>
                  <a:gd name="connsiteY16" fmla="*/ 2324986 h 2324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75907" h="2324986">
                    <a:moveTo>
                      <a:pt x="0" y="0"/>
                    </a:moveTo>
                    <a:lnTo>
                      <a:pt x="70883" y="85061"/>
                    </a:lnTo>
                    <a:lnTo>
                      <a:pt x="148856" y="148856"/>
                    </a:lnTo>
                    <a:lnTo>
                      <a:pt x="170121" y="248093"/>
                    </a:lnTo>
                    <a:lnTo>
                      <a:pt x="120502" y="241005"/>
                    </a:lnTo>
                    <a:lnTo>
                      <a:pt x="155944" y="446568"/>
                    </a:lnTo>
                    <a:lnTo>
                      <a:pt x="127590" y="524540"/>
                    </a:lnTo>
                    <a:lnTo>
                      <a:pt x="269358" y="737191"/>
                    </a:lnTo>
                    <a:lnTo>
                      <a:pt x="340242" y="893135"/>
                    </a:lnTo>
                    <a:lnTo>
                      <a:pt x="474921" y="1027814"/>
                    </a:lnTo>
                    <a:lnTo>
                      <a:pt x="680483" y="1197935"/>
                    </a:lnTo>
                    <a:lnTo>
                      <a:pt x="800986" y="1233377"/>
                    </a:lnTo>
                    <a:lnTo>
                      <a:pt x="864781" y="1375145"/>
                    </a:lnTo>
                    <a:lnTo>
                      <a:pt x="928576" y="1573619"/>
                    </a:lnTo>
                    <a:lnTo>
                      <a:pt x="1098697" y="1956391"/>
                    </a:lnTo>
                    <a:lnTo>
                      <a:pt x="1183758" y="2013098"/>
                    </a:lnTo>
                    <a:lnTo>
                      <a:pt x="1275907" y="2324986"/>
                    </a:lnTo>
                  </a:path>
                </a:pathLst>
              </a:custGeom>
              <a:noFill/>
              <a:ln w="539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</p:grpSp>
        <p:grpSp>
          <p:nvGrpSpPr>
            <p:cNvPr id="13" name="Group 12"/>
            <p:cNvGrpSpPr>
              <a:grpSpLocks noChangeAspect="1"/>
            </p:cNvGrpSpPr>
            <p:nvPr/>
          </p:nvGrpSpPr>
          <p:grpSpPr>
            <a:xfrm>
              <a:off x="3766237" y="4581354"/>
              <a:ext cx="207483" cy="189926"/>
              <a:chOff x="15875" y="0"/>
              <a:chExt cx="792549" cy="725487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75" y="0"/>
                <a:ext cx="792549" cy="725487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5750" y="254000"/>
                <a:ext cx="231668" cy="353599"/>
              </a:xfrm>
              <a:prstGeom prst="rect">
                <a:avLst/>
              </a:prstGeom>
            </p:spPr>
          </p:pic>
        </p:grpSp>
        <p:grpSp>
          <p:nvGrpSpPr>
            <p:cNvPr id="14" name="Group 13"/>
            <p:cNvGrpSpPr>
              <a:grpSpLocks noChangeAspect="1"/>
            </p:cNvGrpSpPr>
            <p:nvPr/>
          </p:nvGrpSpPr>
          <p:grpSpPr>
            <a:xfrm>
              <a:off x="5640334" y="5095464"/>
              <a:ext cx="207482" cy="194714"/>
              <a:chOff x="1127125" y="15875"/>
              <a:chExt cx="792549" cy="743776"/>
            </a:xfrm>
          </p:grpSpPr>
          <p:pic>
            <p:nvPicPr>
              <p:cNvPr id="27" name="Picture 2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7125" y="15875"/>
                <a:ext cx="792549" cy="743776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7000" y="269875"/>
                <a:ext cx="231668" cy="353599"/>
              </a:xfrm>
              <a:prstGeom prst="rect">
                <a:avLst/>
              </a:prstGeom>
            </p:spPr>
          </p:pic>
        </p:grpSp>
        <p:grpSp>
          <p:nvGrpSpPr>
            <p:cNvPr id="15" name="Group 14"/>
            <p:cNvGrpSpPr>
              <a:grpSpLocks noChangeAspect="1"/>
            </p:cNvGrpSpPr>
            <p:nvPr/>
          </p:nvGrpSpPr>
          <p:grpSpPr>
            <a:xfrm>
              <a:off x="4324801" y="3739838"/>
              <a:ext cx="207483" cy="189926"/>
              <a:chOff x="0" y="1047750"/>
              <a:chExt cx="792549" cy="725487"/>
            </a:xfrm>
          </p:grpSpPr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1047750"/>
                <a:ext cx="792549" cy="725487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9875" y="1238250"/>
                <a:ext cx="231668" cy="359695"/>
              </a:xfrm>
              <a:prstGeom prst="rect">
                <a:avLst/>
              </a:prstGeom>
            </p:spPr>
          </p:pic>
        </p:grp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35548" y="3820990"/>
              <a:ext cx="206338" cy="189143"/>
            </a:xfrm>
            <a:prstGeom prst="rect">
              <a:avLst/>
            </a:prstGeom>
          </p:spPr>
        </p:pic>
        <p:sp>
          <p:nvSpPr>
            <p:cNvPr id="40" name="Freeform 39"/>
            <p:cNvSpPr/>
            <p:nvPr/>
          </p:nvSpPr>
          <p:spPr>
            <a:xfrm>
              <a:off x="4703436" y="2442185"/>
              <a:ext cx="724719" cy="1044595"/>
            </a:xfrm>
            <a:custGeom>
              <a:avLst/>
              <a:gdLst>
                <a:gd name="connsiteX0" fmla="*/ 0 w 1027814"/>
                <a:gd name="connsiteY0" fmla="*/ 1481470 h 1481470"/>
                <a:gd name="connsiteX1" fmla="*/ 0 w 1027814"/>
                <a:gd name="connsiteY1" fmla="*/ 1481470 h 1481470"/>
                <a:gd name="connsiteX2" fmla="*/ 276447 w 1027814"/>
                <a:gd name="connsiteY2" fmla="*/ 1212112 h 1481470"/>
                <a:gd name="connsiteX3" fmla="*/ 595423 w 1027814"/>
                <a:gd name="connsiteY3" fmla="*/ 1013637 h 1481470"/>
                <a:gd name="connsiteX4" fmla="*/ 857693 w 1027814"/>
                <a:gd name="connsiteY4" fmla="*/ 836428 h 1481470"/>
                <a:gd name="connsiteX5" fmla="*/ 999461 w 1027814"/>
                <a:gd name="connsiteY5" fmla="*/ 198475 h 1481470"/>
                <a:gd name="connsiteX6" fmla="*/ 1027814 w 1027814"/>
                <a:gd name="connsiteY6" fmla="*/ 0 h 14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7814" h="1481470">
                  <a:moveTo>
                    <a:pt x="0" y="1481470"/>
                  </a:moveTo>
                  <a:lnTo>
                    <a:pt x="0" y="1481470"/>
                  </a:lnTo>
                  <a:lnTo>
                    <a:pt x="276447" y="1212112"/>
                  </a:lnTo>
                  <a:lnTo>
                    <a:pt x="595423" y="1013637"/>
                  </a:lnTo>
                  <a:lnTo>
                    <a:pt x="857693" y="836428"/>
                  </a:lnTo>
                  <a:lnTo>
                    <a:pt x="999461" y="198475"/>
                  </a:lnTo>
                  <a:lnTo>
                    <a:pt x="1027814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3888753" y="3556753"/>
              <a:ext cx="634753" cy="1009609"/>
            </a:xfrm>
            <a:custGeom>
              <a:avLst/>
              <a:gdLst>
                <a:gd name="connsiteX0" fmla="*/ 900223 w 900223"/>
                <a:gd name="connsiteY0" fmla="*/ 0 h 1431852"/>
                <a:gd name="connsiteX1" fmla="*/ 503274 w 900223"/>
                <a:gd name="connsiteY1" fmla="*/ 248093 h 1431852"/>
                <a:gd name="connsiteX2" fmla="*/ 297712 w 900223"/>
                <a:gd name="connsiteY2" fmla="*/ 411126 h 1431852"/>
                <a:gd name="connsiteX3" fmla="*/ 127591 w 900223"/>
                <a:gd name="connsiteY3" fmla="*/ 715926 h 1431852"/>
                <a:gd name="connsiteX4" fmla="*/ 70884 w 900223"/>
                <a:gd name="connsiteY4" fmla="*/ 1134140 h 1431852"/>
                <a:gd name="connsiteX5" fmla="*/ 0 w 900223"/>
                <a:gd name="connsiteY5" fmla="*/ 1431852 h 143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0223" h="1431852">
                  <a:moveTo>
                    <a:pt x="900223" y="0"/>
                  </a:moveTo>
                  <a:lnTo>
                    <a:pt x="503274" y="248093"/>
                  </a:lnTo>
                  <a:lnTo>
                    <a:pt x="297712" y="411126"/>
                  </a:lnTo>
                  <a:lnTo>
                    <a:pt x="127591" y="715926"/>
                  </a:lnTo>
                  <a:lnTo>
                    <a:pt x="70884" y="1134140"/>
                  </a:lnTo>
                  <a:lnTo>
                    <a:pt x="0" y="1431852"/>
                  </a:lnTo>
                </a:path>
              </a:pathLst>
            </a:custGeom>
            <a:noFill/>
            <a:ln w="222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5428154" y="2467175"/>
              <a:ext cx="574777" cy="2424059"/>
            </a:xfrm>
            <a:custGeom>
              <a:avLst/>
              <a:gdLst>
                <a:gd name="connsiteX0" fmla="*/ 0 w 815163"/>
                <a:gd name="connsiteY0" fmla="*/ 0 h 3437861"/>
                <a:gd name="connsiteX1" fmla="*/ 354419 w 815163"/>
                <a:gd name="connsiteY1" fmla="*/ 460744 h 3437861"/>
                <a:gd name="connsiteX2" fmla="*/ 552893 w 815163"/>
                <a:gd name="connsiteY2" fmla="*/ 680484 h 3437861"/>
                <a:gd name="connsiteX3" fmla="*/ 467833 w 815163"/>
                <a:gd name="connsiteY3" fmla="*/ 886047 h 3437861"/>
                <a:gd name="connsiteX4" fmla="*/ 808075 w 815163"/>
                <a:gd name="connsiteY4" fmla="*/ 1240465 h 3437861"/>
                <a:gd name="connsiteX5" fmla="*/ 815163 w 815163"/>
                <a:gd name="connsiteY5" fmla="*/ 1417675 h 3437861"/>
                <a:gd name="connsiteX6" fmla="*/ 680484 w 815163"/>
                <a:gd name="connsiteY6" fmla="*/ 1637414 h 3437861"/>
                <a:gd name="connsiteX7" fmla="*/ 439479 w 815163"/>
                <a:gd name="connsiteY7" fmla="*/ 1878419 h 3437861"/>
                <a:gd name="connsiteX8" fmla="*/ 212651 w 815163"/>
                <a:gd name="connsiteY8" fmla="*/ 2041451 h 3437861"/>
                <a:gd name="connsiteX9" fmla="*/ 134679 w 815163"/>
                <a:gd name="connsiteY9" fmla="*/ 2176130 h 3437861"/>
                <a:gd name="connsiteX10" fmla="*/ 148856 w 815163"/>
                <a:gd name="connsiteY10" fmla="*/ 2395870 h 3437861"/>
                <a:gd name="connsiteX11" fmla="*/ 170121 w 815163"/>
                <a:gd name="connsiteY11" fmla="*/ 2615609 h 3437861"/>
                <a:gd name="connsiteX12" fmla="*/ 368595 w 815163"/>
                <a:gd name="connsiteY12" fmla="*/ 2906233 h 3437861"/>
                <a:gd name="connsiteX13" fmla="*/ 439479 w 815163"/>
                <a:gd name="connsiteY13" fmla="*/ 3423684 h 3437861"/>
                <a:gd name="connsiteX14" fmla="*/ 574158 w 815163"/>
                <a:gd name="connsiteY14" fmla="*/ 3437861 h 3437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5163" h="3437861">
                  <a:moveTo>
                    <a:pt x="0" y="0"/>
                  </a:moveTo>
                  <a:lnTo>
                    <a:pt x="354419" y="460744"/>
                  </a:lnTo>
                  <a:lnTo>
                    <a:pt x="552893" y="680484"/>
                  </a:lnTo>
                  <a:lnTo>
                    <a:pt x="467833" y="886047"/>
                  </a:lnTo>
                  <a:lnTo>
                    <a:pt x="808075" y="1240465"/>
                  </a:lnTo>
                  <a:lnTo>
                    <a:pt x="815163" y="1417675"/>
                  </a:lnTo>
                  <a:lnTo>
                    <a:pt x="680484" y="1637414"/>
                  </a:lnTo>
                  <a:lnTo>
                    <a:pt x="439479" y="1878419"/>
                  </a:lnTo>
                  <a:lnTo>
                    <a:pt x="212651" y="2041451"/>
                  </a:lnTo>
                  <a:lnTo>
                    <a:pt x="134679" y="2176130"/>
                  </a:lnTo>
                  <a:lnTo>
                    <a:pt x="148856" y="2395870"/>
                  </a:lnTo>
                  <a:lnTo>
                    <a:pt x="170121" y="2615609"/>
                  </a:lnTo>
                  <a:lnTo>
                    <a:pt x="368595" y="2906233"/>
                  </a:lnTo>
                  <a:lnTo>
                    <a:pt x="439479" y="3423684"/>
                  </a:lnTo>
                  <a:lnTo>
                    <a:pt x="574158" y="3437861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5218236" y="4841254"/>
              <a:ext cx="544788" cy="484812"/>
            </a:xfrm>
            <a:custGeom>
              <a:avLst/>
              <a:gdLst>
                <a:gd name="connsiteX0" fmla="*/ 0 w 772632"/>
                <a:gd name="connsiteY0" fmla="*/ 687572 h 687572"/>
                <a:gd name="connsiteX1" fmla="*/ 155944 w 772632"/>
                <a:gd name="connsiteY1" fmla="*/ 602512 h 687572"/>
                <a:gd name="connsiteX2" fmla="*/ 326065 w 772632"/>
                <a:gd name="connsiteY2" fmla="*/ 170121 h 687572"/>
                <a:gd name="connsiteX3" fmla="*/ 439479 w 772632"/>
                <a:gd name="connsiteY3" fmla="*/ 70884 h 687572"/>
                <a:gd name="connsiteX4" fmla="*/ 545804 w 772632"/>
                <a:gd name="connsiteY4" fmla="*/ 0 h 687572"/>
                <a:gd name="connsiteX5" fmla="*/ 737190 w 772632"/>
                <a:gd name="connsiteY5" fmla="*/ 21265 h 687572"/>
                <a:gd name="connsiteX6" fmla="*/ 772632 w 772632"/>
                <a:gd name="connsiteY6" fmla="*/ 56707 h 687572"/>
                <a:gd name="connsiteX7" fmla="*/ 645041 w 772632"/>
                <a:gd name="connsiteY7" fmla="*/ 404037 h 68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2632" h="687572">
                  <a:moveTo>
                    <a:pt x="0" y="687572"/>
                  </a:moveTo>
                  <a:lnTo>
                    <a:pt x="155944" y="602512"/>
                  </a:lnTo>
                  <a:lnTo>
                    <a:pt x="326065" y="170121"/>
                  </a:lnTo>
                  <a:lnTo>
                    <a:pt x="439479" y="70884"/>
                  </a:lnTo>
                  <a:lnTo>
                    <a:pt x="545804" y="0"/>
                  </a:lnTo>
                  <a:lnTo>
                    <a:pt x="737190" y="21265"/>
                  </a:lnTo>
                  <a:lnTo>
                    <a:pt x="772632" y="56707"/>
                  </a:lnTo>
                  <a:lnTo>
                    <a:pt x="645041" y="40403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3718818" y="4021571"/>
              <a:ext cx="469818" cy="744711"/>
            </a:xfrm>
            <a:custGeom>
              <a:avLst/>
              <a:gdLst>
                <a:gd name="connsiteX0" fmla="*/ 340242 w 666307"/>
                <a:gd name="connsiteY0" fmla="*/ 1056167 h 1056167"/>
                <a:gd name="connsiteX1" fmla="*/ 418214 w 666307"/>
                <a:gd name="connsiteY1" fmla="*/ 1006549 h 1056167"/>
                <a:gd name="connsiteX2" fmla="*/ 418214 w 666307"/>
                <a:gd name="connsiteY2" fmla="*/ 949842 h 1056167"/>
                <a:gd name="connsiteX3" fmla="*/ 616688 w 666307"/>
                <a:gd name="connsiteY3" fmla="*/ 772632 h 1056167"/>
                <a:gd name="connsiteX4" fmla="*/ 559981 w 666307"/>
                <a:gd name="connsiteY4" fmla="*/ 460744 h 1056167"/>
                <a:gd name="connsiteX5" fmla="*/ 637953 w 666307"/>
                <a:gd name="connsiteY5" fmla="*/ 404037 h 1056167"/>
                <a:gd name="connsiteX6" fmla="*/ 666307 w 666307"/>
                <a:gd name="connsiteY6" fmla="*/ 85060 h 1056167"/>
                <a:gd name="connsiteX7" fmla="*/ 666307 w 666307"/>
                <a:gd name="connsiteY7" fmla="*/ 92149 h 1056167"/>
                <a:gd name="connsiteX8" fmla="*/ 311888 w 666307"/>
                <a:gd name="connsiteY8" fmla="*/ 99237 h 1056167"/>
                <a:gd name="connsiteX9" fmla="*/ 77972 w 666307"/>
                <a:gd name="connsiteY9" fmla="*/ 63795 h 1056167"/>
                <a:gd name="connsiteX10" fmla="*/ 0 w 666307"/>
                <a:gd name="connsiteY10" fmla="*/ 0 h 105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6307" h="1056167">
                  <a:moveTo>
                    <a:pt x="340242" y="1056167"/>
                  </a:moveTo>
                  <a:lnTo>
                    <a:pt x="418214" y="1006549"/>
                  </a:lnTo>
                  <a:lnTo>
                    <a:pt x="418214" y="949842"/>
                  </a:lnTo>
                  <a:lnTo>
                    <a:pt x="616688" y="772632"/>
                  </a:lnTo>
                  <a:lnTo>
                    <a:pt x="559981" y="460744"/>
                  </a:lnTo>
                  <a:lnTo>
                    <a:pt x="637953" y="404037"/>
                  </a:lnTo>
                  <a:lnTo>
                    <a:pt x="666307" y="85060"/>
                  </a:lnTo>
                  <a:lnTo>
                    <a:pt x="666307" y="92149"/>
                  </a:lnTo>
                  <a:lnTo>
                    <a:pt x="311888" y="99237"/>
                  </a:lnTo>
                  <a:lnTo>
                    <a:pt x="77972" y="63795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4832275" y="3954792"/>
              <a:ext cx="1119357" cy="865636"/>
            </a:xfrm>
            <a:custGeom>
              <a:avLst/>
              <a:gdLst>
                <a:gd name="connsiteX0" fmla="*/ 0 w 1587500"/>
                <a:gd name="connsiteY0" fmla="*/ 25400 h 1227667"/>
                <a:gd name="connsiteX1" fmla="*/ 80433 w 1587500"/>
                <a:gd name="connsiteY1" fmla="*/ 38100 h 1227667"/>
                <a:gd name="connsiteX2" fmla="*/ 182033 w 1587500"/>
                <a:gd name="connsiteY2" fmla="*/ 0 h 1227667"/>
                <a:gd name="connsiteX3" fmla="*/ 427566 w 1587500"/>
                <a:gd name="connsiteY3" fmla="*/ 59267 h 1227667"/>
                <a:gd name="connsiteX4" fmla="*/ 596900 w 1587500"/>
                <a:gd name="connsiteY4" fmla="*/ 190500 h 1227667"/>
                <a:gd name="connsiteX5" fmla="*/ 706966 w 1587500"/>
                <a:gd name="connsiteY5" fmla="*/ 101600 h 1227667"/>
                <a:gd name="connsiteX6" fmla="*/ 846666 w 1587500"/>
                <a:gd name="connsiteY6" fmla="*/ 88900 h 1227667"/>
                <a:gd name="connsiteX7" fmla="*/ 1066800 w 1587500"/>
                <a:gd name="connsiteY7" fmla="*/ 71967 h 1227667"/>
                <a:gd name="connsiteX8" fmla="*/ 1172633 w 1587500"/>
                <a:gd name="connsiteY8" fmla="*/ 215900 h 1227667"/>
                <a:gd name="connsiteX9" fmla="*/ 1303866 w 1587500"/>
                <a:gd name="connsiteY9" fmla="*/ 262467 h 1227667"/>
                <a:gd name="connsiteX10" fmla="*/ 1392766 w 1587500"/>
                <a:gd name="connsiteY10" fmla="*/ 139700 h 1227667"/>
                <a:gd name="connsiteX11" fmla="*/ 1481666 w 1587500"/>
                <a:gd name="connsiteY11" fmla="*/ 122767 h 1227667"/>
                <a:gd name="connsiteX12" fmla="*/ 1545166 w 1587500"/>
                <a:gd name="connsiteY12" fmla="*/ 254000 h 1227667"/>
                <a:gd name="connsiteX13" fmla="*/ 1587500 w 1587500"/>
                <a:gd name="connsiteY13" fmla="*/ 364067 h 1227667"/>
                <a:gd name="connsiteX14" fmla="*/ 1574800 w 1587500"/>
                <a:gd name="connsiteY14" fmla="*/ 520700 h 1227667"/>
                <a:gd name="connsiteX15" fmla="*/ 1456266 w 1587500"/>
                <a:gd name="connsiteY15" fmla="*/ 575734 h 1227667"/>
                <a:gd name="connsiteX16" fmla="*/ 1422400 w 1587500"/>
                <a:gd name="connsiteY16" fmla="*/ 745067 h 1227667"/>
                <a:gd name="connsiteX17" fmla="*/ 1303866 w 1587500"/>
                <a:gd name="connsiteY17" fmla="*/ 884767 h 1227667"/>
                <a:gd name="connsiteX18" fmla="*/ 1329266 w 1587500"/>
                <a:gd name="connsiteY18" fmla="*/ 1041400 h 1227667"/>
                <a:gd name="connsiteX19" fmla="*/ 1468966 w 1587500"/>
                <a:gd name="connsiteY19" fmla="*/ 1223434 h 1227667"/>
                <a:gd name="connsiteX20" fmla="*/ 1464733 w 1587500"/>
                <a:gd name="connsiteY20" fmla="*/ 1227667 h 122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87500" h="1227667">
                  <a:moveTo>
                    <a:pt x="0" y="25400"/>
                  </a:moveTo>
                  <a:lnTo>
                    <a:pt x="80433" y="38100"/>
                  </a:lnTo>
                  <a:lnTo>
                    <a:pt x="182033" y="0"/>
                  </a:lnTo>
                  <a:lnTo>
                    <a:pt x="427566" y="59267"/>
                  </a:lnTo>
                  <a:lnTo>
                    <a:pt x="596900" y="190500"/>
                  </a:lnTo>
                  <a:lnTo>
                    <a:pt x="706966" y="101600"/>
                  </a:lnTo>
                  <a:lnTo>
                    <a:pt x="846666" y="88900"/>
                  </a:lnTo>
                  <a:lnTo>
                    <a:pt x="1066800" y="71967"/>
                  </a:lnTo>
                  <a:lnTo>
                    <a:pt x="1172633" y="215900"/>
                  </a:lnTo>
                  <a:lnTo>
                    <a:pt x="1303866" y="262467"/>
                  </a:lnTo>
                  <a:lnTo>
                    <a:pt x="1392766" y="139700"/>
                  </a:lnTo>
                  <a:lnTo>
                    <a:pt x="1481666" y="122767"/>
                  </a:lnTo>
                  <a:lnTo>
                    <a:pt x="1545166" y="254000"/>
                  </a:lnTo>
                  <a:lnTo>
                    <a:pt x="1587500" y="364067"/>
                  </a:lnTo>
                  <a:lnTo>
                    <a:pt x="1574800" y="520700"/>
                  </a:lnTo>
                  <a:lnTo>
                    <a:pt x="1456266" y="575734"/>
                  </a:lnTo>
                  <a:lnTo>
                    <a:pt x="1422400" y="745067"/>
                  </a:lnTo>
                  <a:lnTo>
                    <a:pt x="1303866" y="884767"/>
                  </a:lnTo>
                  <a:lnTo>
                    <a:pt x="1329266" y="1041400"/>
                  </a:lnTo>
                  <a:lnTo>
                    <a:pt x="1468966" y="1223434"/>
                  </a:lnTo>
                  <a:lnTo>
                    <a:pt x="1464733" y="122766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5214348" y="4963706"/>
              <a:ext cx="686539" cy="405953"/>
            </a:xfrm>
            <a:custGeom>
              <a:avLst/>
              <a:gdLst>
                <a:gd name="connsiteX0" fmla="*/ 0 w 973667"/>
                <a:gd name="connsiteY0" fmla="*/ 575733 h 575733"/>
                <a:gd name="connsiteX1" fmla="*/ 0 w 973667"/>
                <a:gd name="connsiteY1" fmla="*/ 575733 h 575733"/>
                <a:gd name="connsiteX2" fmla="*/ 169334 w 973667"/>
                <a:gd name="connsiteY2" fmla="*/ 550333 h 575733"/>
                <a:gd name="connsiteX3" fmla="*/ 198967 w 973667"/>
                <a:gd name="connsiteY3" fmla="*/ 516467 h 575733"/>
                <a:gd name="connsiteX4" fmla="*/ 211667 w 973667"/>
                <a:gd name="connsiteY4" fmla="*/ 499533 h 575733"/>
                <a:gd name="connsiteX5" fmla="*/ 351367 w 973667"/>
                <a:gd name="connsiteY5" fmla="*/ 351367 h 575733"/>
                <a:gd name="connsiteX6" fmla="*/ 503767 w 973667"/>
                <a:gd name="connsiteY6" fmla="*/ 173567 h 575733"/>
                <a:gd name="connsiteX7" fmla="*/ 787400 w 973667"/>
                <a:gd name="connsiteY7" fmla="*/ 110067 h 575733"/>
                <a:gd name="connsiteX8" fmla="*/ 973667 w 973667"/>
                <a:gd name="connsiteY8" fmla="*/ 0 h 57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73667" h="575733">
                  <a:moveTo>
                    <a:pt x="0" y="575733"/>
                  </a:moveTo>
                  <a:lnTo>
                    <a:pt x="0" y="575733"/>
                  </a:lnTo>
                  <a:lnTo>
                    <a:pt x="169334" y="550333"/>
                  </a:lnTo>
                  <a:cubicBezTo>
                    <a:pt x="179212" y="539044"/>
                    <a:pt x="189364" y="527990"/>
                    <a:pt x="198967" y="516467"/>
                  </a:cubicBezTo>
                  <a:cubicBezTo>
                    <a:pt x="203484" y="511047"/>
                    <a:pt x="211667" y="499533"/>
                    <a:pt x="211667" y="499533"/>
                  </a:cubicBezTo>
                  <a:lnTo>
                    <a:pt x="351367" y="351367"/>
                  </a:lnTo>
                  <a:lnTo>
                    <a:pt x="503767" y="173567"/>
                  </a:lnTo>
                  <a:lnTo>
                    <a:pt x="787400" y="110067"/>
                  </a:lnTo>
                  <a:lnTo>
                    <a:pt x="973667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4196480" y="2465301"/>
              <a:ext cx="1223830" cy="1623814"/>
            </a:xfrm>
            <a:custGeom>
              <a:avLst/>
              <a:gdLst>
                <a:gd name="connsiteX0" fmla="*/ 0 w 1735666"/>
                <a:gd name="connsiteY0" fmla="*/ 2302933 h 2302933"/>
                <a:gd name="connsiteX1" fmla="*/ 186266 w 1735666"/>
                <a:gd name="connsiteY1" fmla="*/ 2260600 h 2302933"/>
                <a:gd name="connsiteX2" fmla="*/ 465666 w 1735666"/>
                <a:gd name="connsiteY2" fmla="*/ 2260600 h 2302933"/>
                <a:gd name="connsiteX3" fmla="*/ 592666 w 1735666"/>
                <a:gd name="connsiteY3" fmla="*/ 2146300 h 2302933"/>
                <a:gd name="connsiteX4" fmla="*/ 800100 w 1735666"/>
                <a:gd name="connsiteY4" fmla="*/ 2044700 h 2302933"/>
                <a:gd name="connsiteX5" fmla="*/ 935566 w 1735666"/>
                <a:gd name="connsiteY5" fmla="*/ 2125133 h 2302933"/>
                <a:gd name="connsiteX6" fmla="*/ 1007533 w 1735666"/>
                <a:gd name="connsiteY6" fmla="*/ 2074333 h 2302933"/>
                <a:gd name="connsiteX7" fmla="*/ 893233 w 1735666"/>
                <a:gd name="connsiteY7" fmla="*/ 1943100 h 2302933"/>
                <a:gd name="connsiteX8" fmla="*/ 719666 w 1735666"/>
                <a:gd name="connsiteY8" fmla="*/ 1799167 h 2302933"/>
                <a:gd name="connsiteX9" fmla="*/ 635000 w 1735666"/>
                <a:gd name="connsiteY9" fmla="*/ 1701800 h 2302933"/>
                <a:gd name="connsiteX10" fmla="*/ 630766 w 1735666"/>
                <a:gd name="connsiteY10" fmla="*/ 1621367 h 2302933"/>
                <a:gd name="connsiteX11" fmla="*/ 668866 w 1735666"/>
                <a:gd name="connsiteY11" fmla="*/ 1468967 h 2302933"/>
                <a:gd name="connsiteX12" fmla="*/ 846666 w 1735666"/>
                <a:gd name="connsiteY12" fmla="*/ 1409700 h 2302933"/>
                <a:gd name="connsiteX13" fmla="*/ 1117600 w 1735666"/>
                <a:gd name="connsiteY13" fmla="*/ 1138767 h 2302933"/>
                <a:gd name="connsiteX14" fmla="*/ 1240366 w 1735666"/>
                <a:gd name="connsiteY14" fmla="*/ 977900 h 2302933"/>
                <a:gd name="connsiteX15" fmla="*/ 1579033 w 1735666"/>
                <a:gd name="connsiteY15" fmla="*/ 817033 h 2302933"/>
                <a:gd name="connsiteX16" fmla="*/ 1706033 w 1735666"/>
                <a:gd name="connsiteY16" fmla="*/ 529167 h 2302933"/>
                <a:gd name="connsiteX17" fmla="*/ 1735666 w 1735666"/>
                <a:gd name="connsiteY17" fmla="*/ 0 h 230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5666" h="2302933">
                  <a:moveTo>
                    <a:pt x="0" y="2302933"/>
                  </a:moveTo>
                  <a:lnTo>
                    <a:pt x="186266" y="2260600"/>
                  </a:lnTo>
                  <a:lnTo>
                    <a:pt x="465666" y="2260600"/>
                  </a:lnTo>
                  <a:lnTo>
                    <a:pt x="592666" y="2146300"/>
                  </a:lnTo>
                  <a:lnTo>
                    <a:pt x="800100" y="2044700"/>
                  </a:lnTo>
                  <a:lnTo>
                    <a:pt x="935566" y="2125133"/>
                  </a:lnTo>
                  <a:lnTo>
                    <a:pt x="1007533" y="2074333"/>
                  </a:lnTo>
                  <a:lnTo>
                    <a:pt x="893233" y="1943100"/>
                  </a:lnTo>
                  <a:lnTo>
                    <a:pt x="719666" y="1799167"/>
                  </a:lnTo>
                  <a:lnTo>
                    <a:pt x="635000" y="1701800"/>
                  </a:lnTo>
                  <a:lnTo>
                    <a:pt x="630766" y="1621367"/>
                  </a:lnTo>
                  <a:lnTo>
                    <a:pt x="668866" y="1468967"/>
                  </a:lnTo>
                  <a:lnTo>
                    <a:pt x="846666" y="1409700"/>
                  </a:lnTo>
                  <a:lnTo>
                    <a:pt x="1117600" y="1138767"/>
                  </a:lnTo>
                  <a:lnTo>
                    <a:pt x="1240366" y="977900"/>
                  </a:lnTo>
                  <a:lnTo>
                    <a:pt x="1579033" y="817033"/>
                  </a:lnTo>
                  <a:lnTo>
                    <a:pt x="1706033" y="529167"/>
                  </a:lnTo>
                  <a:lnTo>
                    <a:pt x="1735666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73121" y="2317356"/>
              <a:ext cx="206338" cy="193442"/>
            </a:xfrm>
            <a:prstGeom prst="rect">
              <a:avLst/>
            </a:prstGeom>
          </p:spPr>
        </p:pic>
        <p:sp>
          <p:nvSpPr>
            <p:cNvPr id="65" name="Freeform 64"/>
            <p:cNvSpPr/>
            <p:nvPr/>
          </p:nvSpPr>
          <p:spPr>
            <a:xfrm>
              <a:off x="4096284" y="3913181"/>
              <a:ext cx="1860471" cy="817966"/>
            </a:xfrm>
            <a:custGeom>
              <a:avLst/>
              <a:gdLst>
                <a:gd name="connsiteX0" fmla="*/ 0 w 2638567"/>
                <a:gd name="connsiteY0" fmla="*/ 241111 h 1160060"/>
                <a:gd name="connsiteX1" fmla="*/ 141027 w 2638567"/>
                <a:gd name="connsiteY1" fmla="*/ 236562 h 1160060"/>
                <a:gd name="connsiteX2" fmla="*/ 445827 w 2638567"/>
                <a:gd name="connsiteY2" fmla="*/ 186520 h 1160060"/>
                <a:gd name="connsiteX3" fmla="*/ 623247 w 2638567"/>
                <a:gd name="connsiteY3" fmla="*/ 209266 h 1160060"/>
                <a:gd name="connsiteX4" fmla="*/ 809767 w 2638567"/>
                <a:gd name="connsiteY4" fmla="*/ 36394 h 1160060"/>
                <a:gd name="connsiteX5" fmla="*/ 932597 w 2638567"/>
                <a:gd name="connsiteY5" fmla="*/ 0 h 1160060"/>
                <a:gd name="connsiteX6" fmla="*/ 1114567 w 2638567"/>
                <a:gd name="connsiteY6" fmla="*/ 86436 h 1160060"/>
                <a:gd name="connsiteX7" fmla="*/ 1269241 w 2638567"/>
                <a:gd name="connsiteY7" fmla="*/ 54591 h 1160060"/>
                <a:gd name="connsiteX8" fmla="*/ 1510352 w 2638567"/>
                <a:gd name="connsiteY8" fmla="*/ 131929 h 1160060"/>
                <a:gd name="connsiteX9" fmla="*/ 1642280 w 2638567"/>
                <a:gd name="connsiteY9" fmla="*/ 241111 h 1160060"/>
                <a:gd name="connsiteX10" fmla="*/ 1796955 w 2638567"/>
                <a:gd name="connsiteY10" fmla="*/ 150126 h 1160060"/>
                <a:gd name="connsiteX11" fmla="*/ 2106304 w 2638567"/>
                <a:gd name="connsiteY11" fmla="*/ 131929 h 1160060"/>
                <a:gd name="connsiteX12" fmla="*/ 2188191 w 2638567"/>
                <a:gd name="connsiteY12" fmla="*/ 222914 h 1160060"/>
                <a:gd name="connsiteX13" fmla="*/ 2220035 w 2638567"/>
                <a:gd name="connsiteY13" fmla="*/ 282054 h 1160060"/>
                <a:gd name="connsiteX14" fmla="*/ 2338316 w 2638567"/>
                <a:gd name="connsiteY14" fmla="*/ 322997 h 1160060"/>
                <a:gd name="connsiteX15" fmla="*/ 2415653 w 2638567"/>
                <a:gd name="connsiteY15" fmla="*/ 245660 h 1160060"/>
                <a:gd name="connsiteX16" fmla="*/ 2479343 w 2638567"/>
                <a:gd name="connsiteY16" fmla="*/ 163774 h 1160060"/>
                <a:gd name="connsiteX17" fmla="*/ 2638567 w 2638567"/>
                <a:gd name="connsiteY17" fmla="*/ 391236 h 1160060"/>
                <a:gd name="connsiteX18" fmla="*/ 2593074 w 2638567"/>
                <a:gd name="connsiteY18" fmla="*/ 605051 h 1160060"/>
                <a:gd name="connsiteX19" fmla="*/ 2483892 w 2638567"/>
                <a:gd name="connsiteY19" fmla="*/ 741529 h 1160060"/>
                <a:gd name="connsiteX20" fmla="*/ 2338316 w 2638567"/>
                <a:gd name="connsiteY20" fmla="*/ 955344 h 1160060"/>
                <a:gd name="connsiteX21" fmla="*/ 2411104 w 2638567"/>
                <a:gd name="connsiteY21" fmla="*/ 1160060 h 1160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38567" h="1160060">
                  <a:moveTo>
                    <a:pt x="0" y="241111"/>
                  </a:moveTo>
                  <a:lnTo>
                    <a:pt x="141027" y="236562"/>
                  </a:lnTo>
                  <a:lnTo>
                    <a:pt x="445827" y="186520"/>
                  </a:lnTo>
                  <a:lnTo>
                    <a:pt x="623247" y="209266"/>
                  </a:lnTo>
                  <a:lnTo>
                    <a:pt x="809767" y="36394"/>
                  </a:lnTo>
                  <a:lnTo>
                    <a:pt x="932597" y="0"/>
                  </a:lnTo>
                  <a:lnTo>
                    <a:pt x="1114567" y="86436"/>
                  </a:lnTo>
                  <a:lnTo>
                    <a:pt x="1269241" y="54591"/>
                  </a:lnTo>
                  <a:lnTo>
                    <a:pt x="1510352" y="131929"/>
                  </a:lnTo>
                  <a:lnTo>
                    <a:pt x="1642280" y="241111"/>
                  </a:lnTo>
                  <a:lnTo>
                    <a:pt x="1796955" y="150126"/>
                  </a:lnTo>
                  <a:lnTo>
                    <a:pt x="2106304" y="131929"/>
                  </a:lnTo>
                  <a:lnTo>
                    <a:pt x="2188191" y="222914"/>
                  </a:lnTo>
                  <a:lnTo>
                    <a:pt x="2220035" y="282054"/>
                  </a:lnTo>
                  <a:lnTo>
                    <a:pt x="2338316" y="322997"/>
                  </a:lnTo>
                  <a:lnTo>
                    <a:pt x="2415653" y="245660"/>
                  </a:lnTo>
                  <a:lnTo>
                    <a:pt x="2479343" y="163774"/>
                  </a:lnTo>
                  <a:lnTo>
                    <a:pt x="2638567" y="391236"/>
                  </a:lnTo>
                  <a:lnTo>
                    <a:pt x="2593074" y="605051"/>
                  </a:lnTo>
                  <a:lnTo>
                    <a:pt x="2483892" y="741529"/>
                  </a:lnTo>
                  <a:lnTo>
                    <a:pt x="2338316" y="955344"/>
                  </a:lnTo>
                  <a:lnTo>
                    <a:pt x="2411104" y="1160060"/>
                  </a:ln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3873976" y="4164777"/>
              <a:ext cx="89704" cy="437309"/>
            </a:xfrm>
            <a:custGeom>
              <a:avLst/>
              <a:gdLst>
                <a:gd name="connsiteX0" fmla="*/ 0 w 127220"/>
                <a:gd name="connsiteY0" fmla="*/ 620202 h 620202"/>
                <a:gd name="connsiteX1" fmla="*/ 95415 w 127220"/>
                <a:gd name="connsiteY1" fmla="*/ 246491 h 620202"/>
                <a:gd name="connsiteX2" fmla="*/ 127220 w 127220"/>
                <a:gd name="connsiteY2" fmla="*/ 0 h 620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7220" h="620202">
                  <a:moveTo>
                    <a:pt x="0" y="620202"/>
                  </a:moveTo>
                  <a:lnTo>
                    <a:pt x="95415" y="246491"/>
                  </a:lnTo>
                  <a:lnTo>
                    <a:pt x="127220" y="0"/>
                  </a:lnTo>
                </a:path>
              </a:pathLst>
            </a:cu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82684" y="3976827"/>
              <a:ext cx="206338" cy="189143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49820" y="4173854"/>
              <a:ext cx="206338" cy="197740"/>
            </a:xfrm>
            <a:prstGeom prst="rect">
              <a:avLst/>
            </a:prstGeom>
          </p:spPr>
        </p:pic>
        <p:grpSp>
          <p:nvGrpSpPr>
            <p:cNvPr id="35" name="Group 34"/>
            <p:cNvGrpSpPr>
              <a:grpSpLocks noChangeAspect="1"/>
            </p:cNvGrpSpPr>
            <p:nvPr/>
          </p:nvGrpSpPr>
          <p:grpSpPr>
            <a:xfrm>
              <a:off x="5775718" y="4743529"/>
              <a:ext cx="207482" cy="194714"/>
              <a:chOff x="1190625" y="1936750"/>
              <a:chExt cx="792549" cy="743776"/>
            </a:xfrm>
          </p:grpSpPr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0625" y="1936750"/>
                <a:ext cx="792549" cy="743776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81125" y="2222500"/>
                <a:ext cx="390178" cy="286537"/>
              </a:xfrm>
              <a:prstGeom prst="rect">
                <a:avLst/>
              </a:prstGeom>
            </p:spPr>
          </p:pic>
        </p:grpSp>
        <p:sp>
          <p:nvSpPr>
            <p:cNvPr id="68" name="Freeform 67"/>
            <p:cNvSpPr/>
            <p:nvPr/>
          </p:nvSpPr>
          <p:spPr>
            <a:xfrm>
              <a:off x="4018702" y="2422193"/>
              <a:ext cx="1394459" cy="1574389"/>
            </a:xfrm>
            <a:custGeom>
              <a:avLst/>
              <a:gdLst>
                <a:gd name="connsiteX0" fmla="*/ 0 w 1977656"/>
                <a:gd name="connsiteY0" fmla="*/ 2232837 h 2232837"/>
                <a:gd name="connsiteX1" fmla="*/ 0 w 1977656"/>
                <a:gd name="connsiteY1" fmla="*/ 2232837 h 2232837"/>
                <a:gd name="connsiteX2" fmla="*/ 155944 w 1977656"/>
                <a:gd name="connsiteY2" fmla="*/ 1963479 h 2232837"/>
                <a:gd name="connsiteX3" fmla="*/ 723014 w 1977656"/>
                <a:gd name="connsiteY3" fmla="*/ 1601972 h 2232837"/>
                <a:gd name="connsiteX4" fmla="*/ 1041991 w 1977656"/>
                <a:gd name="connsiteY4" fmla="*/ 1417674 h 2232837"/>
                <a:gd name="connsiteX5" fmla="*/ 1516912 w 1977656"/>
                <a:gd name="connsiteY5" fmla="*/ 1056167 h 2232837"/>
                <a:gd name="connsiteX6" fmla="*/ 1864242 w 1977656"/>
                <a:gd name="connsiteY6" fmla="*/ 836428 h 2232837"/>
                <a:gd name="connsiteX7" fmla="*/ 1977656 w 1977656"/>
                <a:gd name="connsiteY7" fmla="*/ 0 h 2232837"/>
                <a:gd name="connsiteX8" fmla="*/ 1949303 w 1977656"/>
                <a:gd name="connsiteY8" fmla="*/ 0 h 2232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7656" h="2232837">
                  <a:moveTo>
                    <a:pt x="0" y="2232837"/>
                  </a:moveTo>
                  <a:lnTo>
                    <a:pt x="0" y="2232837"/>
                  </a:lnTo>
                  <a:lnTo>
                    <a:pt x="155944" y="1963479"/>
                  </a:lnTo>
                  <a:lnTo>
                    <a:pt x="723014" y="1601972"/>
                  </a:lnTo>
                  <a:lnTo>
                    <a:pt x="1041991" y="1417674"/>
                  </a:lnTo>
                  <a:lnTo>
                    <a:pt x="1516912" y="1056167"/>
                  </a:lnTo>
                  <a:lnTo>
                    <a:pt x="1864242" y="836428"/>
                  </a:lnTo>
                  <a:lnTo>
                    <a:pt x="1977656" y="0"/>
                  </a:lnTo>
                  <a:lnTo>
                    <a:pt x="1949303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grpSp>
          <p:nvGrpSpPr>
            <p:cNvPr id="18" name="Group 17"/>
            <p:cNvGrpSpPr>
              <a:grpSpLocks noChangeAspect="1"/>
            </p:cNvGrpSpPr>
            <p:nvPr/>
          </p:nvGrpSpPr>
          <p:grpSpPr>
            <a:xfrm>
              <a:off x="4527080" y="3376822"/>
              <a:ext cx="207483" cy="189926"/>
              <a:chOff x="63500" y="1968500"/>
              <a:chExt cx="792549" cy="725487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500" y="1968500"/>
                <a:ext cx="792549" cy="725487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4000" y="2254250"/>
                <a:ext cx="390178" cy="286537"/>
              </a:xfrm>
              <a:prstGeom prst="rect">
                <a:avLst/>
              </a:prstGeom>
            </p:spPr>
          </p:pic>
        </p:grpSp>
        <p:sp>
          <p:nvSpPr>
            <p:cNvPr id="69" name="Freeform 68"/>
            <p:cNvSpPr/>
            <p:nvPr/>
          </p:nvSpPr>
          <p:spPr>
            <a:xfrm>
              <a:off x="5418158" y="2417194"/>
              <a:ext cx="604765" cy="2354087"/>
            </a:xfrm>
            <a:custGeom>
              <a:avLst/>
              <a:gdLst>
                <a:gd name="connsiteX0" fmla="*/ 0 w 857693"/>
                <a:gd name="connsiteY0" fmla="*/ 0 h 3338624"/>
                <a:gd name="connsiteX1" fmla="*/ 581247 w 857693"/>
                <a:gd name="connsiteY1" fmla="*/ 758456 h 3338624"/>
                <a:gd name="connsiteX2" fmla="*/ 496186 w 857693"/>
                <a:gd name="connsiteY2" fmla="*/ 935666 h 3338624"/>
                <a:gd name="connsiteX3" fmla="*/ 758456 w 857693"/>
                <a:gd name="connsiteY3" fmla="*/ 1240466 h 3338624"/>
                <a:gd name="connsiteX4" fmla="*/ 857693 w 857693"/>
                <a:gd name="connsiteY4" fmla="*/ 1382233 h 3338624"/>
                <a:gd name="connsiteX5" fmla="*/ 815163 w 857693"/>
                <a:gd name="connsiteY5" fmla="*/ 1524000 h 3338624"/>
                <a:gd name="connsiteX6" fmla="*/ 595424 w 857693"/>
                <a:gd name="connsiteY6" fmla="*/ 1835889 h 3338624"/>
                <a:gd name="connsiteX7" fmla="*/ 361507 w 857693"/>
                <a:gd name="connsiteY7" fmla="*/ 1984745 h 3338624"/>
                <a:gd name="connsiteX8" fmla="*/ 219740 w 857693"/>
                <a:gd name="connsiteY8" fmla="*/ 2147777 h 3338624"/>
                <a:gd name="connsiteX9" fmla="*/ 155945 w 857693"/>
                <a:gd name="connsiteY9" fmla="*/ 2239926 h 3338624"/>
                <a:gd name="connsiteX10" fmla="*/ 170121 w 857693"/>
                <a:gd name="connsiteY10" fmla="*/ 2636875 h 3338624"/>
                <a:gd name="connsiteX11" fmla="*/ 233917 w 857693"/>
                <a:gd name="connsiteY11" fmla="*/ 2799907 h 3338624"/>
                <a:gd name="connsiteX12" fmla="*/ 347331 w 857693"/>
                <a:gd name="connsiteY12" fmla="*/ 2927498 h 3338624"/>
                <a:gd name="connsiteX13" fmla="*/ 382772 w 857693"/>
                <a:gd name="connsiteY13" fmla="*/ 3048000 h 3338624"/>
                <a:gd name="connsiteX14" fmla="*/ 432391 w 857693"/>
                <a:gd name="connsiteY14" fmla="*/ 3338624 h 333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7693" h="3338624">
                  <a:moveTo>
                    <a:pt x="0" y="0"/>
                  </a:moveTo>
                  <a:lnTo>
                    <a:pt x="581247" y="758456"/>
                  </a:lnTo>
                  <a:lnTo>
                    <a:pt x="496186" y="935666"/>
                  </a:lnTo>
                  <a:lnTo>
                    <a:pt x="758456" y="1240466"/>
                  </a:lnTo>
                  <a:lnTo>
                    <a:pt x="857693" y="1382233"/>
                  </a:lnTo>
                  <a:lnTo>
                    <a:pt x="815163" y="1524000"/>
                  </a:lnTo>
                  <a:lnTo>
                    <a:pt x="595424" y="1835889"/>
                  </a:lnTo>
                  <a:lnTo>
                    <a:pt x="361507" y="1984745"/>
                  </a:lnTo>
                  <a:lnTo>
                    <a:pt x="219740" y="2147777"/>
                  </a:lnTo>
                  <a:lnTo>
                    <a:pt x="155945" y="2239926"/>
                  </a:lnTo>
                  <a:lnTo>
                    <a:pt x="170121" y="2636875"/>
                  </a:lnTo>
                  <a:lnTo>
                    <a:pt x="233917" y="2799907"/>
                  </a:lnTo>
                  <a:lnTo>
                    <a:pt x="347331" y="2927498"/>
                  </a:lnTo>
                  <a:lnTo>
                    <a:pt x="382772" y="3048000"/>
                  </a:lnTo>
                  <a:lnTo>
                    <a:pt x="432391" y="3338624"/>
                  </a:lnTo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3958073" y="4809527"/>
              <a:ext cx="1154943" cy="790519"/>
            </a:xfrm>
            <a:custGeom>
              <a:avLst/>
              <a:gdLst>
                <a:gd name="connsiteX0" fmla="*/ 0 w 1637969"/>
                <a:gd name="connsiteY0" fmla="*/ 0 h 1121134"/>
                <a:gd name="connsiteX1" fmla="*/ 7951 w 1637969"/>
                <a:gd name="connsiteY1" fmla="*/ 318052 h 1121134"/>
                <a:gd name="connsiteX2" fmla="*/ 7951 w 1637969"/>
                <a:gd name="connsiteY2" fmla="*/ 636104 h 1121134"/>
                <a:gd name="connsiteX3" fmla="*/ 222637 w 1637969"/>
                <a:gd name="connsiteY3" fmla="*/ 954157 h 1121134"/>
                <a:gd name="connsiteX4" fmla="*/ 826936 w 1637969"/>
                <a:gd name="connsiteY4" fmla="*/ 1017767 h 1121134"/>
                <a:gd name="connsiteX5" fmla="*/ 1240404 w 1637969"/>
                <a:gd name="connsiteY5" fmla="*/ 1121134 h 1121134"/>
                <a:gd name="connsiteX6" fmla="*/ 1637969 w 1637969"/>
                <a:gd name="connsiteY6" fmla="*/ 922351 h 1121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969" h="1121134">
                  <a:moveTo>
                    <a:pt x="0" y="0"/>
                  </a:moveTo>
                  <a:lnTo>
                    <a:pt x="7951" y="318052"/>
                  </a:lnTo>
                  <a:lnTo>
                    <a:pt x="7951" y="636104"/>
                  </a:lnTo>
                  <a:lnTo>
                    <a:pt x="222637" y="954157"/>
                  </a:lnTo>
                  <a:lnTo>
                    <a:pt x="826936" y="1017767"/>
                  </a:lnTo>
                  <a:lnTo>
                    <a:pt x="1240404" y="1121134"/>
                  </a:lnTo>
                  <a:lnTo>
                    <a:pt x="1637969" y="922351"/>
                  </a:lnTo>
                </a:path>
              </a:pathLst>
            </a:custGeom>
            <a:noFill/>
            <a:ln w="3492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3980499" y="4815133"/>
              <a:ext cx="1721202" cy="880224"/>
            </a:xfrm>
            <a:custGeom>
              <a:avLst/>
              <a:gdLst>
                <a:gd name="connsiteX0" fmla="*/ 0 w 2441051"/>
                <a:gd name="connsiteY0" fmla="*/ 0 h 1248355"/>
                <a:gd name="connsiteX1" fmla="*/ 55660 w 2441051"/>
                <a:gd name="connsiteY1" fmla="*/ 620202 h 1248355"/>
                <a:gd name="connsiteX2" fmla="*/ 333955 w 2441051"/>
                <a:gd name="connsiteY2" fmla="*/ 1057524 h 1248355"/>
                <a:gd name="connsiteX3" fmla="*/ 1375576 w 2441051"/>
                <a:gd name="connsiteY3" fmla="*/ 1248355 h 1248355"/>
                <a:gd name="connsiteX4" fmla="*/ 2146853 w 2441051"/>
                <a:gd name="connsiteY4" fmla="*/ 1200647 h 1248355"/>
                <a:gd name="connsiteX5" fmla="*/ 2441051 w 2441051"/>
                <a:gd name="connsiteY5" fmla="*/ 675861 h 124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41051" h="1248355">
                  <a:moveTo>
                    <a:pt x="0" y="0"/>
                  </a:moveTo>
                  <a:lnTo>
                    <a:pt x="55660" y="620202"/>
                  </a:lnTo>
                  <a:lnTo>
                    <a:pt x="333955" y="1057524"/>
                  </a:lnTo>
                  <a:lnTo>
                    <a:pt x="1375576" y="1248355"/>
                  </a:lnTo>
                  <a:lnTo>
                    <a:pt x="2146853" y="1200647"/>
                  </a:lnTo>
                  <a:lnTo>
                    <a:pt x="2441051" y="675861"/>
                  </a:lnTo>
                </a:path>
              </a:pathLst>
            </a:cu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grpSp>
          <p:nvGrpSpPr>
            <p:cNvPr id="32" name="Group 31"/>
            <p:cNvGrpSpPr>
              <a:grpSpLocks noChangeAspect="1"/>
            </p:cNvGrpSpPr>
            <p:nvPr/>
          </p:nvGrpSpPr>
          <p:grpSpPr>
            <a:xfrm>
              <a:off x="5007622" y="5285135"/>
              <a:ext cx="207482" cy="194714"/>
              <a:chOff x="1127125" y="15875"/>
              <a:chExt cx="792549" cy="743776"/>
            </a:xfrm>
          </p:grpSpPr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7125" y="15875"/>
                <a:ext cx="792549" cy="743776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7000" y="269875"/>
                <a:ext cx="231668" cy="353599"/>
              </a:xfrm>
              <a:prstGeom prst="rect">
                <a:avLst/>
              </a:prstGeom>
            </p:spPr>
          </p:pic>
        </p:grpSp>
        <p:grpSp>
          <p:nvGrpSpPr>
            <p:cNvPr id="16" name="Group 15"/>
            <p:cNvGrpSpPr>
              <a:grpSpLocks noChangeAspect="1"/>
            </p:cNvGrpSpPr>
            <p:nvPr/>
          </p:nvGrpSpPr>
          <p:grpSpPr>
            <a:xfrm>
              <a:off x="5932456" y="4915583"/>
              <a:ext cx="207482" cy="194714"/>
              <a:chOff x="1143000" y="984250"/>
              <a:chExt cx="792549" cy="743776"/>
            </a:xfrm>
          </p:grpSpPr>
          <p:pic>
            <p:nvPicPr>
              <p:cNvPr id="23" name="Picture 2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3000" y="984250"/>
                <a:ext cx="792549" cy="743776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81125" y="1222375"/>
                <a:ext cx="231668" cy="359695"/>
              </a:xfrm>
              <a:prstGeom prst="rect">
                <a:avLst/>
              </a:prstGeom>
            </p:spPr>
          </p:pic>
        </p:grpSp>
        <p:pic>
          <p:nvPicPr>
            <p:cNvPr id="73" name="Picture 7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768392" y="3807567"/>
              <a:ext cx="207437" cy="187008"/>
            </a:xfrm>
            <a:prstGeom prst="rect">
              <a:avLst/>
            </a:prstGeom>
          </p:spPr>
        </p:pic>
        <p:pic>
          <p:nvPicPr>
            <p:cNvPr id="74" name="Picture 73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455297" y="3882320"/>
              <a:ext cx="205288" cy="191184"/>
            </a:xfrm>
            <a:prstGeom prst="rect">
              <a:avLst/>
            </a:prstGeom>
          </p:spPr>
        </p:pic>
        <p:grpSp>
          <p:nvGrpSpPr>
            <p:cNvPr id="17" name="Group 16"/>
            <p:cNvGrpSpPr>
              <a:grpSpLocks noChangeAspect="1"/>
            </p:cNvGrpSpPr>
            <p:nvPr/>
          </p:nvGrpSpPr>
          <p:grpSpPr>
            <a:xfrm>
              <a:off x="5331563" y="2249865"/>
              <a:ext cx="207482" cy="194714"/>
              <a:chOff x="1190625" y="1936750"/>
              <a:chExt cx="792549" cy="743776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0625" y="1936750"/>
                <a:ext cx="792549" cy="743776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81125" y="2222500"/>
                <a:ext cx="390178" cy="286537"/>
              </a:xfrm>
              <a:prstGeom prst="rect">
                <a:avLst/>
              </a:prstGeom>
            </p:spPr>
          </p:pic>
        </p:grpSp>
        <p:sp>
          <p:nvSpPr>
            <p:cNvPr id="38" name="Oval 37"/>
            <p:cNvSpPr/>
            <p:nvPr/>
          </p:nvSpPr>
          <p:spPr>
            <a:xfrm>
              <a:off x="5640534" y="4676317"/>
              <a:ext cx="576064" cy="528469"/>
            </a:xfrm>
            <a:prstGeom prst="ellipse">
              <a:avLst/>
            </a:prstGeom>
            <a:noFill/>
            <a:ln w="635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0" name="Oval 69"/>
            <p:cNvSpPr/>
            <p:nvPr/>
          </p:nvSpPr>
          <p:spPr>
            <a:xfrm>
              <a:off x="5177099" y="3670268"/>
              <a:ext cx="1255781" cy="1547905"/>
            </a:xfrm>
            <a:prstGeom prst="ellipse">
              <a:avLst/>
            </a:prstGeom>
            <a:noFill/>
            <a:ln w="635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5" name="Oval 74"/>
            <p:cNvSpPr/>
            <p:nvPr/>
          </p:nvSpPr>
          <p:spPr>
            <a:xfrm>
              <a:off x="5297186" y="3752339"/>
              <a:ext cx="576064" cy="528469"/>
            </a:xfrm>
            <a:prstGeom prst="ellipse">
              <a:avLst/>
            </a:prstGeom>
            <a:noFill/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310191" y="3506546"/>
              <a:ext cx="1256597" cy="393000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accent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E" b="1" dirty="0" smtClean="0"/>
                <a:t>OCCUPIED</a:t>
              </a:r>
              <a:endParaRPr lang="en-IE" b="1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872227" y="4411526"/>
              <a:ext cx="1409448" cy="646331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E" b="1" dirty="0" smtClean="0"/>
                <a:t>SECURED &amp; PROTECTED</a:t>
              </a:r>
              <a:endParaRPr lang="en-IE" b="1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919281" y="5082487"/>
              <a:ext cx="1220532" cy="393000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E" b="1" dirty="0" smtClean="0"/>
                <a:t>SECURED</a:t>
              </a:r>
              <a:endParaRPr lang="en-IE" b="1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273298" y="4060625"/>
              <a:ext cx="1607216" cy="393000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E" b="1" dirty="0" smtClean="0"/>
                <a:t>DISCREDITED</a:t>
              </a:r>
              <a:endParaRPr lang="en-IE" b="1" dirty="0"/>
            </a:p>
          </p:txBody>
        </p:sp>
      </p:grpSp>
      <p:sp>
        <p:nvSpPr>
          <p:cNvPr id="139" name="Rectangle 138"/>
          <p:cNvSpPr/>
          <p:nvPr/>
        </p:nvSpPr>
        <p:spPr>
          <a:xfrm>
            <a:off x="599552" y="1414130"/>
            <a:ext cx="11200088" cy="26581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40" name="Picture 13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38105" y="2170373"/>
            <a:ext cx="4956204" cy="162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5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61" y="72118"/>
            <a:ext cx="11200088" cy="23268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" r="28395" b="3538"/>
          <a:stretch/>
        </p:blipFill>
        <p:spPr>
          <a:xfrm>
            <a:off x="458961" y="2562978"/>
            <a:ext cx="5458662" cy="417859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11" name="Group 10"/>
          <p:cNvGrpSpPr/>
          <p:nvPr/>
        </p:nvGrpSpPr>
        <p:grpSpPr>
          <a:xfrm>
            <a:off x="761545" y="2614704"/>
            <a:ext cx="5156444" cy="2651468"/>
            <a:chOff x="671332" y="335666"/>
            <a:chExt cx="7997747" cy="4037860"/>
          </a:xfrm>
        </p:grpSpPr>
        <p:sp>
          <p:nvSpPr>
            <p:cNvPr id="5" name="Freeform 4"/>
            <p:cNvSpPr/>
            <p:nvPr/>
          </p:nvSpPr>
          <p:spPr>
            <a:xfrm>
              <a:off x="671332" y="335666"/>
              <a:ext cx="2343873" cy="1834587"/>
            </a:xfrm>
            <a:custGeom>
              <a:avLst/>
              <a:gdLst>
                <a:gd name="connsiteX0" fmla="*/ 40511 w 2343873"/>
                <a:gd name="connsiteY0" fmla="*/ 1834587 h 1834587"/>
                <a:gd name="connsiteX1" fmla="*/ 57873 w 2343873"/>
                <a:gd name="connsiteY1" fmla="*/ 1695691 h 1834587"/>
                <a:gd name="connsiteX2" fmla="*/ 0 w 2343873"/>
                <a:gd name="connsiteY2" fmla="*/ 1585731 h 1834587"/>
                <a:gd name="connsiteX3" fmla="*/ 92597 w 2343873"/>
                <a:gd name="connsiteY3" fmla="*/ 1487347 h 1834587"/>
                <a:gd name="connsiteX4" fmla="*/ 185195 w 2343873"/>
                <a:gd name="connsiteY4" fmla="*/ 1336876 h 1834587"/>
                <a:gd name="connsiteX5" fmla="*/ 347240 w 2343873"/>
                <a:gd name="connsiteY5" fmla="*/ 1371600 h 1834587"/>
                <a:gd name="connsiteX6" fmla="*/ 457200 w 2343873"/>
                <a:gd name="connsiteY6" fmla="*/ 1325301 h 1834587"/>
                <a:gd name="connsiteX7" fmla="*/ 515073 w 2343873"/>
                <a:gd name="connsiteY7" fmla="*/ 1209554 h 1834587"/>
                <a:gd name="connsiteX8" fmla="*/ 596096 w 2343873"/>
                <a:gd name="connsiteY8" fmla="*/ 1116957 h 1834587"/>
                <a:gd name="connsiteX9" fmla="*/ 758141 w 2343873"/>
                <a:gd name="connsiteY9" fmla="*/ 1140106 h 1834587"/>
                <a:gd name="connsiteX10" fmla="*/ 792865 w 2343873"/>
                <a:gd name="connsiteY10" fmla="*/ 1163256 h 1834587"/>
                <a:gd name="connsiteX11" fmla="*/ 879676 w 2343873"/>
                <a:gd name="connsiteY11" fmla="*/ 1116957 h 1834587"/>
                <a:gd name="connsiteX12" fmla="*/ 954911 w 2343873"/>
                <a:gd name="connsiteY12" fmla="*/ 1111169 h 1834587"/>
                <a:gd name="connsiteX13" fmla="*/ 978060 w 2343873"/>
                <a:gd name="connsiteY13" fmla="*/ 1030147 h 1834587"/>
                <a:gd name="connsiteX14" fmla="*/ 1070658 w 2343873"/>
                <a:gd name="connsiteY14" fmla="*/ 983848 h 1834587"/>
                <a:gd name="connsiteX15" fmla="*/ 1221129 w 2343873"/>
                <a:gd name="connsiteY15" fmla="*/ 804440 h 1834587"/>
                <a:gd name="connsiteX16" fmla="*/ 1221129 w 2343873"/>
                <a:gd name="connsiteY16" fmla="*/ 752354 h 1834587"/>
                <a:gd name="connsiteX17" fmla="*/ 1250065 w 2343873"/>
                <a:gd name="connsiteY17" fmla="*/ 711843 h 1834587"/>
                <a:gd name="connsiteX18" fmla="*/ 1342663 w 2343873"/>
                <a:gd name="connsiteY18" fmla="*/ 682906 h 1834587"/>
                <a:gd name="connsiteX19" fmla="*/ 1516283 w 2343873"/>
                <a:gd name="connsiteY19" fmla="*/ 752354 h 1834587"/>
                <a:gd name="connsiteX20" fmla="*/ 1620455 w 2343873"/>
                <a:gd name="connsiteY20" fmla="*/ 821802 h 1834587"/>
                <a:gd name="connsiteX21" fmla="*/ 1805650 w 2343873"/>
                <a:gd name="connsiteY21" fmla="*/ 862314 h 1834587"/>
                <a:gd name="connsiteX22" fmla="*/ 1840374 w 2343873"/>
                <a:gd name="connsiteY22" fmla="*/ 914400 h 1834587"/>
                <a:gd name="connsiteX23" fmla="*/ 1909822 w 2343873"/>
                <a:gd name="connsiteY23" fmla="*/ 943337 h 1834587"/>
                <a:gd name="connsiteX24" fmla="*/ 1996633 w 2343873"/>
                <a:gd name="connsiteY24" fmla="*/ 972273 h 1834587"/>
                <a:gd name="connsiteX25" fmla="*/ 2048719 w 2343873"/>
                <a:gd name="connsiteY25" fmla="*/ 1006997 h 1834587"/>
                <a:gd name="connsiteX26" fmla="*/ 2054506 w 2343873"/>
                <a:gd name="connsiteY26" fmla="*/ 1047509 h 1834587"/>
                <a:gd name="connsiteX27" fmla="*/ 2170253 w 2343873"/>
                <a:gd name="connsiteY27" fmla="*/ 1006997 h 1834587"/>
                <a:gd name="connsiteX28" fmla="*/ 2343873 w 2343873"/>
                <a:gd name="connsiteY28" fmla="*/ 902825 h 1834587"/>
                <a:gd name="connsiteX29" fmla="*/ 2268638 w 2343873"/>
                <a:gd name="connsiteY29" fmla="*/ 781291 h 1834587"/>
                <a:gd name="connsiteX30" fmla="*/ 2303362 w 2343873"/>
                <a:gd name="connsiteY30" fmla="*/ 688693 h 1834587"/>
                <a:gd name="connsiteX31" fmla="*/ 2262850 w 2343873"/>
                <a:gd name="connsiteY31" fmla="*/ 596096 h 1834587"/>
                <a:gd name="connsiteX32" fmla="*/ 2291787 w 2343873"/>
                <a:gd name="connsiteY32" fmla="*/ 491924 h 1834587"/>
                <a:gd name="connsiteX33" fmla="*/ 2309149 w 2343873"/>
                <a:gd name="connsiteY33" fmla="*/ 347240 h 1834587"/>
                <a:gd name="connsiteX34" fmla="*/ 2239701 w 2343873"/>
                <a:gd name="connsiteY34" fmla="*/ 248856 h 1834587"/>
                <a:gd name="connsiteX35" fmla="*/ 2233914 w 2343873"/>
                <a:gd name="connsiteY35" fmla="*/ 150471 h 1834587"/>
                <a:gd name="connsiteX36" fmla="*/ 2233914 w 2343873"/>
                <a:gd name="connsiteY36" fmla="*/ 34724 h 1834587"/>
                <a:gd name="connsiteX37" fmla="*/ 2233914 w 2343873"/>
                <a:gd name="connsiteY37" fmla="*/ 0 h 1834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3873" h="1834587">
                  <a:moveTo>
                    <a:pt x="40511" y="1834587"/>
                  </a:moveTo>
                  <a:lnTo>
                    <a:pt x="57873" y="1695691"/>
                  </a:lnTo>
                  <a:lnTo>
                    <a:pt x="0" y="1585731"/>
                  </a:lnTo>
                  <a:lnTo>
                    <a:pt x="92597" y="1487347"/>
                  </a:lnTo>
                  <a:lnTo>
                    <a:pt x="185195" y="1336876"/>
                  </a:lnTo>
                  <a:lnTo>
                    <a:pt x="347240" y="1371600"/>
                  </a:lnTo>
                  <a:lnTo>
                    <a:pt x="457200" y="1325301"/>
                  </a:lnTo>
                  <a:lnTo>
                    <a:pt x="515073" y="1209554"/>
                  </a:lnTo>
                  <a:lnTo>
                    <a:pt x="596096" y="1116957"/>
                  </a:lnTo>
                  <a:lnTo>
                    <a:pt x="758141" y="1140106"/>
                  </a:lnTo>
                  <a:lnTo>
                    <a:pt x="792865" y="1163256"/>
                  </a:lnTo>
                  <a:lnTo>
                    <a:pt x="879676" y="1116957"/>
                  </a:lnTo>
                  <a:lnTo>
                    <a:pt x="954911" y="1111169"/>
                  </a:lnTo>
                  <a:lnTo>
                    <a:pt x="978060" y="1030147"/>
                  </a:lnTo>
                  <a:lnTo>
                    <a:pt x="1070658" y="983848"/>
                  </a:lnTo>
                  <a:lnTo>
                    <a:pt x="1221129" y="804440"/>
                  </a:lnTo>
                  <a:lnTo>
                    <a:pt x="1221129" y="752354"/>
                  </a:lnTo>
                  <a:lnTo>
                    <a:pt x="1250065" y="711843"/>
                  </a:lnTo>
                  <a:lnTo>
                    <a:pt x="1342663" y="682906"/>
                  </a:lnTo>
                  <a:lnTo>
                    <a:pt x="1516283" y="752354"/>
                  </a:lnTo>
                  <a:lnTo>
                    <a:pt x="1620455" y="821802"/>
                  </a:lnTo>
                  <a:lnTo>
                    <a:pt x="1805650" y="862314"/>
                  </a:lnTo>
                  <a:lnTo>
                    <a:pt x="1840374" y="914400"/>
                  </a:lnTo>
                  <a:lnTo>
                    <a:pt x="1909822" y="943337"/>
                  </a:lnTo>
                  <a:lnTo>
                    <a:pt x="1996633" y="972273"/>
                  </a:lnTo>
                  <a:lnTo>
                    <a:pt x="2048719" y="1006997"/>
                  </a:lnTo>
                  <a:lnTo>
                    <a:pt x="2054506" y="1047509"/>
                  </a:lnTo>
                  <a:lnTo>
                    <a:pt x="2170253" y="1006997"/>
                  </a:lnTo>
                  <a:lnTo>
                    <a:pt x="2343873" y="902825"/>
                  </a:lnTo>
                  <a:lnTo>
                    <a:pt x="2268638" y="781291"/>
                  </a:lnTo>
                  <a:lnTo>
                    <a:pt x="2303362" y="688693"/>
                  </a:lnTo>
                  <a:lnTo>
                    <a:pt x="2262850" y="596096"/>
                  </a:lnTo>
                  <a:lnTo>
                    <a:pt x="2291787" y="491924"/>
                  </a:lnTo>
                  <a:lnTo>
                    <a:pt x="2309149" y="347240"/>
                  </a:lnTo>
                  <a:lnTo>
                    <a:pt x="2239701" y="248856"/>
                  </a:lnTo>
                  <a:lnTo>
                    <a:pt x="2233914" y="150471"/>
                  </a:lnTo>
                  <a:lnTo>
                    <a:pt x="2233914" y="34724"/>
                  </a:lnTo>
                  <a:lnTo>
                    <a:pt x="2233914" y="0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6" name="Freeform 5"/>
            <p:cNvSpPr/>
            <p:nvPr/>
          </p:nvSpPr>
          <p:spPr>
            <a:xfrm>
              <a:off x="2339163" y="1247553"/>
              <a:ext cx="1594884" cy="2849526"/>
            </a:xfrm>
            <a:custGeom>
              <a:avLst/>
              <a:gdLst>
                <a:gd name="connsiteX0" fmla="*/ 680484 w 1594884"/>
                <a:gd name="connsiteY0" fmla="*/ 0 h 2849526"/>
                <a:gd name="connsiteX1" fmla="*/ 886046 w 1594884"/>
                <a:gd name="connsiteY1" fmla="*/ 127591 h 2849526"/>
                <a:gd name="connsiteX2" fmla="*/ 942753 w 1594884"/>
                <a:gd name="connsiteY2" fmla="*/ 262270 h 2849526"/>
                <a:gd name="connsiteX3" fmla="*/ 1148316 w 1594884"/>
                <a:gd name="connsiteY3" fmla="*/ 347331 h 2849526"/>
                <a:gd name="connsiteX4" fmla="*/ 1297172 w 1594884"/>
                <a:gd name="connsiteY4" fmla="*/ 531628 h 2849526"/>
                <a:gd name="connsiteX5" fmla="*/ 1268818 w 1594884"/>
                <a:gd name="connsiteY5" fmla="*/ 588335 h 2849526"/>
                <a:gd name="connsiteX6" fmla="*/ 1431851 w 1594884"/>
                <a:gd name="connsiteY6" fmla="*/ 630866 h 2849526"/>
                <a:gd name="connsiteX7" fmla="*/ 1594884 w 1594884"/>
                <a:gd name="connsiteY7" fmla="*/ 765545 h 2849526"/>
                <a:gd name="connsiteX8" fmla="*/ 808074 w 1594884"/>
                <a:gd name="connsiteY8" fmla="*/ 1368056 h 2849526"/>
                <a:gd name="connsiteX9" fmla="*/ 808074 w 1594884"/>
                <a:gd name="connsiteY9" fmla="*/ 1396410 h 2849526"/>
                <a:gd name="connsiteX10" fmla="*/ 737190 w 1594884"/>
                <a:gd name="connsiteY10" fmla="*/ 1389321 h 2849526"/>
                <a:gd name="connsiteX11" fmla="*/ 708837 w 1594884"/>
                <a:gd name="connsiteY11" fmla="*/ 1438940 h 2849526"/>
                <a:gd name="connsiteX12" fmla="*/ 659218 w 1594884"/>
                <a:gd name="connsiteY12" fmla="*/ 1431852 h 2849526"/>
                <a:gd name="connsiteX13" fmla="*/ 609600 w 1594884"/>
                <a:gd name="connsiteY13" fmla="*/ 1616149 h 2849526"/>
                <a:gd name="connsiteX14" fmla="*/ 552893 w 1594884"/>
                <a:gd name="connsiteY14" fmla="*/ 1665768 h 2849526"/>
                <a:gd name="connsiteX15" fmla="*/ 474921 w 1594884"/>
                <a:gd name="connsiteY15" fmla="*/ 1807535 h 2849526"/>
                <a:gd name="connsiteX16" fmla="*/ 446567 w 1594884"/>
                <a:gd name="connsiteY16" fmla="*/ 1935126 h 2849526"/>
                <a:gd name="connsiteX17" fmla="*/ 368595 w 1594884"/>
                <a:gd name="connsiteY17" fmla="*/ 1998921 h 2849526"/>
                <a:gd name="connsiteX18" fmla="*/ 276446 w 1594884"/>
                <a:gd name="connsiteY18" fmla="*/ 2140689 h 2849526"/>
                <a:gd name="connsiteX19" fmla="*/ 219739 w 1594884"/>
                <a:gd name="connsiteY19" fmla="*/ 2218661 h 2849526"/>
                <a:gd name="connsiteX20" fmla="*/ 198474 w 1594884"/>
                <a:gd name="connsiteY20" fmla="*/ 2261191 h 2849526"/>
                <a:gd name="connsiteX21" fmla="*/ 212651 w 1594884"/>
                <a:gd name="connsiteY21" fmla="*/ 2424224 h 2849526"/>
                <a:gd name="connsiteX22" fmla="*/ 191386 w 1594884"/>
                <a:gd name="connsiteY22" fmla="*/ 2502196 h 2849526"/>
                <a:gd name="connsiteX23" fmla="*/ 56707 w 1594884"/>
                <a:gd name="connsiteY23" fmla="*/ 2594345 h 2849526"/>
                <a:gd name="connsiteX24" fmla="*/ 0 w 1594884"/>
                <a:gd name="connsiteY24" fmla="*/ 2608521 h 2849526"/>
                <a:gd name="connsiteX25" fmla="*/ 155944 w 1594884"/>
                <a:gd name="connsiteY25" fmla="*/ 2849526 h 284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94884" h="2849526">
                  <a:moveTo>
                    <a:pt x="680484" y="0"/>
                  </a:moveTo>
                  <a:lnTo>
                    <a:pt x="886046" y="127591"/>
                  </a:lnTo>
                  <a:lnTo>
                    <a:pt x="942753" y="262270"/>
                  </a:lnTo>
                  <a:lnTo>
                    <a:pt x="1148316" y="347331"/>
                  </a:lnTo>
                  <a:lnTo>
                    <a:pt x="1297172" y="531628"/>
                  </a:lnTo>
                  <a:lnTo>
                    <a:pt x="1268818" y="588335"/>
                  </a:lnTo>
                  <a:lnTo>
                    <a:pt x="1431851" y="630866"/>
                  </a:lnTo>
                  <a:lnTo>
                    <a:pt x="1594884" y="765545"/>
                  </a:lnTo>
                  <a:lnTo>
                    <a:pt x="808074" y="1368056"/>
                  </a:lnTo>
                  <a:lnTo>
                    <a:pt x="808074" y="1396410"/>
                  </a:lnTo>
                  <a:lnTo>
                    <a:pt x="737190" y="1389321"/>
                  </a:lnTo>
                  <a:lnTo>
                    <a:pt x="708837" y="1438940"/>
                  </a:lnTo>
                  <a:lnTo>
                    <a:pt x="659218" y="1431852"/>
                  </a:lnTo>
                  <a:lnTo>
                    <a:pt x="609600" y="1616149"/>
                  </a:lnTo>
                  <a:lnTo>
                    <a:pt x="552893" y="1665768"/>
                  </a:lnTo>
                  <a:lnTo>
                    <a:pt x="474921" y="1807535"/>
                  </a:lnTo>
                  <a:lnTo>
                    <a:pt x="446567" y="1935126"/>
                  </a:lnTo>
                  <a:lnTo>
                    <a:pt x="368595" y="1998921"/>
                  </a:lnTo>
                  <a:lnTo>
                    <a:pt x="276446" y="2140689"/>
                  </a:lnTo>
                  <a:lnTo>
                    <a:pt x="219739" y="2218661"/>
                  </a:lnTo>
                  <a:lnTo>
                    <a:pt x="198474" y="2261191"/>
                  </a:lnTo>
                  <a:lnTo>
                    <a:pt x="212651" y="2424224"/>
                  </a:lnTo>
                  <a:lnTo>
                    <a:pt x="191386" y="2502196"/>
                  </a:lnTo>
                  <a:lnTo>
                    <a:pt x="56707" y="2594345"/>
                  </a:lnTo>
                  <a:lnTo>
                    <a:pt x="0" y="2608521"/>
                  </a:lnTo>
                  <a:lnTo>
                    <a:pt x="155944" y="2849526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" name="Freeform 6"/>
            <p:cNvSpPr/>
            <p:nvPr/>
          </p:nvSpPr>
          <p:spPr>
            <a:xfrm>
              <a:off x="3919870" y="404037"/>
              <a:ext cx="1524000" cy="1616149"/>
            </a:xfrm>
            <a:custGeom>
              <a:avLst/>
              <a:gdLst>
                <a:gd name="connsiteX0" fmla="*/ 0 w 1524000"/>
                <a:gd name="connsiteY0" fmla="*/ 1609061 h 1616149"/>
                <a:gd name="connsiteX1" fmla="*/ 978195 w 1524000"/>
                <a:gd name="connsiteY1" fmla="*/ 1616149 h 1616149"/>
                <a:gd name="connsiteX2" fmla="*/ 1155404 w 1524000"/>
                <a:gd name="connsiteY2" fmla="*/ 1481470 h 1616149"/>
                <a:gd name="connsiteX3" fmla="*/ 1282995 w 1524000"/>
                <a:gd name="connsiteY3" fmla="*/ 1481470 h 1616149"/>
                <a:gd name="connsiteX4" fmla="*/ 1460204 w 1524000"/>
                <a:gd name="connsiteY4" fmla="*/ 1318437 h 1616149"/>
                <a:gd name="connsiteX5" fmla="*/ 1502735 w 1524000"/>
                <a:gd name="connsiteY5" fmla="*/ 1219200 h 1616149"/>
                <a:gd name="connsiteX6" fmla="*/ 1502735 w 1524000"/>
                <a:gd name="connsiteY6" fmla="*/ 1219200 h 1616149"/>
                <a:gd name="connsiteX7" fmla="*/ 1524000 w 1524000"/>
                <a:gd name="connsiteY7" fmla="*/ 1034903 h 1616149"/>
                <a:gd name="connsiteX8" fmla="*/ 1467293 w 1524000"/>
                <a:gd name="connsiteY8" fmla="*/ 886047 h 1616149"/>
                <a:gd name="connsiteX9" fmla="*/ 1382232 w 1524000"/>
                <a:gd name="connsiteY9" fmla="*/ 765544 h 1616149"/>
                <a:gd name="connsiteX10" fmla="*/ 1226288 w 1524000"/>
                <a:gd name="connsiteY10" fmla="*/ 595423 h 1616149"/>
                <a:gd name="connsiteX11" fmla="*/ 992372 w 1524000"/>
                <a:gd name="connsiteY11" fmla="*/ 503275 h 1616149"/>
                <a:gd name="connsiteX12" fmla="*/ 907311 w 1524000"/>
                <a:gd name="connsiteY12" fmla="*/ 432391 h 1616149"/>
                <a:gd name="connsiteX13" fmla="*/ 822251 w 1524000"/>
                <a:gd name="connsiteY13" fmla="*/ 368596 h 1616149"/>
                <a:gd name="connsiteX14" fmla="*/ 708837 w 1524000"/>
                <a:gd name="connsiteY14" fmla="*/ 205563 h 1616149"/>
                <a:gd name="connsiteX15" fmla="*/ 496186 w 1524000"/>
                <a:gd name="connsiteY15" fmla="*/ 141768 h 1616149"/>
                <a:gd name="connsiteX16" fmla="*/ 375683 w 1524000"/>
                <a:gd name="connsiteY16" fmla="*/ 92149 h 1616149"/>
                <a:gd name="connsiteX17" fmla="*/ 198474 w 1524000"/>
                <a:gd name="connsiteY17" fmla="*/ 0 h 161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24000" h="1616149">
                  <a:moveTo>
                    <a:pt x="0" y="1609061"/>
                  </a:moveTo>
                  <a:lnTo>
                    <a:pt x="978195" y="1616149"/>
                  </a:lnTo>
                  <a:lnTo>
                    <a:pt x="1155404" y="1481470"/>
                  </a:lnTo>
                  <a:lnTo>
                    <a:pt x="1282995" y="1481470"/>
                  </a:lnTo>
                  <a:lnTo>
                    <a:pt x="1460204" y="1318437"/>
                  </a:lnTo>
                  <a:lnTo>
                    <a:pt x="1502735" y="1219200"/>
                  </a:lnTo>
                  <a:lnTo>
                    <a:pt x="1502735" y="1219200"/>
                  </a:lnTo>
                  <a:lnTo>
                    <a:pt x="1524000" y="1034903"/>
                  </a:lnTo>
                  <a:lnTo>
                    <a:pt x="1467293" y="886047"/>
                  </a:lnTo>
                  <a:lnTo>
                    <a:pt x="1382232" y="765544"/>
                  </a:lnTo>
                  <a:lnTo>
                    <a:pt x="1226288" y="595423"/>
                  </a:lnTo>
                  <a:lnTo>
                    <a:pt x="992372" y="503275"/>
                  </a:lnTo>
                  <a:lnTo>
                    <a:pt x="907311" y="432391"/>
                  </a:lnTo>
                  <a:lnTo>
                    <a:pt x="822251" y="368596"/>
                  </a:lnTo>
                  <a:lnTo>
                    <a:pt x="708837" y="205563"/>
                  </a:lnTo>
                  <a:lnTo>
                    <a:pt x="496186" y="141768"/>
                  </a:lnTo>
                  <a:lnTo>
                    <a:pt x="375683" y="92149"/>
                  </a:lnTo>
                  <a:lnTo>
                    <a:pt x="198474" y="0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8" name="Freeform 7"/>
            <p:cNvSpPr/>
            <p:nvPr/>
          </p:nvSpPr>
          <p:spPr>
            <a:xfrm>
              <a:off x="5429693" y="1623237"/>
              <a:ext cx="3239386" cy="28354"/>
            </a:xfrm>
            <a:custGeom>
              <a:avLst/>
              <a:gdLst>
                <a:gd name="connsiteX0" fmla="*/ 0 w 3239386"/>
                <a:gd name="connsiteY0" fmla="*/ 28354 h 28354"/>
                <a:gd name="connsiteX1" fmla="*/ 1098698 w 3239386"/>
                <a:gd name="connsiteY1" fmla="*/ 14177 h 28354"/>
                <a:gd name="connsiteX2" fmla="*/ 2714847 w 3239386"/>
                <a:gd name="connsiteY2" fmla="*/ 0 h 28354"/>
                <a:gd name="connsiteX3" fmla="*/ 3239386 w 3239386"/>
                <a:gd name="connsiteY3" fmla="*/ 28354 h 28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9386" h="28354">
                  <a:moveTo>
                    <a:pt x="0" y="28354"/>
                  </a:moveTo>
                  <a:lnTo>
                    <a:pt x="1098698" y="14177"/>
                  </a:lnTo>
                  <a:lnTo>
                    <a:pt x="2714847" y="0"/>
                  </a:lnTo>
                  <a:lnTo>
                    <a:pt x="3239386" y="28354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" name="Freeform 8"/>
            <p:cNvSpPr/>
            <p:nvPr/>
          </p:nvSpPr>
          <p:spPr>
            <a:xfrm>
              <a:off x="4600353" y="1998921"/>
              <a:ext cx="843517" cy="2374605"/>
            </a:xfrm>
            <a:custGeom>
              <a:avLst/>
              <a:gdLst>
                <a:gd name="connsiteX0" fmla="*/ 297712 w 843517"/>
                <a:gd name="connsiteY0" fmla="*/ 0 h 2374605"/>
                <a:gd name="connsiteX1" fmla="*/ 304800 w 843517"/>
                <a:gd name="connsiteY1" fmla="*/ 652130 h 2374605"/>
                <a:gd name="connsiteX2" fmla="*/ 297712 w 843517"/>
                <a:gd name="connsiteY2" fmla="*/ 744279 h 2374605"/>
                <a:gd name="connsiteX3" fmla="*/ 347331 w 843517"/>
                <a:gd name="connsiteY3" fmla="*/ 779721 h 2374605"/>
                <a:gd name="connsiteX4" fmla="*/ 432391 w 843517"/>
                <a:gd name="connsiteY4" fmla="*/ 857693 h 2374605"/>
                <a:gd name="connsiteX5" fmla="*/ 517452 w 843517"/>
                <a:gd name="connsiteY5" fmla="*/ 914400 h 2374605"/>
                <a:gd name="connsiteX6" fmla="*/ 524540 w 843517"/>
                <a:gd name="connsiteY6" fmla="*/ 964019 h 2374605"/>
                <a:gd name="connsiteX7" fmla="*/ 630866 w 843517"/>
                <a:gd name="connsiteY7" fmla="*/ 1041991 h 2374605"/>
                <a:gd name="connsiteX8" fmla="*/ 659219 w 843517"/>
                <a:gd name="connsiteY8" fmla="*/ 1105786 h 2374605"/>
                <a:gd name="connsiteX9" fmla="*/ 751368 w 843517"/>
                <a:gd name="connsiteY9" fmla="*/ 1148316 h 2374605"/>
                <a:gd name="connsiteX10" fmla="*/ 843517 w 843517"/>
                <a:gd name="connsiteY10" fmla="*/ 1304260 h 2374605"/>
                <a:gd name="connsiteX11" fmla="*/ 836428 w 843517"/>
                <a:gd name="connsiteY11" fmla="*/ 1495646 h 2374605"/>
                <a:gd name="connsiteX12" fmla="*/ 779721 w 843517"/>
                <a:gd name="connsiteY12" fmla="*/ 1573619 h 2374605"/>
                <a:gd name="connsiteX13" fmla="*/ 744280 w 843517"/>
                <a:gd name="connsiteY13" fmla="*/ 1651591 h 2374605"/>
                <a:gd name="connsiteX14" fmla="*/ 744280 w 843517"/>
                <a:gd name="connsiteY14" fmla="*/ 1750828 h 2374605"/>
                <a:gd name="connsiteX15" fmla="*/ 637954 w 843517"/>
                <a:gd name="connsiteY15" fmla="*/ 1814623 h 2374605"/>
                <a:gd name="connsiteX16" fmla="*/ 538717 w 843517"/>
                <a:gd name="connsiteY16" fmla="*/ 1864242 h 2374605"/>
                <a:gd name="connsiteX17" fmla="*/ 489098 w 843517"/>
                <a:gd name="connsiteY17" fmla="*/ 1949302 h 2374605"/>
                <a:gd name="connsiteX18" fmla="*/ 311889 w 843517"/>
                <a:gd name="connsiteY18" fmla="*/ 2041451 h 2374605"/>
                <a:gd name="connsiteX19" fmla="*/ 255182 w 843517"/>
                <a:gd name="connsiteY19" fmla="*/ 2098158 h 2374605"/>
                <a:gd name="connsiteX20" fmla="*/ 241005 w 843517"/>
                <a:gd name="connsiteY20" fmla="*/ 2161953 h 2374605"/>
                <a:gd name="connsiteX21" fmla="*/ 198475 w 843517"/>
                <a:gd name="connsiteY21" fmla="*/ 2211572 h 2374605"/>
                <a:gd name="connsiteX22" fmla="*/ 99238 w 843517"/>
                <a:gd name="connsiteY22" fmla="*/ 2254102 h 2374605"/>
                <a:gd name="connsiteX23" fmla="*/ 0 w 843517"/>
                <a:gd name="connsiteY23" fmla="*/ 2374605 h 2374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43517" h="2374605">
                  <a:moveTo>
                    <a:pt x="297712" y="0"/>
                  </a:moveTo>
                  <a:cubicBezTo>
                    <a:pt x="300075" y="217377"/>
                    <a:pt x="302437" y="434753"/>
                    <a:pt x="304800" y="652130"/>
                  </a:cubicBezTo>
                  <a:lnTo>
                    <a:pt x="297712" y="744279"/>
                  </a:lnTo>
                  <a:lnTo>
                    <a:pt x="347331" y="779721"/>
                  </a:lnTo>
                  <a:lnTo>
                    <a:pt x="432391" y="857693"/>
                  </a:lnTo>
                  <a:lnTo>
                    <a:pt x="517452" y="914400"/>
                  </a:lnTo>
                  <a:lnTo>
                    <a:pt x="524540" y="964019"/>
                  </a:lnTo>
                  <a:lnTo>
                    <a:pt x="630866" y="1041991"/>
                  </a:lnTo>
                  <a:lnTo>
                    <a:pt x="659219" y="1105786"/>
                  </a:lnTo>
                  <a:lnTo>
                    <a:pt x="751368" y="1148316"/>
                  </a:lnTo>
                  <a:lnTo>
                    <a:pt x="843517" y="1304260"/>
                  </a:lnTo>
                  <a:lnTo>
                    <a:pt x="836428" y="1495646"/>
                  </a:lnTo>
                  <a:lnTo>
                    <a:pt x="779721" y="1573619"/>
                  </a:lnTo>
                  <a:lnTo>
                    <a:pt x="744280" y="1651591"/>
                  </a:lnTo>
                  <a:lnTo>
                    <a:pt x="744280" y="1750828"/>
                  </a:lnTo>
                  <a:lnTo>
                    <a:pt x="637954" y="1814623"/>
                  </a:lnTo>
                  <a:lnTo>
                    <a:pt x="538717" y="1864242"/>
                  </a:lnTo>
                  <a:lnTo>
                    <a:pt x="489098" y="1949302"/>
                  </a:lnTo>
                  <a:lnTo>
                    <a:pt x="311889" y="2041451"/>
                  </a:lnTo>
                  <a:lnTo>
                    <a:pt x="255182" y="2098158"/>
                  </a:lnTo>
                  <a:lnTo>
                    <a:pt x="241005" y="2161953"/>
                  </a:lnTo>
                  <a:lnTo>
                    <a:pt x="198475" y="2211572"/>
                  </a:lnTo>
                  <a:lnTo>
                    <a:pt x="99238" y="2254102"/>
                  </a:lnTo>
                  <a:lnTo>
                    <a:pt x="0" y="2374605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528391" y="1644502"/>
              <a:ext cx="1275907" cy="2324986"/>
            </a:xfrm>
            <a:custGeom>
              <a:avLst/>
              <a:gdLst>
                <a:gd name="connsiteX0" fmla="*/ 0 w 1275907"/>
                <a:gd name="connsiteY0" fmla="*/ 0 h 2324986"/>
                <a:gd name="connsiteX1" fmla="*/ 70883 w 1275907"/>
                <a:gd name="connsiteY1" fmla="*/ 85061 h 2324986"/>
                <a:gd name="connsiteX2" fmla="*/ 148856 w 1275907"/>
                <a:gd name="connsiteY2" fmla="*/ 148856 h 2324986"/>
                <a:gd name="connsiteX3" fmla="*/ 170121 w 1275907"/>
                <a:gd name="connsiteY3" fmla="*/ 248093 h 2324986"/>
                <a:gd name="connsiteX4" fmla="*/ 120502 w 1275907"/>
                <a:gd name="connsiteY4" fmla="*/ 241005 h 2324986"/>
                <a:gd name="connsiteX5" fmla="*/ 155944 w 1275907"/>
                <a:gd name="connsiteY5" fmla="*/ 446568 h 2324986"/>
                <a:gd name="connsiteX6" fmla="*/ 127590 w 1275907"/>
                <a:gd name="connsiteY6" fmla="*/ 524540 h 2324986"/>
                <a:gd name="connsiteX7" fmla="*/ 269358 w 1275907"/>
                <a:gd name="connsiteY7" fmla="*/ 737191 h 2324986"/>
                <a:gd name="connsiteX8" fmla="*/ 340242 w 1275907"/>
                <a:gd name="connsiteY8" fmla="*/ 893135 h 2324986"/>
                <a:gd name="connsiteX9" fmla="*/ 474921 w 1275907"/>
                <a:gd name="connsiteY9" fmla="*/ 1027814 h 2324986"/>
                <a:gd name="connsiteX10" fmla="*/ 680483 w 1275907"/>
                <a:gd name="connsiteY10" fmla="*/ 1197935 h 2324986"/>
                <a:gd name="connsiteX11" fmla="*/ 800986 w 1275907"/>
                <a:gd name="connsiteY11" fmla="*/ 1233377 h 2324986"/>
                <a:gd name="connsiteX12" fmla="*/ 864781 w 1275907"/>
                <a:gd name="connsiteY12" fmla="*/ 1375145 h 2324986"/>
                <a:gd name="connsiteX13" fmla="*/ 928576 w 1275907"/>
                <a:gd name="connsiteY13" fmla="*/ 1573619 h 2324986"/>
                <a:gd name="connsiteX14" fmla="*/ 1098697 w 1275907"/>
                <a:gd name="connsiteY14" fmla="*/ 1956391 h 2324986"/>
                <a:gd name="connsiteX15" fmla="*/ 1183758 w 1275907"/>
                <a:gd name="connsiteY15" fmla="*/ 2013098 h 2324986"/>
                <a:gd name="connsiteX16" fmla="*/ 1275907 w 1275907"/>
                <a:gd name="connsiteY16" fmla="*/ 2324986 h 232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75907" h="2324986">
                  <a:moveTo>
                    <a:pt x="0" y="0"/>
                  </a:moveTo>
                  <a:lnTo>
                    <a:pt x="70883" y="85061"/>
                  </a:lnTo>
                  <a:lnTo>
                    <a:pt x="148856" y="148856"/>
                  </a:lnTo>
                  <a:lnTo>
                    <a:pt x="170121" y="248093"/>
                  </a:lnTo>
                  <a:lnTo>
                    <a:pt x="120502" y="241005"/>
                  </a:lnTo>
                  <a:lnTo>
                    <a:pt x="155944" y="446568"/>
                  </a:lnTo>
                  <a:lnTo>
                    <a:pt x="127590" y="524540"/>
                  </a:lnTo>
                  <a:lnTo>
                    <a:pt x="269358" y="737191"/>
                  </a:lnTo>
                  <a:lnTo>
                    <a:pt x="340242" y="893135"/>
                  </a:lnTo>
                  <a:lnTo>
                    <a:pt x="474921" y="1027814"/>
                  </a:lnTo>
                  <a:lnTo>
                    <a:pt x="680483" y="1197935"/>
                  </a:lnTo>
                  <a:lnTo>
                    <a:pt x="800986" y="1233377"/>
                  </a:lnTo>
                  <a:lnTo>
                    <a:pt x="864781" y="1375145"/>
                  </a:lnTo>
                  <a:lnTo>
                    <a:pt x="928576" y="1573619"/>
                  </a:lnTo>
                  <a:lnTo>
                    <a:pt x="1098697" y="1956391"/>
                  </a:lnTo>
                  <a:lnTo>
                    <a:pt x="1183758" y="2013098"/>
                  </a:lnTo>
                  <a:lnTo>
                    <a:pt x="1275907" y="2324986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grpSp>
        <p:nvGrpSpPr>
          <p:cNvPr id="13" name="Group 12"/>
          <p:cNvGrpSpPr>
            <a:grpSpLocks noChangeAspect="1"/>
          </p:cNvGrpSpPr>
          <p:nvPr/>
        </p:nvGrpSpPr>
        <p:grpSpPr>
          <a:xfrm>
            <a:off x="947909" y="4740202"/>
            <a:ext cx="189719" cy="176874"/>
            <a:chOff x="15875" y="0"/>
            <a:chExt cx="792549" cy="725487"/>
          </a:xfrm>
        </p:grpSpPr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75" y="0"/>
              <a:ext cx="792549" cy="725487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5750" y="254000"/>
              <a:ext cx="231668" cy="353599"/>
            </a:xfrm>
            <a:prstGeom prst="rect">
              <a:avLst/>
            </a:prstGeom>
          </p:spPr>
        </p:pic>
      </p:grpSp>
      <p:grpSp>
        <p:nvGrpSpPr>
          <p:cNvPr id="14" name="Group 13"/>
          <p:cNvGrpSpPr>
            <a:grpSpLocks noChangeAspect="1"/>
          </p:cNvGrpSpPr>
          <p:nvPr/>
        </p:nvGrpSpPr>
        <p:grpSpPr>
          <a:xfrm>
            <a:off x="2661549" y="5218982"/>
            <a:ext cx="189718" cy="181333"/>
            <a:chOff x="1127125" y="15875"/>
            <a:chExt cx="792549" cy="743776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7125" y="15875"/>
              <a:ext cx="792549" cy="743776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97000" y="269875"/>
              <a:ext cx="231668" cy="353599"/>
            </a:xfrm>
            <a:prstGeom prst="rect">
              <a:avLst/>
            </a:prstGeom>
          </p:spPr>
        </p:pic>
      </p:grpSp>
      <p:grpSp>
        <p:nvGrpSpPr>
          <p:cNvPr id="15" name="Group 14"/>
          <p:cNvGrpSpPr>
            <a:grpSpLocks noChangeAspect="1"/>
          </p:cNvGrpSpPr>
          <p:nvPr/>
        </p:nvGrpSpPr>
        <p:grpSpPr>
          <a:xfrm>
            <a:off x="1458650" y="3956515"/>
            <a:ext cx="189719" cy="176874"/>
            <a:chOff x="0" y="1047750"/>
            <a:chExt cx="792549" cy="725487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047750"/>
              <a:ext cx="792549" cy="725487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9875" y="1238250"/>
              <a:ext cx="231668" cy="359695"/>
            </a:xfrm>
            <a:prstGeom prst="rect">
              <a:avLst/>
            </a:prstGeom>
          </p:spPr>
        </p:pic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09" y="4032090"/>
            <a:ext cx="188672" cy="176145"/>
          </a:xfrm>
          <a:prstGeom prst="rect">
            <a:avLst/>
          </a:prstGeom>
        </p:spPr>
      </p:pic>
      <p:sp>
        <p:nvSpPr>
          <p:cNvPr id="40" name="Freeform 39"/>
          <p:cNvSpPr/>
          <p:nvPr/>
        </p:nvSpPr>
        <p:spPr>
          <a:xfrm>
            <a:off x="1804867" y="2748037"/>
            <a:ext cx="662670" cy="972810"/>
          </a:xfrm>
          <a:custGeom>
            <a:avLst/>
            <a:gdLst>
              <a:gd name="connsiteX0" fmla="*/ 0 w 1027814"/>
              <a:gd name="connsiteY0" fmla="*/ 1481470 h 1481470"/>
              <a:gd name="connsiteX1" fmla="*/ 0 w 1027814"/>
              <a:gd name="connsiteY1" fmla="*/ 1481470 h 1481470"/>
              <a:gd name="connsiteX2" fmla="*/ 276447 w 1027814"/>
              <a:gd name="connsiteY2" fmla="*/ 1212112 h 1481470"/>
              <a:gd name="connsiteX3" fmla="*/ 595423 w 1027814"/>
              <a:gd name="connsiteY3" fmla="*/ 1013637 h 1481470"/>
              <a:gd name="connsiteX4" fmla="*/ 857693 w 1027814"/>
              <a:gd name="connsiteY4" fmla="*/ 836428 h 1481470"/>
              <a:gd name="connsiteX5" fmla="*/ 999461 w 1027814"/>
              <a:gd name="connsiteY5" fmla="*/ 198475 h 1481470"/>
              <a:gd name="connsiteX6" fmla="*/ 1027814 w 1027814"/>
              <a:gd name="connsiteY6" fmla="*/ 0 h 148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7814" h="1481470">
                <a:moveTo>
                  <a:pt x="0" y="1481470"/>
                </a:moveTo>
                <a:lnTo>
                  <a:pt x="0" y="1481470"/>
                </a:lnTo>
                <a:lnTo>
                  <a:pt x="276447" y="1212112"/>
                </a:lnTo>
                <a:lnTo>
                  <a:pt x="595423" y="1013637"/>
                </a:lnTo>
                <a:lnTo>
                  <a:pt x="857693" y="836428"/>
                </a:lnTo>
                <a:lnTo>
                  <a:pt x="999461" y="198475"/>
                </a:lnTo>
                <a:lnTo>
                  <a:pt x="1027814" y="0"/>
                </a:ln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1" name="Freeform 40"/>
          <p:cNvSpPr/>
          <p:nvPr/>
        </p:nvSpPr>
        <p:spPr>
          <a:xfrm>
            <a:off x="1059935" y="3786012"/>
            <a:ext cx="580407" cy="940228"/>
          </a:xfrm>
          <a:custGeom>
            <a:avLst/>
            <a:gdLst>
              <a:gd name="connsiteX0" fmla="*/ 900223 w 900223"/>
              <a:gd name="connsiteY0" fmla="*/ 0 h 1431852"/>
              <a:gd name="connsiteX1" fmla="*/ 503274 w 900223"/>
              <a:gd name="connsiteY1" fmla="*/ 248093 h 1431852"/>
              <a:gd name="connsiteX2" fmla="*/ 297712 w 900223"/>
              <a:gd name="connsiteY2" fmla="*/ 411126 h 1431852"/>
              <a:gd name="connsiteX3" fmla="*/ 127591 w 900223"/>
              <a:gd name="connsiteY3" fmla="*/ 715926 h 1431852"/>
              <a:gd name="connsiteX4" fmla="*/ 70884 w 900223"/>
              <a:gd name="connsiteY4" fmla="*/ 1134140 h 1431852"/>
              <a:gd name="connsiteX5" fmla="*/ 0 w 900223"/>
              <a:gd name="connsiteY5" fmla="*/ 1431852 h 1431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0223" h="1431852">
                <a:moveTo>
                  <a:pt x="900223" y="0"/>
                </a:moveTo>
                <a:lnTo>
                  <a:pt x="503274" y="248093"/>
                </a:lnTo>
                <a:lnTo>
                  <a:pt x="297712" y="411126"/>
                </a:lnTo>
                <a:lnTo>
                  <a:pt x="127591" y="715926"/>
                </a:lnTo>
                <a:lnTo>
                  <a:pt x="70884" y="1134140"/>
                </a:lnTo>
                <a:lnTo>
                  <a:pt x="0" y="1431852"/>
                </a:ln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2" name="Freeform 41"/>
          <p:cNvSpPr/>
          <p:nvPr/>
        </p:nvSpPr>
        <p:spPr>
          <a:xfrm>
            <a:off x="2467536" y="2771310"/>
            <a:ext cx="525566" cy="2257477"/>
          </a:xfrm>
          <a:custGeom>
            <a:avLst/>
            <a:gdLst>
              <a:gd name="connsiteX0" fmla="*/ 0 w 815163"/>
              <a:gd name="connsiteY0" fmla="*/ 0 h 3437861"/>
              <a:gd name="connsiteX1" fmla="*/ 354419 w 815163"/>
              <a:gd name="connsiteY1" fmla="*/ 460744 h 3437861"/>
              <a:gd name="connsiteX2" fmla="*/ 552893 w 815163"/>
              <a:gd name="connsiteY2" fmla="*/ 680484 h 3437861"/>
              <a:gd name="connsiteX3" fmla="*/ 467833 w 815163"/>
              <a:gd name="connsiteY3" fmla="*/ 886047 h 3437861"/>
              <a:gd name="connsiteX4" fmla="*/ 808075 w 815163"/>
              <a:gd name="connsiteY4" fmla="*/ 1240465 h 3437861"/>
              <a:gd name="connsiteX5" fmla="*/ 815163 w 815163"/>
              <a:gd name="connsiteY5" fmla="*/ 1417675 h 3437861"/>
              <a:gd name="connsiteX6" fmla="*/ 680484 w 815163"/>
              <a:gd name="connsiteY6" fmla="*/ 1637414 h 3437861"/>
              <a:gd name="connsiteX7" fmla="*/ 439479 w 815163"/>
              <a:gd name="connsiteY7" fmla="*/ 1878419 h 3437861"/>
              <a:gd name="connsiteX8" fmla="*/ 212651 w 815163"/>
              <a:gd name="connsiteY8" fmla="*/ 2041451 h 3437861"/>
              <a:gd name="connsiteX9" fmla="*/ 134679 w 815163"/>
              <a:gd name="connsiteY9" fmla="*/ 2176130 h 3437861"/>
              <a:gd name="connsiteX10" fmla="*/ 148856 w 815163"/>
              <a:gd name="connsiteY10" fmla="*/ 2395870 h 3437861"/>
              <a:gd name="connsiteX11" fmla="*/ 170121 w 815163"/>
              <a:gd name="connsiteY11" fmla="*/ 2615609 h 3437861"/>
              <a:gd name="connsiteX12" fmla="*/ 368595 w 815163"/>
              <a:gd name="connsiteY12" fmla="*/ 2906233 h 3437861"/>
              <a:gd name="connsiteX13" fmla="*/ 439479 w 815163"/>
              <a:gd name="connsiteY13" fmla="*/ 3423684 h 3437861"/>
              <a:gd name="connsiteX14" fmla="*/ 574158 w 815163"/>
              <a:gd name="connsiteY14" fmla="*/ 3437861 h 343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5163" h="3437861">
                <a:moveTo>
                  <a:pt x="0" y="0"/>
                </a:moveTo>
                <a:lnTo>
                  <a:pt x="354419" y="460744"/>
                </a:lnTo>
                <a:lnTo>
                  <a:pt x="552893" y="680484"/>
                </a:lnTo>
                <a:lnTo>
                  <a:pt x="467833" y="886047"/>
                </a:lnTo>
                <a:lnTo>
                  <a:pt x="808075" y="1240465"/>
                </a:lnTo>
                <a:lnTo>
                  <a:pt x="815163" y="1417675"/>
                </a:lnTo>
                <a:lnTo>
                  <a:pt x="680484" y="1637414"/>
                </a:lnTo>
                <a:lnTo>
                  <a:pt x="439479" y="1878419"/>
                </a:lnTo>
                <a:lnTo>
                  <a:pt x="212651" y="2041451"/>
                </a:lnTo>
                <a:lnTo>
                  <a:pt x="134679" y="2176130"/>
                </a:lnTo>
                <a:lnTo>
                  <a:pt x="148856" y="2395870"/>
                </a:lnTo>
                <a:lnTo>
                  <a:pt x="170121" y="2615609"/>
                </a:lnTo>
                <a:lnTo>
                  <a:pt x="368595" y="2906233"/>
                </a:lnTo>
                <a:lnTo>
                  <a:pt x="439479" y="3423684"/>
                </a:lnTo>
                <a:lnTo>
                  <a:pt x="574158" y="3437861"/>
                </a:ln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3" name="Freeform 42"/>
          <p:cNvSpPr/>
          <p:nvPr/>
        </p:nvSpPr>
        <p:spPr>
          <a:xfrm>
            <a:off x="2275591" y="4982241"/>
            <a:ext cx="498144" cy="451496"/>
          </a:xfrm>
          <a:custGeom>
            <a:avLst/>
            <a:gdLst>
              <a:gd name="connsiteX0" fmla="*/ 0 w 772632"/>
              <a:gd name="connsiteY0" fmla="*/ 687572 h 687572"/>
              <a:gd name="connsiteX1" fmla="*/ 155944 w 772632"/>
              <a:gd name="connsiteY1" fmla="*/ 602512 h 687572"/>
              <a:gd name="connsiteX2" fmla="*/ 326065 w 772632"/>
              <a:gd name="connsiteY2" fmla="*/ 170121 h 687572"/>
              <a:gd name="connsiteX3" fmla="*/ 439479 w 772632"/>
              <a:gd name="connsiteY3" fmla="*/ 70884 h 687572"/>
              <a:gd name="connsiteX4" fmla="*/ 545804 w 772632"/>
              <a:gd name="connsiteY4" fmla="*/ 0 h 687572"/>
              <a:gd name="connsiteX5" fmla="*/ 737190 w 772632"/>
              <a:gd name="connsiteY5" fmla="*/ 21265 h 687572"/>
              <a:gd name="connsiteX6" fmla="*/ 772632 w 772632"/>
              <a:gd name="connsiteY6" fmla="*/ 56707 h 687572"/>
              <a:gd name="connsiteX7" fmla="*/ 645041 w 772632"/>
              <a:gd name="connsiteY7" fmla="*/ 404037 h 68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2632" h="687572">
                <a:moveTo>
                  <a:pt x="0" y="687572"/>
                </a:moveTo>
                <a:lnTo>
                  <a:pt x="155944" y="602512"/>
                </a:lnTo>
                <a:lnTo>
                  <a:pt x="326065" y="170121"/>
                </a:lnTo>
                <a:lnTo>
                  <a:pt x="439479" y="70884"/>
                </a:lnTo>
                <a:lnTo>
                  <a:pt x="545804" y="0"/>
                </a:lnTo>
                <a:lnTo>
                  <a:pt x="737190" y="21265"/>
                </a:lnTo>
                <a:lnTo>
                  <a:pt x="772632" y="56707"/>
                </a:lnTo>
                <a:lnTo>
                  <a:pt x="645041" y="404037"/>
                </a:ln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5" name="Freeform 44"/>
          <p:cNvSpPr/>
          <p:nvPr/>
        </p:nvSpPr>
        <p:spPr>
          <a:xfrm>
            <a:off x="904549" y="4218887"/>
            <a:ext cx="429593" cy="693534"/>
          </a:xfrm>
          <a:custGeom>
            <a:avLst/>
            <a:gdLst>
              <a:gd name="connsiteX0" fmla="*/ 340242 w 666307"/>
              <a:gd name="connsiteY0" fmla="*/ 1056167 h 1056167"/>
              <a:gd name="connsiteX1" fmla="*/ 418214 w 666307"/>
              <a:gd name="connsiteY1" fmla="*/ 1006549 h 1056167"/>
              <a:gd name="connsiteX2" fmla="*/ 418214 w 666307"/>
              <a:gd name="connsiteY2" fmla="*/ 949842 h 1056167"/>
              <a:gd name="connsiteX3" fmla="*/ 616688 w 666307"/>
              <a:gd name="connsiteY3" fmla="*/ 772632 h 1056167"/>
              <a:gd name="connsiteX4" fmla="*/ 559981 w 666307"/>
              <a:gd name="connsiteY4" fmla="*/ 460744 h 1056167"/>
              <a:gd name="connsiteX5" fmla="*/ 637953 w 666307"/>
              <a:gd name="connsiteY5" fmla="*/ 404037 h 1056167"/>
              <a:gd name="connsiteX6" fmla="*/ 666307 w 666307"/>
              <a:gd name="connsiteY6" fmla="*/ 85060 h 1056167"/>
              <a:gd name="connsiteX7" fmla="*/ 666307 w 666307"/>
              <a:gd name="connsiteY7" fmla="*/ 92149 h 1056167"/>
              <a:gd name="connsiteX8" fmla="*/ 311888 w 666307"/>
              <a:gd name="connsiteY8" fmla="*/ 99237 h 1056167"/>
              <a:gd name="connsiteX9" fmla="*/ 77972 w 666307"/>
              <a:gd name="connsiteY9" fmla="*/ 63795 h 1056167"/>
              <a:gd name="connsiteX10" fmla="*/ 0 w 666307"/>
              <a:gd name="connsiteY10" fmla="*/ 0 h 1056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66307" h="1056167">
                <a:moveTo>
                  <a:pt x="340242" y="1056167"/>
                </a:moveTo>
                <a:lnTo>
                  <a:pt x="418214" y="1006549"/>
                </a:lnTo>
                <a:lnTo>
                  <a:pt x="418214" y="949842"/>
                </a:lnTo>
                <a:lnTo>
                  <a:pt x="616688" y="772632"/>
                </a:lnTo>
                <a:lnTo>
                  <a:pt x="559981" y="460744"/>
                </a:lnTo>
                <a:lnTo>
                  <a:pt x="637953" y="404037"/>
                </a:lnTo>
                <a:lnTo>
                  <a:pt x="666307" y="85060"/>
                </a:lnTo>
                <a:lnTo>
                  <a:pt x="666307" y="92149"/>
                </a:lnTo>
                <a:lnTo>
                  <a:pt x="311888" y="99237"/>
                </a:lnTo>
                <a:lnTo>
                  <a:pt x="77972" y="63795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7" name="Freeform 46"/>
          <p:cNvSpPr/>
          <p:nvPr/>
        </p:nvSpPr>
        <p:spPr>
          <a:xfrm>
            <a:off x="1922675" y="4156697"/>
            <a:ext cx="1023520" cy="806149"/>
          </a:xfrm>
          <a:custGeom>
            <a:avLst/>
            <a:gdLst>
              <a:gd name="connsiteX0" fmla="*/ 0 w 1587500"/>
              <a:gd name="connsiteY0" fmla="*/ 25400 h 1227667"/>
              <a:gd name="connsiteX1" fmla="*/ 80433 w 1587500"/>
              <a:gd name="connsiteY1" fmla="*/ 38100 h 1227667"/>
              <a:gd name="connsiteX2" fmla="*/ 182033 w 1587500"/>
              <a:gd name="connsiteY2" fmla="*/ 0 h 1227667"/>
              <a:gd name="connsiteX3" fmla="*/ 427566 w 1587500"/>
              <a:gd name="connsiteY3" fmla="*/ 59267 h 1227667"/>
              <a:gd name="connsiteX4" fmla="*/ 596900 w 1587500"/>
              <a:gd name="connsiteY4" fmla="*/ 190500 h 1227667"/>
              <a:gd name="connsiteX5" fmla="*/ 706966 w 1587500"/>
              <a:gd name="connsiteY5" fmla="*/ 101600 h 1227667"/>
              <a:gd name="connsiteX6" fmla="*/ 846666 w 1587500"/>
              <a:gd name="connsiteY6" fmla="*/ 88900 h 1227667"/>
              <a:gd name="connsiteX7" fmla="*/ 1066800 w 1587500"/>
              <a:gd name="connsiteY7" fmla="*/ 71967 h 1227667"/>
              <a:gd name="connsiteX8" fmla="*/ 1172633 w 1587500"/>
              <a:gd name="connsiteY8" fmla="*/ 215900 h 1227667"/>
              <a:gd name="connsiteX9" fmla="*/ 1303866 w 1587500"/>
              <a:gd name="connsiteY9" fmla="*/ 262467 h 1227667"/>
              <a:gd name="connsiteX10" fmla="*/ 1392766 w 1587500"/>
              <a:gd name="connsiteY10" fmla="*/ 139700 h 1227667"/>
              <a:gd name="connsiteX11" fmla="*/ 1481666 w 1587500"/>
              <a:gd name="connsiteY11" fmla="*/ 122767 h 1227667"/>
              <a:gd name="connsiteX12" fmla="*/ 1545166 w 1587500"/>
              <a:gd name="connsiteY12" fmla="*/ 254000 h 1227667"/>
              <a:gd name="connsiteX13" fmla="*/ 1587500 w 1587500"/>
              <a:gd name="connsiteY13" fmla="*/ 364067 h 1227667"/>
              <a:gd name="connsiteX14" fmla="*/ 1574800 w 1587500"/>
              <a:gd name="connsiteY14" fmla="*/ 520700 h 1227667"/>
              <a:gd name="connsiteX15" fmla="*/ 1456266 w 1587500"/>
              <a:gd name="connsiteY15" fmla="*/ 575734 h 1227667"/>
              <a:gd name="connsiteX16" fmla="*/ 1422400 w 1587500"/>
              <a:gd name="connsiteY16" fmla="*/ 745067 h 1227667"/>
              <a:gd name="connsiteX17" fmla="*/ 1303866 w 1587500"/>
              <a:gd name="connsiteY17" fmla="*/ 884767 h 1227667"/>
              <a:gd name="connsiteX18" fmla="*/ 1329266 w 1587500"/>
              <a:gd name="connsiteY18" fmla="*/ 1041400 h 1227667"/>
              <a:gd name="connsiteX19" fmla="*/ 1468966 w 1587500"/>
              <a:gd name="connsiteY19" fmla="*/ 1223434 h 1227667"/>
              <a:gd name="connsiteX20" fmla="*/ 1464733 w 1587500"/>
              <a:gd name="connsiteY20" fmla="*/ 1227667 h 1227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587500" h="1227667">
                <a:moveTo>
                  <a:pt x="0" y="25400"/>
                </a:moveTo>
                <a:lnTo>
                  <a:pt x="80433" y="38100"/>
                </a:lnTo>
                <a:lnTo>
                  <a:pt x="182033" y="0"/>
                </a:lnTo>
                <a:lnTo>
                  <a:pt x="427566" y="59267"/>
                </a:lnTo>
                <a:lnTo>
                  <a:pt x="596900" y="190500"/>
                </a:lnTo>
                <a:lnTo>
                  <a:pt x="706966" y="101600"/>
                </a:lnTo>
                <a:lnTo>
                  <a:pt x="846666" y="88900"/>
                </a:lnTo>
                <a:lnTo>
                  <a:pt x="1066800" y="71967"/>
                </a:lnTo>
                <a:lnTo>
                  <a:pt x="1172633" y="215900"/>
                </a:lnTo>
                <a:lnTo>
                  <a:pt x="1303866" y="262467"/>
                </a:lnTo>
                <a:lnTo>
                  <a:pt x="1392766" y="139700"/>
                </a:lnTo>
                <a:lnTo>
                  <a:pt x="1481666" y="122767"/>
                </a:lnTo>
                <a:lnTo>
                  <a:pt x="1545166" y="254000"/>
                </a:lnTo>
                <a:lnTo>
                  <a:pt x="1587500" y="364067"/>
                </a:lnTo>
                <a:lnTo>
                  <a:pt x="1574800" y="520700"/>
                </a:lnTo>
                <a:lnTo>
                  <a:pt x="1456266" y="575734"/>
                </a:lnTo>
                <a:lnTo>
                  <a:pt x="1422400" y="745067"/>
                </a:lnTo>
                <a:lnTo>
                  <a:pt x="1303866" y="884767"/>
                </a:lnTo>
                <a:lnTo>
                  <a:pt x="1329266" y="1041400"/>
                </a:lnTo>
                <a:lnTo>
                  <a:pt x="1468966" y="1223434"/>
                </a:lnTo>
                <a:lnTo>
                  <a:pt x="1464733" y="1227667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8" name="Freeform 47"/>
          <p:cNvSpPr/>
          <p:nvPr/>
        </p:nvSpPr>
        <p:spPr>
          <a:xfrm>
            <a:off x="2272035" y="5096278"/>
            <a:ext cx="627759" cy="378056"/>
          </a:xfrm>
          <a:custGeom>
            <a:avLst/>
            <a:gdLst>
              <a:gd name="connsiteX0" fmla="*/ 0 w 973667"/>
              <a:gd name="connsiteY0" fmla="*/ 575733 h 575733"/>
              <a:gd name="connsiteX1" fmla="*/ 0 w 973667"/>
              <a:gd name="connsiteY1" fmla="*/ 575733 h 575733"/>
              <a:gd name="connsiteX2" fmla="*/ 169334 w 973667"/>
              <a:gd name="connsiteY2" fmla="*/ 550333 h 575733"/>
              <a:gd name="connsiteX3" fmla="*/ 198967 w 973667"/>
              <a:gd name="connsiteY3" fmla="*/ 516467 h 575733"/>
              <a:gd name="connsiteX4" fmla="*/ 211667 w 973667"/>
              <a:gd name="connsiteY4" fmla="*/ 499533 h 575733"/>
              <a:gd name="connsiteX5" fmla="*/ 351367 w 973667"/>
              <a:gd name="connsiteY5" fmla="*/ 351367 h 575733"/>
              <a:gd name="connsiteX6" fmla="*/ 503767 w 973667"/>
              <a:gd name="connsiteY6" fmla="*/ 173567 h 575733"/>
              <a:gd name="connsiteX7" fmla="*/ 787400 w 973667"/>
              <a:gd name="connsiteY7" fmla="*/ 110067 h 575733"/>
              <a:gd name="connsiteX8" fmla="*/ 973667 w 973667"/>
              <a:gd name="connsiteY8" fmla="*/ 0 h 57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3667" h="575733">
                <a:moveTo>
                  <a:pt x="0" y="575733"/>
                </a:moveTo>
                <a:lnTo>
                  <a:pt x="0" y="575733"/>
                </a:lnTo>
                <a:lnTo>
                  <a:pt x="169334" y="550333"/>
                </a:lnTo>
                <a:cubicBezTo>
                  <a:pt x="179212" y="539044"/>
                  <a:pt x="189364" y="527990"/>
                  <a:pt x="198967" y="516467"/>
                </a:cubicBezTo>
                <a:cubicBezTo>
                  <a:pt x="203484" y="511047"/>
                  <a:pt x="211667" y="499533"/>
                  <a:pt x="211667" y="499533"/>
                </a:cubicBezTo>
                <a:lnTo>
                  <a:pt x="351367" y="351367"/>
                </a:lnTo>
                <a:lnTo>
                  <a:pt x="503767" y="173567"/>
                </a:lnTo>
                <a:lnTo>
                  <a:pt x="787400" y="110067"/>
                </a:lnTo>
                <a:lnTo>
                  <a:pt x="973667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9" name="Freeform 48"/>
          <p:cNvSpPr/>
          <p:nvPr/>
        </p:nvSpPr>
        <p:spPr>
          <a:xfrm>
            <a:off x="1341315" y="2769565"/>
            <a:ext cx="1119048" cy="1512225"/>
          </a:xfrm>
          <a:custGeom>
            <a:avLst/>
            <a:gdLst>
              <a:gd name="connsiteX0" fmla="*/ 0 w 1735666"/>
              <a:gd name="connsiteY0" fmla="*/ 2302933 h 2302933"/>
              <a:gd name="connsiteX1" fmla="*/ 186266 w 1735666"/>
              <a:gd name="connsiteY1" fmla="*/ 2260600 h 2302933"/>
              <a:gd name="connsiteX2" fmla="*/ 465666 w 1735666"/>
              <a:gd name="connsiteY2" fmla="*/ 2260600 h 2302933"/>
              <a:gd name="connsiteX3" fmla="*/ 592666 w 1735666"/>
              <a:gd name="connsiteY3" fmla="*/ 2146300 h 2302933"/>
              <a:gd name="connsiteX4" fmla="*/ 800100 w 1735666"/>
              <a:gd name="connsiteY4" fmla="*/ 2044700 h 2302933"/>
              <a:gd name="connsiteX5" fmla="*/ 935566 w 1735666"/>
              <a:gd name="connsiteY5" fmla="*/ 2125133 h 2302933"/>
              <a:gd name="connsiteX6" fmla="*/ 1007533 w 1735666"/>
              <a:gd name="connsiteY6" fmla="*/ 2074333 h 2302933"/>
              <a:gd name="connsiteX7" fmla="*/ 893233 w 1735666"/>
              <a:gd name="connsiteY7" fmla="*/ 1943100 h 2302933"/>
              <a:gd name="connsiteX8" fmla="*/ 719666 w 1735666"/>
              <a:gd name="connsiteY8" fmla="*/ 1799167 h 2302933"/>
              <a:gd name="connsiteX9" fmla="*/ 635000 w 1735666"/>
              <a:gd name="connsiteY9" fmla="*/ 1701800 h 2302933"/>
              <a:gd name="connsiteX10" fmla="*/ 630766 w 1735666"/>
              <a:gd name="connsiteY10" fmla="*/ 1621367 h 2302933"/>
              <a:gd name="connsiteX11" fmla="*/ 668866 w 1735666"/>
              <a:gd name="connsiteY11" fmla="*/ 1468967 h 2302933"/>
              <a:gd name="connsiteX12" fmla="*/ 846666 w 1735666"/>
              <a:gd name="connsiteY12" fmla="*/ 1409700 h 2302933"/>
              <a:gd name="connsiteX13" fmla="*/ 1117600 w 1735666"/>
              <a:gd name="connsiteY13" fmla="*/ 1138767 h 2302933"/>
              <a:gd name="connsiteX14" fmla="*/ 1240366 w 1735666"/>
              <a:gd name="connsiteY14" fmla="*/ 977900 h 2302933"/>
              <a:gd name="connsiteX15" fmla="*/ 1579033 w 1735666"/>
              <a:gd name="connsiteY15" fmla="*/ 817033 h 2302933"/>
              <a:gd name="connsiteX16" fmla="*/ 1706033 w 1735666"/>
              <a:gd name="connsiteY16" fmla="*/ 529167 h 2302933"/>
              <a:gd name="connsiteX17" fmla="*/ 1735666 w 1735666"/>
              <a:gd name="connsiteY17" fmla="*/ 0 h 2302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35666" h="2302933">
                <a:moveTo>
                  <a:pt x="0" y="2302933"/>
                </a:moveTo>
                <a:lnTo>
                  <a:pt x="186266" y="2260600"/>
                </a:lnTo>
                <a:lnTo>
                  <a:pt x="465666" y="2260600"/>
                </a:lnTo>
                <a:lnTo>
                  <a:pt x="592666" y="2146300"/>
                </a:lnTo>
                <a:lnTo>
                  <a:pt x="800100" y="2044700"/>
                </a:lnTo>
                <a:lnTo>
                  <a:pt x="935566" y="2125133"/>
                </a:lnTo>
                <a:lnTo>
                  <a:pt x="1007533" y="2074333"/>
                </a:lnTo>
                <a:lnTo>
                  <a:pt x="893233" y="1943100"/>
                </a:lnTo>
                <a:lnTo>
                  <a:pt x="719666" y="1799167"/>
                </a:lnTo>
                <a:lnTo>
                  <a:pt x="635000" y="1701800"/>
                </a:lnTo>
                <a:lnTo>
                  <a:pt x="630766" y="1621367"/>
                </a:lnTo>
                <a:lnTo>
                  <a:pt x="668866" y="1468967"/>
                </a:lnTo>
                <a:lnTo>
                  <a:pt x="846666" y="1409700"/>
                </a:lnTo>
                <a:lnTo>
                  <a:pt x="1117600" y="1138767"/>
                </a:lnTo>
                <a:lnTo>
                  <a:pt x="1240366" y="977900"/>
                </a:lnTo>
                <a:lnTo>
                  <a:pt x="1579033" y="817033"/>
                </a:lnTo>
                <a:lnTo>
                  <a:pt x="1706033" y="529167"/>
                </a:lnTo>
                <a:lnTo>
                  <a:pt x="1735666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4406" y="2631787"/>
            <a:ext cx="188672" cy="180149"/>
          </a:xfrm>
          <a:prstGeom prst="rect">
            <a:avLst/>
          </a:prstGeom>
        </p:spPr>
      </p:pic>
      <p:sp>
        <p:nvSpPr>
          <p:cNvPr id="65" name="Freeform 64"/>
          <p:cNvSpPr/>
          <p:nvPr/>
        </p:nvSpPr>
        <p:spPr>
          <a:xfrm>
            <a:off x="1249698" y="4117946"/>
            <a:ext cx="1701182" cy="761755"/>
          </a:xfrm>
          <a:custGeom>
            <a:avLst/>
            <a:gdLst>
              <a:gd name="connsiteX0" fmla="*/ 0 w 2638567"/>
              <a:gd name="connsiteY0" fmla="*/ 241111 h 1160060"/>
              <a:gd name="connsiteX1" fmla="*/ 141027 w 2638567"/>
              <a:gd name="connsiteY1" fmla="*/ 236562 h 1160060"/>
              <a:gd name="connsiteX2" fmla="*/ 445827 w 2638567"/>
              <a:gd name="connsiteY2" fmla="*/ 186520 h 1160060"/>
              <a:gd name="connsiteX3" fmla="*/ 623247 w 2638567"/>
              <a:gd name="connsiteY3" fmla="*/ 209266 h 1160060"/>
              <a:gd name="connsiteX4" fmla="*/ 809767 w 2638567"/>
              <a:gd name="connsiteY4" fmla="*/ 36394 h 1160060"/>
              <a:gd name="connsiteX5" fmla="*/ 932597 w 2638567"/>
              <a:gd name="connsiteY5" fmla="*/ 0 h 1160060"/>
              <a:gd name="connsiteX6" fmla="*/ 1114567 w 2638567"/>
              <a:gd name="connsiteY6" fmla="*/ 86436 h 1160060"/>
              <a:gd name="connsiteX7" fmla="*/ 1269241 w 2638567"/>
              <a:gd name="connsiteY7" fmla="*/ 54591 h 1160060"/>
              <a:gd name="connsiteX8" fmla="*/ 1510352 w 2638567"/>
              <a:gd name="connsiteY8" fmla="*/ 131929 h 1160060"/>
              <a:gd name="connsiteX9" fmla="*/ 1642280 w 2638567"/>
              <a:gd name="connsiteY9" fmla="*/ 241111 h 1160060"/>
              <a:gd name="connsiteX10" fmla="*/ 1796955 w 2638567"/>
              <a:gd name="connsiteY10" fmla="*/ 150126 h 1160060"/>
              <a:gd name="connsiteX11" fmla="*/ 2106304 w 2638567"/>
              <a:gd name="connsiteY11" fmla="*/ 131929 h 1160060"/>
              <a:gd name="connsiteX12" fmla="*/ 2188191 w 2638567"/>
              <a:gd name="connsiteY12" fmla="*/ 222914 h 1160060"/>
              <a:gd name="connsiteX13" fmla="*/ 2220035 w 2638567"/>
              <a:gd name="connsiteY13" fmla="*/ 282054 h 1160060"/>
              <a:gd name="connsiteX14" fmla="*/ 2338316 w 2638567"/>
              <a:gd name="connsiteY14" fmla="*/ 322997 h 1160060"/>
              <a:gd name="connsiteX15" fmla="*/ 2415653 w 2638567"/>
              <a:gd name="connsiteY15" fmla="*/ 245660 h 1160060"/>
              <a:gd name="connsiteX16" fmla="*/ 2479343 w 2638567"/>
              <a:gd name="connsiteY16" fmla="*/ 163774 h 1160060"/>
              <a:gd name="connsiteX17" fmla="*/ 2638567 w 2638567"/>
              <a:gd name="connsiteY17" fmla="*/ 391236 h 1160060"/>
              <a:gd name="connsiteX18" fmla="*/ 2593074 w 2638567"/>
              <a:gd name="connsiteY18" fmla="*/ 605051 h 1160060"/>
              <a:gd name="connsiteX19" fmla="*/ 2483892 w 2638567"/>
              <a:gd name="connsiteY19" fmla="*/ 741529 h 1160060"/>
              <a:gd name="connsiteX20" fmla="*/ 2338316 w 2638567"/>
              <a:gd name="connsiteY20" fmla="*/ 955344 h 1160060"/>
              <a:gd name="connsiteX21" fmla="*/ 2411104 w 2638567"/>
              <a:gd name="connsiteY21" fmla="*/ 1160060 h 1160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38567" h="1160060">
                <a:moveTo>
                  <a:pt x="0" y="241111"/>
                </a:moveTo>
                <a:lnTo>
                  <a:pt x="141027" y="236562"/>
                </a:lnTo>
                <a:lnTo>
                  <a:pt x="445827" y="186520"/>
                </a:lnTo>
                <a:lnTo>
                  <a:pt x="623247" y="209266"/>
                </a:lnTo>
                <a:lnTo>
                  <a:pt x="809767" y="36394"/>
                </a:lnTo>
                <a:lnTo>
                  <a:pt x="932597" y="0"/>
                </a:lnTo>
                <a:lnTo>
                  <a:pt x="1114567" y="86436"/>
                </a:lnTo>
                <a:lnTo>
                  <a:pt x="1269241" y="54591"/>
                </a:lnTo>
                <a:lnTo>
                  <a:pt x="1510352" y="131929"/>
                </a:lnTo>
                <a:lnTo>
                  <a:pt x="1642280" y="241111"/>
                </a:lnTo>
                <a:lnTo>
                  <a:pt x="1796955" y="150126"/>
                </a:lnTo>
                <a:lnTo>
                  <a:pt x="2106304" y="131929"/>
                </a:lnTo>
                <a:lnTo>
                  <a:pt x="2188191" y="222914"/>
                </a:lnTo>
                <a:lnTo>
                  <a:pt x="2220035" y="282054"/>
                </a:lnTo>
                <a:lnTo>
                  <a:pt x="2338316" y="322997"/>
                </a:lnTo>
                <a:lnTo>
                  <a:pt x="2415653" y="245660"/>
                </a:lnTo>
                <a:lnTo>
                  <a:pt x="2479343" y="163774"/>
                </a:lnTo>
                <a:lnTo>
                  <a:pt x="2638567" y="391236"/>
                </a:lnTo>
                <a:lnTo>
                  <a:pt x="2593074" y="605051"/>
                </a:lnTo>
                <a:lnTo>
                  <a:pt x="2483892" y="741529"/>
                </a:lnTo>
                <a:lnTo>
                  <a:pt x="2338316" y="955344"/>
                </a:lnTo>
                <a:lnTo>
                  <a:pt x="2411104" y="1160060"/>
                </a:ln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7" name="Freeform 66"/>
          <p:cNvSpPr/>
          <p:nvPr/>
        </p:nvSpPr>
        <p:spPr>
          <a:xfrm>
            <a:off x="1046423" y="4352252"/>
            <a:ext cx="82024" cy="407257"/>
          </a:xfrm>
          <a:custGeom>
            <a:avLst/>
            <a:gdLst>
              <a:gd name="connsiteX0" fmla="*/ 0 w 127220"/>
              <a:gd name="connsiteY0" fmla="*/ 620202 h 620202"/>
              <a:gd name="connsiteX1" fmla="*/ 95415 w 127220"/>
              <a:gd name="connsiteY1" fmla="*/ 246491 h 620202"/>
              <a:gd name="connsiteX2" fmla="*/ 127220 w 127220"/>
              <a:gd name="connsiteY2" fmla="*/ 0 h 62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220" h="620202">
                <a:moveTo>
                  <a:pt x="0" y="620202"/>
                </a:moveTo>
                <a:lnTo>
                  <a:pt x="95415" y="246491"/>
                </a:lnTo>
                <a:lnTo>
                  <a:pt x="127220" y="0"/>
                </a:ln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386" y="4177218"/>
            <a:ext cx="188672" cy="17614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1662" y="4360705"/>
            <a:ext cx="188672" cy="184151"/>
          </a:xfrm>
          <a:prstGeom prst="rect">
            <a:avLst/>
          </a:prstGeom>
        </p:spPr>
      </p:pic>
      <p:grpSp>
        <p:nvGrpSpPr>
          <p:cNvPr id="35" name="Group 34"/>
          <p:cNvGrpSpPr>
            <a:grpSpLocks noChangeAspect="1"/>
          </p:cNvGrpSpPr>
          <p:nvPr/>
        </p:nvGrpSpPr>
        <p:grpSpPr>
          <a:xfrm>
            <a:off x="2785342" y="4891232"/>
            <a:ext cx="189718" cy="181333"/>
            <a:chOff x="1190625" y="1936750"/>
            <a:chExt cx="792549" cy="743776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0625" y="1936750"/>
              <a:ext cx="792549" cy="743776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81125" y="2222500"/>
              <a:ext cx="390178" cy="286537"/>
            </a:xfrm>
            <a:prstGeom prst="rect">
              <a:avLst/>
            </a:prstGeom>
          </p:spPr>
        </p:pic>
      </p:grpSp>
      <p:sp>
        <p:nvSpPr>
          <p:cNvPr id="68" name="Freeform 67"/>
          <p:cNvSpPr/>
          <p:nvPr/>
        </p:nvSpPr>
        <p:spPr>
          <a:xfrm>
            <a:off x="1178758" y="2729419"/>
            <a:ext cx="1275068" cy="1466196"/>
          </a:xfrm>
          <a:custGeom>
            <a:avLst/>
            <a:gdLst>
              <a:gd name="connsiteX0" fmla="*/ 0 w 1977656"/>
              <a:gd name="connsiteY0" fmla="*/ 2232837 h 2232837"/>
              <a:gd name="connsiteX1" fmla="*/ 0 w 1977656"/>
              <a:gd name="connsiteY1" fmla="*/ 2232837 h 2232837"/>
              <a:gd name="connsiteX2" fmla="*/ 155944 w 1977656"/>
              <a:gd name="connsiteY2" fmla="*/ 1963479 h 2232837"/>
              <a:gd name="connsiteX3" fmla="*/ 723014 w 1977656"/>
              <a:gd name="connsiteY3" fmla="*/ 1601972 h 2232837"/>
              <a:gd name="connsiteX4" fmla="*/ 1041991 w 1977656"/>
              <a:gd name="connsiteY4" fmla="*/ 1417674 h 2232837"/>
              <a:gd name="connsiteX5" fmla="*/ 1516912 w 1977656"/>
              <a:gd name="connsiteY5" fmla="*/ 1056167 h 2232837"/>
              <a:gd name="connsiteX6" fmla="*/ 1864242 w 1977656"/>
              <a:gd name="connsiteY6" fmla="*/ 836428 h 2232837"/>
              <a:gd name="connsiteX7" fmla="*/ 1977656 w 1977656"/>
              <a:gd name="connsiteY7" fmla="*/ 0 h 2232837"/>
              <a:gd name="connsiteX8" fmla="*/ 1949303 w 1977656"/>
              <a:gd name="connsiteY8" fmla="*/ 0 h 223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7656" h="2232837">
                <a:moveTo>
                  <a:pt x="0" y="2232837"/>
                </a:moveTo>
                <a:lnTo>
                  <a:pt x="0" y="2232837"/>
                </a:lnTo>
                <a:lnTo>
                  <a:pt x="155944" y="1963479"/>
                </a:lnTo>
                <a:lnTo>
                  <a:pt x="723014" y="1601972"/>
                </a:lnTo>
                <a:lnTo>
                  <a:pt x="1041991" y="1417674"/>
                </a:lnTo>
                <a:lnTo>
                  <a:pt x="1516912" y="1056167"/>
                </a:lnTo>
                <a:lnTo>
                  <a:pt x="1864242" y="836428"/>
                </a:lnTo>
                <a:lnTo>
                  <a:pt x="1977656" y="0"/>
                </a:lnTo>
                <a:lnTo>
                  <a:pt x="1949303" y="0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18" name="Group 17"/>
          <p:cNvGrpSpPr>
            <a:grpSpLocks noChangeAspect="1"/>
          </p:cNvGrpSpPr>
          <p:nvPr/>
        </p:nvGrpSpPr>
        <p:grpSpPr>
          <a:xfrm>
            <a:off x="1643610" y="3618446"/>
            <a:ext cx="189719" cy="176874"/>
            <a:chOff x="63500" y="1968500"/>
            <a:chExt cx="792549" cy="725487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00" y="1968500"/>
              <a:ext cx="792549" cy="72548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54000" y="2254250"/>
              <a:ext cx="390178" cy="286537"/>
            </a:xfrm>
            <a:prstGeom prst="rect">
              <a:avLst/>
            </a:prstGeom>
          </p:spPr>
        </p:pic>
      </p:grpSp>
      <p:sp>
        <p:nvSpPr>
          <p:cNvPr id="69" name="Freeform 68"/>
          <p:cNvSpPr/>
          <p:nvPr/>
        </p:nvSpPr>
        <p:spPr>
          <a:xfrm>
            <a:off x="2458396" y="2724764"/>
            <a:ext cx="552986" cy="2192313"/>
          </a:xfrm>
          <a:custGeom>
            <a:avLst/>
            <a:gdLst>
              <a:gd name="connsiteX0" fmla="*/ 0 w 857693"/>
              <a:gd name="connsiteY0" fmla="*/ 0 h 3338624"/>
              <a:gd name="connsiteX1" fmla="*/ 581247 w 857693"/>
              <a:gd name="connsiteY1" fmla="*/ 758456 h 3338624"/>
              <a:gd name="connsiteX2" fmla="*/ 496186 w 857693"/>
              <a:gd name="connsiteY2" fmla="*/ 935666 h 3338624"/>
              <a:gd name="connsiteX3" fmla="*/ 758456 w 857693"/>
              <a:gd name="connsiteY3" fmla="*/ 1240466 h 3338624"/>
              <a:gd name="connsiteX4" fmla="*/ 857693 w 857693"/>
              <a:gd name="connsiteY4" fmla="*/ 1382233 h 3338624"/>
              <a:gd name="connsiteX5" fmla="*/ 815163 w 857693"/>
              <a:gd name="connsiteY5" fmla="*/ 1524000 h 3338624"/>
              <a:gd name="connsiteX6" fmla="*/ 595424 w 857693"/>
              <a:gd name="connsiteY6" fmla="*/ 1835889 h 3338624"/>
              <a:gd name="connsiteX7" fmla="*/ 361507 w 857693"/>
              <a:gd name="connsiteY7" fmla="*/ 1984745 h 3338624"/>
              <a:gd name="connsiteX8" fmla="*/ 219740 w 857693"/>
              <a:gd name="connsiteY8" fmla="*/ 2147777 h 3338624"/>
              <a:gd name="connsiteX9" fmla="*/ 155945 w 857693"/>
              <a:gd name="connsiteY9" fmla="*/ 2239926 h 3338624"/>
              <a:gd name="connsiteX10" fmla="*/ 170121 w 857693"/>
              <a:gd name="connsiteY10" fmla="*/ 2636875 h 3338624"/>
              <a:gd name="connsiteX11" fmla="*/ 233917 w 857693"/>
              <a:gd name="connsiteY11" fmla="*/ 2799907 h 3338624"/>
              <a:gd name="connsiteX12" fmla="*/ 347331 w 857693"/>
              <a:gd name="connsiteY12" fmla="*/ 2927498 h 3338624"/>
              <a:gd name="connsiteX13" fmla="*/ 382772 w 857693"/>
              <a:gd name="connsiteY13" fmla="*/ 3048000 h 3338624"/>
              <a:gd name="connsiteX14" fmla="*/ 432391 w 857693"/>
              <a:gd name="connsiteY14" fmla="*/ 3338624 h 3338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57693" h="3338624">
                <a:moveTo>
                  <a:pt x="0" y="0"/>
                </a:moveTo>
                <a:lnTo>
                  <a:pt x="581247" y="758456"/>
                </a:lnTo>
                <a:lnTo>
                  <a:pt x="496186" y="935666"/>
                </a:lnTo>
                <a:lnTo>
                  <a:pt x="758456" y="1240466"/>
                </a:lnTo>
                <a:lnTo>
                  <a:pt x="857693" y="1382233"/>
                </a:lnTo>
                <a:lnTo>
                  <a:pt x="815163" y="1524000"/>
                </a:lnTo>
                <a:lnTo>
                  <a:pt x="595424" y="1835889"/>
                </a:lnTo>
                <a:lnTo>
                  <a:pt x="361507" y="1984745"/>
                </a:lnTo>
                <a:lnTo>
                  <a:pt x="219740" y="2147777"/>
                </a:lnTo>
                <a:lnTo>
                  <a:pt x="155945" y="2239926"/>
                </a:lnTo>
                <a:lnTo>
                  <a:pt x="170121" y="2636875"/>
                </a:lnTo>
                <a:lnTo>
                  <a:pt x="233917" y="2799907"/>
                </a:lnTo>
                <a:lnTo>
                  <a:pt x="347331" y="2927498"/>
                </a:lnTo>
                <a:lnTo>
                  <a:pt x="382772" y="3048000"/>
                </a:lnTo>
                <a:lnTo>
                  <a:pt x="432391" y="3338624"/>
                </a:ln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1" name="Freeform 70"/>
          <p:cNvSpPr/>
          <p:nvPr/>
        </p:nvSpPr>
        <p:spPr>
          <a:xfrm>
            <a:off x="1123320" y="4952695"/>
            <a:ext cx="1056059" cy="736194"/>
          </a:xfrm>
          <a:custGeom>
            <a:avLst/>
            <a:gdLst>
              <a:gd name="connsiteX0" fmla="*/ 0 w 1637969"/>
              <a:gd name="connsiteY0" fmla="*/ 0 h 1121134"/>
              <a:gd name="connsiteX1" fmla="*/ 7951 w 1637969"/>
              <a:gd name="connsiteY1" fmla="*/ 318052 h 1121134"/>
              <a:gd name="connsiteX2" fmla="*/ 7951 w 1637969"/>
              <a:gd name="connsiteY2" fmla="*/ 636104 h 1121134"/>
              <a:gd name="connsiteX3" fmla="*/ 222637 w 1637969"/>
              <a:gd name="connsiteY3" fmla="*/ 954157 h 1121134"/>
              <a:gd name="connsiteX4" fmla="*/ 826936 w 1637969"/>
              <a:gd name="connsiteY4" fmla="*/ 1017767 h 1121134"/>
              <a:gd name="connsiteX5" fmla="*/ 1240404 w 1637969"/>
              <a:gd name="connsiteY5" fmla="*/ 1121134 h 1121134"/>
              <a:gd name="connsiteX6" fmla="*/ 1637969 w 1637969"/>
              <a:gd name="connsiteY6" fmla="*/ 922351 h 1121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7969" h="1121134">
                <a:moveTo>
                  <a:pt x="0" y="0"/>
                </a:moveTo>
                <a:lnTo>
                  <a:pt x="7951" y="318052"/>
                </a:lnTo>
                <a:lnTo>
                  <a:pt x="7951" y="636104"/>
                </a:lnTo>
                <a:lnTo>
                  <a:pt x="222637" y="954157"/>
                </a:lnTo>
                <a:lnTo>
                  <a:pt x="826936" y="1017767"/>
                </a:lnTo>
                <a:lnTo>
                  <a:pt x="1240404" y="1121134"/>
                </a:lnTo>
                <a:lnTo>
                  <a:pt x="1637969" y="922351"/>
                </a:lnTo>
              </a:path>
            </a:pathLst>
          </a:custGeom>
          <a:noFill/>
          <a:ln w="349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2" name="Freeform 71"/>
          <p:cNvSpPr/>
          <p:nvPr/>
        </p:nvSpPr>
        <p:spPr>
          <a:xfrm>
            <a:off x="1143826" y="4957915"/>
            <a:ext cx="1573836" cy="819735"/>
          </a:xfrm>
          <a:custGeom>
            <a:avLst/>
            <a:gdLst>
              <a:gd name="connsiteX0" fmla="*/ 0 w 2441051"/>
              <a:gd name="connsiteY0" fmla="*/ 0 h 1248355"/>
              <a:gd name="connsiteX1" fmla="*/ 55660 w 2441051"/>
              <a:gd name="connsiteY1" fmla="*/ 620202 h 1248355"/>
              <a:gd name="connsiteX2" fmla="*/ 333955 w 2441051"/>
              <a:gd name="connsiteY2" fmla="*/ 1057524 h 1248355"/>
              <a:gd name="connsiteX3" fmla="*/ 1375576 w 2441051"/>
              <a:gd name="connsiteY3" fmla="*/ 1248355 h 1248355"/>
              <a:gd name="connsiteX4" fmla="*/ 2146853 w 2441051"/>
              <a:gd name="connsiteY4" fmla="*/ 1200647 h 1248355"/>
              <a:gd name="connsiteX5" fmla="*/ 2441051 w 2441051"/>
              <a:gd name="connsiteY5" fmla="*/ 675861 h 124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41051" h="1248355">
                <a:moveTo>
                  <a:pt x="0" y="0"/>
                </a:moveTo>
                <a:lnTo>
                  <a:pt x="55660" y="620202"/>
                </a:lnTo>
                <a:lnTo>
                  <a:pt x="333955" y="1057524"/>
                </a:lnTo>
                <a:lnTo>
                  <a:pt x="1375576" y="1248355"/>
                </a:lnTo>
                <a:lnTo>
                  <a:pt x="2146853" y="1200647"/>
                </a:lnTo>
                <a:lnTo>
                  <a:pt x="2441051" y="675861"/>
                </a:ln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32" name="Group 31"/>
          <p:cNvGrpSpPr>
            <a:grpSpLocks noChangeAspect="1"/>
          </p:cNvGrpSpPr>
          <p:nvPr/>
        </p:nvGrpSpPr>
        <p:grpSpPr>
          <a:xfrm>
            <a:off x="2083009" y="5395619"/>
            <a:ext cx="189718" cy="181333"/>
            <a:chOff x="1127125" y="15875"/>
            <a:chExt cx="792549" cy="743776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7125" y="15875"/>
              <a:ext cx="792549" cy="743776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97000" y="269875"/>
              <a:ext cx="231668" cy="353599"/>
            </a:xfrm>
            <a:prstGeom prst="rect">
              <a:avLst/>
            </a:prstGeom>
          </p:spPr>
        </p:pic>
      </p:grpSp>
      <p:grpSp>
        <p:nvGrpSpPr>
          <p:cNvPr id="16" name="Group 15"/>
          <p:cNvGrpSpPr>
            <a:grpSpLocks noChangeAspect="1"/>
          </p:cNvGrpSpPr>
          <p:nvPr/>
        </p:nvGrpSpPr>
        <p:grpSpPr>
          <a:xfrm>
            <a:off x="2928661" y="5051462"/>
            <a:ext cx="189718" cy="181333"/>
            <a:chOff x="1143000" y="984250"/>
            <a:chExt cx="792549" cy="743776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43000" y="984250"/>
              <a:ext cx="792549" cy="743776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81125" y="1222375"/>
              <a:ext cx="231668" cy="359695"/>
            </a:xfrm>
            <a:prstGeom prst="rect">
              <a:avLst/>
            </a:prstGeom>
          </p:spPr>
        </p:pic>
      </p:grpSp>
      <p:pic>
        <p:nvPicPr>
          <p:cNvPr id="73" name="Picture 7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64261" y="4019590"/>
            <a:ext cx="189677" cy="174157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92355" y="4089206"/>
            <a:ext cx="187712" cy="178046"/>
          </a:xfrm>
          <a:prstGeom prst="rect">
            <a:avLst/>
          </a:prstGeom>
        </p:spPr>
      </p:pic>
      <p:grpSp>
        <p:nvGrpSpPr>
          <p:cNvPr id="17" name="Group 16"/>
          <p:cNvGrpSpPr>
            <a:grpSpLocks noChangeAspect="1"/>
          </p:cNvGrpSpPr>
          <p:nvPr/>
        </p:nvGrpSpPr>
        <p:grpSpPr>
          <a:xfrm>
            <a:off x="2379215" y="2568934"/>
            <a:ext cx="189718" cy="181333"/>
            <a:chOff x="1190625" y="1936750"/>
            <a:chExt cx="792549" cy="743776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0625" y="1936750"/>
              <a:ext cx="792549" cy="743776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81125" y="2222500"/>
              <a:ext cx="390178" cy="286537"/>
            </a:xfrm>
            <a:prstGeom prst="rect">
              <a:avLst/>
            </a:prstGeom>
          </p:spPr>
        </p:pic>
      </p:grpSp>
      <p:sp>
        <p:nvSpPr>
          <p:cNvPr id="38" name="Oval 37"/>
          <p:cNvSpPr/>
          <p:nvPr/>
        </p:nvSpPr>
        <p:spPr>
          <a:xfrm>
            <a:off x="2083009" y="5042102"/>
            <a:ext cx="1065478" cy="735547"/>
          </a:xfrm>
          <a:prstGeom prst="ellipse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0" name="Oval 69"/>
          <p:cNvSpPr/>
          <p:nvPr/>
        </p:nvSpPr>
        <p:spPr>
          <a:xfrm>
            <a:off x="2237976" y="3891726"/>
            <a:ext cx="1148264" cy="1441532"/>
          </a:xfrm>
          <a:prstGeom prst="ellipse">
            <a:avLst/>
          </a:prstGeom>
          <a:noFill/>
          <a:ln w="635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5" name="Oval 74"/>
          <p:cNvSpPr/>
          <p:nvPr/>
        </p:nvSpPr>
        <p:spPr>
          <a:xfrm>
            <a:off x="2261786" y="5382715"/>
            <a:ext cx="1227453" cy="1239005"/>
          </a:xfrm>
          <a:prstGeom prst="ellipse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9" name="TextBox 38"/>
          <p:cNvSpPr txBox="1"/>
          <p:nvPr/>
        </p:nvSpPr>
        <p:spPr>
          <a:xfrm>
            <a:off x="3125655" y="4221871"/>
            <a:ext cx="1429034" cy="369332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b="1" dirty="0" smtClean="0"/>
              <a:t>ESTABLISHED</a:t>
            </a:r>
            <a:endParaRPr lang="en-IE" b="1" dirty="0"/>
          </a:p>
        </p:txBody>
      </p:sp>
      <p:sp>
        <p:nvSpPr>
          <p:cNvPr id="76" name="TextBox 75"/>
          <p:cNvSpPr txBox="1"/>
          <p:nvPr/>
        </p:nvSpPr>
        <p:spPr>
          <a:xfrm>
            <a:off x="728562" y="5215649"/>
            <a:ext cx="1538540" cy="369332"/>
          </a:xfrm>
          <a:prstGeom prst="rect">
            <a:avLst/>
          </a:prstGeom>
          <a:solidFill>
            <a:schemeClr val="bg1"/>
          </a:solidFill>
          <a:ln w="317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IE" b="1" dirty="0" smtClean="0"/>
              <a:t>MAINTAINED</a:t>
            </a:r>
            <a:endParaRPr lang="en-IE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3108774" y="5817551"/>
            <a:ext cx="1429034" cy="369332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b="1" dirty="0" smtClean="0"/>
              <a:t>ESTABLISHED</a:t>
            </a:r>
            <a:endParaRPr lang="en-IE" b="1" dirty="0"/>
          </a:p>
        </p:txBody>
      </p:sp>
      <p:sp>
        <p:nvSpPr>
          <p:cNvPr id="66" name="Rectangle 65"/>
          <p:cNvSpPr/>
          <p:nvPr/>
        </p:nvSpPr>
        <p:spPr>
          <a:xfrm>
            <a:off x="451995" y="673087"/>
            <a:ext cx="11200088" cy="84893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6475" y="2562978"/>
            <a:ext cx="4962574" cy="300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0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3" y="293233"/>
            <a:ext cx="11217282" cy="1760122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" r="28395" b="3538"/>
          <a:stretch/>
        </p:blipFill>
        <p:spPr>
          <a:xfrm>
            <a:off x="421003" y="2393566"/>
            <a:ext cx="5458662" cy="417859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64" name="Group 63"/>
          <p:cNvGrpSpPr/>
          <p:nvPr/>
        </p:nvGrpSpPr>
        <p:grpSpPr>
          <a:xfrm>
            <a:off x="723587" y="2445292"/>
            <a:ext cx="5156444" cy="2651468"/>
            <a:chOff x="671332" y="335666"/>
            <a:chExt cx="7997747" cy="4037860"/>
          </a:xfrm>
        </p:grpSpPr>
        <p:sp>
          <p:nvSpPr>
            <p:cNvPr id="66" name="Freeform 65"/>
            <p:cNvSpPr/>
            <p:nvPr/>
          </p:nvSpPr>
          <p:spPr>
            <a:xfrm>
              <a:off x="671332" y="335666"/>
              <a:ext cx="2343873" cy="1834587"/>
            </a:xfrm>
            <a:custGeom>
              <a:avLst/>
              <a:gdLst>
                <a:gd name="connsiteX0" fmla="*/ 40511 w 2343873"/>
                <a:gd name="connsiteY0" fmla="*/ 1834587 h 1834587"/>
                <a:gd name="connsiteX1" fmla="*/ 57873 w 2343873"/>
                <a:gd name="connsiteY1" fmla="*/ 1695691 h 1834587"/>
                <a:gd name="connsiteX2" fmla="*/ 0 w 2343873"/>
                <a:gd name="connsiteY2" fmla="*/ 1585731 h 1834587"/>
                <a:gd name="connsiteX3" fmla="*/ 92597 w 2343873"/>
                <a:gd name="connsiteY3" fmla="*/ 1487347 h 1834587"/>
                <a:gd name="connsiteX4" fmla="*/ 185195 w 2343873"/>
                <a:gd name="connsiteY4" fmla="*/ 1336876 h 1834587"/>
                <a:gd name="connsiteX5" fmla="*/ 347240 w 2343873"/>
                <a:gd name="connsiteY5" fmla="*/ 1371600 h 1834587"/>
                <a:gd name="connsiteX6" fmla="*/ 457200 w 2343873"/>
                <a:gd name="connsiteY6" fmla="*/ 1325301 h 1834587"/>
                <a:gd name="connsiteX7" fmla="*/ 515073 w 2343873"/>
                <a:gd name="connsiteY7" fmla="*/ 1209554 h 1834587"/>
                <a:gd name="connsiteX8" fmla="*/ 596096 w 2343873"/>
                <a:gd name="connsiteY8" fmla="*/ 1116957 h 1834587"/>
                <a:gd name="connsiteX9" fmla="*/ 758141 w 2343873"/>
                <a:gd name="connsiteY9" fmla="*/ 1140106 h 1834587"/>
                <a:gd name="connsiteX10" fmla="*/ 792865 w 2343873"/>
                <a:gd name="connsiteY10" fmla="*/ 1163256 h 1834587"/>
                <a:gd name="connsiteX11" fmla="*/ 879676 w 2343873"/>
                <a:gd name="connsiteY11" fmla="*/ 1116957 h 1834587"/>
                <a:gd name="connsiteX12" fmla="*/ 954911 w 2343873"/>
                <a:gd name="connsiteY12" fmla="*/ 1111169 h 1834587"/>
                <a:gd name="connsiteX13" fmla="*/ 978060 w 2343873"/>
                <a:gd name="connsiteY13" fmla="*/ 1030147 h 1834587"/>
                <a:gd name="connsiteX14" fmla="*/ 1070658 w 2343873"/>
                <a:gd name="connsiteY14" fmla="*/ 983848 h 1834587"/>
                <a:gd name="connsiteX15" fmla="*/ 1221129 w 2343873"/>
                <a:gd name="connsiteY15" fmla="*/ 804440 h 1834587"/>
                <a:gd name="connsiteX16" fmla="*/ 1221129 w 2343873"/>
                <a:gd name="connsiteY16" fmla="*/ 752354 h 1834587"/>
                <a:gd name="connsiteX17" fmla="*/ 1250065 w 2343873"/>
                <a:gd name="connsiteY17" fmla="*/ 711843 h 1834587"/>
                <a:gd name="connsiteX18" fmla="*/ 1342663 w 2343873"/>
                <a:gd name="connsiteY18" fmla="*/ 682906 h 1834587"/>
                <a:gd name="connsiteX19" fmla="*/ 1516283 w 2343873"/>
                <a:gd name="connsiteY19" fmla="*/ 752354 h 1834587"/>
                <a:gd name="connsiteX20" fmla="*/ 1620455 w 2343873"/>
                <a:gd name="connsiteY20" fmla="*/ 821802 h 1834587"/>
                <a:gd name="connsiteX21" fmla="*/ 1805650 w 2343873"/>
                <a:gd name="connsiteY21" fmla="*/ 862314 h 1834587"/>
                <a:gd name="connsiteX22" fmla="*/ 1840374 w 2343873"/>
                <a:gd name="connsiteY22" fmla="*/ 914400 h 1834587"/>
                <a:gd name="connsiteX23" fmla="*/ 1909822 w 2343873"/>
                <a:gd name="connsiteY23" fmla="*/ 943337 h 1834587"/>
                <a:gd name="connsiteX24" fmla="*/ 1996633 w 2343873"/>
                <a:gd name="connsiteY24" fmla="*/ 972273 h 1834587"/>
                <a:gd name="connsiteX25" fmla="*/ 2048719 w 2343873"/>
                <a:gd name="connsiteY25" fmla="*/ 1006997 h 1834587"/>
                <a:gd name="connsiteX26" fmla="*/ 2054506 w 2343873"/>
                <a:gd name="connsiteY26" fmla="*/ 1047509 h 1834587"/>
                <a:gd name="connsiteX27" fmla="*/ 2170253 w 2343873"/>
                <a:gd name="connsiteY27" fmla="*/ 1006997 h 1834587"/>
                <a:gd name="connsiteX28" fmla="*/ 2343873 w 2343873"/>
                <a:gd name="connsiteY28" fmla="*/ 902825 h 1834587"/>
                <a:gd name="connsiteX29" fmla="*/ 2268638 w 2343873"/>
                <a:gd name="connsiteY29" fmla="*/ 781291 h 1834587"/>
                <a:gd name="connsiteX30" fmla="*/ 2303362 w 2343873"/>
                <a:gd name="connsiteY30" fmla="*/ 688693 h 1834587"/>
                <a:gd name="connsiteX31" fmla="*/ 2262850 w 2343873"/>
                <a:gd name="connsiteY31" fmla="*/ 596096 h 1834587"/>
                <a:gd name="connsiteX32" fmla="*/ 2291787 w 2343873"/>
                <a:gd name="connsiteY32" fmla="*/ 491924 h 1834587"/>
                <a:gd name="connsiteX33" fmla="*/ 2309149 w 2343873"/>
                <a:gd name="connsiteY33" fmla="*/ 347240 h 1834587"/>
                <a:gd name="connsiteX34" fmla="*/ 2239701 w 2343873"/>
                <a:gd name="connsiteY34" fmla="*/ 248856 h 1834587"/>
                <a:gd name="connsiteX35" fmla="*/ 2233914 w 2343873"/>
                <a:gd name="connsiteY35" fmla="*/ 150471 h 1834587"/>
                <a:gd name="connsiteX36" fmla="*/ 2233914 w 2343873"/>
                <a:gd name="connsiteY36" fmla="*/ 34724 h 1834587"/>
                <a:gd name="connsiteX37" fmla="*/ 2233914 w 2343873"/>
                <a:gd name="connsiteY37" fmla="*/ 0 h 1834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3873" h="1834587">
                  <a:moveTo>
                    <a:pt x="40511" y="1834587"/>
                  </a:moveTo>
                  <a:lnTo>
                    <a:pt x="57873" y="1695691"/>
                  </a:lnTo>
                  <a:lnTo>
                    <a:pt x="0" y="1585731"/>
                  </a:lnTo>
                  <a:lnTo>
                    <a:pt x="92597" y="1487347"/>
                  </a:lnTo>
                  <a:lnTo>
                    <a:pt x="185195" y="1336876"/>
                  </a:lnTo>
                  <a:lnTo>
                    <a:pt x="347240" y="1371600"/>
                  </a:lnTo>
                  <a:lnTo>
                    <a:pt x="457200" y="1325301"/>
                  </a:lnTo>
                  <a:lnTo>
                    <a:pt x="515073" y="1209554"/>
                  </a:lnTo>
                  <a:lnTo>
                    <a:pt x="596096" y="1116957"/>
                  </a:lnTo>
                  <a:lnTo>
                    <a:pt x="758141" y="1140106"/>
                  </a:lnTo>
                  <a:lnTo>
                    <a:pt x="792865" y="1163256"/>
                  </a:lnTo>
                  <a:lnTo>
                    <a:pt x="879676" y="1116957"/>
                  </a:lnTo>
                  <a:lnTo>
                    <a:pt x="954911" y="1111169"/>
                  </a:lnTo>
                  <a:lnTo>
                    <a:pt x="978060" y="1030147"/>
                  </a:lnTo>
                  <a:lnTo>
                    <a:pt x="1070658" y="983848"/>
                  </a:lnTo>
                  <a:lnTo>
                    <a:pt x="1221129" y="804440"/>
                  </a:lnTo>
                  <a:lnTo>
                    <a:pt x="1221129" y="752354"/>
                  </a:lnTo>
                  <a:lnTo>
                    <a:pt x="1250065" y="711843"/>
                  </a:lnTo>
                  <a:lnTo>
                    <a:pt x="1342663" y="682906"/>
                  </a:lnTo>
                  <a:lnTo>
                    <a:pt x="1516283" y="752354"/>
                  </a:lnTo>
                  <a:lnTo>
                    <a:pt x="1620455" y="821802"/>
                  </a:lnTo>
                  <a:lnTo>
                    <a:pt x="1805650" y="862314"/>
                  </a:lnTo>
                  <a:lnTo>
                    <a:pt x="1840374" y="914400"/>
                  </a:lnTo>
                  <a:lnTo>
                    <a:pt x="1909822" y="943337"/>
                  </a:lnTo>
                  <a:lnTo>
                    <a:pt x="1996633" y="972273"/>
                  </a:lnTo>
                  <a:lnTo>
                    <a:pt x="2048719" y="1006997"/>
                  </a:lnTo>
                  <a:lnTo>
                    <a:pt x="2054506" y="1047509"/>
                  </a:lnTo>
                  <a:lnTo>
                    <a:pt x="2170253" y="1006997"/>
                  </a:lnTo>
                  <a:lnTo>
                    <a:pt x="2343873" y="902825"/>
                  </a:lnTo>
                  <a:lnTo>
                    <a:pt x="2268638" y="781291"/>
                  </a:lnTo>
                  <a:lnTo>
                    <a:pt x="2303362" y="688693"/>
                  </a:lnTo>
                  <a:lnTo>
                    <a:pt x="2262850" y="596096"/>
                  </a:lnTo>
                  <a:lnTo>
                    <a:pt x="2291787" y="491924"/>
                  </a:lnTo>
                  <a:lnTo>
                    <a:pt x="2309149" y="347240"/>
                  </a:lnTo>
                  <a:lnTo>
                    <a:pt x="2239701" y="248856"/>
                  </a:lnTo>
                  <a:lnTo>
                    <a:pt x="2233914" y="150471"/>
                  </a:lnTo>
                  <a:lnTo>
                    <a:pt x="2233914" y="34724"/>
                  </a:lnTo>
                  <a:lnTo>
                    <a:pt x="2233914" y="0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2339163" y="1247553"/>
              <a:ext cx="1594884" cy="2849526"/>
            </a:xfrm>
            <a:custGeom>
              <a:avLst/>
              <a:gdLst>
                <a:gd name="connsiteX0" fmla="*/ 680484 w 1594884"/>
                <a:gd name="connsiteY0" fmla="*/ 0 h 2849526"/>
                <a:gd name="connsiteX1" fmla="*/ 886046 w 1594884"/>
                <a:gd name="connsiteY1" fmla="*/ 127591 h 2849526"/>
                <a:gd name="connsiteX2" fmla="*/ 942753 w 1594884"/>
                <a:gd name="connsiteY2" fmla="*/ 262270 h 2849526"/>
                <a:gd name="connsiteX3" fmla="*/ 1148316 w 1594884"/>
                <a:gd name="connsiteY3" fmla="*/ 347331 h 2849526"/>
                <a:gd name="connsiteX4" fmla="*/ 1297172 w 1594884"/>
                <a:gd name="connsiteY4" fmla="*/ 531628 h 2849526"/>
                <a:gd name="connsiteX5" fmla="*/ 1268818 w 1594884"/>
                <a:gd name="connsiteY5" fmla="*/ 588335 h 2849526"/>
                <a:gd name="connsiteX6" fmla="*/ 1431851 w 1594884"/>
                <a:gd name="connsiteY6" fmla="*/ 630866 h 2849526"/>
                <a:gd name="connsiteX7" fmla="*/ 1594884 w 1594884"/>
                <a:gd name="connsiteY7" fmla="*/ 765545 h 2849526"/>
                <a:gd name="connsiteX8" fmla="*/ 808074 w 1594884"/>
                <a:gd name="connsiteY8" fmla="*/ 1368056 h 2849526"/>
                <a:gd name="connsiteX9" fmla="*/ 808074 w 1594884"/>
                <a:gd name="connsiteY9" fmla="*/ 1396410 h 2849526"/>
                <a:gd name="connsiteX10" fmla="*/ 737190 w 1594884"/>
                <a:gd name="connsiteY10" fmla="*/ 1389321 h 2849526"/>
                <a:gd name="connsiteX11" fmla="*/ 708837 w 1594884"/>
                <a:gd name="connsiteY11" fmla="*/ 1438940 h 2849526"/>
                <a:gd name="connsiteX12" fmla="*/ 659218 w 1594884"/>
                <a:gd name="connsiteY12" fmla="*/ 1431852 h 2849526"/>
                <a:gd name="connsiteX13" fmla="*/ 609600 w 1594884"/>
                <a:gd name="connsiteY13" fmla="*/ 1616149 h 2849526"/>
                <a:gd name="connsiteX14" fmla="*/ 552893 w 1594884"/>
                <a:gd name="connsiteY14" fmla="*/ 1665768 h 2849526"/>
                <a:gd name="connsiteX15" fmla="*/ 474921 w 1594884"/>
                <a:gd name="connsiteY15" fmla="*/ 1807535 h 2849526"/>
                <a:gd name="connsiteX16" fmla="*/ 446567 w 1594884"/>
                <a:gd name="connsiteY16" fmla="*/ 1935126 h 2849526"/>
                <a:gd name="connsiteX17" fmla="*/ 368595 w 1594884"/>
                <a:gd name="connsiteY17" fmla="*/ 1998921 h 2849526"/>
                <a:gd name="connsiteX18" fmla="*/ 276446 w 1594884"/>
                <a:gd name="connsiteY18" fmla="*/ 2140689 h 2849526"/>
                <a:gd name="connsiteX19" fmla="*/ 219739 w 1594884"/>
                <a:gd name="connsiteY19" fmla="*/ 2218661 h 2849526"/>
                <a:gd name="connsiteX20" fmla="*/ 198474 w 1594884"/>
                <a:gd name="connsiteY20" fmla="*/ 2261191 h 2849526"/>
                <a:gd name="connsiteX21" fmla="*/ 212651 w 1594884"/>
                <a:gd name="connsiteY21" fmla="*/ 2424224 h 2849526"/>
                <a:gd name="connsiteX22" fmla="*/ 191386 w 1594884"/>
                <a:gd name="connsiteY22" fmla="*/ 2502196 h 2849526"/>
                <a:gd name="connsiteX23" fmla="*/ 56707 w 1594884"/>
                <a:gd name="connsiteY23" fmla="*/ 2594345 h 2849526"/>
                <a:gd name="connsiteX24" fmla="*/ 0 w 1594884"/>
                <a:gd name="connsiteY24" fmla="*/ 2608521 h 2849526"/>
                <a:gd name="connsiteX25" fmla="*/ 155944 w 1594884"/>
                <a:gd name="connsiteY25" fmla="*/ 2849526 h 284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94884" h="2849526">
                  <a:moveTo>
                    <a:pt x="680484" y="0"/>
                  </a:moveTo>
                  <a:lnTo>
                    <a:pt x="886046" y="127591"/>
                  </a:lnTo>
                  <a:lnTo>
                    <a:pt x="942753" y="262270"/>
                  </a:lnTo>
                  <a:lnTo>
                    <a:pt x="1148316" y="347331"/>
                  </a:lnTo>
                  <a:lnTo>
                    <a:pt x="1297172" y="531628"/>
                  </a:lnTo>
                  <a:lnTo>
                    <a:pt x="1268818" y="588335"/>
                  </a:lnTo>
                  <a:lnTo>
                    <a:pt x="1431851" y="630866"/>
                  </a:lnTo>
                  <a:lnTo>
                    <a:pt x="1594884" y="765545"/>
                  </a:lnTo>
                  <a:lnTo>
                    <a:pt x="808074" y="1368056"/>
                  </a:lnTo>
                  <a:lnTo>
                    <a:pt x="808074" y="1396410"/>
                  </a:lnTo>
                  <a:lnTo>
                    <a:pt x="737190" y="1389321"/>
                  </a:lnTo>
                  <a:lnTo>
                    <a:pt x="708837" y="1438940"/>
                  </a:lnTo>
                  <a:lnTo>
                    <a:pt x="659218" y="1431852"/>
                  </a:lnTo>
                  <a:lnTo>
                    <a:pt x="609600" y="1616149"/>
                  </a:lnTo>
                  <a:lnTo>
                    <a:pt x="552893" y="1665768"/>
                  </a:lnTo>
                  <a:lnTo>
                    <a:pt x="474921" y="1807535"/>
                  </a:lnTo>
                  <a:lnTo>
                    <a:pt x="446567" y="1935126"/>
                  </a:lnTo>
                  <a:lnTo>
                    <a:pt x="368595" y="1998921"/>
                  </a:lnTo>
                  <a:lnTo>
                    <a:pt x="276446" y="2140689"/>
                  </a:lnTo>
                  <a:lnTo>
                    <a:pt x="219739" y="2218661"/>
                  </a:lnTo>
                  <a:lnTo>
                    <a:pt x="198474" y="2261191"/>
                  </a:lnTo>
                  <a:lnTo>
                    <a:pt x="212651" y="2424224"/>
                  </a:lnTo>
                  <a:lnTo>
                    <a:pt x="191386" y="2502196"/>
                  </a:lnTo>
                  <a:lnTo>
                    <a:pt x="56707" y="2594345"/>
                  </a:lnTo>
                  <a:lnTo>
                    <a:pt x="0" y="2608521"/>
                  </a:lnTo>
                  <a:lnTo>
                    <a:pt x="155944" y="2849526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3919870" y="404037"/>
              <a:ext cx="1524000" cy="1616149"/>
            </a:xfrm>
            <a:custGeom>
              <a:avLst/>
              <a:gdLst>
                <a:gd name="connsiteX0" fmla="*/ 0 w 1524000"/>
                <a:gd name="connsiteY0" fmla="*/ 1609061 h 1616149"/>
                <a:gd name="connsiteX1" fmla="*/ 978195 w 1524000"/>
                <a:gd name="connsiteY1" fmla="*/ 1616149 h 1616149"/>
                <a:gd name="connsiteX2" fmla="*/ 1155404 w 1524000"/>
                <a:gd name="connsiteY2" fmla="*/ 1481470 h 1616149"/>
                <a:gd name="connsiteX3" fmla="*/ 1282995 w 1524000"/>
                <a:gd name="connsiteY3" fmla="*/ 1481470 h 1616149"/>
                <a:gd name="connsiteX4" fmla="*/ 1460204 w 1524000"/>
                <a:gd name="connsiteY4" fmla="*/ 1318437 h 1616149"/>
                <a:gd name="connsiteX5" fmla="*/ 1502735 w 1524000"/>
                <a:gd name="connsiteY5" fmla="*/ 1219200 h 1616149"/>
                <a:gd name="connsiteX6" fmla="*/ 1502735 w 1524000"/>
                <a:gd name="connsiteY6" fmla="*/ 1219200 h 1616149"/>
                <a:gd name="connsiteX7" fmla="*/ 1524000 w 1524000"/>
                <a:gd name="connsiteY7" fmla="*/ 1034903 h 1616149"/>
                <a:gd name="connsiteX8" fmla="*/ 1467293 w 1524000"/>
                <a:gd name="connsiteY8" fmla="*/ 886047 h 1616149"/>
                <a:gd name="connsiteX9" fmla="*/ 1382232 w 1524000"/>
                <a:gd name="connsiteY9" fmla="*/ 765544 h 1616149"/>
                <a:gd name="connsiteX10" fmla="*/ 1226288 w 1524000"/>
                <a:gd name="connsiteY10" fmla="*/ 595423 h 1616149"/>
                <a:gd name="connsiteX11" fmla="*/ 992372 w 1524000"/>
                <a:gd name="connsiteY11" fmla="*/ 503275 h 1616149"/>
                <a:gd name="connsiteX12" fmla="*/ 907311 w 1524000"/>
                <a:gd name="connsiteY12" fmla="*/ 432391 h 1616149"/>
                <a:gd name="connsiteX13" fmla="*/ 822251 w 1524000"/>
                <a:gd name="connsiteY13" fmla="*/ 368596 h 1616149"/>
                <a:gd name="connsiteX14" fmla="*/ 708837 w 1524000"/>
                <a:gd name="connsiteY14" fmla="*/ 205563 h 1616149"/>
                <a:gd name="connsiteX15" fmla="*/ 496186 w 1524000"/>
                <a:gd name="connsiteY15" fmla="*/ 141768 h 1616149"/>
                <a:gd name="connsiteX16" fmla="*/ 375683 w 1524000"/>
                <a:gd name="connsiteY16" fmla="*/ 92149 h 1616149"/>
                <a:gd name="connsiteX17" fmla="*/ 198474 w 1524000"/>
                <a:gd name="connsiteY17" fmla="*/ 0 h 161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24000" h="1616149">
                  <a:moveTo>
                    <a:pt x="0" y="1609061"/>
                  </a:moveTo>
                  <a:lnTo>
                    <a:pt x="978195" y="1616149"/>
                  </a:lnTo>
                  <a:lnTo>
                    <a:pt x="1155404" y="1481470"/>
                  </a:lnTo>
                  <a:lnTo>
                    <a:pt x="1282995" y="1481470"/>
                  </a:lnTo>
                  <a:lnTo>
                    <a:pt x="1460204" y="1318437"/>
                  </a:lnTo>
                  <a:lnTo>
                    <a:pt x="1502735" y="1219200"/>
                  </a:lnTo>
                  <a:lnTo>
                    <a:pt x="1502735" y="1219200"/>
                  </a:lnTo>
                  <a:lnTo>
                    <a:pt x="1524000" y="1034903"/>
                  </a:lnTo>
                  <a:lnTo>
                    <a:pt x="1467293" y="886047"/>
                  </a:lnTo>
                  <a:lnTo>
                    <a:pt x="1382232" y="765544"/>
                  </a:lnTo>
                  <a:lnTo>
                    <a:pt x="1226288" y="595423"/>
                  </a:lnTo>
                  <a:lnTo>
                    <a:pt x="992372" y="503275"/>
                  </a:lnTo>
                  <a:lnTo>
                    <a:pt x="907311" y="432391"/>
                  </a:lnTo>
                  <a:lnTo>
                    <a:pt x="822251" y="368596"/>
                  </a:lnTo>
                  <a:lnTo>
                    <a:pt x="708837" y="205563"/>
                  </a:lnTo>
                  <a:lnTo>
                    <a:pt x="496186" y="141768"/>
                  </a:lnTo>
                  <a:lnTo>
                    <a:pt x="375683" y="92149"/>
                  </a:lnTo>
                  <a:lnTo>
                    <a:pt x="198474" y="0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5429693" y="1623237"/>
              <a:ext cx="3239386" cy="28354"/>
            </a:xfrm>
            <a:custGeom>
              <a:avLst/>
              <a:gdLst>
                <a:gd name="connsiteX0" fmla="*/ 0 w 3239386"/>
                <a:gd name="connsiteY0" fmla="*/ 28354 h 28354"/>
                <a:gd name="connsiteX1" fmla="*/ 1098698 w 3239386"/>
                <a:gd name="connsiteY1" fmla="*/ 14177 h 28354"/>
                <a:gd name="connsiteX2" fmla="*/ 2714847 w 3239386"/>
                <a:gd name="connsiteY2" fmla="*/ 0 h 28354"/>
                <a:gd name="connsiteX3" fmla="*/ 3239386 w 3239386"/>
                <a:gd name="connsiteY3" fmla="*/ 28354 h 28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9386" h="28354">
                  <a:moveTo>
                    <a:pt x="0" y="28354"/>
                  </a:moveTo>
                  <a:lnTo>
                    <a:pt x="1098698" y="14177"/>
                  </a:lnTo>
                  <a:lnTo>
                    <a:pt x="2714847" y="0"/>
                  </a:lnTo>
                  <a:lnTo>
                    <a:pt x="3239386" y="28354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4600353" y="1998921"/>
              <a:ext cx="843517" cy="2374605"/>
            </a:xfrm>
            <a:custGeom>
              <a:avLst/>
              <a:gdLst>
                <a:gd name="connsiteX0" fmla="*/ 297712 w 843517"/>
                <a:gd name="connsiteY0" fmla="*/ 0 h 2374605"/>
                <a:gd name="connsiteX1" fmla="*/ 304800 w 843517"/>
                <a:gd name="connsiteY1" fmla="*/ 652130 h 2374605"/>
                <a:gd name="connsiteX2" fmla="*/ 297712 w 843517"/>
                <a:gd name="connsiteY2" fmla="*/ 744279 h 2374605"/>
                <a:gd name="connsiteX3" fmla="*/ 347331 w 843517"/>
                <a:gd name="connsiteY3" fmla="*/ 779721 h 2374605"/>
                <a:gd name="connsiteX4" fmla="*/ 432391 w 843517"/>
                <a:gd name="connsiteY4" fmla="*/ 857693 h 2374605"/>
                <a:gd name="connsiteX5" fmla="*/ 517452 w 843517"/>
                <a:gd name="connsiteY5" fmla="*/ 914400 h 2374605"/>
                <a:gd name="connsiteX6" fmla="*/ 524540 w 843517"/>
                <a:gd name="connsiteY6" fmla="*/ 964019 h 2374605"/>
                <a:gd name="connsiteX7" fmla="*/ 630866 w 843517"/>
                <a:gd name="connsiteY7" fmla="*/ 1041991 h 2374605"/>
                <a:gd name="connsiteX8" fmla="*/ 659219 w 843517"/>
                <a:gd name="connsiteY8" fmla="*/ 1105786 h 2374605"/>
                <a:gd name="connsiteX9" fmla="*/ 751368 w 843517"/>
                <a:gd name="connsiteY9" fmla="*/ 1148316 h 2374605"/>
                <a:gd name="connsiteX10" fmla="*/ 843517 w 843517"/>
                <a:gd name="connsiteY10" fmla="*/ 1304260 h 2374605"/>
                <a:gd name="connsiteX11" fmla="*/ 836428 w 843517"/>
                <a:gd name="connsiteY11" fmla="*/ 1495646 h 2374605"/>
                <a:gd name="connsiteX12" fmla="*/ 779721 w 843517"/>
                <a:gd name="connsiteY12" fmla="*/ 1573619 h 2374605"/>
                <a:gd name="connsiteX13" fmla="*/ 744280 w 843517"/>
                <a:gd name="connsiteY13" fmla="*/ 1651591 h 2374605"/>
                <a:gd name="connsiteX14" fmla="*/ 744280 w 843517"/>
                <a:gd name="connsiteY14" fmla="*/ 1750828 h 2374605"/>
                <a:gd name="connsiteX15" fmla="*/ 637954 w 843517"/>
                <a:gd name="connsiteY15" fmla="*/ 1814623 h 2374605"/>
                <a:gd name="connsiteX16" fmla="*/ 538717 w 843517"/>
                <a:gd name="connsiteY16" fmla="*/ 1864242 h 2374605"/>
                <a:gd name="connsiteX17" fmla="*/ 489098 w 843517"/>
                <a:gd name="connsiteY17" fmla="*/ 1949302 h 2374605"/>
                <a:gd name="connsiteX18" fmla="*/ 311889 w 843517"/>
                <a:gd name="connsiteY18" fmla="*/ 2041451 h 2374605"/>
                <a:gd name="connsiteX19" fmla="*/ 255182 w 843517"/>
                <a:gd name="connsiteY19" fmla="*/ 2098158 h 2374605"/>
                <a:gd name="connsiteX20" fmla="*/ 241005 w 843517"/>
                <a:gd name="connsiteY20" fmla="*/ 2161953 h 2374605"/>
                <a:gd name="connsiteX21" fmla="*/ 198475 w 843517"/>
                <a:gd name="connsiteY21" fmla="*/ 2211572 h 2374605"/>
                <a:gd name="connsiteX22" fmla="*/ 99238 w 843517"/>
                <a:gd name="connsiteY22" fmla="*/ 2254102 h 2374605"/>
                <a:gd name="connsiteX23" fmla="*/ 0 w 843517"/>
                <a:gd name="connsiteY23" fmla="*/ 2374605 h 2374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43517" h="2374605">
                  <a:moveTo>
                    <a:pt x="297712" y="0"/>
                  </a:moveTo>
                  <a:cubicBezTo>
                    <a:pt x="300075" y="217377"/>
                    <a:pt x="302437" y="434753"/>
                    <a:pt x="304800" y="652130"/>
                  </a:cubicBezTo>
                  <a:lnTo>
                    <a:pt x="297712" y="744279"/>
                  </a:lnTo>
                  <a:lnTo>
                    <a:pt x="347331" y="779721"/>
                  </a:lnTo>
                  <a:lnTo>
                    <a:pt x="432391" y="857693"/>
                  </a:lnTo>
                  <a:lnTo>
                    <a:pt x="517452" y="914400"/>
                  </a:lnTo>
                  <a:lnTo>
                    <a:pt x="524540" y="964019"/>
                  </a:lnTo>
                  <a:lnTo>
                    <a:pt x="630866" y="1041991"/>
                  </a:lnTo>
                  <a:lnTo>
                    <a:pt x="659219" y="1105786"/>
                  </a:lnTo>
                  <a:lnTo>
                    <a:pt x="751368" y="1148316"/>
                  </a:lnTo>
                  <a:lnTo>
                    <a:pt x="843517" y="1304260"/>
                  </a:lnTo>
                  <a:lnTo>
                    <a:pt x="836428" y="1495646"/>
                  </a:lnTo>
                  <a:lnTo>
                    <a:pt x="779721" y="1573619"/>
                  </a:lnTo>
                  <a:lnTo>
                    <a:pt x="744280" y="1651591"/>
                  </a:lnTo>
                  <a:lnTo>
                    <a:pt x="744280" y="1750828"/>
                  </a:lnTo>
                  <a:lnTo>
                    <a:pt x="637954" y="1814623"/>
                  </a:lnTo>
                  <a:lnTo>
                    <a:pt x="538717" y="1864242"/>
                  </a:lnTo>
                  <a:lnTo>
                    <a:pt x="489098" y="1949302"/>
                  </a:lnTo>
                  <a:lnTo>
                    <a:pt x="311889" y="2041451"/>
                  </a:lnTo>
                  <a:lnTo>
                    <a:pt x="255182" y="2098158"/>
                  </a:lnTo>
                  <a:lnTo>
                    <a:pt x="241005" y="2161953"/>
                  </a:lnTo>
                  <a:lnTo>
                    <a:pt x="198475" y="2211572"/>
                  </a:lnTo>
                  <a:lnTo>
                    <a:pt x="99238" y="2254102"/>
                  </a:lnTo>
                  <a:lnTo>
                    <a:pt x="0" y="2374605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6528391" y="1644502"/>
              <a:ext cx="1275907" cy="2324986"/>
            </a:xfrm>
            <a:custGeom>
              <a:avLst/>
              <a:gdLst>
                <a:gd name="connsiteX0" fmla="*/ 0 w 1275907"/>
                <a:gd name="connsiteY0" fmla="*/ 0 h 2324986"/>
                <a:gd name="connsiteX1" fmla="*/ 70883 w 1275907"/>
                <a:gd name="connsiteY1" fmla="*/ 85061 h 2324986"/>
                <a:gd name="connsiteX2" fmla="*/ 148856 w 1275907"/>
                <a:gd name="connsiteY2" fmla="*/ 148856 h 2324986"/>
                <a:gd name="connsiteX3" fmla="*/ 170121 w 1275907"/>
                <a:gd name="connsiteY3" fmla="*/ 248093 h 2324986"/>
                <a:gd name="connsiteX4" fmla="*/ 120502 w 1275907"/>
                <a:gd name="connsiteY4" fmla="*/ 241005 h 2324986"/>
                <a:gd name="connsiteX5" fmla="*/ 155944 w 1275907"/>
                <a:gd name="connsiteY5" fmla="*/ 446568 h 2324986"/>
                <a:gd name="connsiteX6" fmla="*/ 127590 w 1275907"/>
                <a:gd name="connsiteY6" fmla="*/ 524540 h 2324986"/>
                <a:gd name="connsiteX7" fmla="*/ 269358 w 1275907"/>
                <a:gd name="connsiteY7" fmla="*/ 737191 h 2324986"/>
                <a:gd name="connsiteX8" fmla="*/ 340242 w 1275907"/>
                <a:gd name="connsiteY8" fmla="*/ 893135 h 2324986"/>
                <a:gd name="connsiteX9" fmla="*/ 474921 w 1275907"/>
                <a:gd name="connsiteY9" fmla="*/ 1027814 h 2324986"/>
                <a:gd name="connsiteX10" fmla="*/ 680483 w 1275907"/>
                <a:gd name="connsiteY10" fmla="*/ 1197935 h 2324986"/>
                <a:gd name="connsiteX11" fmla="*/ 800986 w 1275907"/>
                <a:gd name="connsiteY11" fmla="*/ 1233377 h 2324986"/>
                <a:gd name="connsiteX12" fmla="*/ 864781 w 1275907"/>
                <a:gd name="connsiteY12" fmla="*/ 1375145 h 2324986"/>
                <a:gd name="connsiteX13" fmla="*/ 928576 w 1275907"/>
                <a:gd name="connsiteY13" fmla="*/ 1573619 h 2324986"/>
                <a:gd name="connsiteX14" fmla="*/ 1098697 w 1275907"/>
                <a:gd name="connsiteY14" fmla="*/ 1956391 h 2324986"/>
                <a:gd name="connsiteX15" fmla="*/ 1183758 w 1275907"/>
                <a:gd name="connsiteY15" fmla="*/ 2013098 h 2324986"/>
                <a:gd name="connsiteX16" fmla="*/ 1275907 w 1275907"/>
                <a:gd name="connsiteY16" fmla="*/ 2324986 h 232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75907" h="2324986">
                  <a:moveTo>
                    <a:pt x="0" y="0"/>
                  </a:moveTo>
                  <a:lnTo>
                    <a:pt x="70883" y="85061"/>
                  </a:lnTo>
                  <a:lnTo>
                    <a:pt x="148856" y="148856"/>
                  </a:lnTo>
                  <a:lnTo>
                    <a:pt x="170121" y="248093"/>
                  </a:lnTo>
                  <a:lnTo>
                    <a:pt x="120502" y="241005"/>
                  </a:lnTo>
                  <a:lnTo>
                    <a:pt x="155944" y="446568"/>
                  </a:lnTo>
                  <a:lnTo>
                    <a:pt x="127590" y="524540"/>
                  </a:lnTo>
                  <a:lnTo>
                    <a:pt x="269358" y="737191"/>
                  </a:lnTo>
                  <a:lnTo>
                    <a:pt x="340242" y="893135"/>
                  </a:lnTo>
                  <a:lnTo>
                    <a:pt x="474921" y="1027814"/>
                  </a:lnTo>
                  <a:lnTo>
                    <a:pt x="680483" y="1197935"/>
                  </a:lnTo>
                  <a:lnTo>
                    <a:pt x="800986" y="1233377"/>
                  </a:lnTo>
                  <a:lnTo>
                    <a:pt x="864781" y="1375145"/>
                  </a:lnTo>
                  <a:lnTo>
                    <a:pt x="928576" y="1573619"/>
                  </a:lnTo>
                  <a:lnTo>
                    <a:pt x="1098697" y="1956391"/>
                  </a:lnTo>
                  <a:lnTo>
                    <a:pt x="1183758" y="2013098"/>
                  </a:lnTo>
                  <a:lnTo>
                    <a:pt x="1275907" y="2324986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grpSp>
        <p:nvGrpSpPr>
          <p:cNvPr id="83" name="Group 82"/>
          <p:cNvGrpSpPr>
            <a:grpSpLocks noChangeAspect="1"/>
          </p:cNvGrpSpPr>
          <p:nvPr/>
        </p:nvGrpSpPr>
        <p:grpSpPr>
          <a:xfrm>
            <a:off x="909951" y="4570790"/>
            <a:ext cx="189719" cy="176874"/>
            <a:chOff x="15875" y="0"/>
            <a:chExt cx="792549" cy="725487"/>
          </a:xfrm>
        </p:grpSpPr>
        <p:pic>
          <p:nvPicPr>
            <p:cNvPr id="84" name="Picture 8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75" y="0"/>
              <a:ext cx="792549" cy="725487"/>
            </a:xfrm>
            <a:prstGeom prst="rect">
              <a:avLst/>
            </a:prstGeom>
          </p:spPr>
        </p:pic>
        <p:pic>
          <p:nvPicPr>
            <p:cNvPr id="85" name="Picture 8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5750" y="254000"/>
              <a:ext cx="231668" cy="353599"/>
            </a:xfrm>
            <a:prstGeom prst="rect">
              <a:avLst/>
            </a:prstGeom>
          </p:spPr>
        </p:pic>
      </p:grpSp>
      <p:grpSp>
        <p:nvGrpSpPr>
          <p:cNvPr id="86" name="Group 85"/>
          <p:cNvGrpSpPr>
            <a:grpSpLocks noChangeAspect="1"/>
          </p:cNvGrpSpPr>
          <p:nvPr/>
        </p:nvGrpSpPr>
        <p:grpSpPr>
          <a:xfrm>
            <a:off x="2623591" y="5049570"/>
            <a:ext cx="189718" cy="181333"/>
            <a:chOff x="1127125" y="15875"/>
            <a:chExt cx="792549" cy="743776"/>
          </a:xfrm>
        </p:grpSpPr>
        <p:pic>
          <p:nvPicPr>
            <p:cNvPr id="87" name="Picture 8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7125" y="15875"/>
              <a:ext cx="792549" cy="743776"/>
            </a:xfrm>
            <a:prstGeom prst="rect">
              <a:avLst/>
            </a:prstGeom>
          </p:spPr>
        </p:pic>
        <p:pic>
          <p:nvPicPr>
            <p:cNvPr id="88" name="Picture 8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97000" y="269875"/>
              <a:ext cx="231668" cy="353599"/>
            </a:xfrm>
            <a:prstGeom prst="rect">
              <a:avLst/>
            </a:prstGeom>
          </p:spPr>
        </p:pic>
      </p:grpSp>
      <p:grpSp>
        <p:nvGrpSpPr>
          <p:cNvPr id="89" name="Group 88"/>
          <p:cNvGrpSpPr>
            <a:grpSpLocks noChangeAspect="1"/>
          </p:cNvGrpSpPr>
          <p:nvPr/>
        </p:nvGrpSpPr>
        <p:grpSpPr>
          <a:xfrm>
            <a:off x="1420692" y="3787103"/>
            <a:ext cx="189719" cy="176874"/>
            <a:chOff x="0" y="1047750"/>
            <a:chExt cx="792549" cy="725487"/>
          </a:xfrm>
        </p:grpSpPr>
        <p:pic>
          <p:nvPicPr>
            <p:cNvPr id="90" name="Picture 8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047750"/>
              <a:ext cx="792549" cy="725487"/>
            </a:xfrm>
            <a:prstGeom prst="rect">
              <a:avLst/>
            </a:prstGeom>
          </p:spPr>
        </p:pic>
        <p:pic>
          <p:nvPicPr>
            <p:cNvPr id="91" name="Picture 9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9875" y="1238250"/>
              <a:ext cx="231668" cy="359695"/>
            </a:xfrm>
            <a:prstGeom prst="rect">
              <a:avLst/>
            </a:prstGeom>
          </p:spPr>
        </p:pic>
      </p:grpSp>
      <p:pic>
        <p:nvPicPr>
          <p:cNvPr id="92" name="Picture 9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451" y="3862678"/>
            <a:ext cx="188672" cy="176145"/>
          </a:xfrm>
          <a:prstGeom prst="rect">
            <a:avLst/>
          </a:prstGeom>
        </p:spPr>
      </p:pic>
      <p:sp>
        <p:nvSpPr>
          <p:cNvPr id="93" name="Freeform 92"/>
          <p:cNvSpPr/>
          <p:nvPr/>
        </p:nvSpPr>
        <p:spPr>
          <a:xfrm>
            <a:off x="1766909" y="2578625"/>
            <a:ext cx="662670" cy="972810"/>
          </a:xfrm>
          <a:custGeom>
            <a:avLst/>
            <a:gdLst>
              <a:gd name="connsiteX0" fmla="*/ 0 w 1027814"/>
              <a:gd name="connsiteY0" fmla="*/ 1481470 h 1481470"/>
              <a:gd name="connsiteX1" fmla="*/ 0 w 1027814"/>
              <a:gd name="connsiteY1" fmla="*/ 1481470 h 1481470"/>
              <a:gd name="connsiteX2" fmla="*/ 276447 w 1027814"/>
              <a:gd name="connsiteY2" fmla="*/ 1212112 h 1481470"/>
              <a:gd name="connsiteX3" fmla="*/ 595423 w 1027814"/>
              <a:gd name="connsiteY3" fmla="*/ 1013637 h 1481470"/>
              <a:gd name="connsiteX4" fmla="*/ 857693 w 1027814"/>
              <a:gd name="connsiteY4" fmla="*/ 836428 h 1481470"/>
              <a:gd name="connsiteX5" fmla="*/ 999461 w 1027814"/>
              <a:gd name="connsiteY5" fmla="*/ 198475 h 1481470"/>
              <a:gd name="connsiteX6" fmla="*/ 1027814 w 1027814"/>
              <a:gd name="connsiteY6" fmla="*/ 0 h 148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7814" h="1481470">
                <a:moveTo>
                  <a:pt x="0" y="1481470"/>
                </a:moveTo>
                <a:lnTo>
                  <a:pt x="0" y="1481470"/>
                </a:lnTo>
                <a:lnTo>
                  <a:pt x="276447" y="1212112"/>
                </a:lnTo>
                <a:lnTo>
                  <a:pt x="595423" y="1013637"/>
                </a:lnTo>
                <a:lnTo>
                  <a:pt x="857693" y="836428"/>
                </a:lnTo>
                <a:lnTo>
                  <a:pt x="999461" y="198475"/>
                </a:lnTo>
                <a:lnTo>
                  <a:pt x="1027814" y="0"/>
                </a:ln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4" name="Freeform 93"/>
          <p:cNvSpPr/>
          <p:nvPr/>
        </p:nvSpPr>
        <p:spPr>
          <a:xfrm>
            <a:off x="1021977" y="3616600"/>
            <a:ext cx="580407" cy="940228"/>
          </a:xfrm>
          <a:custGeom>
            <a:avLst/>
            <a:gdLst>
              <a:gd name="connsiteX0" fmla="*/ 900223 w 900223"/>
              <a:gd name="connsiteY0" fmla="*/ 0 h 1431852"/>
              <a:gd name="connsiteX1" fmla="*/ 503274 w 900223"/>
              <a:gd name="connsiteY1" fmla="*/ 248093 h 1431852"/>
              <a:gd name="connsiteX2" fmla="*/ 297712 w 900223"/>
              <a:gd name="connsiteY2" fmla="*/ 411126 h 1431852"/>
              <a:gd name="connsiteX3" fmla="*/ 127591 w 900223"/>
              <a:gd name="connsiteY3" fmla="*/ 715926 h 1431852"/>
              <a:gd name="connsiteX4" fmla="*/ 70884 w 900223"/>
              <a:gd name="connsiteY4" fmla="*/ 1134140 h 1431852"/>
              <a:gd name="connsiteX5" fmla="*/ 0 w 900223"/>
              <a:gd name="connsiteY5" fmla="*/ 1431852 h 1431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0223" h="1431852">
                <a:moveTo>
                  <a:pt x="900223" y="0"/>
                </a:moveTo>
                <a:lnTo>
                  <a:pt x="503274" y="248093"/>
                </a:lnTo>
                <a:lnTo>
                  <a:pt x="297712" y="411126"/>
                </a:lnTo>
                <a:lnTo>
                  <a:pt x="127591" y="715926"/>
                </a:lnTo>
                <a:lnTo>
                  <a:pt x="70884" y="1134140"/>
                </a:lnTo>
                <a:lnTo>
                  <a:pt x="0" y="1431852"/>
                </a:ln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5" name="Freeform 94"/>
          <p:cNvSpPr/>
          <p:nvPr/>
        </p:nvSpPr>
        <p:spPr>
          <a:xfrm>
            <a:off x="2429578" y="2601898"/>
            <a:ext cx="525566" cy="2257477"/>
          </a:xfrm>
          <a:custGeom>
            <a:avLst/>
            <a:gdLst>
              <a:gd name="connsiteX0" fmla="*/ 0 w 815163"/>
              <a:gd name="connsiteY0" fmla="*/ 0 h 3437861"/>
              <a:gd name="connsiteX1" fmla="*/ 354419 w 815163"/>
              <a:gd name="connsiteY1" fmla="*/ 460744 h 3437861"/>
              <a:gd name="connsiteX2" fmla="*/ 552893 w 815163"/>
              <a:gd name="connsiteY2" fmla="*/ 680484 h 3437861"/>
              <a:gd name="connsiteX3" fmla="*/ 467833 w 815163"/>
              <a:gd name="connsiteY3" fmla="*/ 886047 h 3437861"/>
              <a:gd name="connsiteX4" fmla="*/ 808075 w 815163"/>
              <a:gd name="connsiteY4" fmla="*/ 1240465 h 3437861"/>
              <a:gd name="connsiteX5" fmla="*/ 815163 w 815163"/>
              <a:gd name="connsiteY5" fmla="*/ 1417675 h 3437861"/>
              <a:gd name="connsiteX6" fmla="*/ 680484 w 815163"/>
              <a:gd name="connsiteY6" fmla="*/ 1637414 h 3437861"/>
              <a:gd name="connsiteX7" fmla="*/ 439479 w 815163"/>
              <a:gd name="connsiteY7" fmla="*/ 1878419 h 3437861"/>
              <a:gd name="connsiteX8" fmla="*/ 212651 w 815163"/>
              <a:gd name="connsiteY8" fmla="*/ 2041451 h 3437861"/>
              <a:gd name="connsiteX9" fmla="*/ 134679 w 815163"/>
              <a:gd name="connsiteY9" fmla="*/ 2176130 h 3437861"/>
              <a:gd name="connsiteX10" fmla="*/ 148856 w 815163"/>
              <a:gd name="connsiteY10" fmla="*/ 2395870 h 3437861"/>
              <a:gd name="connsiteX11" fmla="*/ 170121 w 815163"/>
              <a:gd name="connsiteY11" fmla="*/ 2615609 h 3437861"/>
              <a:gd name="connsiteX12" fmla="*/ 368595 w 815163"/>
              <a:gd name="connsiteY12" fmla="*/ 2906233 h 3437861"/>
              <a:gd name="connsiteX13" fmla="*/ 439479 w 815163"/>
              <a:gd name="connsiteY13" fmla="*/ 3423684 h 3437861"/>
              <a:gd name="connsiteX14" fmla="*/ 574158 w 815163"/>
              <a:gd name="connsiteY14" fmla="*/ 3437861 h 343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5163" h="3437861">
                <a:moveTo>
                  <a:pt x="0" y="0"/>
                </a:moveTo>
                <a:lnTo>
                  <a:pt x="354419" y="460744"/>
                </a:lnTo>
                <a:lnTo>
                  <a:pt x="552893" y="680484"/>
                </a:lnTo>
                <a:lnTo>
                  <a:pt x="467833" y="886047"/>
                </a:lnTo>
                <a:lnTo>
                  <a:pt x="808075" y="1240465"/>
                </a:lnTo>
                <a:lnTo>
                  <a:pt x="815163" y="1417675"/>
                </a:lnTo>
                <a:lnTo>
                  <a:pt x="680484" y="1637414"/>
                </a:lnTo>
                <a:lnTo>
                  <a:pt x="439479" y="1878419"/>
                </a:lnTo>
                <a:lnTo>
                  <a:pt x="212651" y="2041451"/>
                </a:lnTo>
                <a:lnTo>
                  <a:pt x="134679" y="2176130"/>
                </a:lnTo>
                <a:lnTo>
                  <a:pt x="148856" y="2395870"/>
                </a:lnTo>
                <a:lnTo>
                  <a:pt x="170121" y="2615609"/>
                </a:lnTo>
                <a:lnTo>
                  <a:pt x="368595" y="2906233"/>
                </a:lnTo>
                <a:lnTo>
                  <a:pt x="439479" y="3423684"/>
                </a:lnTo>
                <a:lnTo>
                  <a:pt x="574158" y="3437861"/>
                </a:ln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6" name="Freeform 95"/>
          <p:cNvSpPr/>
          <p:nvPr/>
        </p:nvSpPr>
        <p:spPr>
          <a:xfrm>
            <a:off x="2237633" y="4812829"/>
            <a:ext cx="498144" cy="451496"/>
          </a:xfrm>
          <a:custGeom>
            <a:avLst/>
            <a:gdLst>
              <a:gd name="connsiteX0" fmla="*/ 0 w 772632"/>
              <a:gd name="connsiteY0" fmla="*/ 687572 h 687572"/>
              <a:gd name="connsiteX1" fmla="*/ 155944 w 772632"/>
              <a:gd name="connsiteY1" fmla="*/ 602512 h 687572"/>
              <a:gd name="connsiteX2" fmla="*/ 326065 w 772632"/>
              <a:gd name="connsiteY2" fmla="*/ 170121 h 687572"/>
              <a:gd name="connsiteX3" fmla="*/ 439479 w 772632"/>
              <a:gd name="connsiteY3" fmla="*/ 70884 h 687572"/>
              <a:gd name="connsiteX4" fmla="*/ 545804 w 772632"/>
              <a:gd name="connsiteY4" fmla="*/ 0 h 687572"/>
              <a:gd name="connsiteX5" fmla="*/ 737190 w 772632"/>
              <a:gd name="connsiteY5" fmla="*/ 21265 h 687572"/>
              <a:gd name="connsiteX6" fmla="*/ 772632 w 772632"/>
              <a:gd name="connsiteY6" fmla="*/ 56707 h 687572"/>
              <a:gd name="connsiteX7" fmla="*/ 645041 w 772632"/>
              <a:gd name="connsiteY7" fmla="*/ 404037 h 68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2632" h="687572">
                <a:moveTo>
                  <a:pt x="0" y="687572"/>
                </a:moveTo>
                <a:lnTo>
                  <a:pt x="155944" y="602512"/>
                </a:lnTo>
                <a:lnTo>
                  <a:pt x="326065" y="170121"/>
                </a:lnTo>
                <a:lnTo>
                  <a:pt x="439479" y="70884"/>
                </a:lnTo>
                <a:lnTo>
                  <a:pt x="545804" y="0"/>
                </a:lnTo>
                <a:lnTo>
                  <a:pt x="737190" y="21265"/>
                </a:lnTo>
                <a:lnTo>
                  <a:pt x="772632" y="56707"/>
                </a:lnTo>
                <a:lnTo>
                  <a:pt x="645041" y="404037"/>
                </a:ln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7" name="Freeform 96"/>
          <p:cNvSpPr/>
          <p:nvPr/>
        </p:nvSpPr>
        <p:spPr>
          <a:xfrm>
            <a:off x="866591" y="4049475"/>
            <a:ext cx="429593" cy="693534"/>
          </a:xfrm>
          <a:custGeom>
            <a:avLst/>
            <a:gdLst>
              <a:gd name="connsiteX0" fmla="*/ 340242 w 666307"/>
              <a:gd name="connsiteY0" fmla="*/ 1056167 h 1056167"/>
              <a:gd name="connsiteX1" fmla="*/ 418214 w 666307"/>
              <a:gd name="connsiteY1" fmla="*/ 1006549 h 1056167"/>
              <a:gd name="connsiteX2" fmla="*/ 418214 w 666307"/>
              <a:gd name="connsiteY2" fmla="*/ 949842 h 1056167"/>
              <a:gd name="connsiteX3" fmla="*/ 616688 w 666307"/>
              <a:gd name="connsiteY3" fmla="*/ 772632 h 1056167"/>
              <a:gd name="connsiteX4" fmla="*/ 559981 w 666307"/>
              <a:gd name="connsiteY4" fmla="*/ 460744 h 1056167"/>
              <a:gd name="connsiteX5" fmla="*/ 637953 w 666307"/>
              <a:gd name="connsiteY5" fmla="*/ 404037 h 1056167"/>
              <a:gd name="connsiteX6" fmla="*/ 666307 w 666307"/>
              <a:gd name="connsiteY6" fmla="*/ 85060 h 1056167"/>
              <a:gd name="connsiteX7" fmla="*/ 666307 w 666307"/>
              <a:gd name="connsiteY7" fmla="*/ 92149 h 1056167"/>
              <a:gd name="connsiteX8" fmla="*/ 311888 w 666307"/>
              <a:gd name="connsiteY8" fmla="*/ 99237 h 1056167"/>
              <a:gd name="connsiteX9" fmla="*/ 77972 w 666307"/>
              <a:gd name="connsiteY9" fmla="*/ 63795 h 1056167"/>
              <a:gd name="connsiteX10" fmla="*/ 0 w 666307"/>
              <a:gd name="connsiteY10" fmla="*/ 0 h 1056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66307" h="1056167">
                <a:moveTo>
                  <a:pt x="340242" y="1056167"/>
                </a:moveTo>
                <a:lnTo>
                  <a:pt x="418214" y="1006549"/>
                </a:lnTo>
                <a:lnTo>
                  <a:pt x="418214" y="949842"/>
                </a:lnTo>
                <a:lnTo>
                  <a:pt x="616688" y="772632"/>
                </a:lnTo>
                <a:lnTo>
                  <a:pt x="559981" y="460744"/>
                </a:lnTo>
                <a:lnTo>
                  <a:pt x="637953" y="404037"/>
                </a:lnTo>
                <a:lnTo>
                  <a:pt x="666307" y="85060"/>
                </a:lnTo>
                <a:lnTo>
                  <a:pt x="666307" y="92149"/>
                </a:lnTo>
                <a:lnTo>
                  <a:pt x="311888" y="99237"/>
                </a:lnTo>
                <a:lnTo>
                  <a:pt x="77972" y="63795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8" name="Freeform 97"/>
          <p:cNvSpPr/>
          <p:nvPr/>
        </p:nvSpPr>
        <p:spPr>
          <a:xfrm>
            <a:off x="1884717" y="3987285"/>
            <a:ext cx="1023520" cy="806149"/>
          </a:xfrm>
          <a:custGeom>
            <a:avLst/>
            <a:gdLst>
              <a:gd name="connsiteX0" fmla="*/ 0 w 1587500"/>
              <a:gd name="connsiteY0" fmla="*/ 25400 h 1227667"/>
              <a:gd name="connsiteX1" fmla="*/ 80433 w 1587500"/>
              <a:gd name="connsiteY1" fmla="*/ 38100 h 1227667"/>
              <a:gd name="connsiteX2" fmla="*/ 182033 w 1587500"/>
              <a:gd name="connsiteY2" fmla="*/ 0 h 1227667"/>
              <a:gd name="connsiteX3" fmla="*/ 427566 w 1587500"/>
              <a:gd name="connsiteY3" fmla="*/ 59267 h 1227667"/>
              <a:gd name="connsiteX4" fmla="*/ 596900 w 1587500"/>
              <a:gd name="connsiteY4" fmla="*/ 190500 h 1227667"/>
              <a:gd name="connsiteX5" fmla="*/ 706966 w 1587500"/>
              <a:gd name="connsiteY5" fmla="*/ 101600 h 1227667"/>
              <a:gd name="connsiteX6" fmla="*/ 846666 w 1587500"/>
              <a:gd name="connsiteY6" fmla="*/ 88900 h 1227667"/>
              <a:gd name="connsiteX7" fmla="*/ 1066800 w 1587500"/>
              <a:gd name="connsiteY7" fmla="*/ 71967 h 1227667"/>
              <a:gd name="connsiteX8" fmla="*/ 1172633 w 1587500"/>
              <a:gd name="connsiteY8" fmla="*/ 215900 h 1227667"/>
              <a:gd name="connsiteX9" fmla="*/ 1303866 w 1587500"/>
              <a:gd name="connsiteY9" fmla="*/ 262467 h 1227667"/>
              <a:gd name="connsiteX10" fmla="*/ 1392766 w 1587500"/>
              <a:gd name="connsiteY10" fmla="*/ 139700 h 1227667"/>
              <a:gd name="connsiteX11" fmla="*/ 1481666 w 1587500"/>
              <a:gd name="connsiteY11" fmla="*/ 122767 h 1227667"/>
              <a:gd name="connsiteX12" fmla="*/ 1545166 w 1587500"/>
              <a:gd name="connsiteY12" fmla="*/ 254000 h 1227667"/>
              <a:gd name="connsiteX13" fmla="*/ 1587500 w 1587500"/>
              <a:gd name="connsiteY13" fmla="*/ 364067 h 1227667"/>
              <a:gd name="connsiteX14" fmla="*/ 1574800 w 1587500"/>
              <a:gd name="connsiteY14" fmla="*/ 520700 h 1227667"/>
              <a:gd name="connsiteX15" fmla="*/ 1456266 w 1587500"/>
              <a:gd name="connsiteY15" fmla="*/ 575734 h 1227667"/>
              <a:gd name="connsiteX16" fmla="*/ 1422400 w 1587500"/>
              <a:gd name="connsiteY16" fmla="*/ 745067 h 1227667"/>
              <a:gd name="connsiteX17" fmla="*/ 1303866 w 1587500"/>
              <a:gd name="connsiteY17" fmla="*/ 884767 h 1227667"/>
              <a:gd name="connsiteX18" fmla="*/ 1329266 w 1587500"/>
              <a:gd name="connsiteY18" fmla="*/ 1041400 h 1227667"/>
              <a:gd name="connsiteX19" fmla="*/ 1468966 w 1587500"/>
              <a:gd name="connsiteY19" fmla="*/ 1223434 h 1227667"/>
              <a:gd name="connsiteX20" fmla="*/ 1464733 w 1587500"/>
              <a:gd name="connsiteY20" fmla="*/ 1227667 h 1227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587500" h="1227667">
                <a:moveTo>
                  <a:pt x="0" y="25400"/>
                </a:moveTo>
                <a:lnTo>
                  <a:pt x="80433" y="38100"/>
                </a:lnTo>
                <a:lnTo>
                  <a:pt x="182033" y="0"/>
                </a:lnTo>
                <a:lnTo>
                  <a:pt x="427566" y="59267"/>
                </a:lnTo>
                <a:lnTo>
                  <a:pt x="596900" y="190500"/>
                </a:lnTo>
                <a:lnTo>
                  <a:pt x="706966" y="101600"/>
                </a:lnTo>
                <a:lnTo>
                  <a:pt x="846666" y="88900"/>
                </a:lnTo>
                <a:lnTo>
                  <a:pt x="1066800" y="71967"/>
                </a:lnTo>
                <a:lnTo>
                  <a:pt x="1172633" y="215900"/>
                </a:lnTo>
                <a:lnTo>
                  <a:pt x="1303866" y="262467"/>
                </a:lnTo>
                <a:lnTo>
                  <a:pt x="1392766" y="139700"/>
                </a:lnTo>
                <a:lnTo>
                  <a:pt x="1481666" y="122767"/>
                </a:lnTo>
                <a:lnTo>
                  <a:pt x="1545166" y="254000"/>
                </a:lnTo>
                <a:lnTo>
                  <a:pt x="1587500" y="364067"/>
                </a:lnTo>
                <a:lnTo>
                  <a:pt x="1574800" y="520700"/>
                </a:lnTo>
                <a:lnTo>
                  <a:pt x="1456266" y="575734"/>
                </a:lnTo>
                <a:lnTo>
                  <a:pt x="1422400" y="745067"/>
                </a:lnTo>
                <a:lnTo>
                  <a:pt x="1303866" y="884767"/>
                </a:lnTo>
                <a:lnTo>
                  <a:pt x="1329266" y="1041400"/>
                </a:lnTo>
                <a:lnTo>
                  <a:pt x="1468966" y="1223434"/>
                </a:lnTo>
                <a:lnTo>
                  <a:pt x="1464733" y="1227667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9" name="Freeform 98"/>
          <p:cNvSpPr/>
          <p:nvPr/>
        </p:nvSpPr>
        <p:spPr>
          <a:xfrm>
            <a:off x="2234077" y="4926866"/>
            <a:ext cx="627759" cy="378056"/>
          </a:xfrm>
          <a:custGeom>
            <a:avLst/>
            <a:gdLst>
              <a:gd name="connsiteX0" fmla="*/ 0 w 973667"/>
              <a:gd name="connsiteY0" fmla="*/ 575733 h 575733"/>
              <a:gd name="connsiteX1" fmla="*/ 0 w 973667"/>
              <a:gd name="connsiteY1" fmla="*/ 575733 h 575733"/>
              <a:gd name="connsiteX2" fmla="*/ 169334 w 973667"/>
              <a:gd name="connsiteY2" fmla="*/ 550333 h 575733"/>
              <a:gd name="connsiteX3" fmla="*/ 198967 w 973667"/>
              <a:gd name="connsiteY3" fmla="*/ 516467 h 575733"/>
              <a:gd name="connsiteX4" fmla="*/ 211667 w 973667"/>
              <a:gd name="connsiteY4" fmla="*/ 499533 h 575733"/>
              <a:gd name="connsiteX5" fmla="*/ 351367 w 973667"/>
              <a:gd name="connsiteY5" fmla="*/ 351367 h 575733"/>
              <a:gd name="connsiteX6" fmla="*/ 503767 w 973667"/>
              <a:gd name="connsiteY6" fmla="*/ 173567 h 575733"/>
              <a:gd name="connsiteX7" fmla="*/ 787400 w 973667"/>
              <a:gd name="connsiteY7" fmla="*/ 110067 h 575733"/>
              <a:gd name="connsiteX8" fmla="*/ 973667 w 973667"/>
              <a:gd name="connsiteY8" fmla="*/ 0 h 57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3667" h="575733">
                <a:moveTo>
                  <a:pt x="0" y="575733"/>
                </a:moveTo>
                <a:lnTo>
                  <a:pt x="0" y="575733"/>
                </a:lnTo>
                <a:lnTo>
                  <a:pt x="169334" y="550333"/>
                </a:lnTo>
                <a:cubicBezTo>
                  <a:pt x="179212" y="539044"/>
                  <a:pt x="189364" y="527990"/>
                  <a:pt x="198967" y="516467"/>
                </a:cubicBezTo>
                <a:cubicBezTo>
                  <a:pt x="203484" y="511047"/>
                  <a:pt x="211667" y="499533"/>
                  <a:pt x="211667" y="499533"/>
                </a:cubicBezTo>
                <a:lnTo>
                  <a:pt x="351367" y="351367"/>
                </a:lnTo>
                <a:lnTo>
                  <a:pt x="503767" y="173567"/>
                </a:lnTo>
                <a:lnTo>
                  <a:pt x="787400" y="110067"/>
                </a:lnTo>
                <a:lnTo>
                  <a:pt x="973667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0" name="Freeform 99"/>
          <p:cNvSpPr/>
          <p:nvPr/>
        </p:nvSpPr>
        <p:spPr>
          <a:xfrm>
            <a:off x="1303357" y="2600153"/>
            <a:ext cx="1119048" cy="1512225"/>
          </a:xfrm>
          <a:custGeom>
            <a:avLst/>
            <a:gdLst>
              <a:gd name="connsiteX0" fmla="*/ 0 w 1735666"/>
              <a:gd name="connsiteY0" fmla="*/ 2302933 h 2302933"/>
              <a:gd name="connsiteX1" fmla="*/ 186266 w 1735666"/>
              <a:gd name="connsiteY1" fmla="*/ 2260600 h 2302933"/>
              <a:gd name="connsiteX2" fmla="*/ 465666 w 1735666"/>
              <a:gd name="connsiteY2" fmla="*/ 2260600 h 2302933"/>
              <a:gd name="connsiteX3" fmla="*/ 592666 w 1735666"/>
              <a:gd name="connsiteY3" fmla="*/ 2146300 h 2302933"/>
              <a:gd name="connsiteX4" fmla="*/ 800100 w 1735666"/>
              <a:gd name="connsiteY4" fmla="*/ 2044700 h 2302933"/>
              <a:gd name="connsiteX5" fmla="*/ 935566 w 1735666"/>
              <a:gd name="connsiteY5" fmla="*/ 2125133 h 2302933"/>
              <a:gd name="connsiteX6" fmla="*/ 1007533 w 1735666"/>
              <a:gd name="connsiteY6" fmla="*/ 2074333 h 2302933"/>
              <a:gd name="connsiteX7" fmla="*/ 893233 w 1735666"/>
              <a:gd name="connsiteY7" fmla="*/ 1943100 h 2302933"/>
              <a:gd name="connsiteX8" fmla="*/ 719666 w 1735666"/>
              <a:gd name="connsiteY8" fmla="*/ 1799167 h 2302933"/>
              <a:gd name="connsiteX9" fmla="*/ 635000 w 1735666"/>
              <a:gd name="connsiteY9" fmla="*/ 1701800 h 2302933"/>
              <a:gd name="connsiteX10" fmla="*/ 630766 w 1735666"/>
              <a:gd name="connsiteY10" fmla="*/ 1621367 h 2302933"/>
              <a:gd name="connsiteX11" fmla="*/ 668866 w 1735666"/>
              <a:gd name="connsiteY11" fmla="*/ 1468967 h 2302933"/>
              <a:gd name="connsiteX12" fmla="*/ 846666 w 1735666"/>
              <a:gd name="connsiteY12" fmla="*/ 1409700 h 2302933"/>
              <a:gd name="connsiteX13" fmla="*/ 1117600 w 1735666"/>
              <a:gd name="connsiteY13" fmla="*/ 1138767 h 2302933"/>
              <a:gd name="connsiteX14" fmla="*/ 1240366 w 1735666"/>
              <a:gd name="connsiteY14" fmla="*/ 977900 h 2302933"/>
              <a:gd name="connsiteX15" fmla="*/ 1579033 w 1735666"/>
              <a:gd name="connsiteY15" fmla="*/ 817033 h 2302933"/>
              <a:gd name="connsiteX16" fmla="*/ 1706033 w 1735666"/>
              <a:gd name="connsiteY16" fmla="*/ 529167 h 2302933"/>
              <a:gd name="connsiteX17" fmla="*/ 1735666 w 1735666"/>
              <a:gd name="connsiteY17" fmla="*/ 0 h 2302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35666" h="2302933">
                <a:moveTo>
                  <a:pt x="0" y="2302933"/>
                </a:moveTo>
                <a:lnTo>
                  <a:pt x="186266" y="2260600"/>
                </a:lnTo>
                <a:lnTo>
                  <a:pt x="465666" y="2260600"/>
                </a:lnTo>
                <a:lnTo>
                  <a:pt x="592666" y="2146300"/>
                </a:lnTo>
                <a:lnTo>
                  <a:pt x="800100" y="2044700"/>
                </a:lnTo>
                <a:lnTo>
                  <a:pt x="935566" y="2125133"/>
                </a:lnTo>
                <a:lnTo>
                  <a:pt x="1007533" y="2074333"/>
                </a:lnTo>
                <a:lnTo>
                  <a:pt x="893233" y="1943100"/>
                </a:lnTo>
                <a:lnTo>
                  <a:pt x="719666" y="1799167"/>
                </a:lnTo>
                <a:lnTo>
                  <a:pt x="635000" y="1701800"/>
                </a:lnTo>
                <a:lnTo>
                  <a:pt x="630766" y="1621367"/>
                </a:lnTo>
                <a:lnTo>
                  <a:pt x="668866" y="1468967"/>
                </a:lnTo>
                <a:lnTo>
                  <a:pt x="846666" y="1409700"/>
                </a:lnTo>
                <a:lnTo>
                  <a:pt x="1117600" y="1138767"/>
                </a:lnTo>
                <a:lnTo>
                  <a:pt x="1240366" y="977900"/>
                </a:lnTo>
                <a:lnTo>
                  <a:pt x="1579033" y="817033"/>
                </a:lnTo>
                <a:lnTo>
                  <a:pt x="1706033" y="529167"/>
                </a:lnTo>
                <a:lnTo>
                  <a:pt x="1735666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1" name="Picture 10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6448" y="2462375"/>
            <a:ext cx="188672" cy="180149"/>
          </a:xfrm>
          <a:prstGeom prst="rect">
            <a:avLst/>
          </a:prstGeom>
        </p:spPr>
      </p:pic>
      <p:sp>
        <p:nvSpPr>
          <p:cNvPr id="102" name="Freeform 101"/>
          <p:cNvSpPr/>
          <p:nvPr/>
        </p:nvSpPr>
        <p:spPr>
          <a:xfrm>
            <a:off x="1211740" y="3948534"/>
            <a:ext cx="1701182" cy="761755"/>
          </a:xfrm>
          <a:custGeom>
            <a:avLst/>
            <a:gdLst>
              <a:gd name="connsiteX0" fmla="*/ 0 w 2638567"/>
              <a:gd name="connsiteY0" fmla="*/ 241111 h 1160060"/>
              <a:gd name="connsiteX1" fmla="*/ 141027 w 2638567"/>
              <a:gd name="connsiteY1" fmla="*/ 236562 h 1160060"/>
              <a:gd name="connsiteX2" fmla="*/ 445827 w 2638567"/>
              <a:gd name="connsiteY2" fmla="*/ 186520 h 1160060"/>
              <a:gd name="connsiteX3" fmla="*/ 623247 w 2638567"/>
              <a:gd name="connsiteY3" fmla="*/ 209266 h 1160060"/>
              <a:gd name="connsiteX4" fmla="*/ 809767 w 2638567"/>
              <a:gd name="connsiteY4" fmla="*/ 36394 h 1160060"/>
              <a:gd name="connsiteX5" fmla="*/ 932597 w 2638567"/>
              <a:gd name="connsiteY5" fmla="*/ 0 h 1160060"/>
              <a:gd name="connsiteX6" fmla="*/ 1114567 w 2638567"/>
              <a:gd name="connsiteY6" fmla="*/ 86436 h 1160060"/>
              <a:gd name="connsiteX7" fmla="*/ 1269241 w 2638567"/>
              <a:gd name="connsiteY7" fmla="*/ 54591 h 1160060"/>
              <a:gd name="connsiteX8" fmla="*/ 1510352 w 2638567"/>
              <a:gd name="connsiteY8" fmla="*/ 131929 h 1160060"/>
              <a:gd name="connsiteX9" fmla="*/ 1642280 w 2638567"/>
              <a:gd name="connsiteY9" fmla="*/ 241111 h 1160060"/>
              <a:gd name="connsiteX10" fmla="*/ 1796955 w 2638567"/>
              <a:gd name="connsiteY10" fmla="*/ 150126 h 1160060"/>
              <a:gd name="connsiteX11" fmla="*/ 2106304 w 2638567"/>
              <a:gd name="connsiteY11" fmla="*/ 131929 h 1160060"/>
              <a:gd name="connsiteX12" fmla="*/ 2188191 w 2638567"/>
              <a:gd name="connsiteY12" fmla="*/ 222914 h 1160060"/>
              <a:gd name="connsiteX13" fmla="*/ 2220035 w 2638567"/>
              <a:gd name="connsiteY13" fmla="*/ 282054 h 1160060"/>
              <a:gd name="connsiteX14" fmla="*/ 2338316 w 2638567"/>
              <a:gd name="connsiteY14" fmla="*/ 322997 h 1160060"/>
              <a:gd name="connsiteX15" fmla="*/ 2415653 w 2638567"/>
              <a:gd name="connsiteY15" fmla="*/ 245660 h 1160060"/>
              <a:gd name="connsiteX16" fmla="*/ 2479343 w 2638567"/>
              <a:gd name="connsiteY16" fmla="*/ 163774 h 1160060"/>
              <a:gd name="connsiteX17" fmla="*/ 2638567 w 2638567"/>
              <a:gd name="connsiteY17" fmla="*/ 391236 h 1160060"/>
              <a:gd name="connsiteX18" fmla="*/ 2593074 w 2638567"/>
              <a:gd name="connsiteY18" fmla="*/ 605051 h 1160060"/>
              <a:gd name="connsiteX19" fmla="*/ 2483892 w 2638567"/>
              <a:gd name="connsiteY19" fmla="*/ 741529 h 1160060"/>
              <a:gd name="connsiteX20" fmla="*/ 2338316 w 2638567"/>
              <a:gd name="connsiteY20" fmla="*/ 955344 h 1160060"/>
              <a:gd name="connsiteX21" fmla="*/ 2411104 w 2638567"/>
              <a:gd name="connsiteY21" fmla="*/ 1160060 h 1160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38567" h="1160060">
                <a:moveTo>
                  <a:pt x="0" y="241111"/>
                </a:moveTo>
                <a:lnTo>
                  <a:pt x="141027" y="236562"/>
                </a:lnTo>
                <a:lnTo>
                  <a:pt x="445827" y="186520"/>
                </a:lnTo>
                <a:lnTo>
                  <a:pt x="623247" y="209266"/>
                </a:lnTo>
                <a:lnTo>
                  <a:pt x="809767" y="36394"/>
                </a:lnTo>
                <a:lnTo>
                  <a:pt x="932597" y="0"/>
                </a:lnTo>
                <a:lnTo>
                  <a:pt x="1114567" y="86436"/>
                </a:lnTo>
                <a:lnTo>
                  <a:pt x="1269241" y="54591"/>
                </a:lnTo>
                <a:lnTo>
                  <a:pt x="1510352" y="131929"/>
                </a:lnTo>
                <a:lnTo>
                  <a:pt x="1642280" y="241111"/>
                </a:lnTo>
                <a:lnTo>
                  <a:pt x="1796955" y="150126"/>
                </a:lnTo>
                <a:lnTo>
                  <a:pt x="2106304" y="131929"/>
                </a:lnTo>
                <a:lnTo>
                  <a:pt x="2188191" y="222914"/>
                </a:lnTo>
                <a:lnTo>
                  <a:pt x="2220035" y="282054"/>
                </a:lnTo>
                <a:lnTo>
                  <a:pt x="2338316" y="322997"/>
                </a:lnTo>
                <a:lnTo>
                  <a:pt x="2415653" y="245660"/>
                </a:lnTo>
                <a:lnTo>
                  <a:pt x="2479343" y="163774"/>
                </a:lnTo>
                <a:lnTo>
                  <a:pt x="2638567" y="391236"/>
                </a:lnTo>
                <a:lnTo>
                  <a:pt x="2593074" y="605051"/>
                </a:lnTo>
                <a:lnTo>
                  <a:pt x="2483892" y="741529"/>
                </a:lnTo>
                <a:lnTo>
                  <a:pt x="2338316" y="955344"/>
                </a:lnTo>
                <a:lnTo>
                  <a:pt x="2411104" y="1160060"/>
                </a:ln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3" name="Freeform 102"/>
          <p:cNvSpPr/>
          <p:nvPr/>
        </p:nvSpPr>
        <p:spPr>
          <a:xfrm>
            <a:off x="1008465" y="4182840"/>
            <a:ext cx="82024" cy="407257"/>
          </a:xfrm>
          <a:custGeom>
            <a:avLst/>
            <a:gdLst>
              <a:gd name="connsiteX0" fmla="*/ 0 w 127220"/>
              <a:gd name="connsiteY0" fmla="*/ 620202 h 620202"/>
              <a:gd name="connsiteX1" fmla="*/ 95415 w 127220"/>
              <a:gd name="connsiteY1" fmla="*/ 246491 h 620202"/>
              <a:gd name="connsiteX2" fmla="*/ 127220 w 127220"/>
              <a:gd name="connsiteY2" fmla="*/ 0 h 62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220" h="620202">
                <a:moveTo>
                  <a:pt x="0" y="620202"/>
                </a:moveTo>
                <a:lnTo>
                  <a:pt x="95415" y="246491"/>
                </a:lnTo>
                <a:lnTo>
                  <a:pt x="127220" y="0"/>
                </a:ln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4" name="Picture 10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428" y="4007806"/>
            <a:ext cx="188672" cy="176145"/>
          </a:xfrm>
          <a:prstGeom prst="rect">
            <a:avLst/>
          </a:prstGeom>
        </p:spPr>
      </p:pic>
      <p:pic>
        <p:nvPicPr>
          <p:cNvPr id="105" name="Picture 10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23704" y="4191293"/>
            <a:ext cx="188672" cy="184151"/>
          </a:xfrm>
          <a:prstGeom prst="rect">
            <a:avLst/>
          </a:prstGeom>
        </p:spPr>
      </p:pic>
      <p:grpSp>
        <p:nvGrpSpPr>
          <p:cNvPr id="106" name="Group 105"/>
          <p:cNvGrpSpPr>
            <a:grpSpLocks noChangeAspect="1"/>
          </p:cNvGrpSpPr>
          <p:nvPr/>
        </p:nvGrpSpPr>
        <p:grpSpPr>
          <a:xfrm>
            <a:off x="2747384" y="4721820"/>
            <a:ext cx="189718" cy="181333"/>
            <a:chOff x="1190625" y="1936750"/>
            <a:chExt cx="792549" cy="743776"/>
          </a:xfrm>
        </p:grpSpPr>
        <p:pic>
          <p:nvPicPr>
            <p:cNvPr id="107" name="Picture 10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0625" y="1936750"/>
              <a:ext cx="792549" cy="743776"/>
            </a:xfrm>
            <a:prstGeom prst="rect">
              <a:avLst/>
            </a:prstGeom>
          </p:spPr>
        </p:pic>
        <p:pic>
          <p:nvPicPr>
            <p:cNvPr id="108" name="Picture 107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81125" y="2222500"/>
              <a:ext cx="390178" cy="286537"/>
            </a:xfrm>
            <a:prstGeom prst="rect">
              <a:avLst/>
            </a:prstGeom>
          </p:spPr>
        </p:pic>
      </p:grpSp>
      <p:sp>
        <p:nvSpPr>
          <p:cNvPr id="109" name="Freeform 108"/>
          <p:cNvSpPr/>
          <p:nvPr/>
        </p:nvSpPr>
        <p:spPr>
          <a:xfrm>
            <a:off x="1140800" y="2560007"/>
            <a:ext cx="1275068" cy="1466196"/>
          </a:xfrm>
          <a:custGeom>
            <a:avLst/>
            <a:gdLst>
              <a:gd name="connsiteX0" fmla="*/ 0 w 1977656"/>
              <a:gd name="connsiteY0" fmla="*/ 2232837 h 2232837"/>
              <a:gd name="connsiteX1" fmla="*/ 0 w 1977656"/>
              <a:gd name="connsiteY1" fmla="*/ 2232837 h 2232837"/>
              <a:gd name="connsiteX2" fmla="*/ 155944 w 1977656"/>
              <a:gd name="connsiteY2" fmla="*/ 1963479 h 2232837"/>
              <a:gd name="connsiteX3" fmla="*/ 723014 w 1977656"/>
              <a:gd name="connsiteY3" fmla="*/ 1601972 h 2232837"/>
              <a:gd name="connsiteX4" fmla="*/ 1041991 w 1977656"/>
              <a:gd name="connsiteY4" fmla="*/ 1417674 h 2232837"/>
              <a:gd name="connsiteX5" fmla="*/ 1516912 w 1977656"/>
              <a:gd name="connsiteY5" fmla="*/ 1056167 h 2232837"/>
              <a:gd name="connsiteX6" fmla="*/ 1864242 w 1977656"/>
              <a:gd name="connsiteY6" fmla="*/ 836428 h 2232837"/>
              <a:gd name="connsiteX7" fmla="*/ 1977656 w 1977656"/>
              <a:gd name="connsiteY7" fmla="*/ 0 h 2232837"/>
              <a:gd name="connsiteX8" fmla="*/ 1949303 w 1977656"/>
              <a:gd name="connsiteY8" fmla="*/ 0 h 223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7656" h="2232837">
                <a:moveTo>
                  <a:pt x="0" y="2232837"/>
                </a:moveTo>
                <a:lnTo>
                  <a:pt x="0" y="2232837"/>
                </a:lnTo>
                <a:lnTo>
                  <a:pt x="155944" y="1963479"/>
                </a:lnTo>
                <a:lnTo>
                  <a:pt x="723014" y="1601972"/>
                </a:lnTo>
                <a:lnTo>
                  <a:pt x="1041991" y="1417674"/>
                </a:lnTo>
                <a:lnTo>
                  <a:pt x="1516912" y="1056167"/>
                </a:lnTo>
                <a:lnTo>
                  <a:pt x="1864242" y="836428"/>
                </a:lnTo>
                <a:lnTo>
                  <a:pt x="1977656" y="0"/>
                </a:lnTo>
                <a:lnTo>
                  <a:pt x="1949303" y="0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110" name="Group 109"/>
          <p:cNvGrpSpPr>
            <a:grpSpLocks noChangeAspect="1"/>
          </p:cNvGrpSpPr>
          <p:nvPr/>
        </p:nvGrpSpPr>
        <p:grpSpPr>
          <a:xfrm>
            <a:off x="1605652" y="3449034"/>
            <a:ext cx="189719" cy="176874"/>
            <a:chOff x="63500" y="1968500"/>
            <a:chExt cx="792549" cy="725487"/>
          </a:xfrm>
        </p:grpSpPr>
        <p:pic>
          <p:nvPicPr>
            <p:cNvPr id="111" name="Picture 1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00" y="1968500"/>
              <a:ext cx="792549" cy="725487"/>
            </a:xfrm>
            <a:prstGeom prst="rect">
              <a:avLst/>
            </a:prstGeom>
          </p:spPr>
        </p:pic>
        <p:pic>
          <p:nvPicPr>
            <p:cNvPr id="112" name="Picture 11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54000" y="2254250"/>
              <a:ext cx="390178" cy="286537"/>
            </a:xfrm>
            <a:prstGeom prst="rect">
              <a:avLst/>
            </a:prstGeom>
          </p:spPr>
        </p:pic>
      </p:grpSp>
      <p:sp>
        <p:nvSpPr>
          <p:cNvPr id="113" name="Freeform 112"/>
          <p:cNvSpPr/>
          <p:nvPr/>
        </p:nvSpPr>
        <p:spPr>
          <a:xfrm>
            <a:off x="2420438" y="2555352"/>
            <a:ext cx="552986" cy="2192313"/>
          </a:xfrm>
          <a:custGeom>
            <a:avLst/>
            <a:gdLst>
              <a:gd name="connsiteX0" fmla="*/ 0 w 857693"/>
              <a:gd name="connsiteY0" fmla="*/ 0 h 3338624"/>
              <a:gd name="connsiteX1" fmla="*/ 581247 w 857693"/>
              <a:gd name="connsiteY1" fmla="*/ 758456 h 3338624"/>
              <a:gd name="connsiteX2" fmla="*/ 496186 w 857693"/>
              <a:gd name="connsiteY2" fmla="*/ 935666 h 3338624"/>
              <a:gd name="connsiteX3" fmla="*/ 758456 w 857693"/>
              <a:gd name="connsiteY3" fmla="*/ 1240466 h 3338624"/>
              <a:gd name="connsiteX4" fmla="*/ 857693 w 857693"/>
              <a:gd name="connsiteY4" fmla="*/ 1382233 h 3338624"/>
              <a:gd name="connsiteX5" fmla="*/ 815163 w 857693"/>
              <a:gd name="connsiteY5" fmla="*/ 1524000 h 3338624"/>
              <a:gd name="connsiteX6" fmla="*/ 595424 w 857693"/>
              <a:gd name="connsiteY6" fmla="*/ 1835889 h 3338624"/>
              <a:gd name="connsiteX7" fmla="*/ 361507 w 857693"/>
              <a:gd name="connsiteY7" fmla="*/ 1984745 h 3338624"/>
              <a:gd name="connsiteX8" fmla="*/ 219740 w 857693"/>
              <a:gd name="connsiteY8" fmla="*/ 2147777 h 3338624"/>
              <a:gd name="connsiteX9" fmla="*/ 155945 w 857693"/>
              <a:gd name="connsiteY9" fmla="*/ 2239926 h 3338624"/>
              <a:gd name="connsiteX10" fmla="*/ 170121 w 857693"/>
              <a:gd name="connsiteY10" fmla="*/ 2636875 h 3338624"/>
              <a:gd name="connsiteX11" fmla="*/ 233917 w 857693"/>
              <a:gd name="connsiteY11" fmla="*/ 2799907 h 3338624"/>
              <a:gd name="connsiteX12" fmla="*/ 347331 w 857693"/>
              <a:gd name="connsiteY12" fmla="*/ 2927498 h 3338624"/>
              <a:gd name="connsiteX13" fmla="*/ 382772 w 857693"/>
              <a:gd name="connsiteY13" fmla="*/ 3048000 h 3338624"/>
              <a:gd name="connsiteX14" fmla="*/ 432391 w 857693"/>
              <a:gd name="connsiteY14" fmla="*/ 3338624 h 3338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57693" h="3338624">
                <a:moveTo>
                  <a:pt x="0" y="0"/>
                </a:moveTo>
                <a:lnTo>
                  <a:pt x="581247" y="758456"/>
                </a:lnTo>
                <a:lnTo>
                  <a:pt x="496186" y="935666"/>
                </a:lnTo>
                <a:lnTo>
                  <a:pt x="758456" y="1240466"/>
                </a:lnTo>
                <a:lnTo>
                  <a:pt x="857693" y="1382233"/>
                </a:lnTo>
                <a:lnTo>
                  <a:pt x="815163" y="1524000"/>
                </a:lnTo>
                <a:lnTo>
                  <a:pt x="595424" y="1835889"/>
                </a:lnTo>
                <a:lnTo>
                  <a:pt x="361507" y="1984745"/>
                </a:lnTo>
                <a:lnTo>
                  <a:pt x="219740" y="2147777"/>
                </a:lnTo>
                <a:lnTo>
                  <a:pt x="155945" y="2239926"/>
                </a:lnTo>
                <a:lnTo>
                  <a:pt x="170121" y="2636875"/>
                </a:lnTo>
                <a:lnTo>
                  <a:pt x="233917" y="2799907"/>
                </a:lnTo>
                <a:lnTo>
                  <a:pt x="347331" y="2927498"/>
                </a:lnTo>
                <a:lnTo>
                  <a:pt x="382772" y="3048000"/>
                </a:lnTo>
                <a:lnTo>
                  <a:pt x="432391" y="3338624"/>
                </a:ln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4" name="Freeform 113"/>
          <p:cNvSpPr/>
          <p:nvPr/>
        </p:nvSpPr>
        <p:spPr>
          <a:xfrm>
            <a:off x="1085362" y="4783283"/>
            <a:ext cx="1056059" cy="736194"/>
          </a:xfrm>
          <a:custGeom>
            <a:avLst/>
            <a:gdLst>
              <a:gd name="connsiteX0" fmla="*/ 0 w 1637969"/>
              <a:gd name="connsiteY0" fmla="*/ 0 h 1121134"/>
              <a:gd name="connsiteX1" fmla="*/ 7951 w 1637969"/>
              <a:gd name="connsiteY1" fmla="*/ 318052 h 1121134"/>
              <a:gd name="connsiteX2" fmla="*/ 7951 w 1637969"/>
              <a:gd name="connsiteY2" fmla="*/ 636104 h 1121134"/>
              <a:gd name="connsiteX3" fmla="*/ 222637 w 1637969"/>
              <a:gd name="connsiteY3" fmla="*/ 954157 h 1121134"/>
              <a:gd name="connsiteX4" fmla="*/ 826936 w 1637969"/>
              <a:gd name="connsiteY4" fmla="*/ 1017767 h 1121134"/>
              <a:gd name="connsiteX5" fmla="*/ 1240404 w 1637969"/>
              <a:gd name="connsiteY5" fmla="*/ 1121134 h 1121134"/>
              <a:gd name="connsiteX6" fmla="*/ 1637969 w 1637969"/>
              <a:gd name="connsiteY6" fmla="*/ 922351 h 1121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7969" h="1121134">
                <a:moveTo>
                  <a:pt x="0" y="0"/>
                </a:moveTo>
                <a:lnTo>
                  <a:pt x="7951" y="318052"/>
                </a:lnTo>
                <a:lnTo>
                  <a:pt x="7951" y="636104"/>
                </a:lnTo>
                <a:lnTo>
                  <a:pt x="222637" y="954157"/>
                </a:lnTo>
                <a:lnTo>
                  <a:pt x="826936" y="1017767"/>
                </a:lnTo>
                <a:lnTo>
                  <a:pt x="1240404" y="1121134"/>
                </a:lnTo>
                <a:lnTo>
                  <a:pt x="1637969" y="922351"/>
                </a:lnTo>
              </a:path>
            </a:pathLst>
          </a:custGeom>
          <a:noFill/>
          <a:ln w="349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5" name="Freeform 114"/>
          <p:cNvSpPr/>
          <p:nvPr/>
        </p:nvSpPr>
        <p:spPr>
          <a:xfrm>
            <a:off x="1105868" y="4788503"/>
            <a:ext cx="1573836" cy="819735"/>
          </a:xfrm>
          <a:custGeom>
            <a:avLst/>
            <a:gdLst>
              <a:gd name="connsiteX0" fmla="*/ 0 w 2441051"/>
              <a:gd name="connsiteY0" fmla="*/ 0 h 1248355"/>
              <a:gd name="connsiteX1" fmla="*/ 55660 w 2441051"/>
              <a:gd name="connsiteY1" fmla="*/ 620202 h 1248355"/>
              <a:gd name="connsiteX2" fmla="*/ 333955 w 2441051"/>
              <a:gd name="connsiteY2" fmla="*/ 1057524 h 1248355"/>
              <a:gd name="connsiteX3" fmla="*/ 1375576 w 2441051"/>
              <a:gd name="connsiteY3" fmla="*/ 1248355 h 1248355"/>
              <a:gd name="connsiteX4" fmla="*/ 2146853 w 2441051"/>
              <a:gd name="connsiteY4" fmla="*/ 1200647 h 1248355"/>
              <a:gd name="connsiteX5" fmla="*/ 2441051 w 2441051"/>
              <a:gd name="connsiteY5" fmla="*/ 675861 h 124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41051" h="1248355">
                <a:moveTo>
                  <a:pt x="0" y="0"/>
                </a:moveTo>
                <a:lnTo>
                  <a:pt x="55660" y="620202"/>
                </a:lnTo>
                <a:lnTo>
                  <a:pt x="333955" y="1057524"/>
                </a:lnTo>
                <a:lnTo>
                  <a:pt x="1375576" y="1248355"/>
                </a:lnTo>
                <a:lnTo>
                  <a:pt x="2146853" y="1200647"/>
                </a:lnTo>
                <a:lnTo>
                  <a:pt x="2441051" y="675861"/>
                </a:ln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116" name="Group 115"/>
          <p:cNvGrpSpPr>
            <a:grpSpLocks noChangeAspect="1"/>
          </p:cNvGrpSpPr>
          <p:nvPr/>
        </p:nvGrpSpPr>
        <p:grpSpPr>
          <a:xfrm>
            <a:off x="2045051" y="5226207"/>
            <a:ext cx="189718" cy="181333"/>
            <a:chOff x="1127125" y="15875"/>
            <a:chExt cx="792549" cy="743776"/>
          </a:xfrm>
        </p:grpSpPr>
        <p:pic>
          <p:nvPicPr>
            <p:cNvPr id="117" name="Picture 1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7125" y="15875"/>
              <a:ext cx="792549" cy="743776"/>
            </a:xfrm>
            <a:prstGeom prst="rect">
              <a:avLst/>
            </a:prstGeom>
          </p:spPr>
        </p:pic>
        <p:pic>
          <p:nvPicPr>
            <p:cNvPr id="118" name="Picture 1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97000" y="269875"/>
              <a:ext cx="231668" cy="353599"/>
            </a:xfrm>
            <a:prstGeom prst="rect">
              <a:avLst/>
            </a:prstGeom>
          </p:spPr>
        </p:pic>
      </p:grpSp>
      <p:grpSp>
        <p:nvGrpSpPr>
          <p:cNvPr id="119" name="Group 118"/>
          <p:cNvGrpSpPr>
            <a:grpSpLocks noChangeAspect="1"/>
          </p:cNvGrpSpPr>
          <p:nvPr/>
        </p:nvGrpSpPr>
        <p:grpSpPr>
          <a:xfrm>
            <a:off x="2890703" y="4882050"/>
            <a:ext cx="189718" cy="181333"/>
            <a:chOff x="1143000" y="984250"/>
            <a:chExt cx="792549" cy="743776"/>
          </a:xfrm>
        </p:grpSpPr>
        <p:pic>
          <p:nvPicPr>
            <p:cNvPr id="120" name="Picture 1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43000" y="984250"/>
              <a:ext cx="792549" cy="743776"/>
            </a:xfrm>
            <a:prstGeom prst="rect">
              <a:avLst/>
            </a:prstGeom>
          </p:spPr>
        </p:pic>
        <p:pic>
          <p:nvPicPr>
            <p:cNvPr id="121" name="Picture 1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81125" y="1222375"/>
              <a:ext cx="231668" cy="359695"/>
            </a:xfrm>
            <a:prstGeom prst="rect">
              <a:avLst/>
            </a:prstGeom>
          </p:spPr>
        </p:pic>
      </p:grpSp>
      <p:pic>
        <p:nvPicPr>
          <p:cNvPr id="122" name="Picture 1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6303" y="3850178"/>
            <a:ext cx="189677" cy="174157"/>
          </a:xfrm>
          <a:prstGeom prst="rect">
            <a:avLst/>
          </a:prstGeom>
        </p:spPr>
      </p:pic>
      <p:pic>
        <p:nvPicPr>
          <p:cNvPr id="123" name="Picture 1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4397" y="3919794"/>
            <a:ext cx="187712" cy="178046"/>
          </a:xfrm>
          <a:prstGeom prst="rect">
            <a:avLst/>
          </a:prstGeom>
        </p:spPr>
      </p:pic>
      <p:grpSp>
        <p:nvGrpSpPr>
          <p:cNvPr id="124" name="Group 123"/>
          <p:cNvGrpSpPr>
            <a:grpSpLocks noChangeAspect="1"/>
          </p:cNvGrpSpPr>
          <p:nvPr/>
        </p:nvGrpSpPr>
        <p:grpSpPr>
          <a:xfrm>
            <a:off x="2341257" y="2399522"/>
            <a:ext cx="189718" cy="181333"/>
            <a:chOff x="1190625" y="1936750"/>
            <a:chExt cx="792549" cy="743776"/>
          </a:xfrm>
        </p:grpSpPr>
        <p:pic>
          <p:nvPicPr>
            <p:cNvPr id="125" name="Picture 1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0625" y="1936750"/>
              <a:ext cx="792549" cy="743776"/>
            </a:xfrm>
            <a:prstGeom prst="rect">
              <a:avLst/>
            </a:prstGeom>
          </p:spPr>
        </p:pic>
        <p:pic>
          <p:nvPicPr>
            <p:cNvPr id="126" name="Picture 12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81125" y="2222500"/>
              <a:ext cx="390178" cy="286537"/>
            </a:xfrm>
            <a:prstGeom prst="rect">
              <a:avLst/>
            </a:prstGeom>
          </p:spPr>
        </p:pic>
      </p:grpSp>
      <p:sp>
        <p:nvSpPr>
          <p:cNvPr id="127" name="Oval 126"/>
          <p:cNvSpPr/>
          <p:nvPr/>
        </p:nvSpPr>
        <p:spPr>
          <a:xfrm>
            <a:off x="2092019" y="3268821"/>
            <a:ext cx="1625347" cy="2555753"/>
          </a:xfrm>
          <a:prstGeom prst="ellipse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8" name="Oval 127"/>
          <p:cNvSpPr/>
          <p:nvPr/>
        </p:nvSpPr>
        <p:spPr>
          <a:xfrm>
            <a:off x="2100376" y="3609490"/>
            <a:ext cx="1148264" cy="854762"/>
          </a:xfrm>
          <a:prstGeom prst="ellipse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9" name="Oval 128"/>
          <p:cNvSpPr/>
          <p:nvPr/>
        </p:nvSpPr>
        <p:spPr>
          <a:xfrm>
            <a:off x="1808678" y="3478067"/>
            <a:ext cx="2133982" cy="1887343"/>
          </a:xfrm>
          <a:prstGeom prst="ellipse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0" name="TextBox 129"/>
          <p:cNvSpPr txBox="1"/>
          <p:nvPr/>
        </p:nvSpPr>
        <p:spPr>
          <a:xfrm>
            <a:off x="3681842" y="4089090"/>
            <a:ext cx="1429034" cy="369332"/>
          </a:xfrm>
          <a:prstGeom prst="rect">
            <a:avLst/>
          </a:prstGeom>
          <a:solidFill>
            <a:schemeClr val="bg1"/>
          </a:solidFill>
          <a:ln w="317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IE" b="1" dirty="0" smtClean="0"/>
              <a:t>ENSURED</a:t>
            </a:r>
            <a:endParaRPr lang="en-IE" b="1" dirty="0"/>
          </a:p>
        </p:txBody>
      </p:sp>
      <p:sp>
        <p:nvSpPr>
          <p:cNvPr id="131" name="TextBox 130"/>
          <p:cNvSpPr txBox="1"/>
          <p:nvPr/>
        </p:nvSpPr>
        <p:spPr>
          <a:xfrm>
            <a:off x="632427" y="3741658"/>
            <a:ext cx="1538540" cy="369332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b="1" dirty="0" smtClean="0"/>
              <a:t>OCCUPIED</a:t>
            </a:r>
            <a:endParaRPr lang="en-IE" b="1" dirty="0"/>
          </a:p>
        </p:txBody>
      </p:sp>
      <p:sp>
        <p:nvSpPr>
          <p:cNvPr id="132" name="TextBox 131"/>
          <p:cNvSpPr txBox="1"/>
          <p:nvPr/>
        </p:nvSpPr>
        <p:spPr>
          <a:xfrm>
            <a:off x="570983" y="4726867"/>
            <a:ext cx="1429034" cy="369332"/>
          </a:xfrm>
          <a:prstGeom prst="rect">
            <a:avLst/>
          </a:prstGeom>
          <a:solidFill>
            <a:schemeClr val="bg1"/>
          </a:solidFill>
          <a:ln w="317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IE" b="1" dirty="0" smtClean="0"/>
              <a:t>ASSURED</a:t>
            </a:r>
            <a:endParaRPr lang="en-IE" b="1" dirty="0"/>
          </a:p>
        </p:txBody>
      </p:sp>
      <p:sp>
        <p:nvSpPr>
          <p:cNvPr id="133" name="TextBox 132"/>
          <p:cNvSpPr txBox="1"/>
          <p:nvPr/>
        </p:nvSpPr>
        <p:spPr>
          <a:xfrm>
            <a:off x="2176369" y="4518417"/>
            <a:ext cx="1429034" cy="369332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b="1" dirty="0" smtClean="0"/>
              <a:t>HAND OVER</a:t>
            </a:r>
            <a:endParaRPr lang="en-IE" b="1" dirty="0"/>
          </a:p>
        </p:txBody>
      </p:sp>
      <p:sp>
        <p:nvSpPr>
          <p:cNvPr id="134" name="Rectangle 133"/>
          <p:cNvSpPr/>
          <p:nvPr/>
        </p:nvSpPr>
        <p:spPr>
          <a:xfrm>
            <a:off x="405844" y="874859"/>
            <a:ext cx="11200088" cy="29292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3358" y="2375370"/>
            <a:ext cx="4962574" cy="388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7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20" y="159996"/>
            <a:ext cx="9612159" cy="653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69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3820</TotalTime>
  <Words>110</Words>
  <Application>Microsoft Office PowerPoint</Application>
  <PresentationFormat>Widescreen</PresentationFormat>
  <Paragraphs>180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44</cp:revision>
  <dcterms:created xsi:type="dcterms:W3CDTF">2025-04-03T13:22:17Z</dcterms:created>
  <dcterms:modified xsi:type="dcterms:W3CDTF">2025-04-16T13:32:43Z</dcterms:modified>
</cp:coreProperties>
</file>