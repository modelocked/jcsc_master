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8" r:id="rId2"/>
    <p:sldMasterId id="2147483694" r:id="rId3"/>
  </p:sldMasterIdLst>
  <p:notesMasterIdLst>
    <p:notesMasterId r:id="rId16"/>
  </p:notesMasterIdLst>
  <p:sldIdLst>
    <p:sldId id="262" r:id="rId4"/>
    <p:sldId id="278" r:id="rId5"/>
    <p:sldId id="263" r:id="rId6"/>
    <p:sldId id="257" r:id="rId7"/>
    <p:sldId id="272" r:id="rId8"/>
    <p:sldId id="273" r:id="rId9"/>
    <p:sldId id="265" r:id="rId10"/>
    <p:sldId id="258" r:id="rId11"/>
    <p:sldId id="261" r:id="rId12"/>
    <p:sldId id="268" r:id="rId13"/>
    <p:sldId id="269" r:id="rId14"/>
    <p:sldId id="27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493" autoAdjust="0"/>
  </p:normalViewPr>
  <p:slideViewPr>
    <p:cSldViewPr>
      <p:cViewPr>
        <p:scale>
          <a:sx n="92" d="100"/>
          <a:sy n="92" d="100"/>
        </p:scale>
        <p:origin x="-534" y="-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customXml" Target="../customXml/item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customXml" Target="../customXml/item3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3782D-0D49-43D2-9114-26CED3A426EB}" type="datetimeFigureOut">
              <a:rPr lang="en-GB" smtClean="0"/>
              <a:t>23/02/2022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1672F-EED3-45F0-8B78-69FF4A0AD9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1439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fi-FI" sz="1400">
              <a:latin typeface="Arial" pitchFamily="34" charset="0"/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7575">
              <a:defRPr sz="16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917575">
              <a:defRPr sz="16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917575">
              <a:defRPr sz="16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917575">
              <a:defRPr sz="16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917575">
              <a:defRPr sz="16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17575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17575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17575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17575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EBD3C52F-3762-4848-85C0-9BFBA7E411EF}" type="slidenum">
              <a:rPr lang="en-US" sz="1200" b="0" smtClean="0">
                <a:solidFill>
                  <a:prstClr val="black"/>
                </a:solidFill>
                <a:latin typeface="Times New Roman" pitchFamily="18" charset="0"/>
              </a:rPr>
              <a:pPr/>
              <a:t>8</a:t>
            </a:fld>
            <a:endParaRPr lang="en-US" sz="1200" b="0" smtClean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/>
              <a:t>“This is a better option for Fridays as the Train takes the long (slow) way to Munich Airport.  timings of pick-up and drop-off are on your Bus Schedule.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chemeClr val="bg1"/>
                </a:solidFill>
              </a:rPr>
              <a:t>Please see </a:t>
            </a:r>
            <a:r>
              <a:rPr lang="en-US" sz="1400" dirty="0" smtClean="0">
                <a:latin typeface="Arial" pitchFamily="34" charset="0"/>
              </a:rPr>
              <a:t>Student Admin by Close of Business Wednesday to sign</a:t>
            </a:r>
            <a:r>
              <a:rPr lang="en-US" sz="1400" baseline="0" dirty="0" smtClean="0">
                <a:latin typeface="Arial" pitchFamily="34" charset="0"/>
              </a:rPr>
              <a:t> up for the shuttle and pay the fee.”</a:t>
            </a:r>
            <a:endParaRPr lang="en-US" dirty="0" smtClean="0"/>
          </a:p>
          <a:p>
            <a:endParaRPr lang="en-GB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0416">
              <a:defRPr sz="1600" b="1">
                <a:solidFill>
                  <a:schemeClr val="tx1"/>
                </a:solidFill>
                <a:latin typeface="Arial" pitchFamily="34" charset="0"/>
              </a:defRPr>
            </a:lvl1pPr>
            <a:lvl2pPr marL="729057" indent="-280406" defTabSz="900416">
              <a:defRPr sz="1600" b="1">
                <a:solidFill>
                  <a:schemeClr val="tx1"/>
                </a:solidFill>
                <a:latin typeface="Arial" pitchFamily="34" charset="0"/>
              </a:defRPr>
            </a:lvl2pPr>
            <a:lvl3pPr marL="1121626" indent="-224325" defTabSz="900416">
              <a:defRPr sz="1600" b="1">
                <a:solidFill>
                  <a:schemeClr val="tx1"/>
                </a:solidFill>
                <a:latin typeface="Arial" pitchFamily="34" charset="0"/>
              </a:defRPr>
            </a:lvl3pPr>
            <a:lvl4pPr marL="1570276" indent="-224325" defTabSz="900416">
              <a:defRPr sz="1600" b="1">
                <a:solidFill>
                  <a:schemeClr val="tx1"/>
                </a:solidFill>
                <a:latin typeface="Arial" pitchFamily="34" charset="0"/>
              </a:defRPr>
            </a:lvl4pPr>
            <a:lvl5pPr marL="2018927" indent="-224325" defTabSz="900416">
              <a:defRPr sz="1600" b="1">
                <a:solidFill>
                  <a:schemeClr val="tx1"/>
                </a:solidFill>
                <a:latin typeface="Arial" pitchFamily="34" charset="0"/>
              </a:defRPr>
            </a:lvl5pPr>
            <a:lvl6pPr marL="2467577" indent="-224325" defTabSz="900416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6pPr>
            <a:lvl7pPr marL="2916227" indent="-224325" defTabSz="900416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7pPr>
            <a:lvl8pPr marL="3364878" indent="-224325" defTabSz="900416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8pPr>
            <a:lvl9pPr marL="3813528" indent="-224325" defTabSz="900416" fontAlgn="base">
              <a:spcBef>
                <a:spcPct val="0"/>
              </a:spcBef>
              <a:spcAft>
                <a:spcPct val="0"/>
              </a:spcAft>
              <a:defRPr sz="16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B90B883F-5027-4D3C-B640-3BB036210967}" type="slidenum">
              <a:rPr lang="en-US" sz="1200" b="0">
                <a:solidFill>
                  <a:prstClr val="black"/>
                </a:solidFill>
                <a:latin typeface="Times New Roman" pitchFamily="18" charset="0"/>
              </a:rPr>
              <a:pPr/>
              <a:t>10</a:t>
            </a:fld>
            <a:endParaRPr lang="en-US" sz="1200" b="0" dirty="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93813" y="471488"/>
            <a:ext cx="4271962" cy="3203575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508" y="3978387"/>
            <a:ext cx="5028987" cy="44798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z="1400" dirty="0">
              <a:solidFill>
                <a:srgbClr val="FF0000"/>
              </a:solidFill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jpe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34139" y="4775490"/>
            <a:ext cx="7084173" cy="118196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None/>
              <a:defRPr lang="en-GB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634139" y="3275303"/>
            <a:ext cx="7084173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14000"/>
              </a:lnSpc>
              <a:buNone/>
              <a:defRPr lang="en-US" sz="3200" b="1" kern="1200" cap="all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28680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r>
              <a:rPr lang="de-DE" dirty="0" smtClean="0"/>
              <a:t>NATO UNCLASSIFIED</a:t>
            </a:r>
            <a:endParaRPr lang="de-DE" dirty="0"/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/>
              <a:t>‹#›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/>
            <a:fld id="{812DD5D6-4D5B-45BC-BA4C-0FA4CAAF3394}" type="datetime1">
              <a:rPr lang="en-US" smtClean="0">
                <a:solidFill>
                  <a:srgbClr val="003B5B"/>
                </a:solidFill>
              </a:rPr>
              <a:pPr lvl="1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94659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sp>
        <p:nvSpPr>
          <p:cNvPr id="8" name="Rechteck 6"/>
          <p:cNvSpPr/>
          <p:nvPr userDrawn="1"/>
        </p:nvSpPr>
        <p:spPr>
          <a:xfrm>
            <a:off x="0" y="0"/>
            <a:ext cx="237067" cy="237067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pic>
        <p:nvPicPr>
          <p:cNvPr id="9" name="Bild 9" descr="NATO_Star.png"/>
          <p:cNvPicPr>
            <a:picLocks noChangeAspect="1"/>
          </p:cNvPicPr>
          <p:nvPr userDrawn="1"/>
        </p:nvPicPr>
        <p:blipFill>
          <a:blip r:embed="rId2">
            <a:alphaModFix amt="80000"/>
          </a:blip>
          <a:srcRect t="14047" r="35991"/>
          <a:stretch>
            <a:fillRect/>
          </a:stretch>
        </p:blipFill>
        <p:spPr>
          <a:xfrm>
            <a:off x="3301735" y="21852"/>
            <a:ext cx="5853069" cy="5672506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2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35030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r>
              <a:rPr lang="de-DE" dirty="0" smtClean="0"/>
              <a:t>NATO UNCLASSIFIED</a:t>
            </a:r>
            <a:endParaRPr lang="de-DE" dirty="0"/>
          </a:p>
        </p:txBody>
      </p:sp>
      <p:sp>
        <p:nvSpPr>
          <p:cNvPr id="1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/>
              <a:t>‹#›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/>
            <a:fld id="{4AA8F6DC-237A-4057-8953-446ECCB83F9A}" type="datetime1">
              <a:rPr lang="en-US" smtClean="0">
                <a:solidFill>
                  <a:srgbClr val="003B5B"/>
                </a:solidFill>
              </a:rPr>
              <a:pPr lvl="1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54880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sp>
        <p:nvSpPr>
          <p:cNvPr id="8" name="Rechteck 6"/>
          <p:cNvSpPr/>
          <p:nvPr userDrawn="1"/>
        </p:nvSpPr>
        <p:spPr>
          <a:xfrm>
            <a:off x="0" y="0"/>
            <a:ext cx="237067" cy="237067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pic>
        <p:nvPicPr>
          <p:cNvPr id="9" name="Bild 9" descr="NATO_Star.png"/>
          <p:cNvPicPr>
            <a:picLocks noChangeAspect="1"/>
          </p:cNvPicPr>
          <p:nvPr userDrawn="1"/>
        </p:nvPicPr>
        <p:blipFill>
          <a:blip r:embed="rId2">
            <a:alphaModFix amt="80000"/>
          </a:blip>
          <a:srcRect t="14047" r="35991"/>
          <a:stretch>
            <a:fillRect/>
          </a:stretch>
        </p:blipFill>
        <p:spPr>
          <a:xfrm>
            <a:off x="3301735" y="21852"/>
            <a:ext cx="5853069" cy="5672506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 numCol="2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endParaRPr lang="en-US" dirty="0" smtClean="0"/>
          </a:p>
        </p:txBody>
      </p:sp>
      <p:sp>
        <p:nvSpPr>
          <p:cNvPr id="12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38494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r>
              <a:rPr lang="de-DE" smtClean="0"/>
              <a:t>NATO UNCLASSIFIED</a:t>
            </a:r>
            <a:endParaRPr lang="de-DE" dirty="0"/>
          </a:p>
        </p:txBody>
      </p:sp>
      <p:sp>
        <p:nvSpPr>
          <p:cNvPr id="1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/>
              <a:t>‹#›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/>
            <a:fld id="{58F7480C-BCFC-4B19-8927-2696323DB91D}" type="datetime1">
              <a:rPr lang="en-US" smtClean="0">
                <a:solidFill>
                  <a:srgbClr val="003B5B"/>
                </a:solidFill>
              </a:rPr>
              <a:pPr lvl="1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5902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separate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sp>
        <p:nvSpPr>
          <p:cNvPr id="9" name="Rechteck 6"/>
          <p:cNvSpPr/>
          <p:nvPr userDrawn="1"/>
        </p:nvSpPr>
        <p:spPr>
          <a:xfrm>
            <a:off x="0" y="0"/>
            <a:ext cx="237067" cy="237067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pic>
        <p:nvPicPr>
          <p:cNvPr id="10" name="Bild 9" descr="NATO_Star.png"/>
          <p:cNvPicPr>
            <a:picLocks noChangeAspect="1"/>
          </p:cNvPicPr>
          <p:nvPr userDrawn="1"/>
        </p:nvPicPr>
        <p:blipFill>
          <a:blip r:embed="rId2">
            <a:alphaModFix amt="80000"/>
          </a:blip>
          <a:srcRect t="14047" r="35991"/>
          <a:stretch>
            <a:fillRect/>
          </a:stretch>
        </p:blipFill>
        <p:spPr>
          <a:xfrm>
            <a:off x="3301735" y="21852"/>
            <a:ext cx="5853069" cy="5672506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55548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0"/>
          </p:nvPr>
        </p:nvSpPr>
        <p:spPr>
          <a:xfrm>
            <a:off x="6289200" y="1134531"/>
            <a:ext cx="23976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endParaRPr lang="en-US" dirty="0" smtClean="0"/>
          </a:p>
        </p:txBody>
      </p:sp>
      <p:sp>
        <p:nvSpPr>
          <p:cNvPr id="14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38494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r>
              <a:rPr lang="de-DE" smtClean="0"/>
              <a:t>NATO UNCLASSIFIED</a:t>
            </a:r>
            <a:endParaRPr lang="de-DE" dirty="0"/>
          </a:p>
        </p:txBody>
      </p:sp>
      <p:sp>
        <p:nvSpPr>
          <p:cNvPr id="1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/>
              <a:t>‹#›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/>
            <a:fld id="{6C1E617F-2149-4774-B468-9B635344F74C}" type="datetime1">
              <a:rPr lang="en-US" smtClean="0">
                <a:solidFill>
                  <a:srgbClr val="003B5B"/>
                </a:solidFill>
              </a:rPr>
              <a:pPr lvl="1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86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S_Office_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34139" y="4775490"/>
            <a:ext cx="7084173" cy="118196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None/>
              <a:defRPr lang="en-GB" sz="2400" kern="1200" dirty="0">
                <a:solidFill>
                  <a:srgbClr val="003B5B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634139" y="3275303"/>
            <a:ext cx="7084173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14000"/>
              </a:lnSpc>
              <a:buNone/>
              <a:defRPr lang="en-US" sz="3200" b="1" kern="1200" cap="all" dirty="0" smtClean="0">
                <a:solidFill>
                  <a:srgbClr val="003B5B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/>
              <a:t>‹#›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7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35823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r>
              <a:rPr lang="de-DE" dirty="0" smtClean="0"/>
              <a:t>NATO UNCLASSIFIED</a:t>
            </a:r>
            <a:endParaRPr lang="de-DE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/>
            <a:fld id="{2E78049C-4D1A-4909-9A0B-79F2D875F6E7}" type="datetime1">
              <a:rPr lang="en-US" smtClean="0">
                <a:solidFill>
                  <a:srgbClr val="003B5B"/>
                </a:solidFill>
              </a:rPr>
              <a:pPr lvl="1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825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4763" y="53975"/>
            <a:ext cx="5680075" cy="9763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2950" y="1841500"/>
            <a:ext cx="6445250" cy="4352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321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SO_Content_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BCD677F-3E59-4E74-B5FE-07FD78AC8390}" type="datetimeFigureOut">
              <a:rPr lang="en-GB" smtClean="0"/>
              <a:t>23/02/2022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983A9E69-0FA2-4F64-B30A-81AD7233FC77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 userDrawn="1"/>
        </p:nvSpPr>
        <p:spPr>
          <a:xfrm>
            <a:off x="0" y="6372673"/>
            <a:ext cx="9144000" cy="485327"/>
          </a:xfrm>
          <a:prstGeom prst="rect">
            <a:avLst/>
          </a:prstGeom>
          <a:solidFill>
            <a:srgbClr val="003B5B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48124"/>
            <a:ext cx="1421296" cy="47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3877"/>
            <a:ext cx="1854336" cy="95762"/>
          </a:xfrm>
          <a:prstGeom prst="rect">
            <a:avLst/>
          </a:prstGeom>
          <a:solidFill>
            <a:srgbClr val="ADC5D7"/>
          </a:solidFill>
          <a:ln>
            <a:solidFill>
              <a:srgbClr val="ADC5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450512" y="557652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537160"/>
            <a:ext cx="6984864" cy="4795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4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59"/>
            <a:ext cx="240420" cy="303939"/>
          </a:xfrm>
          <a:prstGeom prst="chevron">
            <a:avLst/>
          </a:prstGeom>
          <a:solidFill>
            <a:srgbClr val="ADC5D7"/>
          </a:solidFill>
          <a:ln>
            <a:solidFill>
              <a:srgbClr val="ADC5D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8"/>
            <a:ext cx="8610600" cy="4795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additional info.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637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NSO_Content_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6BCD677F-3E59-4E74-B5FE-07FD78AC8390}" type="datetimeFigureOut">
              <a:rPr lang="en-GB" smtClean="0"/>
              <a:t>23/02/2022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983A9E69-0FA2-4F64-B30A-81AD7233FC77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ctangle 5"/>
          <p:cNvSpPr/>
          <p:nvPr userDrawn="1"/>
        </p:nvSpPr>
        <p:spPr>
          <a:xfrm>
            <a:off x="0" y="6372673"/>
            <a:ext cx="9144000" cy="485327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a:endParaRPr>
          </a:p>
        </p:txBody>
      </p:sp>
      <p:pic>
        <p:nvPicPr>
          <p:cNvPr id="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2" y="148124"/>
            <a:ext cx="1421296" cy="473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783877"/>
            <a:ext cx="1854336" cy="9576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450512" y="557652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537160"/>
            <a:ext cx="6984864" cy="4795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4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59"/>
            <a:ext cx="240420" cy="303939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8"/>
            <a:ext cx="8610600" cy="4795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additional info.</a:t>
            </a:r>
            <a:endParaRPr lang="en-GB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44000" y="1510563"/>
            <a:ext cx="8616720" cy="4604248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lang="en-US" sz="2400" b="0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text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0927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34139" y="4775490"/>
            <a:ext cx="7084173" cy="118196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None/>
              <a:defRPr lang="en-GB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634139" y="3275303"/>
            <a:ext cx="7084173" cy="150018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14000"/>
              </a:lnSpc>
              <a:buNone/>
              <a:defRPr lang="en-US" sz="3200" b="1" kern="1200" cap="all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Fußzeilenplatzhalter 7"/>
          <p:cNvSpPr>
            <a:spLocks noGrp="1"/>
          </p:cNvSpPr>
          <p:nvPr>
            <p:ph type="ftr" sz="quarter" idx="10"/>
          </p:nvPr>
        </p:nvSpPr>
        <p:spPr>
          <a:xfrm>
            <a:off x="2895600" y="6229350"/>
            <a:ext cx="3352800" cy="687388"/>
          </a:xfrm>
        </p:spPr>
        <p:txBody>
          <a:bodyPr/>
          <a:lstStyle>
            <a:lvl1pPr algn="ctr">
              <a:defRPr sz="1200" dirty="0" smtClean="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9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>
                <a:solidFill>
                  <a:srgbClr val="003B5B"/>
                </a:solidFill>
              </a:rPr>
              <a:t>| Slide </a:t>
            </a:r>
            <a:fld id="{224C34E7-76E2-40C1-8074-A63CF8BEC7FD}" type="slidenum">
              <a:rPr lang="en-GB">
                <a:solidFill>
                  <a:srgbClr val="003B5B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3B5B"/>
              </a:solidFill>
            </a:endParaRP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lvl="1" algn="r">
              <a:defRPr sz="90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>
              <a:defRPr/>
            </a:pPr>
            <a:fld id="{B6029D0E-CB3D-4206-A901-E64C9A8AB9A7}" type="datetime1">
              <a:rPr lang="en-US">
                <a:solidFill>
                  <a:srgbClr val="003B5B"/>
                </a:solidFill>
              </a:rPr>
              <a:pPr lvl="1">
                <a:defRPr/>
              </a:pPr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60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4"/>
          <p:cNvSpPr/>
          <p:nvPr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Rechteck 6"/>
          <p:cNvSpPr/>
          <p:nvPr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6" name="Bild 9" descr="NATO_Sta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7" r="35991"/>
          <a:stretch>
            <a:fillRect/>
          </a:stretch>
        </p:blipFill>
        <p:spPr bwMode="auto">
          <a:xfrm>
            <a:off x="3302000" y="22225"/>
            <a:ext cx="5853113" cy="567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7" name="Fußzeilenplatzhalter 7"/>
          <p:cNvSpPr>
            <a:spLocks noGrp="1"/>
          </p:cNvSpPr>
          <p:nvPr>
            <p:ph type="ftr" sz="quarter" idx="10"/>
          </p:nvPr>
        </p:nvSpPr>
        <p:spPr>
          <a:xfrm>
            <a:off x="2895600" y="6235700"/>
            <a:ext cx="3352800" cy="687388"/>
          </a:xfrm>
        </p:spPr>
        <p:txBody>
          <a:bodyPr/>
          <a:lstStyle>
            <a:lvl1pPr algn="ctr">
              <a:defRPr sz="1200" dirty="0" smtClean="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9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>
                <a:solidFill>
                  <a:srgbClr val="003B5B"/>
                </a:solidFill>
              </a:rPr>
              <a:t>| Slide </a:t>
            </a:r>
            <a:fld id="{D5B9193F-758B-4E32-A5DB-062F535D739F}" type="slidenum">
              <a:rPr lang="en-GB">
                <a:solidFill>
                  <a:srgbClr val="003B5B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3B5B"/>
              </a:solidFill>
            </a:endParaRP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lvl="1" algn="r">
              <a:defRPr sz="90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>
              <a:defRPr/>
            </a:pPr>
            <a:fld id="{F7C294DF-F7B1-4EE3-BA9D-42642FCE038C}" type="datetime1">
              <a:rPr lang="en-US">
                <a:solidFill>
                  <a:srgbClr val="003B5B"/>
                </a:solidFill>
              </a:rPr>
              <a:pPr lvl="1">
                <a:defRPr/>
              </a:pPr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594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4"/>
          <p:cNvSpPr/>
          <p:nvPr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Rechteck 6"/>
          <p:cNvSpPr/>
          <p:nvPr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6" name="Bild 9" descr="NATO_Sta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7" r="35991"/>
          <a:stretch>
            <a:fillRect/>
          </a:stretch>
        </p:blipFill>
        <p:spPr bwMode="auto">
          <a:xfrm>
            <a:off x="3302000" y="22225"/>
            <a:ext cx="5853113" cy="567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 numCol="2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endParaRPr lang="en-US" dirty="0" smtClean="0"/>
          </a:p>
        </p:txBody>
      </p:sp>
      <p:sp>
        <p:nvSpPr>
          <p:cNvPr id="7" name="Fußzeilenplatzhalter 7"/>
          <p:cNvSpPr>
            <a:spLocks noGrp="1"/>
          </p:cNvSpPr>
          <p:nvPr>
            <p:ph type="ftr" sz="quarter" idx="10"/>
          </p:nvPr>
        </p:nvSpPr>
        <p:spPr>
          <a:xfrm>
            <a:off x="2895600" y="6238875"/>
            <a:ext cx="3352800" cy="687388"/>
          </a:xfrm>
        </p:spPr>
        <p:txBody>
          <a:bodyPr/>
          <a:lstStyle>
            <a:lvl1pPr algn="ctr">
              <a:defRPr sz="1200" smtClean="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  <a:endParaRPr lang="de-DE" dirty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l">
              <a:defRPr sz="9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>
                <a:solidFill>
                  <a:srgbClr val="003B5B"/>
                </a:solidFill>
              </a:rPr>
              <a:t>| Slide </a:t>
            </a:r>
            <a:fld id="{49799DE9-0AF1-4CB2-B4F2-86F27000E41C}" type="slidenum">
              <a:rPr lang="en-GB">
                <a:solidFill>
                  <a:srgbClr val="003B5B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3B5B"/>
              </a:solidFill>
            </a:endParaRP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lvl="1" algn="r">
              <a:defRPr sz="90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>
              <a:defRPr/>
            </a:pPr>
            <a:fld id="{E622F959-7BE2-4526-8B3F-7E5C8D33EB82}" type="datetime1">
              <a:rPr lang="en-US">
                <a:solidFill>
                  <a:srgbClr val="003B5B"/>
                </a:solidFill>
              </a:rPr>
              <a:pPr lvl="1">
                <a:defRPr/>
              </a:pPr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8030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SO_separate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Rechteck 6"/>
          <p:cNvSpPr/>
          <p:nvPr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7" name="Bild 9" descr="NATO_Sta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7" r="35991"/>
          <a:stretch>
            <a:fillRect/>
          </a:stretch>
        </p:blipFill>
        <p:spPr bwMode="auto">
          <a:xfrm>
            <a:off x="3302000" y="22225"/>
            <a:ext cx="5853113" cy="567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55548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0"/>
          </p:nvPr>
        </p:nvSpPr>
        <p:spPr>
          <a:xfrm>
            <a:off x="6289200" y="1134531"/>
            <a:ext cx="23976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endParaRPr lang="en-US" dirty="0" smtClean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2895600" y="6238875"/>
            <a:ext cx="3352800" cy="687388"/>
          </a:xfrm>
        </p:spPr>
        <p:txBody>
          <a:bodyPr/>
          <a:lstStyle>
            <a:lvl1pPr algn="ctr">
              <a:defRPr sz="1200" smtClean="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  <a:endParaRPr lang="de-DE" dirty="0"/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9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>
                <a:solidFill>
                  <a:srgbClr val="003B5B"/>
                </a:solidFill>
              </a:rPr>
              <a:t>| Slide </a:t>
            </a:r>
            <a:fld id="{993F1D21-B359-49FD-913A-40DAC07BF9B4}" type="slidenum">
              <a:rPr lang="en-GB">
                <a:solidFill>
                  <a:srgbClr val="003B5B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003B5B"/>
              </a:solidFill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lvl="1" algn="r">
              <a:defRPr sz="90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>
              <a:defRPr/>
            </a:pPr>
            <a:fld id="{473DC945-A029-467B-9097-B5D63742A699}" type="datetime1">
              <a:rPr lang="en-US">
                <a:solidFill>
                  <a:srgbClr val="003B5B"/>
                </a:solidFill>
              </a:rPr>
              <a:pPr lvl="1">
                <a:defRPr/>
              </a:pPr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026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466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0891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srgbClr val="000000">
                    <a:tint val="75000"/>
                  </a:srgbClr>
                </a:solidFill>
              </a:rPr>
              <a:pPr/>
              <a:t>23.02.2022</a:t>
            </a:fld>
            <a:endParaRPr 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>
                <a:solidFill>
                  <a:srgbClr val="003B5B"/>
                </a:solidFill>
              </a:rPr>
              <a:pPr/>
              <a:t>‹#›</a:t>
            </a:fld>
            <a:endParaRPr lang="en-US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785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724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0">
        <p:fade/>
      </p:transition>
    </mc:Choice>
    <mc:Fallback xmlns="">
      <p:transition spd="med" advClick="0" advTm="20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99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0">
        <p:fade/>
      </p:transition>
    </mc:Choice>
    <mc:Fallback xmlns="">
      <p:transition spd="med" advClick="0" advTm="20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48000" y="0"/>
            <a:ext cx="1296000" cy="6372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pic>
        <p:nvPicPr>
          <p:cNvPr id="4098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000" y="3060000"/>
            <a:ext cx="1296000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179935" y="5112629"/>
            <a:ext cx="7512793" cy="100467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lang="en-US" sz="24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title]</a:t>
            </a:r>
            <a:endParaRPr lang="en-GB" dirty="0"/>
          </a:p>
        </p:txBody>
      </p:sp>
      <p:sp>
        <p:nvSpPr>
          <p:cNvPr id="15" name="Chevron 14"/>
          <p:cNvSpPr/>
          <p:nvPr userDrawn="1"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0" y="189034"/>
            <a:ext cx="2281154" cy="57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>
          <a:xfrm rot="2700000">
            <a:off x="3093189" y="2242815"/>
            <a:ext cx="2884736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pic>
        <p:nvPicPr>
          <p:cNvPr id="19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0" y="1764000"/>
            <a:ext cx="4516257" cy="2592000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/>
          <p:cNvSpPr/>
          <p:nvPr userDrawn="1"/>
        </p:nvSpPr>
        <p:spPr>
          <a:xfrm>
            <a:off x="0" y="1296000"/>
            <a:ext cx="3672000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6" name="Right Triangle 25"/>
          <p:cNvSpPr/>
          <p:nvPr userDrawn="1"/>
        </p:nvSpPr>
        <p:spPr>
          <a:xfrm rot="16200000">
            <a:off x="3492000" y="3060000"/>
            <a:ext cx="1296144" cy="1296144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rgbClr val="1F497D">
                    <a:lumMod val="60000"/>
                    <a:lumOff val="40000"/>
                  </a:srgb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4788000" y="3060000"/>
            <a:ext cx="3060000" cy="1296000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rgbClr val="1F497D">
                    <a:lumMod val="60000"/>
                    <a:lumOff val="40000"/>
                  </a:srgb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7" name="Rectangle 26"/>
          <p:cNvSpPr/>
          <p:nvPr userDrawn="1"/>
        </p:nvSpPr>
        <p:spPr>
          <a:xfrm>
            <a:off x="4283968" y="3403553"/>
            <a:ext cx="3655976" cy="609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858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84788"/>
            <a:ext cx="6984864" cy="6319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774964"/>
            <a:ext cx="1854336" cy="11988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519063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842" y="1199999"/>
            <a:ext cx="8568630" cy="504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80000"/>
            <a:ext cx="1431625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6516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2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84788"/>
            <a:ext cx="6984864" cy="6319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774964"/>
            <a:ext cx="1854336" cy="11988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519063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1999" y="1199999"/>
            <a:ext cx="4140000" cy="504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680000" y="1199999"/>
            <a:ext cx="4140000" cy="5040000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4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1pPr>
            <a:lvl2pPr marL="800100" indent="-342900">
              <a:buClr>
                <a:srgbClr val="608143"/>
              </a:buClr>
              <a:buFont typeface="Wingdings" panose="05000000000000000000" pitchFamily="2" charset="2"/>
              <a:buChar char="§"/>
              <a:defRPr sz="20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2pPr>
            <a:lvl3pPr marL="12001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8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3pPr>
            <a:lvl4pPr marL="16573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4pPr>
            <a:lvl5pPr marL="2114550" indent="-285750">
              <a:buClr>
                <a:srgbClr val="608143"/>
              </a:buClr>
              <a:buFont typeface="Wingdings" panose="05000000000000000000" pitchFamily="2" charset="2"/>
              <a:buChar char="§"/>
              <a:defRPr sz="1600">
                <a:solidFill>
                  <a:srgbClr val="817A7D"/>
                </a:solidFill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21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80000"/>
            <a:ext cx="1431625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887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1854336" y="384788"/>
            <a:ext cx="6984864" cy="63192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2800" b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here for headline</a:t>
            </a:r>
            <a:endParaRPr lang="en-GB" dirty="0"/>
          </a:p>
        </p:txBody>
      </p:sp>
      <p:sp>
        <p:nvSpPr>
          <p:cNvPr id="13" name="Chevron 12"/>
          <p:cNvSpPr/>
          <p:nvPr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4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0" y="774964"/>
            <a:ext cx="1854336" cy="119889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1452664" y="519063"/>
            <a:ext cx="329648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b="1" dirty="0" smtClean="0">
                <a:solidFill>
                  <a:prstClr val="black">
                    <a:lumMod val="50000"/>
                    <a:lumOff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en-GB" sz="2400" b="1" dirty="0">
              <a:solidFill>
                <a:prstClr val="black">
                  <a:lumMod val="50000"/>
                  <a:lumOff val="50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smtClean="0">
                <a:solidFill>
                  <a:srgbClr val="ADC5D7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dirty="0">
              <a:solidFill>
                <a:srgbClr val="ADC5D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252000" y="1200000"/>
            <a:ext cx="8568000" cy="50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17A7D"/>
                </a:solidFill>
              </a:defRPr>
            </a:lvl1pPr>
          </a:lstStyle>
          <a:p>
            <a:endParaRPr lang="en-GB" dirty="0"/>
          </a:p>
        </p:txBody>
      </p:sp>
      <p:pic>
        <p:nvPicPr>
          <p:cNvPr id="18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00" y="180000"/>
            <a:ext cx="1431625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30824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Image_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8267962" y="6403400"/>
            <a:ext cx="480502" cy="4565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D16F4F5B-0709-4C42-826C-39C9A5077E89}" type="slidenum">
              <a:rPr lang="en-US" sz="1200" smtClean="0">
                <a:solidFill>
                  <a:srgbClr val="BFCDB4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GB" sz="1200" dirty="0">
              <a:solidFill>
                <a:srgbClr val="BFCDB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hevron 4"/>
          <p:cNvSpPr/>
          <p:nvPr userDrawn="1"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38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 dirty="0"/>
          </a:p>
        </p:txBody>
      </p:sp>
      <p:pic>
        <p:nvPicPr>
          <p:cNvPr id="8" name="Picture 2" descr="G:\01_CMDG\08_PAO\01_PAO_CORPORATE-DESIGN\Department Icons\JPOD\20160531_NU_JPOD_Icon_100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000" y="6372000"/>
            <a:ext cx="468000" cy="46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560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POD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7848000" y="0"/>
            <a:ext cx="1296000" cy="6372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prstClr val="white"/>
              </a:solidFill>
            </a:endParaRPr>
          </a:p>
        </p:txBody>
      </p:sp>
      <p:sp>
        <p:nvSpPr>
          <p:cNvPr id="15" name="Chevron 14"/>
          <p:cNvSpPr/>
          <p:nvPr userDrawn="1"/>
        </p:nvSpPr>
        <p:spPr>
          <a:xfrm>
            <a:off x="224962" y="6474760"/>
            <a:ext cx="240420" cy="303939"/>
          </a:xfrm>
          <a:prstGeom prst="chevron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33400" y="6359649"/>
            <a:ext cx="8610600" cy="4795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600" b="0" kern="1200" baseline="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[insert additional info, e.g. classification of this slide]</a:t>
            </a:r>
            <a:endParaRPr lang="en-GB" dirty="0"/>
          </a:p>
        </p:txBody>
      </p:sp>
      <p:pic>
        <p:nvPicPr>
          <p:cNvPr id="17" name="Picture 2" descr="G:\01_CMDG\08_PAO\01_PAO_CORPORATE-DESIGN\QR_Codes\20170824_NU_qrcode_nso_startpage.jpg"/>
          <p:cNvPicPr>
            <a:picLocks noChangeAspect="1" noChangeArrowheads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000" y="72000"/>
            <a:ext cx="1152000" cy="11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G:\01_CMDG\08_PAO\01_PAO_CORPORATE-DESIGN\NSO_Logos\NSO_Logo_Landscape_4c\NSO_Logo_4c.png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750" y="189034"/>
            <a:ext cx="2281154" cy="571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G:\01_CMDG\08_PAO\01_PAO_CORPORATE-DESIGN\Department Icons\JPOD\20160531_NU_JPOD_Icon_600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000" y="3060000"/>
            <a:ext cx="1296000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 userDrawn="1"/>
        </p:nvSpPr>
        <p:spPr>
          <a:xfrm rot="2700000">
            <a:off x="3093189" y="2242815"/>
            <a:ext cx="2884736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pic>
        <p:nvPicPr>
          <p:cNvPr id="13" name="Picture 3" descr="Z:\0000_NSO-Generic-Photos\NSO Eagle\Eagle2a.jpg"/>
          <p:cNvPicPr>
            <a:picLocks noChangeAspect="1" noChangeArrowheads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3" t="10890" r="-61" b="12227"/>
          <a:stretch/>
        </p:blipFill>
        <p:spPr bwMode="auto">
          <a:xfrm>
            <a:off x="0" y="1764000"/>
            <a:ext cx="4516257" cy="2592000"/>
          </a:xfrm>
          <a:prstGeom prst="homePlate">
            <a:avLst>
              <a:gd name="adj" fmla="val 4923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/>
          <p:cNvSpPr/>
          <p:nvPr userDrawn="1"/>
        </p:nvSpPr>
        <p:spPr>
          <a:xfrm>
            <a:off x="0" y="1296000"/>
            <a:ext cx="3672000" cy="468000"/>
          </a:xfrm>
          <a:prstGeom prst="rect">
            <a:avLst/>
          </a:prstGeom>
          <a:solidFill>
            <a:srgbClr val="BFCD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21" name="Right Triangle 20"/>
          <p:cNvSpPr/>
          <p:nvPr userDrawn="1"/>
        </p:nvSpPr>
        <p:spPr>
          <a:xfrm rot="16200000">
            <a:off x="3492000" y="3060000"/>
            <a:ext cx="1296144" cy="1296144"/>
          </a:xfrm>
          <a:prstGeom prst="rtTriangle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rgbClr val="1F497D">
                    <a:lumMod val="60000"/>
                    <a:lumOff val="40000"/>
                  </a:srgb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788000" y="3060000"/>
            <a:ext cx="3060000" cy="1296000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rgbClr val="1F497D">
                    <a:lumMod val="60000"/>
                    <a:lumOff val="40000"/>
                  </a:srgbClr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4283968" y="3403553"/>
            <a:ext cx="3655976" cy="6090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Plans and Operations Department (JPOD)</a:t>
            </a:r>
            <a:endParaRPr lang="en-GB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 userDrawn="1"/>
        </p:nvSpPr>
        <p:spPr>
          <a:xfrm>
            <a:off x="2052000" y="4860000"/>
            <a:ext cx="4011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  <a:endParaRPr lang="en-GB" sz="48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7848000" y="1260000"/>
            <a:ext cx="12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817A7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the NSO Website</a:t>
            </a:r>
            <a:endParaRPr lang="en-GB" sz="1200" b="1" dirty="0">
              <a:solidFill>
                <a:srgbClr val="817A7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0655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 smtClean="0">
                <a:solidFill>
                  <a:prstClr val="black">
                    <a:tint val="75000"/>
                  </a:prstClr>
                </a:solidFill>
              </a:rPr>
              <a:t>4 December 2013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>
                <a:solidFill>
                  <a:prstClr val="black"/>
                </a:solidFill>
              </a:rPr>
              <a:t>NATO UNCLASSIFIED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dirty="0" smtClean="0">
                <a:solidFill>
                  <a:prstClr val="black"/>
                </a:solidFill>
              </a:rPr>
              <a:t>1</a:t>
            </a:r>
            <a:endParaRPr lang="en-GB" dirty="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752475" cy="69532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de-DE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 smtClean="0">
                <a:solidFill>
                  <a:prstClr val="white"/>
                </a:solidFill>
              </a:rPr>
              <a:t>JPOD</a:t>
            </a:r>
            <a:endParaRPr lang="en-GB" sz="18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1961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PD_separate_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6" name="Bild 9" descr="NATO_Star.png"/>
          <p:cNvPicPr>
            <a:picLocks noChangeAspect="1"/>
          </p:cNvPicPr>
          <p:nvPr userDrawn="1"/>
        </p:nvPicPr>
        <p:blipFill>
          <a:blip r:embed="rId2"/>
          <a:srcRect t="14047" r="35991"/>
          <a:stretch>
            <a:fillRect/>
          </a:stretch>
        </p:blipFill>
        <p:spPr bwMode="auto">
          <a:xfrm>
            <a:off x="3302000" y="9525"/>
            <a:ext cx="5853113" cy="567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hteck 6"/>
          <p:cNvSpPr/>
          <p:nvPr userDrawn="1"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61814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55548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0"/>
          </p:nvPr>
        </p:nvSpPr>
        <p:spPr>
          <a:xfrm>
            <a:off x="6289200" y="1134531"/>
            <a:ext cx="2397600" cy="4935600"/>
          </a:xfrm>
          <a:prstGeom prst="rect">
            <a:avLst/>
          </a:prstGeom>
        </p:spPr>
        <p:txBody>
          <a:bodyPr numCol="1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endParaRPr lang="en-US" dirty="0" smtClean="0"/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>
                <a:solidFill>
                  <a:srgbClr val="1F497D"/>
                </a:solidFill>
              </a:rPr>
              <a:t>| Slide </a:t>
            </a:r>
            <a:fld id="{D4BEFFE6-BC91-4D65-8F4B-B939F59624CB}" type="slidenum">
              <a:rPr lang="en-GB">
                <a:solidFill>
                  <a:srgbClr val="1F497D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1F497D"/>
              </a:solidFill>
            </a:endParaRPr>
          </a:p>
        </p:txBody>
      </p:sp>
      <p:sp>
        <p:nvSpPr>
          <p:cNvPr id="9" name="Fußzeilenplatzhalter 7"/>
          <p:cNvSpPr>
            <a:spLocks noGrp="1"/>
          </p:cNvSpPr>
          <p:nvPr>
            <p:ph type="ftr" sz="quarter" idx="12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3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r>
              <a:rPr lang="en-US">
                <a:solidFill>
                  <a:prstClr val="black"/>
                </a:solidFill>
              </a:rPr>
              <a:t>17 April 2013</a:t>
            </a:r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63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PD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5" name="Bild 9" descr="NATO_Star.png"/>
          <p:cNvPicPr>
            <a:picLocks noChangeAspect="1"/>
          </p:cNvPicPr>
          <p:nvPr userDrawn="1"/>
        </p:nvPicPr>
        <p:blipFill>
          <a:blip r:embed="rId2"/>
          <a:srcRect t="14047" r="35991"/>
          <a:stretch>
            <a:fillRect/>
          </a:stretch>
        </p:blipFill>
        <p:spPr bwMode="auto">
          <a:xfrm>
            <a:off x="3302000" y="9525"/>
            <a:ext cx="5853113" cy="567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hteck 6"/>
          <p:cNvSpPr/>
          <p:nvPr userDrawn="1"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61814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>
                <a:solidFill>
                  <a:srgbClr val="1F497D"/>
                </a:solidFill>
              </a:rPr>
              <a:t>| Slide </a:t>
            </a:r>
            <a:fld id="{50C4239F-5052-4537-A2DB-F2B65071D572}" type="slidenum">
              <a:rPr lang="en-GB">
                <a:solidFill>
                  <a:srgbClr val="1F497D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1F497D"/>
              </a:solidFill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r>
              <a:rPr lang="en-US">
                <a:solidFill>
                  <a:prstClr val="black"/>
                </a:solidFill>
              </a:rPr>
              <a:t>17 April 2013</a:t>
            </a:r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3629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SO_one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4"/>
          <p:cNvSpPr/>
          <p:nvPr userDrawn="1"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Rechteck 6"/>
          <p:cNvSpPr/>
          <p:nvPr userDrawn="1"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033E5B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6" name="Bild 9" descr="NATO_Star.png"/>
          <p:cNvPicPr>
            <a:picLocks noChangeAspect="1"/>
          </p:cNvPicPr>
          <p:nvPr userDrawn="1"/>
        </p:nvPicPr>
        <p:blipFill>
          <a:blip r:embed="rId2"/>
          <a:srcRect t="14047" r="35991"/>
          <a:stretch>
            <a:fillRect/>
          </a:stretch>
        </p:blipFill>
        <p:spPr bwMode="auto">
          <a:xfrm>
            <a:off x="3302000" y="22225"/>
            <a:ext cx="5853113" cy="567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7" name="Fußzeilenplatzhalter 7"/>
          <p:cNvSpPr>
            <a:spLocks noGrp="1"/>
          </p:cNvSpPr>
          <p:nvPr>
            <p:ph type="ftr" sz="quarter" idx="10"/>
          </p:nvPr>
        </p:nvSpPr>
        <p:spPr>
          <a:xfrm>
            <a:off x="2895600" y="6235700"/>
            <a:ext cx="3352800" cy="687388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GB">
                <a:solidFill>
                  <a:srgbClr val="1F497D"/>
                </a:solidFill>
              </a:rPr>
              <a:t>| Slide </a:t>
            </a:r>
            <a:fld id="{1506551D-65BC-4B2F-8DBF-E890280EF502}" type="slidenum">
              <a:rPr lang="en-GB">
                <a:solidFill>
                  <a:srgbClr val="1F497D"/>
                </a:solidFill>
              </a:rPr>
              <a:pPr>
                <a:defRPr/>
              </a:pPr>
              <a:t>‹#›</a:t>
            </a:fld>
            <a:endParaRPr lang="en-GB">
              <a:solidFill>
                <a:srgbClr val="1F497D"/>
              </a:solidFill>
            </a:endParaRP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r>
              <a:rPr lang="en-US">
                <a:solidFill>
                  <a:prstClr val="black"/>
                </a:solidFill>
              </a:rPr>
              <a:t>17 April 2013</a:t>
            </a:r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01158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9500" y="244475"/>
            <a:ext cx="6985000" cy="97631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" y="1508125"/>
            <a:ext cx="8331200" cy="4787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 dirty="0" smtClean="0">
                <a:solidFill>
                  <a:srgbClr val="1F497D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1F497D"/>
                </a:solidFill>
              </a:rPr>
              <a:pPr/>
              <a:t>‹#›</a:t>
            </a:fld>
            <a:endParaRPr lang="en-GB" dirty="0">
              <a:solidFill>
                <a:srgbClr val="1F497D"/>
              </a:solidFill>
            </a:endParaRPr>
          </a:p>
        </p:txBody>
      </p:sp>
      <p:sp>
        <p:nvSpPr>
          <p:cNvPr id="6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35823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0000"/>
                </a:solidFill>
                <a:latin typeface="Arial"/>
                <a:cs typeface="Arial"/>
              </a:defRPr>
            </a:lvl1pPr>
          </a:lstStyle>
          <a:p>
            <a:r>
              <a:rPr lang="de-DE" dirty="0" smtClean="0"/>
              <a:t>NATO UNCLASSIFIED</a:t>
            </a:r>
            <a:endParaRPr lang="de-DE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/>
            <a:fld id="{CF693CE6-79B8-4533-A98C-FCB19712FC7E}" type="datetime1">
              <a:rPr lang="en-US" smtClean="0">
                <a:solidFill>
                  <a:srgbClr val="1F497D"/>
                </a:solidFill>
              </a:rPr>
              <a:pPr lvl="1"/>
              <a:t>23.02.2022</a:t>
            </a:fld>
            <a:endParaRPr lang="en-GB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0095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PD_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4"/>
          <p:cNvSpPr/>
          <p:nvPr/>
        </p:nvSpPr>
        <p:spPr>
          <a:xfrm>
            <a:off x="0" y="0"/>
            <a:ext cx="9144000" cy="6184900"/>
          </a:xfrm>
          <a:prstGeom prst="rect">
            <a:avLst/>
          </a:prstGeom>
          <a:gradFill flip="none" rotWithShape="1">
            <a:gsLst>
              <a:gs pos="0">
                <a:srgbClr val="F0F0F0"/>
              </a:gs>
              <a:gs pos="100000">
                <a:srgbClr val="E6E6E6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5" name="Bild 9" descr="NATO_Star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7" r="35991"/>
          <a:stretch>
            <a:fillRect/>
          </a:stretch>
        </p:blipFill>
        <p:spPr bwMode="auto">
          <a:xfrm>
            <a:off x="3302000" y="9525"/>
            <a:ext cx="5853113" cy="567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6"/>
          <p:cNvSpPr/>
          <p:nvPr/>
        </p:nvSpPr>
        <p:spPr>
          <a:xfrm>
            <a:off x="0" y="0"/>
            <a:ext cx="236538" cy="236538"/>
          </a:xfrm>
          <a:prstGeom prst="rect">
            <a:avLst/>
          </a:prstGeom>
          <a:solidFill>
            <a:srgbClr val="618143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de-DE">
              <a:solidFill>
                <a:prstClr val="white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600" cy="748800"/>
          </a:xfrm>
          <a:prstGeom prst="rect">
            <a:avLst/>
          </a:prstGeom>
        </p:spPr>
        <p:txBody>
          <a:bodyPr anchor="b"/>
          <a:lstStyle>
            <a:lvl1pPr algn="l">
              <a:defRPr lang="en-GB" sz="2400" b="1" kern="1200" dirty="0">
                <a:solidFill>
                  <a:srgbClr val="003C5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134531"/>
            <a:ext cx="8229600" cy="4935600"/>
          </a:xfrm>
          <a:prstGeom prst="rect">
            <a:avLst/>
          </a:prstGeom>
        </p:spPr>
        <p:txBody>
          <a:bodyPr numCol="2"/>
          <a:lstStyle>
            <a:lvl1pPr marL="0" indent="0">
              <a:lnSpc>
                <a:spcPct val="114000"/>
              </a:lnSpc>
              <a:buNone/>
              <a:defRPr lang="en-US" sz="2000" b="1" i="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1pPr>
            <a:lvl2pPr marL="0" indent="0">
              <a:lnSpc>
                <a:spcPct val="114000"/>
              </a:lnSpc>
              <a:buNone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723900" indent="-228600">
              <a:lnSpc>
                <a:spcPct val="114000"/>
              </a:lnSpc>
              <a:buFont typeface="Wingdings" pitchFamily="2" charset="2"/>
              <a:buChar char="§"/>
              <a:defRPr lang="en-US" sz="1800" kern="1200" dirty="0" smtClean="0">
                <a:solidFill>
                  <a:srgbClr val="003D5C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23900" indent="-228600">
              <a:lnSpc>
                <a:spcPct val="114000"/>
              </a:lnSpc>
              <a:defRPr lang="en-US" sz="1600" kern="1200" dirty="0" smtClean="0">
                <a:solidFill>
                  <a:srgbClr val="003D5C"/>
                </a:solidFill>
                <a:latin typeface="Arial"/>
                <a:ea typeface="+mn-ea"/>
                <a:cs typeface="Arial"/>
              </a:defRPr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0"/>
            <a:endParaRPr lang="en-US" dirty="0" smtClean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>
                <a:solidFill>
                  <a:prstClr val="black"/>
                </a:solidFill>
              </a:rPr>
              <a:t>| Slide </a:t>
            </a:r>
            <a:fld id="{F12C706F-5AD7-4C8A-AD67-1CC2E9D7C03D}" type="slidenum">
              <a:rPr lang="en-GB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GB" altLang="en-US">
              <a:solidFill>
                <a:prstClr val="black"/>
              </a:solidFill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de-DE"/>
              <a:t>NATO UNCLASSIFIED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2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16A4FE72-21C3-478C-B2E7-A20EE3051EBA}" type="datetime1">
              <a:rPr lang="en-US">
                <a:solidFill>
                  <a:prstClr val="black"/>
                </a:solidFill>
              </a:rPr>
              <a:pPr lvl="1">
                <a:defRPr/>
              </a:pPr>
              <a:t>23.02.2022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56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11" descr="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6961" y="6382657"/>
            <a:ext cx="1256817" cy="275186"/>
          </a:xfrm>
          <a:prstGeom prst="rect">
            <a:avLst/>
          </a:prstGeom>
        </p:spPr>
      </p:pic>
      <p:sp>
        <p:nvSpPr>
          <p:cNvPr id="8" name="Rechteck 15"/>
          <p:cNvSpPr/>
          <p:nvPr/>
        </p:nvSpPr>
        <p:spPr>
          <a:xfrm>
            <a:off x="-1" y="0"/>
            <a:ext cx="9144000" cy="6858000"/>
          </a:xfrm>
          <a:prstGeom prst="rect">
            <a:avLst/>
          </a:prstGeom>
          <a:solidFill>
            <a:srgbClr val="003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pic>
        <p:nvPicPr>
          <p:cNvPr id="9" name="Bild 16" descr="NATO_Star.png"/>
          <p:cNvPicPr>
            <a:picLocks noChangeAspect="1"/>
          </p:cNvPicPr>
          <p:nvPr/>
        </p:nvPicPr>
        <p:blipFill>
          <a:blip r:embed="rId11">
            <a:alphaModFix amt="20000"/>
          </a:blip>
          <a:srcRect t="14047" r="35991"/>
          <a:stretch>
            <a:fillRect/>
          </a:stretch>
        </p:blipFill>
        <p:spPr>
          <a:xfrm>
            <a:off x="3301735" y="9152"/>
            <a:ext cx="5853069" cy="5672506"/>
          </a:xfrm>
          <a:prstGeom prst="rect">
            <a:avLst/>
          </a:prstGeom>
        </p:spPr>
      </p:pic>
      <p:sp>
        <p:nvSpPr>
          <p:cNvPr id="10" name="Rechteck 17"/>
          <p:cNvSpPr/>
          <p:nvPr/>
        </p:nvSpPr>
        <p:spPr>
          <a:xfrm>
            <a:off x="10804" y="6169742"/>
            <a:ext cx="9144000" cy="68825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de-DE">
              <a:solidFill>
                <a:prstClr val="white"/>
              </a:solidFill>
            </a:endParaRPr>
          </a:p>
        </p:txBody>
      </p:sp>
      <p:pic>
        <p:nvPicPr>
          <p:cNvPr id="11" name="Bild 18" descr="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86961" y="6395415"/>
            <a:ext cx="1256817" cy="27518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7" y="6410415"/>
            <a:ext cx="738203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/>
            <a:r>
              <a:rPr lang="en-GB" dirty="0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 defTabSz="457200"/>
              <a:t>‹#›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12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467" y="6235823"/>
            <a:ext cx="3353065" cy="688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 defTabSz="457200"/>
            <a:r>
              <a:rPr lang="de-DE" dirty="0" smtClean="0"/>
              <a:t>NATO UNCLASSIFIED</a:t>
            </a:r>
            <a:endParaRPr lang="de-D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45096" y="6410415"/>
            <a:ext cx="75693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algn="r">
              <a:defRPr sz="90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 defTabSz="457200"/>
            <a:fld id="{B6BB2860-EF96-4CDF-BD58-09AA1E5EAA08}" type="datetime1">
              <a:rPr lang="en-US" smtClean="0">
                <a:solidFill>
                  <a:srgbClr val="003B5B"/>
                </a:solidFill>
              </a:rPr>
              <a:pPr lvl="1" defTabSz="457200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30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91" r:id="rId7"/>
    <p:sldLayoutId id="2147483692" r:id="rId8"/>
  </p:sldLayoutIdLst>
  <p:timing>
    <p:tnLst>
      <p:par>
        <p:cTn id="1" dur="indefinite" restart="never" nodeType="tmRoot"/>
      </p:par>
    </p:tnLst>
  </p:timing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Bild 11" descr="Logo.png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663" y="6383338"/>
            <a:ext cx="1257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2052" name="Bild 16" descr="NATO_Star.p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47" r="35991"/>
          <a:stretch>
            <a:fillRect/>
          </a:stretch>
        </p:blipFill>
        <p:spPr bwMode="auto">
          <a:xfrm>
            <a:off x="3302000" y="9525"/>
            <a:ext cx="5853113" cy="567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hteck 17"/>
          <p:cNvSpPr/>
          <p:nvPr/>
        </p:nvSpPr>
        <p:spPr>
          <a:xfrm>
            <a:off x="11113" y="6169025"/>
            <a:ext cx="9144000" cy="6889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>
              <a:defRPr/>
            </a:pPr>
            <a:endParaRPr lang="de-DE">
              <a:solidFill>
                <a:prstClr val="white"/>
              </a:solidFill>
            </a:endParaRPr>
          </a:p>
        </p:txBody>
      </p:sp>
      <p:pic>
        <p:nvPicPr>
          <p:cNvPr id="2054" name="Bild 18" descr="Logo.png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663" y="6396038"/>
            <a:ext cx="12573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6938963" y="6410325"/>
            <a:ext cx="738187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>
              <a:defRPr/>
            </a:pPr>
            <a:r>
              <a:rPr lang="en-GB">
                <a:solidFill>
                  <a:srgbClr val="003B5B"/>
                </a:solidFill>
              </a:rPr>
              <a:t>| Slide </a:t>
            </a:r>
            <a:fld id="{A79049C8-5B8C-4E76-97D7-87313DBFF45B}" type="slidenum">
              <a:rPr lang="en-GB">
                <a:solidFill>
                  <a:srgbClr val="003B5B"/>
                </a:solidFill>
              </a:rPr>
              <a:pPr defTabSz="457200">
                <a:defRPr/>
              </a:pPr>
              <a:t>‹#›</a:t>
            </a:fld>
            <a:endParaRPr lang="en-GB">
              <a:solidFill>
                <a:srgbClr val="003B5B"/>
              </a:solidFill>
            </a:endParaRPr>
          </a:p>
        </p:txBody>
      </p:sp>
      <p:sp>
        <p:nvSpPr>
          <p:cNvPr id="12" name="Fußzeilenplatzhalter 7"/>
          <p:cNvSpPr>
            <a:spLocks noGrp="1"/>
          </p:cNvSpPr>
          <p:nvPr>
            <p:ph type="ftr" sz="quarter" idx="3"/>
          </p:nvPr>
        </p:nvSpPr>
        <p:spPr>
          <a:xfrm>
            <a:off x="2895600" y="6235700"/>
            <a:ext cx="3352800" cy="6889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 smtClean="0">
                <a:solidFill>
                  <a:srgbClr val="033E5B"/>
                </a:solidFill>
                <a:latin typeface="Arial"/>
                <a:cs typeface="Arial"/>
              </a:defRPr>
            </a:lvl1pPr>
          </a:lstStyle>
          <a:p>
            <a:pPr defTabSz="457200">
              <a:defRPr/>
            </a:pPr>
            <a:r>
              <a:rPr lang="de-DE"/>
              <a:t>NATO UNCLASSIFIED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45213" y="6410325"/>
            <a:ext cx="757237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0" lvl="1" algn="r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2pPr>
          </a:lstStyle>
          <a:p>
            <a:pPr lvl="1" defTabSz="457200">
              <a:defRPr/>
            </a:pPr>
            <a:fld id="{AC6FA40E-B25F-48D5-B496-D52920AF4A5F}" type="datetime1">
              <a:rPr lang="en-US">
                <a:solidFill>
                  <a:srgbClr val="003B5B"/>
                </a:solidFill>
              </a:rPr>
              <a:pPr lvl="1" defTabSz="457200">
                <a:defRPr/>
              </a:pPr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49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</p:sldLayoutIdLst>
  <p:timing>
    <p:tnLst>
      <p:par>
        <p:cTn id="1" dur="indefinite" restart="never" nodeType="tmRoot"/>
      </p:par>
    </p:tnLst>
  </p:timing>
  <p:hf hd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ild 12" descr="NATO_Star.png"/>
          <p:cNvPicPr>
            <a:picLocks noChangeAspect="1"/>
          </p:cNvPicPr>
          <p:nvPr/>
        </p:nvPicPr>
        <p:blipFill>
          <a:blip r:embed="rId14">
            <a:alphaModFix amt="20000"/>
          </a:blip>
          <a:srcRect t="14047" r="35991"/>
          <a:stretch>
            <a:fillRect/>
          </a:stretch>
        </p:blipFill>
        <p:spPr>
          <a:xfrm>
            <a:off x="3301735" y="9153"/>
            <a:ext cx="5853069" cy="567250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72000"/>
            <a:ext cx="9144000" cy="468000"/>
          </a:xfrm>
          <a:prstGeom prst="rect">
            <a:avLst/>
          </a:prstGeom>
          <a:solidFill>
            <a:srgbClr val="608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n>
                <a:solidFill>
                  <a:srgbClr val="1F497D">
                    <a:lumMod val="60000"/>
                    <a:lumOff val="40000"/>
                  </a:srgbClr>
                </a:solidFill>
              </a:ln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283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microsoft.com/office/2007/relationships/hdphoto" Target="../media/hdphoto5.wdp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hyperlink" Target="http://www.google.at/url?sa=i&amp;rct=j&amp;q=&amp;esrc=s&amp;frm=1&amp;source=images&amp;cd=&amp;cad=rja&amp;uact=8&amp;ved=0CAcQjRw&amp;url=http://www.reallyfreeclipart.com/art_files_05/evergreen_trees_03.htm&amp;ei=zLzYVO2UD8PzUvXmgPgH&amp;bvm=bv.85464276,d.ZGU&amp;psig=AFQjCNHyNCh-QwkBAh4MyTwRO_WgDMAYdQ&amp;ust=1423576638672623" TargetMode="External"/><Relationship Id="rId5" Type="http://schemas.openxmlformats.org/officeDocument/2006/relationships/image" Target="../media/image14.png"/><Relationship Id="rId15" Type="http://schemas.microsoft.com/office/2007/relationships/hdphoto" Target="../media/hdphoto6.wdp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16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2"/>
                </a:solidFill>
              </a:rPr>
              <a:t>(</a:t>
            </a:r>
            <a:r>
              <a:rPr lang="en-US" dirty="0" err="1" smtClean="0">
                <a:solidFill>
                  <a:schemeClr val="bg2"/>
                </a:solidFill>
              </a:rPr>
              <a:t>psst</a:t>
            </a:r>
            <a:r>
              <a:rPr lang="en-US" dirty="0" smtClean="0">
                <a:solidFill>
                  <a:schemeClr val="bg2"/>
                </a:solidFill>
              </a:rPr>
              <a:t>…don’t bring your luggage to the NSO…)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568" y="764704"/>
            <a:ext cx="7084173" cy="1500187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NLOC PHASE 6 “TRANSITION”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/>
              <a:t>1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smtClean="0"/>
              <a:t>NATO UNCLASSIFIED</a:t>
            </a:r>
            <a:endParaRPr lang="de-DE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lvl="1"/>
            <a:fld id="{2E78049C-4D1A-4909-9A0B-79F2D875F6E7}" type="datetime1">
              <a:rPr lang="en-US" smtClean="0">
                <a:solidFill>
                  <a:srgbClr val="003B5B"/>
                </a:solidFill>
              </a:rPr>
              <a:pPr lvl="1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7" name="AutoShape 2" descr="See the source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4" descr="See the source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348881"/>
            <a:ext cx="4320480" cy="2430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848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What we accomplished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NATO UNCLASSIFIED</a:t>
            </a:r>
            <a:endParaRPr lang="en-GB" dirty="0"/>
          </a:p>
        </p:txBody>
      </p:sp>
      <p:sp>
        <p:nvSpPr>
          <p:cNvPr id="90115" name="Rectangle 5"/>
          <p:cNvSpPr>
            <a:spLocks noChangeArrowheads="1"/>
          </p:cNvSpPr>
          <p:nvPr/>
        </p:nvSpPr>
        <p:spPr bwMode="auto">
          <a:xfrm>
            <a:off x="0" y="1490663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7A5C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endParaRPr lang="en-US" altLang="fi-FI" sz="2400">
              <a:solidFill>
                <a:prstClr val="black"/>
              </a:solidFill>
              <a:latin typeface="Time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352928" cy="5371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539552" y="3501007"/>
            <a:ext cx="1656184" cy="1656185"/>
          </a:xfrm>
          <a:prstGeom prst="rect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2195736" y="2492897"/>
            <a:ext cx="1656184" cy="2736304"/>
          </a:xfrm>
          <a:prstGeom prst="rect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3851920" y="2492897"/>
            <a:ext cx="1656184" cy="2376263"/>
          </a:xfrm>
          <a:prstGeom prst="rect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539552" y="5164225"/>
            <a:ext cx="1656184" cy="713047"/>
          </a:xfrm>
          <a:prstGeom prst="rect">
            <a:avLst/>
          </a:prstGeom>
          <a:solidFill>
            <a:srgbClr val="C0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195736" y="5239304"/>
            <a:ext cx="1656184" cy="713047"/>
          </a:xfrm>
          <a:prstGeom prst="rect">
            <a:avLst/>
          </a:prstGeom>
          <a:solidFill>
            <a:srgbClr val="C0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/>
          <p:cNvSpPr/>
          <p:nvPr/>
        </p:nvSpPr>
        <p:spPr>
          <a:xfrm>
            <a:off x="3851920" y="5301208"/>
            <a:ext cx="1656184" cy="792088"/>
          </a:xfrm>
          <a:prstGeom prst="rect">
            <a:avLst/>
          </a:prstGeom>
          <a:solidFill>
            <a:srgbClr val="C0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5494218" y="5164224"/>
            <a:ext cx="1656184" cy="713047"/>
          </a:xfrm>
          <a:prstGeom prst="rect">
            <a:avLst/>
          </a:prstGeom>
          <a:solidFill>
            <a:srgbClr val="C0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539552" y="2492897"/>
            <a:ext cx="1656184" cy="1008109"/>
          </a:xfrm>
          <a:prstGeom prst="rect">
            <a:avLst/>
          </a:prstGeom>
          <a:solidFill>
            <a:srgbClr val="FFFF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5494218" y="4869160"/>
            <a:ext cx="1656184" cy="288938"/>
          </a:xfrm>
          <a:prstGeom prst="rect">
            <a:avLst/>
          </a:prstGeom>
          <a:solidFill>
            <a:srgbClr val="FFFF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7103085" y="2492897"/>
            <a:ext cx="1656184" cy="1008109"/>
          </a:xfrm>
          <a:prstGeom prst="rect">
            <a:avLst/>
          </a:prstGeom>
          <a:solidFill>
            <a:srgbClr val="FFFF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/>
          <p:cNvSpPr/>
          <p:nvPr/>
        </p:nvSpPr>
        <p:spPr>
          <a:xfrm>
            <a:off x="7103085" y="3716580"/>
            <a:ext cx="1656184" cy="720532"/>
          </a:xfrm>
          <a:prstGeom prst="rect">
            <a:avLst/>
          </a:prstGeom>
          <a:solidFill>
            <a:srgbClr val="FFFF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5485671" y="3322469"/>
            <a:ext cx="1608867" cy="497016"/>
          </a:xfrm>
          <a:prstGeom prst="rect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3851920" y="4886576"/>
            <a:ext cx="1608867" cy="414632"/>
          </a:xfrm>
          <a:prstGeom prst="rect">
            <a:avLst/>
          </a:prstGeom>
          <a:solidFill>
            <a:srgbClr val="92D05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5511745" y="2492897"/>
            <a:ext cx="1608867" cy="829572"/>
          </a:xfrm>
          <a:prstGeom prst="rect">
            <a:avLst/>
          </a:prstGeom>
          <a:solidFill>
            <a:srgbClr val="92D05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5502811" y="3829818"/>
            <a:ext cx="1608867" cy="1039341"/>
          </a:xfrm>
          <a:prstGeom prst="rect">
            <a:avLst/>
          </a:prstGeom>
          <a:solidFill>
            <a:srgbClr val="92D05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3843393" y="3626233"/>
            <a:ext cx="1608867" cy="286771"/>
          </a:xfrm>
          <a:prstGeom prst="rect">
            <a:avLst/>
          </a:prstGeom>
          <a:solidFill>
            <a:srgbClr val="92D05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/>
          <p:cNvSpPr/>
          <p:nvPr/>
        </p:nvSpPr>
        <p:spPr>
          <a:xfrm>
            <a:off x="7111678" y="3508031"/>
            <a:ext cx="1647591" cy="208549"/>
          </a:xfrm>
          <a:prstGeom prst="rect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5774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(</a:t>
            </a:r>
            <a:r>
              <a:rPr lang="en-US" dirty="0" err="1" smtClean="0">
                <a:solidFill>
                  <a:srgbClr val="0070C0"/>
                </a:solidFill>
              </a:rPr>
              <a:t>psst</a:t>
            </a:r>
            <a:r>
              <a:rPr lang="en-US" dirty="0" smtClean="0">
                <a:solidFill>
                  <a:srgbClr val="0070C0"/>
                </a:solidFill>
              </a:rPr>
              <a:t>…don’t bring your luggage to the NSO…)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 few things before we go…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smtClean="0">
                <a:solidFill>
                  <a:srgbClr val="003B5B"/>
                </a:solidFill>
              </a:rPr>
              <a:t>| Slide </a:t>
            </a:r>
            <a:fld id="{AC1C9A27-5D71-496E-AC2B-58C1CA833928}" type="slidenum">
              <a:rPr lang="en-GB" smtClean="0">
                <a:solidFill>
                  <a:srgbClr val="003B5B"/>
                </a:solidFill>
              </a:rPr>
              <a:pPr/>
              <a:t>3</a:t>
            </a:fld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 smtClean="0"/>
              <a:t>NATO UNCLASSIFIED</a:t>
            </a:r>
            <a:endParaRPr lang="de-DE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lvl="1"/>
            <a:fld id="{2E78049C-4D1A-4909-9A0B-79F2D875F6E7}" type="datetime1">
              <a:rPr lang="en-US" smtClean="0">
                <a:solidFill>
                  <a:srgbClr val="003B5B"/>
                </a:solidFill>
              </a:rPr>
              <a:pPr lvl="1"/>
              <a:t>23.02.2022</a:t>
            </a:fld>
            <a:endParaRPr lang="en-GB" dirty="0">
              <a:solidFill>
                <a:srgbClr val="003B5B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476672"/>
            <a:ext cx="4536504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7142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4683" y="752167"/>
            <a:ext cx="840658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400" u="sng" dirty="0" smtClean="0">
                <a:solidFill>
                  <a:schemeClr val="bg1"/>
                </a:solidFill>
              </a:rPr>
              <a:t>Friday’s Uniform</a:t>
            </a:r>
            <a:r>
              <a:rPr lang="en-US" sz="4400" dirty="0" smtClean="0">
                <a:solidFill>
                  <a:schemeClr val="bg1"/>
                </a:solidFill>
              </a:rPr>
              <a:t>:</a:t>
            </a:r>
            <a:endParaRPr lang="en-US" sz="4400" dirty="0">
              <a:solidFill>
                <a:schemeClr val="bg1"/>
              </a:solidFill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1) Military Uniform (same as always!)</a:t>
            </a:r>
          </a:p>
          <a:p>
            <a:endParaRPr lang="en-GB" sz="2400" dirty="0" smtClean="0">
              <a:solidFill>
                <a:schemeClr val="bg1"/>
              </a:solidFill>
            </a:endParaRPr>
          </a:p>
          <a:p>
            <a:r>
              <a:rPr lang="en-GB" sz="2400" dirty="0" smtClean="0">
                <a:solidFill>
                  <a:schemeClr val="bg1"/>
                </a:solidFill>
              </a:rPr>
              <a:t>2) After conclusion of course students may change into clothing for travel (NSL provides luggage storage and changing room)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3) You may drop bags at the NSL on Friday morning</a:t>
            </a:r>
            <a:endParaRPr lang="en-GB" sz="2400" dirty="0" smtClean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smtClean="0">
                <a:solidFill>
                  <a:schemeClr val="bg1"/>
                </a:solidFill>
              </a:rPr>
              <a:t> </a:t>
            </a:r>
            <a:endParaRPr lang="en-GB" sz="2000" dirty="0">
              <a:solidFill>
                <a:schemeClr val="bg1"/>
              </a:solidFill>
            </a:endParaRPr>
          </a:p>
          <a:p>
            <a:pPr defTabSz="457200"/>
            <a:endParaRPr lang="en-US" sz="2000" dirty="0">
              <a:solidFill>
                <a:schemeClr val="bg1"/>
              </a:solidFill>
            </a:endParaRPr>
          </a:p>
          <a:p>
            <a:pPr defTabSz="457200"/>
            <a:endParaRPr lang="en-US" sz="2800" b="1" u="sng" dirty="0">
              <a:solidFill>
                <a:schemeClr val="bg1"/>
              </a:solidFill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634139" y="5182827"/>
            <a:ext cx="7084173" cy="1181965"/>
          </a:xfrm>
        </p:spPr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*Note: don’t bring your luggage to the NSO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76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Temperature Check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AutoShape 2" descr="Wärmebildkameras helfen bei der Eindämmung der Corona-Pandemie"/>
          <p:cNvSpPr>
            <a:spLocks noChangeAspect="1" noChangeArrowheads="1"/>
          </p:cNvSpPr>
          <p:nvPr/>
        </p:nvSpPr>
        <p:spPr bwMode="auto">
          <a:xfrm>
            <a:off x="155575" y="-192438"/>
            <a:ext cx="304800" cy="40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01892"/>
            <a:ext cx="2705100" cy="2245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08746" y="1503719"/>
            <a:ext cx="79248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"/>
            </a:pP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Tomorrow morning </a:t>
            </a:r>
          </a:p>
          <a:p>
            <a:pPr marL="342900" indent="-342900">
              <a:buFont typeface="Wingdings 3" panose="05040102010807070707" pitchFamily="18" charset="2"/>
              <a:buChar char=""/>
            </a:pP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 3" panose="05040102010807070707" pitchFamily="18" charset="2"/>
              <a:buChar char=""/>
            </a:pP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 process as:</a:t>
            </a:r>
          </a:p>
          <a:p>
            <a:pPr marL="800100" lvl="1" indent="-342900">
              <a:buFont typeface="Wingdings 3" panose="05040102010807070707" pitchFamily="18" charset="2"/>
              <a:buChar char=""/>
            </a:pP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Sunday In-processing</a:t>
            </a:r>
          </a:p>
          <a:p>
            <a:pPr marL="800100" lvl="1" indent="-342900">
              <a:buFont typeface="Wingdings 3" panose="05040102010807070707" pitchFamily="18" charset="2"/>
              <a:buChar char=""/>
            </a:pP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Monday morning Temp Check</a:t>
            </a:r>
          </a:p>
          <a:p>
            <a:pPr marL="800100" lvl="1" indent="-342900">
              <a:buFont typeface="Wingdings 3" panose="05040102010807070707" pitchFamily="18" charset="2"/>
              <a:buChar char=""/>
            </a:pP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 3" panose="05040102010807070707" pitchFamily="18" charset="2"/>
              <a:buChar char="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 3" panose="05040102010807070707" pitchFamily="18" charset="2"/>
              <a:buChar char=""/>
            </a:pP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 3" panose="05040102010807070707" pitchFamily="18" charset="2"/>
              <a:buChar char="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 3" panose="05040102010807070707" pitchFamily="18" charset="2"/>
              <a:buChar char=""/>
            </a:pP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Important: NATO School Oberammergau </a:t>
            </a:r>
            <a:r>
              <a:rPr lang="en-US" sz="20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 not 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 any personal data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87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Friday’s End-of-Course Schedule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smtClean="0"/>
              <a:t>Please check your Rank and Name on the Course Certificate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908746" y="1503718"/>
            <a:ext cx="7924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 3" panose="05040102010807070707" pitchFamily="18" charset="2"/>
              <a:buChar char="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sanitize electronic Badges </a:t>
            </a:r>
          </a:p>
          <a:p>
            <a:pPr marL="342900" indent="-342900">
              <a:buFont typeface="Wingdings 3" panose="05040102010807070707" pitchFamily="18" charset="2"/>
              <a:buChar char=""/>
            </a:pPr>
            <a:endParaRPr lang="en-US" sz="20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 3" panose="05040102010807070707" pitchFamily="18" charset="2"/>
              <a:buChar char=""/>
            </a:pP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&amp; sanitize door  and coffee Keys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 3" panose="05040102010807070707" pitchFamily="18" charset="2"/>
              <a:buChar char=""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 3" panose="05040102010807070707" pitchFamily="18" charset="2"/>
              <a:buChar char=""/>
            </a:pP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 </a:t>
            </a:r>
            <a:r>
              <a:rPr lang="en-US" sz="2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Certificates / Course Picture</a:t>
            </a: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147" y="3936530"/>
            <a:ext cx="4034729" cy="2126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1434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4683" y="752167"/>
            <a:ext cx="840658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4400" u="sng" dirty="0">
                <a:solidFill>
                  <a:prstClr val="white"/>
                </a:solidFill>
              </a:rPr>
              <a:t>Friday Admin Schedule</a:t>
            </a:r>
            <a:r>
              <a:rPr lang="en-US" sz="4400" dirty="0" smtClean="0">
                <a:solidFill>
                  <a:prstClr val="white"/>
                </a:solidFill>
              </a:rPr>
              <a:t>:</a:t>
            </a:r>
          </a:p>
          <a:p>
            <a:pPr defTabSz="457200"/>
            <a:endParaRPr lang="en-US" dirty="0">
              <a:solidFill>
                <a:prstClr val="white"/>
              </a:solidFill>
            </a:endParaRPr>
          </a:p>
          <a:p>
            <a:pPr defTabSz="457200"/>
            <a:r>
              <a:rPr lang="en-US" sz="2000" b="1" u="sng" dirty="0" smtClean="0">
                <a:solidFill>
                  <a:prstClr val="white"/>
                </a:solidFill>
              </a:rPr>
              <a:t>Presentations</a:t>
            </a:r>
            <a:r>
              <a:rPr lang="en-US" sz="2000" b="1" dirty="0" smtClean="0">
                <a:solidFill>
                  <a:prstClr val="white"/>
                </a:solidFill>
              </a:rPr>
              <a:t>:  </a:t>
            </a: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prstClr val="white"/>
                </a:solidFill>
              </a:rPr>
              <a:t>Student </a:t>
            </a:r>
            <a:r>
              <a:rPr lang="en-US" sz="2000" dirty="0" smtClean="0">
                <a:solidFill>
                  <a:prstClr val="white"/>
                </a:solidFill>
              </a:rPr>
              <a:t>In Person Course Review-</a:t>
            </a:r>
            <a:endParaRPr lang="en-US" sz="2000" dirty="0">
              <a:solidFill>
                <a:prstClr val="white"/>
              </a:solidFill>
            </a:endParaRPr>
          </a:p>
          <a:p>
            <a:pPr marL="342900" indent="-342900" defTabSz="4572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prstClr val="white"/>
                </a:solidFill>
              </a:rPr>
              <a:t>Illustrating </a:t>
            </a:r>
            <a:r>
              <a:rPr lang="en-US" sz="2000" dirty="0" smtClean="0">
                <a:solidFill>
                  <a:prstClr val="white"/>
                </a:solidFill>
              </a:rPr>
              <a:t>Movement to Non-Movers –</a:t>
            </a:r>
          </a:p>
          <a:p>
            <a:pPr defTabSz="457200"/>
            <a:endParaRPr lang="en-US" sz="2000" dirty="0">
              <a:solidFill>
                <a:prstClr val="white"/>
              </a:solidFill>
            </a:endParaRPr>
          </a:p>
          <a:p>
            <a:pPr defTabSz="457200"/>
            <a:endParaRPr lang="en-US" sz="2000" dirty="0" smtClean="0">
              <a:solidFill>
                <a:prstClr val="white"/>
              </a:solidFill>
            </a:endParaRPr>
          </a:p>
          <a:p>
            <a:pPr defTabSz="457200"/>
            <a:r>
              <a:rPr lang="en-US" sz="2000" b="1" u="sng" dirty="0" smtClean="0">
                <a:solidFill>
                  <a:prstClr val="white"/>
                </a:solidFill>
              </a:rPr>
              <a:t>DO NOT BRING LUGGAGE TO NSO</a:t>
            </a:r>
          </a:p>
          <a:p>
            <a:pPr defTabSz="457200"/>
            <a:endParaRPr lang="en-US" sz="2800" b="1" u="sng" dirty="0">
              <a:solidFill>
                <a:prstClr val="white"/>
              </a:solidFill>
            </a:endParaRPr>
          </a:p>
          <a:p>
            <a:pPr defTabSz="457200"/>
            <a:r>
              <a:rPr lang="en-US" sz="2000" dirty="0">
                <a:solidFill>
                  <a:prstClr val="white"/>
                </a:solidFill>
              </a:rPr>
              <a:t>1300 </a:t>
            </a:r>
            <a:r>
              <a:rPr lang="en-US" sz="2000" dirty="0" err="1" smtClean="0">
                <a:solidFill>
                  <a:prstClr val="white"/>
                </a:solidFill>
              </a:rPr>
              <a:t>hrs</a:t>
            </a:r>
            <a:r>
              <a:rPr lang="en-US" sz="2000" dirty="0" smtClean="0">
                <a:solidFill>
                  <a:prstClr val="white"/>
                </a:solidFill>
              </a:rPr>
              <a:t> – Departing from NSL </a:t>
            </a:r>
            <a:r>
              <a:rPr lang="en-US" sz="2000" dirty="0">
                <a:solidFill>
                  <a:prstClr val="white"/>
                </a:solidFill>
              </a:rPr>
              <a:t>- Express Bus to Munich airport</a:t>
            </a:r>
            <a:endParaRPr lang="en-GB" sz="2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68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06286"/>
          </a:xfrm>
        </p:spPr>
        <p:txBody>
          <a:bodyPr/>
          <a:lstStyle/>
          <a:p>
            <a:pPr algn="ctr"/>
            <a:r>
              <a:rPr lang="en-US" sz="4000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Munich Airport Express </a:t>
            </a:r>
            <a:br>
              <a:rPr lang="en-US" sz="4000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US" sz="4000" dirty="0" smtClean="0">
                <a:solidFill>
                  <a:schemeClr val="tx2">
                    <a:lumMod val="90000"/>
                    <a:lumOff val="10000"/>
                  </a:schemeClr>
                </a:solidFill>
              </a:rPr>
              <a:t>Shuttle Bus</a:t>
            </a:r>
            <a:endParaRPr lang="en-GB" sz="4000" b="0" dirty="0" smtClean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230406" name="Text Box 6"/>
          <p:cNvSpPr txBox="1">
            <a:spLocks noChangeArrowheads="1"/>
          </p:cNvSpPr>
          <p:nvPr/>
        </p:nvSpPr>
        <p:spPr bwMode="white">
          <a:xfrm>
            <a:off x="-108520" y="1652607"/>
            <a:ext cx="532859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457200" eaLnBrk="0" hangingPunct="0">
              <a:defRPr/>
            </a:pPr>
            <a:r>
              <a:rPr lang="en-US" sz="2400" dirty="0" smtClean="0">
                <a:solidFill>
                  <a:srgbClr val="003B5B">
                    <a:lumMod val="90000"/>
                    <a:lumOff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Departs NSL Friday </a:t>
            </a:r>
            <a:r>
              <a:rPr lang="en-US" sz="2400" dirty="0">
                <a:solidFill>
                  <a:srgbClr val="003B5B">
                    <a:lumMod val="90000"/>
                    <a:lumOff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</a:t>
            </a:r>
            <a:r>
              <a:rPr lang="en-US" sz="2400" dirty="0" smtClean="0">
                <a:solidFill>
                  <a:srgbClr val="003B5B">
                    <a:lumMod val="90000"/>
                    <a:lumOff val="1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1300</a:t>
            </a:r>
          </a:p>
          <a:p>
            <a:pPr defTabSz="457200" eaLnBrk="0" hangingPunct="0">
              <a:defRPr/>
            </a:pPr>
            <a:endParaRPr lang="en-US" sz="2400" dirty="0">
              <a:solidFill>
                <a:srgbClr val="003B5B">
                  <a:lumMod val="90000"/>
                  <a:lumOff val="1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57200" eaLnBrk="0" hangingPunct="0"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BRING LUGGAGE TO NSO </a:t>
            </a:r>
            <a:endParaRPr lang="en-GB" sz="2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895467" y="6235030"/>
            <a:ext cx="3353065" cy="688258"/>
          </a:xfrm>
        </p:spPr>
        <p:txBody>
          <a:bodyPr/>
          <a:lstStyle/>
          <a:p>
            <a:r>
              <a:rPr lang="de-DE" dirty="0" smtClean="0"/>
              <a:t>NATO UNCLASSIFIED</a:t>
            </a:r>
            <a:endParaRPr lang="de-DE" dirty="0"/>
          </a:p>
        </p:txBody>
      </p:sp>
      <p:grpSp>
        <p:nvGrpSpPr>
          <p:cNvPr id="5" name="Group 4"/>
          <p:cNvGrpSpPr/>
          <p:nvPr/>
        </p:nvGrpSpPr>
        <p:grpSpPr>
          <a:xfrm>
            <a:off x="4405798" y="1759026"/>
            <a:ext cx="4731764" cy="3656623"/>
            <a:chOff x="3131119" y="1638795"/>
            <a:chExt cx="5514117" cy="4423747"/>
          </a:xfrm>
        </p:grpSpPr>
        <p:sp>
          <p:nvSpPr>
            <p:cNvPr id="12" name="Rectangle 11"/>
            <p:cNvSpPr/>
            <p:nvPr/>
          </p:nvSpPr>
          <p:spPr>
            <a:xfrm>
              <a:off x="3978234" y="1638795"/>
              <a:ext cx="4667002" cy="4346369"/>
            </a:xfrm>
            <a:prstGeom prst="rect">
              <a:avLst/>
            </a:prstGeom>
            <a:ln w="38100">
              <a:solidFill>
                <a:schemeClr val="accent3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GB">
                <a:solidFill>
                  <a:prstClr val="white"/>
                </a:solidFill>
              </a:endParaRP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5563957" y="1745673"/>
              <a:ext cx="2926900" cy="1526637"/>
              <a:chOff x="-4636947" y="3818575"/>
              <a:chExt cx="6406370" cy="3230088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32222" b="60093" l="36615" r="66458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323" t="32323" r="33118" b="39390"/>
              <a:stretch/>
            </p:blipFill>
            <p:spPr bwMode="auto">
              <a:xfrm>
                <a:off x="-4636947" y="3818575"/>
                <a:ext cx="6406370" cy="32300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Freeform 15"/>
              <p:cNvSpPr/>
              <p:nvPr/>
            </p:nvSpPr>
            <p:spPr>
              <a:xfrm>
                <a:off x="-4263242" y="3954483"/>
                <a:ext cx="5842660" cy="2909455"/>
              </a:xfrm>
              <a:custGeom>
                <a:avLst/>
                <a:gdLst>
                  <a:gd name="connsiteX0" fmla="*/ 807523 w 5842660"/>
                  <a:gd name="connsiteY0" fmla="*/ 1591294 h 2909455"/>
                  <a:gd name="connsiteX1" fmla="*/ 771897 w 5842660"/>
                  <a:gd name="connsiteY1" fmla="*/ 1270660 h 2909455"/>
                  <a:gd name="connsiteX2" fmla="*/ 1021278 w 5842660"/>
                  <a:gd name="connsiteY2" fmla="*/ 1033153 h 2909455"/>
                  <a:gd name="connsiteX3" fmla="*/ 985652 w 5842660"/>
                  <a:gd name="connsiteY3" fmla="*/ 558140 h 2909455"/>
                  <a:gd name="connsiteX4" fmla="*/ 5676406 w 5842660"/>
                  <a:gd name="connsiteY4" fmla="*/ 0 h 2909455"/>
                  <a:gd name="connsiteX5" fmla="*/ 5830785 w 5842660"/>
                  <a:gd name="connsiteY5" fmla="*/ 106878 h 2909455"/>
                  <a:gd name="connsiteX6" fmla="*/ 5842660 w 5842660"/>
                  <a:gd name="connsiteY6" fmla="*/ 237507 h 2909455"/>
                  <a:gd name="connsiteX7" fmla="*/ 5818910 w 5842660"/>
                  <a:gd name="connsiteY7" fmla="*/ 415636 h 2909455"/>
                  <a:gd name="connsiteX8" fmla="*/ 5747658 w 5842660"/>
                  <a:gd name="connsiteY8" fmla="*/ 522514 h 2909455"/>
                  <a:gd name="connsiteX9" fmla="*/ 5272645 w 5842660"/>
                  <a:gd name="connsiteY9" fmla="*/ 724395 h 2909455"/>
                  <a:gd name="connsiteX10" fmla="*/ 5225143 w 5842660"/>
                  <a:gd name="connsiteY10" fmla="*/ 890649 h 2909455"/>
                  <a:gd name="connsiteX11" fmla="*/ 4892634 w 5842660"/>
                  <a:gd name="connsiteY11" fmla="*/ 760021 h 2909455"/>
                  <a:gd name="connsiteX12" fmla="*/ 4132613 w 5842660"/>
                  <a:gd name="connsiteY12" fmla="*/ 819398 h 2909455"/>
                  <a:gd name="connsiteX13" fmla="*/ 4085112 w 5842660"/>
                  <a:gd name="connsiteY13" fmla="*/ 950026 h 2909455"/>
                  <a:gd name="connsiteX14" fmla="*/ 4168239 w 5842660"/>
                  <a:gd name="connsiteY14" fmla="*/ 1805049 h 2909455"/>
                  <a:gd name="connsiteX15" fmla="*/ 4334494 w 5842660"/>
                  <a:gd name="connsiteY15" fmla="*/ 1983179 h 2909455"/>
                  <a:gd name="connsiteX16" fmla="*/ 4809507 w 5842660"/>
                  <a:gd name="connsiteY16" fmla="*/ 1923803 h 2909455"/>
                  <a:gd name="connsiteX17" fmla="*/ 4892634 w 5842660"/>
                  <a:gd name="connsiteY17" fmla="*/ 1971304 h 2909455"/>
                  <a:gd name="connsiteX18" fmla="*/ 4916385 w 5842660"/>
                  <a:gd name="connsiteY18" fmla="*/ 2280062 h 2909455"/>
                  <a:gd name="connsiteX19" fmla="*/ 4797632 w 5842660"/>
                  <a:gd name="connsiteY19" fmla="*/ 2410691 h 2909455"/>
                  <a:gd name="connsiteX20" fmla="*/ 3954484 w 5842660"/>
                  <a:gd name="connsiteY20" fmla="*/ 2541320 h 2909455"/>
                  <a:gd name="connsiteX21" fmla="*/ 3764478 w 5842660"/>
                  <a:gd name="connsiteY21" fmla="*/ 2493818 h 2909455"/>
                  <a:gd name="connsiteX22" fmla="*/ 3645725 w 5842660"/>
                  <a:gd name="connsiteY22" fmla="*/ 2553195 h 2909455"/>
                  <a:gd name="connsiteX23" fmla="*/ 3491346 w 5842660"/>
                  <a:gd name="connsiteY23" fmla="*/ 2612572 h 2909455"/>
                  <a:gd name="connsiteX24" fmla="*/ 3384468 w 5842660"/>
                  <a:gd name="connsiteY24" fmla="*/ 2565070 h 2909455"/>
                  <a:gd name="connsiteX25" fmla="*/ 1175658 w 5842660"/>
                  <a:gd name="connsiteY25" fmla="*/ 2814452 h 2909455"/>
                  <a:gd name="connsiteX26" fmla="*/ 1092530 w 5842660"/>
                  <a:gd name="connsiteY26" fmla="*/ 2873829 h 2909455"/>
                  <a:gd name="connsiteX27" fmla="*/ 795647 w 5842660"/>
                  <a:gd name="connsiteY27" fmla="*/ 2909455 h 2909455"/>
                  <a:gd name="connsiteX28" fmla="*/ 795647 w 5842660"/>
                  <a:gd name="connsiteY28" fmla="*/ 2909455 h 2909455"/>
                  <a:gd name="connsiteX29" fmla="*/ 106878 w 5842660"/>
                  <a:gd name="connsiteY29" fmla="*/ 2909455 h 2909455"/>
                  <a:gd name="connsiteX30" fmla="*/ 0 w 5842660"/>
                  <a:gd name="connsiteY30" fmla="*/ 2600696 h 2909455"/>
                  <a:gd name="connsiteX31" fmla="*/ 296884 w 5842660"/>
                  <a:gd name="connsiteY31" fmla="*/ 2363190 h 2909455"/>
                  <a:gd name="connsiteX32" fmla="*/ 427512 w 5842660"/>
                  <a:gd name="connsiteY32" fmla="*/ 1710047 h 2909455"/>
                  <a:gd name="connsiteX33" fmla="*/ 771897 w 5842660"/>
                  <a:gd name="connsiteY33" fmla="*/ 1662546 h 2909455"/>
                  <a:gd name="connsiteX34" fmla="*/ 807523 w 5842660"/>
                  <a:gd name="connsiteY34" fmla="*/ 1591294 h 2909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842660" h="2909455">
                    <a:moveTo>
                      <a:pt x="807523" y="1591294"/>
                    </a:moveTo>
                    <a:lnTo>
                      <a:pt x="771897" y="1270660"/>
                    </a:lnTo>
                    <a:lnTo>
                      <a:pt x="1021278" y="1033153"/>
                    </a:lnTo>
                    <a:lnTo>
                      <a:pt x="985652" y="558140"/>
                    </a:lnTo>
                    <a:lnTo>
                      <a:pt x="5676406" y="0"/>
                    </a:lnTo>
                    <a:lnTo>
                      <a:pt x="5830785" y="106878"/>
                    </a:lnTo>
                    <a:lnTo>
                      <a:pt x="5842660" y="237507"/>
                    </a:lnTo>
                    <a:lnTo>
                      <a:pt x="5818910" y="415636"/>
                    </a:lnTo>
                    <a:lnTo>
                      <a:pt x="5747658" y="522514"/>
                    </a:lnTo>
                    <a:lnTo>
                      <a:pt x="5272645" y="724395"/>
                    </a:lnTo>
                    <a:lnTo>
                      <a:pt x="5225143" y="890649"/>
                    </a:lnTo>
                    <a:lnTo>
                      <a:pt x="4892634" y="760021"/>
                    </a:lnTo>
                    <a:lnTo>
                      <a:pt x="4132613" y="819398"/>
                    </a:lnTo>
                    <a:lnTo>
                      <a:pt x="4085112" y="950026"/>
                    </a:lnTo>
                    <a:lnTo>
                      <a:pt x="4168239" y="1805049"/>
                    </a:lnTo>
                    <a:lnTo>
                      <a:pt x="4334494" y="1983179"/>
                    </a:lnTo>
                    <a:lnTo>
                      <a:pt x="4809507" y="1923803"/>
                    </a:lnTo>
                    <a:lnTo>
                      <a:pt x="4892634" y="1971304"/>
                    </a:lnTo>
                    <a:lnTo>
                      <a:pt x="4916385" y="2280062"/>
                    </a:lnTo>
                    <a:lnTo>
                      <a:pt x="4797632" y="2410691"/>
                    </a:lnTo>
                    <a:lnTo>
                      <a:pt x="3954484" y="2541320"/>
                    </a:lnTo>
                    <a:lnTo>
                      <a:pt x="3764478" y="2493818"/>
                    </a:lnTo>
                    <a:lnTo>
                      <a:pt x="3645725" y="2553195"/>
                    </a:lnTo>
                    <a:lnTo>
                      <a:pt x="3491346" y="2612572"/>
                    </a:lnTo>
                    <a:lnTo>
                      <a:pt x="3384468" y="2565070"/>
                    </a:lnTo>
                    <a:lnTo>
                      <a:pt x="1175658" y="2814452"/>
                    </a:lnTo>
                    <a:lnTo>
                      <a:pt x="1092530" y="2873829"/>
                    </a:lnTo>
                    <a:lnTo>
                      <a:pt x="795647" y="2909455"/>
                    </a:lnTo>
                    <a:lnTo>
                      <a:pt x="795647" y="2909455"/>
                    </a:lnTo>
                    <a:lnTo>
                      <a:pt x="106878" y="2909455"/>
                    </a:lnTo>
                    <a:lnTo>
                      <a:pt x="0" y="2600696"/>
                    </a:lnTo>
                    <a:lnTo>
                      <a:pt x="296884" y="2363190"/>
                    </a:lnTo>
                    <a:lnTo>
                      <a:pt x="427512" y="1710047"/>
                    </a:lnTo>
                    <a:lnTo>
                      <a:pt x="771897" y="1662546"/>
                    </a:lnTo>
                    <a:lnTo>
                      <a:pt x="807523" y="1591294"/>
                    </a:lnTo>
                    <a:close/>
                  </a:path>
                </a:pathLst>
              </a:custGeom>
              <a:noFill/>
              <a:ln w="571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en-GB">
                  <a:solidFill>
                    <a:prstClr val="white"/>
                  </a:solidFill>
                </a:endParaRPr>
              </a:p>
            </p:txBody>
          </p:sp>
        </p:grpSp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100000" l="2795" r="9720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01980" y="2992222"/>
              <a:ext cx="3860903" cy="2987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34352" b="83981" l="10000" r="56927">
                          <a14:foregroundMark x1="20000" y1="77130" x2="21667" y2="79074"/>
                          <a14:foregroundMark x1="39948" y1="78056" x2="44427" y2="80463"/>
                          <a14:foregroundMark x1="52812" y1="77870" x2="54896" y2="75556"/>
                          <a14:foregroundMark x1="11042" y1="73889" x2="11146" y2="76574"/>
                          <a14:foregroundMark x1="11042" y1="77315" x2="14479" y2="77315"/>
                          <a14:foregroundMark x1="14740" y1="77130" x2="18854" y2="77315"/>
                          <a14:foregroundMark x1="53646" y1="54444" x2="54427" y2="59815"/>
                          <a14:foregroundMark x1="20833" y1="74907" x2="21927" y2="77037"/>
                          <a14:backgroundMark x1="56042" y1="60556" x2="55781" y2="78981"/>
                          <a14:backgroundMark x1="11771" y1="78519" x2="20052" y2="7888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901489">
              <a:off x="4938575" y="3346616"/>
              <a:ext cx="2472841" cy="1390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0" name="Picture 6" descr="C:\Users\schwachhofer.brandy\AppData\Local\Microsoft\Windows\Temporary Internet Files\Content.Outlook\FH1VFMUC\NATO School.JPG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46167" b="98167" l="26608" r="72838">
                          <a14:foregroundMark x1="30044" y1="95167" x2="30488" y2="94333"/>
                          <a14:foregroundMark x1="30044" y1="94500" x2="30266" y2="62667"/>
                          <a14:foregroundMark x1="30266" y1="61333" x2="52439" y2="49667"/>
                          <a14:foregroundMark x1="52328" y1="49667" x2="69512" y2="70167"/>
                          <a14:foregroundMark x1="69623" y1="71833" x2="66408" y2="73333"/>
                          <a14:foregroundMark x1="66075" y1="74833" x2="65743" y2="94167"/>
                          <a14:foregroundMark x1="65521" y1="94500" x2="29268" y2="94500"/>
                          <a14:foregroundMark x1="41242" y1="85000" x2="59978" y2="82667"/>
                          <a14:foregroundMark x1="46785" y1="66500" x2="60421" y2="68833"/>
                          <a14:backgroundMark x1="28714" y1="66667" x2="28936" y2="95500"/>
                          <a14:backgroundMark x1="28936" y1="96333" x2="48670" y2="96833"/>
                          <a14:backgroundMark x1="32483" y1="58833" x2="34812" y2="58000"/>
                          <a14:backgroundMark x1="29712" y1="84000" x2="29379" y2="92000"/>
                          <a14:backgroundMark x1="29379" y1="68167" x2="29712" y2="77500"/>
                          <a14:backgroundMark x1="29712" y1="84167" x2="29490" y2="82500"/>
                          <a14:backgroundMark x1="29490" y1="70333" x2="29823" y2="651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1119" y="4086785"/>
              <a:ext cx="2970221" cy="19757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8" descr="http://www.reallyfreeclipart.com/art_files_05/images/trees_005.jpg">
              <a:hlinkClick r:id="rId11"/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232" b="97912" l="1667" r="98667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3144" y="2645945"/>
              <a:ext cx="1461549" cy="104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www.reallyfreeclipart.com/art_files_05/images/trees_005.jpg">
              <a:hlinkClick r:id="rId11"/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232" b="97912" l="1667" r="98667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37800" y="3201058"/>
              <a:ext cx="1461549" cy="104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http://www.reallyfreeclipart.com/art_files_05/images/trees_005.jpg">
              <a:hlinkClick r:id="rId11"/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232" b="97912" l="1667" r="98667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2500" y="4770479"/>
              <a:ext cx="1461549" cy="10498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0" name="Picture 8" descr="http://www.reallyfreeclipart.com/art_files_05/images/trees_005.jpg">
            <a:hlinkClick r:id="rId11"/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232" b="97912" l="1667" r="9866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6510" y="3981755"/>
            <a:ext cx="1461549" cy="104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" t="11984" r="6366" b="13982"/>
          <a:stretch/>
        </p:blipFill>
        <p:spPr bwMode="auto">
          <a:xfrm>
            <a:off x="323528" y="2797327"/>
            <a:ext cx="4464496" cy="3346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7308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2768788"/>
            <a:ext cx="5680075" cy="4104456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DO NOT BRING LUGGAGE TO NSO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0542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30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50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0554"/>
            <a:ext cx="9144000" cy="748800"/>
          </a:xfrm>
        </p:spPr>
        <p:txBody>
          <a:bodyPr/>
          <a:lstStyle/>
          <a:p>
            <a:pPr algn="ctr"/>
            <a:r>
              <a:rPr lang="en-US" sz="4000" u="sng" dirty="0" smtClean="0">
                <a:solidFill>
                  <a:schemeClr val="tx2"/>
                </a:solidFill>
              </a:rPr>
              <a:t>Infection Prevention</a:t>
            </a:r>
          </a:p>
        </p:txBody>
      </p:sp>
      <p:sp>
        <p:nvSpPr>
          <p:cNvPr id="2560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04800" y="762000"/>
            <a:ext cx="6858000" cy="5486400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200" dirty="0" smtClean="0"/>
              <a:t>NSO is closely monitoring the Novel Coronavirus Outbreak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b="1" u="sng" dirty="0" smtClean="0">
              <a:solidFill>
                <a:schemeClr val="tx2"/>
              </a:solidFill>
              <a:latin typeface="Arial"/>
              <a:ea typeface="+mj-ea"/>
              <a:cs typeface="Arial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2200" b="1" u="sng" dirty="0" smtClean="0">
                <a:solidFill>
                  <a:schemeClr val="tx2"/>
                </a:solidFill>
                <a:latin typeface="Arial"/>
                <a:ea typeface="+mj-ea"/>
                <a:cs typeface="Arial"/>
              </a:rPr>
              <a:t>NSO Post-Course Procedures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2200" b="1" u="sng" dirty="0" smtClean="0">
              <a:solidFill>
                <a:schemeClr val="tx2"/>
              </a:solidFill>
              <a:latin typeface="Arial"/>
              <a:ea typeface="+mj-ea"/>
              <a:cs typeface="Arial"/>
            </a:endParaRPr>
          </a:p>
          <a:p>
            <a:pPr>
              <a:lnSpc>
                <a:spcPct val="90000"/>
              </a:lnSpc>
            </a:pPr>
            <a:r>
              <a:rPr lang="en-US" sz="2200" b="1" dirty="0" smtClean="0"/>
              <a:t>PLEASE LET US KNOW IF YOU BECOME ILL WITH COVID-19 IN THE WEEKS FOLLOWING YOUR VISIT TO NSO</a:t>
            </a:r>
          </a:p>
          <a:p>
            <a:pPr>
              <a:lnSpc>
                <a:spcPct val="90000"/>
              </a:lnSpc>
            </a:pPr>
            <a:endParaRPr lang="en-US" sz="2200" b="1" dirty="0" smtClean="0"/>
          </a:p>
          <a:p>
            <a:pPr>
              <a:lnSpc>
                <a:spcPct val="90000"/>
              </a:lnSpc>
            </a:pPr>
            <a:r>
              <a:rPr lang="en-US" sz="2200" b="1" dirty="0" smtClean="0"/>
              <a:t>YOUR COURSE DIRECTOR WILL CONTACT YOU POST-COURSE TO ASK FOR AN UPDATE; NSO REQUIRES YOUR RESPONSE!</a:t>
            </a:r>
          </a:p>
        </p:txBody>
      </p:sp>
      <p:sp>
        <p:nvSpPr>
          <p:cNvPr id="25603" name="Line 5"/>
          <p:cNvSpPr>
            <a:spLocks noChangeShapeType="1"/>
          </p:cNvSpPr>
          <p:nvPr/>
        </p:nvSpPr>
        <p:spPr bwMode="white">
          <a:xfrm flipV="1">
            <a:off x="4953000" y="2316163"/>
            <a:ext cx="2727325" cy="76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 type="triangle" w="med" len="med"/>
              </a14:hiddenLine>
            </a:ext>
          </a:extLst>
        </p:spPr>
        <p:txBody>
          <a:bodyPr anchor="ctr"/>
          <a:lstStyle/>
          <a:p>
            <a:pPr defTabSz="457200"/>
            <a:endParaRPr lang="en-GB" dirty="0">
              <a:solidFill>
                <a:srgbClr val="003B5B"/>
              </a:solidFill>
            </a:endParaRP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895467" y="6235030"/>
            <a:ext cx="3353065" cy="688258"/>
          </a:xfrm>
        </p:spPr>
        <p:txBody>
          <a:bodyPr/>
          <a:lstStyle/>
          <a:p>
            <a:r>
              <a:rPr lang="de-DE" dirty="0" smtClean="0">
                <a:solidFill>
                  <a:srgbClr val="003B5B"/>
                </a:solidFill>
              </a:rPr>
              <a:t>NATO UNCLASSIFIED</a:t>
            </a:r>
            <a:endParaRPr lang="de-DE" dirty="0">
              <a:solidFill>
                <a:srgbClr val="003B5B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181" y="2316163"/>
            <a:ext cx="1514382" cy="15143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9499" l="4512" r="100000">
                        <a14:foregroundMark x1="32073" y1="78098" x2="32073" y2="78098"/>
                        <a14:foregroundMark x1="29268" y1="69962" x2="29268" y2="69962"/>
                        <a14:foregroundMark x1="35000" y1="73467" x2="35000" y2="734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1181" y="4419600"/>
            <a:ext cx="1529673" cy="1490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336177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7447225" cy="5472608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Information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FF00"/>
                </a:solidFill>
              </a:rPr>
              <a:t>Bring your Magnetic access badges.</a:t>
            </a:r>
            <a:br>
              <a:rPr lang="en-US" dirty="0" smtClean="0">
                <a:solidFill>
                  <a:srgbClr val="FFFF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 tomorrow morning.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rgbClr val="FFFF00"/>
                </a:solidFill>
              </a:rPr>
              <a:t/>
            </a:r>
            <a:br>
              <a:rPr lang="en-US" dirty="0" smtClean="0">
                <a:solidFill>
                  <a:srgbClr val="FFFF00"/>
                </a:solidFill>
              </a:rPr>
            </a:br>
            <a:r>
              <a:rPr lang="en-US" dirty="0" smtClean="0">
                <a:solidFill>
                  <a:srgbClr val="FFFF00"/>
                </a:solidFill>
              </a:rPr>
              <a:t>You will trade them for your graduation certificate.  </a:t>
            </a:r>
            <a:br>
              <a:rPr lang="en-US" dirty="0" smtClean="0">
                <a:solidFill>
                  <a:srgbClr val="FFFF00"/>
                </a:solidFill>
              </a:rPr>
            </a:br>
            <a:r>
              <a:rPr lang="en-US" dirty="0" smtClean="0">
                <a:solidFill>
                  <a:srgbClr val="FFFF00"/>
                </a:solidFill>
              </a:rPr>
              <a:t/>
            </a:r>
            <a:br>
              <a:rPr lang="en-US" dirty="0" smtClean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 </a:t>
            </a:r>
            <a:r>
              <a:rPr lang="en-US" dirty="0" smtClean="0">
                <a:solidFill>
                  <a:srgbClr val="FFFF00"/>
                </a:solidFill>
              </a:rPr>
              <a:t>   No Badge = No Graduation!   :  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                                            </a:t>
            </a:r>
            <a:endParaRPr lang="en-GB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11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4734">
        <p:fade/>
      </p:transition>
    </mc:Choice>
    <mc:Fallback xmlns="">
      <p:transition spd="med" advClick="0" advTm="4734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5613" y="2473288"/>
            <a:ext cx="6445250" cy="4352925"/>
          </a:xfrm>
        </p:spPr>
        <p:txBody>
          <a:bodyPr/>
          <a:lstStyle/>
          <a:p>
            <a:r>
              <a:rPr lang="en-US" sz="4400" dirty="0" smtClean="0">
                <a:solidFill>
                  <a:schemeClr val="bg1"/>
                </a:solidFill>
              </a:rPr>
              <a:t>Student Comment </a:t>
            </a:r>
            <a:r>
              <a:rPr lang="en-US" sz="4400" dirty="0" smtClean="0">
                <a:solidFill>
                  <a:schemeClr val="bg1"/>
                </a:solidFill>
              </a:rPr>
              <a:t>Survey Online …</a:t>
            </a:r>
            <a:endParaRPr lang="en-GB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303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ATO_SCHOOL_Oberammergau_default_master">
  <a:themeElements>
    <a:clrScheme name="Custom 1">
      <a:dk1>
        <a:srgbClr val="000000"/>
      </a:dk1>
      <a:lt1>
        <a:sysClr val="window" lastClr="FFFFFF"/>
      </a:lt1>
      <a:dk2>
        <a:srgbClr val="003B5B"/>
      </a:dk2>
      <a:lt2>
        <a:srgbClr val="E2E3E4"/>
      </a:lt2>
      <a:accent1>
        <a:srgbClr val="808285"/>
      </a:accent1>
      <a:accent2>
        <a:srgbClr val="003B5B"/>
      </a:accent2>
      <a:accent3>
        <a:srgbClr val="317696"/>
      </a:accent3>
      <a:accent4>
        <a:srgbClr val="6D9AB5"/>
      </a:accent4>
      <a:accent5>
        <a:srgbClr val="ADC5D7"/>
      </a:accent5>
      <a:accent6>
        <a:srgbClr val="E2E3E4"/>
      </a:accent6>
      <a:hlink>
        <a:srgbClr val="003B5B"/>
      </a:hlink>
      <a:folHlink>
        <a:srgbClr val="003B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ATO_SCHOOL_Oberammergau_default_master">
  <a:themeElements>
    <a:clrScheme name="Custom 1">
      <a:dk1>
        <a:srgbClr val="000000"/>
      </a:dk1>
      <a:lt1>
        <a:sysClr val="window" lastClr="FFFFFF"/>
      </a:lt1>
      <a:dk2>
        <a:srgbClr val="003B5B"/>
      </a:dk2>
      <a:lt2>
        <a:srgbClr val="E2E3E4"/>
      </a:lt2>
      <a:accent1>
        <a:srgbClr val="808285"/>
      </a:accent1>
      <a:accent2>
        <a:srgbClr val="003B5B"/>
      </a:accent2>
      <a:accent3>
        <a:srgbClr val="317696"/>
      </a:accent3>
      <a:accent4>
        <a:srgbClr val="6D9AB5"/>
      </a:accent4>
      <a:accent5>
        <a:srgbClr val="ADC5D7"/>
      </a:accent5>
      <a:accent6>
        <a:srgbClr val="E2E3E4"/>
      </a:accent6>
      <a:hlink>
        <a:srgbClr val="003B5B"/>
      </a:hlink>
      <a:folHlink>
        <a:srgbClr val="003B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JPOD">
  <a:themeElements>
    <a:clrScheme name="JPOD">
      <a:dk1>
        <a:sysClr val="windowText" lastClr="000000"/>
      </a:dk1>
      <a:lt1>
        <a:sysClr val="window" lastClr="FFFFFF"/>
      </a:lt1>
      <a:dk2>
        <a:srgbClr val="1F497D"/>
      </a:dk2>
      <a:lt2>
        <a:srgbClr val="60814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5B27A65603CCE4286BCFAF569B13952" ma:contentTypeVersion="12" ma:contentTypeDescription="Criar um novo documento." ma:contentTypeScope="" ma:versionID="e8ed86e5e11f9f02dcb9587e66bef5b7">
  <xsd:schema xmlns:xsd="http://www.w3.org/2001/XMLSchema" xmlns:xs="http://www.w3.org/2001/XMLSchema" xmlns:p="http://schemas.microsoft.com/office/2006/metadata/properties" xmlns:ns2="1c3fb4c2-0da0-4d0a-ba1a-d31282cddde4" xmlns:ns3="768ec260-3609-4363-825e-a27f12258866" targetNamespace="http://schemas.microsoft.com/office/2006/metadata/properties" ma:root="true" ma:fieldsID="e12a2af26451616c9c41a45c543fea80" ns2:_="" ns3:_="">
    <xsd:import namespace="1c3fb4c2-0da0-4d0a-ba1a-d31282cddde4"/>
    <xsd:import namespace="768ec260-3609-4363-825e-a27f122588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3fb4c2-0da0-4d0a-ba1a-d31282cddd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m" ma:readOnly="false" ma:fieldId="{5cf76f15-5ced-4ddc-b409-7134ff3c332f}" ma:taxonomyMulti="true" ma:sspId="f8f0716f-eab5-442c-b43b-7dcdbaec42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8ec260-3609-4363-825e-a27f1225886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162ef64b-3660-49a0-8a9d-71bfcb2a4adc}" ma:internalName="TaxCatchAll" ma:showField="CatchAllData" ma:web="768ec260-3609-4363-825e-a27f122588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3fb4c2-0da0-4d0a-ba1a-d31282cddde4">
      <Terms xmlns="http://schemas.microsoft.com/office/infopath/2007/PartnerControls"/>
    </lcf76f155ced4ddcb4097134ff3c332f>
    <TaxCatchAll xmlns="768ec260-3609-4363-825e-a27f12258866" xsi:nil="true"/>
  </documentManagement>
</p:properties>
</file>

<file path=customXml/itemProps1.xml><?xml version="1.0" encoding="utf-8"?>
<ds:datastoreItem xmlns:ds="http://schemas.openxmlformats.org/officeDocument/2006/customXml" ds:itemID="{2CFA421D-BB41-4C63-AAB8-70E078A465FE}"/>
</file>

<file path=customXml/itemProps2.xml><?xml version="1.0" encoding="utf-8"?>
<ds:datastoreItem xmlns:ds="http://schemas.openxmlformats.org/officeDocument/2006/customXml" ds:itemID="{DB4F86C3-EBF2-469B-B2B6-527E19463E0E}"/>
</file>

<file path=customXml/itemProps3.xml><?xml version="1.0" encoding="utf-8"?>
<ds:datastoreItem xmlns:ds="http://schemas.openxmlformats.org/officeDocument/2006/customXml" ds:itemID="{1AF8CDA9-2DF0-4F44-96AE-3BEE87B0E0C5}"/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329</Words>
  <Application>Microsoft Office PowerPoint</Application>
  <PresentationFormat>On-screen Show (4:3)</PresentationFormat>
  <Paragraphs>72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NATO_SCHOOL_Oberammergau_default_master</vt:lpstr>
      <vt:lpstr>1_NATO_SCHOOL_Oberammergau_default_master</vt:lpstr>
      <vt:lpstr>JPOD</vt:lpstr>
      <vt:lpstr>(psst…don’t bring your luggage to the NSO…)</vt:lpstr>
      <vt:lpstr>PowerPoint Presentation</vt:lpstr>
      <vt:lpstr>(psst…don’t bring your luggage to the NSO…)</vt:lpstr>
      <vt:lpstr>*Note: don’t bring your luggage to the NSO</vt:lpstr>
      <vt:lpstr>PowerPoint Presentation</vt:lpstr>
      <vt:lpstr>PowerPoint Presentation</vt:lpstr>
      <vt:lpstr>PowerPoint Presentation</vt:lpstr>
      <vt:lpstr>Munich Airport Express  Shuttle Bus</vt:lpstr>
      <vt:lpstr>DO NOT BRING LUGGAGE TO NSO</vt:lpstr>
      <vt:lpstr>Infection Prevention</vt:lpstr>
      <vt:lpstr>Information  Bring your Magnetic access badges.  tomorrow morning.   You will trade them for your graduation certificate.        No Badge = No Graduation!   :  )                                                  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Crews, Erick  (LTC, USA-A)</dc:creator>
  <cp:lastModifiedBy>Picco, Luciano (LTC, USA-A)</cp:lastModifiedBy>
  <cp:revision>58</cp:revision>
  <dcterms:created xsi:type="dcterms:W3CDTF">2016-03-16T14:09:37Z</dcterms:created>
  <dcterms:modified xsi:type="dcterms:W3CDTF">2022-02-23T15:18:48Z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0x01010065B27A65603CCE4286BCFAF569B13952</vt:lpwstr>
  </property>
</Properties>
</file>