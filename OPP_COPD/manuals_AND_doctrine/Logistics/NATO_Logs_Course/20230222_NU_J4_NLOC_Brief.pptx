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6"/>
    <p:sldMasterId id="2147483658" r:id="rId7"/>
  </p:sldMasterIdLst>
  <p:notesMasterIdLst>
    <p:notesMasterId r:id="rId23"/>
  </p:notesMasterIdLst>
  <p:handoutMasterIdLst>
    <p:handoutMasterId r:id="rId24"/>
  </p:handoutMasterIdLst>
  <p:sldIdLst>
    <p:sldId id="296" r:id="rId8"/>
    <p:sldId id="298" r:id="rId9"/>
    <p:sldId id="299" r:id="rId10"/>
    <p:sldId id="300" r:id="rId11"/>
    <p:sldId id="301" r:id="rId12"/>
    <p:sldId id="306" r:id="rId13"/>
    <p:sldId id="302" r:id="rId14"/>
    <p:sldId id="305" r:id="rId15"/>
    <p:sldId id="297" r:id="rId16"/>
    <p:sldId id="280" r:id="rId17"/>
    <p:sldId id="288" r:id="rId18"/>
    <p:sldId id="289" r:id="rId19"/>
    <p:sldId id="290" r:id="rId20"/>
    <p:sldId id="291" r:id="rId21"/>
    <p:sldId id="293" r:id="rId22"/>
  </p:sldIdLst>
  <p:sldSz cx="9144000" cy="5143500" type="screen16x9"/>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33CC"/>
    <a:srgbClr val="FF00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7" autoAdjust="0"/>
    <p:restoredTop sz="57459" autoAdjust="0"/>
  </p:normalViewPr>
  <p:slideViewPr>
    <p:cSldViewPr>
      <p:cViewPr varScale="1">
        <p:scale>
          <a:sx n="66" d="100"/>
          <a:sy n="66" d="100"/>
        </p:scale>
        <p:origin x="1930" y="5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2" d="100"/>
          <a:sy n="82" d="100"/>
        </p:scale>
        <p:origin x="-201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handoutMaster" Target="handoutMasters/handoutMaster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27" Type="http://schemas.openxmlformats.org/officeDocument/2006/relationships/theme" Target="theme/theme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2800" b="0" i="0" u="none" strike="noStrike" kern="1200" spc="0" baseline="0">
                <a:solidFill>
                  <a:schemeClr val="tx1"/>
                </a:solidFill>
                <a:latin typeface="+mn-lt"/>
                <a:ea typeface="+mn-ea"/>
                <a:cs typeface="+mn-cs"/>
              </a:defRPr>
            </a:pPr>
            <a:r>
              <a:rPr lang="en-US" sz="1800" dirty="0">
                <a:solidFill>
                  <a:schemeClr val="tx1"/>
                </a:solidFill>
                <a:latin typeface="Arial" panose="020B0604020202020204" pitchFamily="34" charset="0"/>
                <a:ea typeface="Noto Sans" panose="020B0502040504020204" pitchFamily="34" charset="0"/>
                <a:cs typeface="Arial" panose="020B0604020202020204" pitchFamily="34" charset="0"/>
              </a:rPr>
              <a:t>SUPPORT FOR SHAPE</a:t>
            </a:r>
          </a:p>
        </c:rich>
      </c:tx>
      <c:layout>
        <c:manualLayout>
          <c:xMode val="edge"/>
          <c:yMode val="edge"/>
          <c:x val="0.25240621457855267"/>
          <c:y val="0.89659582101640489"/>
        </c:manualLayout>
      </c:layout>
      <c:overlay val="0"/>
      <c:spPr>
        <a:noFill/>
        <a:ln>
          <a:noFill/>
        </a:ln>
        <a:effectLst/>
      </c:spPr>
    </c:title>
    <c:autoTitleDeleted val="0"/>
    <c:plotArea>
      <c:layout>
        <c:manualLayout>
          <c:layoutTarget val="inner"/>
          <c:xMode val="edge"/>
          <c:yMode val="edge"/>
          <c:x val="0.21010894290238874"/>
          <c:y val="4.9549722895011521E-2"/>
          <c:w val="0.57978211419522241"/>
          <c:h val="0.75495819891526172"/>
        </c:manualLayout>
      </c:layout>
      <c:doughnutChart>
        <c:varyColors val="1"/>
        <c:ser>
          <c:idx val="0"/>
          <c:order val="0"/>
          <c:tx>
            <c:strRef>
              <c:f>Sheet1!$B$1</c:f>
              <c:strCache>
                <c:ptCount val="1"/>
                <c:pt idx="0">
                  <c:v>Sales</c:v>
                </c:pt>
              </c:strCache>
            </c:strRef>
          </c:tx>
          <c:dPt>
            <c:idx val="0"/>
            <c:bubble3D val="0"/>
            <c:spPr>
              <a:solidFill>
                <a:schemeClr val="tx1">
                  <a:lumMod val="65000"/>
                </a:schemeClr>
              </a:solidFill>
              <a:ln w="19050">
                <a:solidFill>
                  <a:schemeClr val="lt1"/>
                </a:solidFill>
              </a:ln>
              <a:effectLst/>
            </c:spPr>
            <c:extLst>
              <c:ext xmlns:c16="http://schemas.microsoft.com/office/drawing/2014/chart" uri="{C3380CC4-5D6E-409C-BE32-E72D297353CC}">
                <c16:uniqueId val="{00000001-2E08-CE44-AD06-0C0FFE6D29BF}"/>
              </c:ext>
            </c:extLst>
          </c:dPt>
          <c:dPt>
            <c:idx val="1"/>
            <c:bubble3D val="0"/>
            <c:spPr>
              <a:solidFill>
                <a:schemeClr val="accent6">
                  <a:tint val="86000"/>
                </a:schemeClr>
              </a:solidFill>
              <a:ln w="19050">
                <a:solidFill>
                  <a:schemeClr val="lt1"/>
                </a:solidFill>
              </a:ln>
              <a:effectLst/>
            </c:spPr>
            <c:extLst>
              <c:ext xmlns:c16="http://schemas.microsoft.com/office/drawing/2014/chart" uri="{C3380CC4-5D6E-409C-BE32-E72D297353CC}">
                <c16:uniqueId val="{00000003-2E08-CE44-AD06-0C0FFE6D29BF}"/>
              </c:ext>
            </c:extLst>
          </c:dPt>
          <c:dPt>
            <c:idx val="2"/>
            <c:bubble3D val="0"/>
            <c:spPr>
              <a:solidFill>
                <a:schemeClr val="accent6">
                  <a:shade val="86000"/>
                </a:schemeClr>
              </a:solidFill>
              <a:ln w="19050">
                <a:solidFill>
                  <a:schemeClr val="lt1"/>
                </a:solidFill>
              </a:ln>
              <a:effectLst/>
            </c:spPr>
            <c:extLst>
              <c:ext xmlns:c16="http://schemas.microsoft.com/office/drawing/2014/chart" uri="{C3380CC4-5D6E-409C-BE32-E72D297353CC}">
                <c16:uniqueId val="{00000005-2E08-CE44-AD06-0C0FFE6D29BF}"/>
              </c:ext>
            </c:extLst>
          </c:dPt>
          <c:dPt>
            <c:idx val="3"/>
            <c:bubble3D val="0"/>
            <c:spPr>
              <a:solidFill>
                <a:schemeClr val="bg1">
                  <a:lumMod val="75000"/>
                  <a:lumOff val="25000"/>
                </a:schemeClr>
              </a:solidFill>
              <a:ln w="19050">
                <a:solidFill>
                  <a:schemeClr val="lt1"/>
                </a:solidFill>
              </a:ln>
              <a:effectLst/>
            </c:spPr>
            <c:extLst>
              <c:ext xmlns:c16="http://schemas.microsoft.com/office/drawing/2014/chart" uri="{C3380CC4-5D6E-409C-BE32-E72D297353CC}">
                <c16:uniqueId val="{00000007-2E08-CE44-AD06-0C0FFE6D29BF}"/>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56</c:v>
                </c:pt>
                <c:pt idx="3">
                  <c:v>44</c:v>
                </c:pt>
              </c:numCache>
            </c:numRef>
          </c:val>
          <c:extLst>
            <c:ext xmlns:c16="http://schemas.microsoft.com/office/drawing/2014/chart" uri="{C3380CC4-5D6E-409C-BE32-E72D297353CC}">
              <c16:uniqueId val="{00000008-2E08-CE44-AD06-0C0FFE6D29BF}"/>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2800" b="0" i="0" u="none" strike="noStrike" kern="1200" spc="0" baseline="0">
                <a:solidFill>
                  <a:schemeClr val="tx1"/>
                </a:solidFill>
                <a:latin typeface="Noto Sans" panose="020B0502040504020204" pitchFamily="34" charset="0"/>
                <a:ea typeface="Noto Sans" panose="020B0502040504020204" pitchFamily="34" charset="0"/>
                <a:cs typeface="Noto Sans" panose="020B0502040504020204" pitchFamily="34" charset="0"/>
              </a:defRPr>
            </a:pPr>
            <a:r>
              <a:rPr lang="en-US" sz="1800" dirty="0">
                <a:solidFill>
                  <a:schemeClr val="tx1"/>
                </a:solidFill>
                <a:latin typeface="Arial" panose="020B0604020202020204" pitchFamily="34" charset="0"/>
                <a:ea typeface="Noto Sans" panose="020B0502040504020204" pitchFamily="34" charset="0"/>
                <a:cs typeface="Arial" panose="020B0604020202020204" pitchFamily="34" charset="0"/>
              </a:rPr>
              <a:t>FAMILIARITY</a:t>
            </a:r>
          </a:p>
        </c:rich>
      </c:tx>
      <c:layout>
        <c:manualLayout>
          <c:xMode val="edge"/>
          <c:yMode val="edge"/>
          <c:x val="0.33415329412937306"/>
          <c:y val="0.90144614161449743"/>
        </c:manualLayout>
      </c:layout>
      <c:overlay val="0"/>
      <c:spPr>
        <a:noFill/>
        <a:ln>
          <a:noFill/>
        </a:ln>
        <a:effectLst/>
      </c:spPr>
    </c:title>
    <c:autoTitleDeleted val="0"/>
    <c:plotArea>
      <c:layout>
        <c:manualLayout>
          <c:layoutTarget val="inner"/>
          <c:xMode val="edge"/>
          <c:yMode val="edge"/>
          <c:x val="0.18849621249875412"/>
          <c:y val="8.6937730859152754E-2"/>
          <c:w val="0.62300757500249182"/>
          <c:h val="0.74012696920378129"/>
        </c:manualLayout>
      </c:layout>
      <c:doughnutChart>
        <c:varyColors val="1"/>
        <c:ser>
          <c:idx val="0"/>
          <c:order val="0"/>
          <c:tx>
            <c:strRef>
              <c:f>Sheet1!$B$1</c:f>
              <c:strCache>
                <c:ptCount val="1"/>
                <c:pt idx="0">
                  <c:v>Sales</c:v>
                </c:pt>
              </c:strCache>
            </c:strRef>
          </c:tx>
          <c:dPt>
            <c:idx val="0"/>
            <c:bubble3D val="0"/>
            <c:explosion val="1"/>
            <c:spPr>
              <a:solidFill>
                <a:schemeClr val="tx1">
                  <a:lumMod val="65000"/>
                </a:schemeClr>
              </a:solidFill>
              <a:ln w="19050">
                <a:solidFill>
                  <a:schemeClr val="lt1"/>
                </a:solidFill>
              </a:ln>
              <a:effectLst/>
            </c:spPr>
            <c:extLst>
              <c:ext xmlns:c16="http://schemas.microsoft.com/office/drawing/2014/chart" uri="{C3380CC4-5D6E-409C-BE32-E72D297353CC}">
                <c16:uniqueId val="{00000001-F1AB-8D46-82DD-50DBE9752DEB}"/>
              </c:ext>
            </c:extLst>
          </c:dPt>
          <c:dPt>
            <c:idx val="1"/>
            <c:bubble3D val="0"/>
            <c:spPr>
              <a:solidFill>
                <a:schemeClr val="accent6">
                  <a:tint val="86000"/>
                </a:schemeClr>
              </a:solidFill>
              <a:ln w="19050">
                <a:solidFill>
                  <a:schemeClr val="lt1"/>
                </a:solidFill>
              </a:ln>
              <a:effectLst/>
            </c:spPr>
            <c:extLst>
              <c:ext xmlns:c16="http://schemas.microsoft.com/office/drawing/2014/chart" uri="{C3380CC4-5D6E-409C-BE32-E72D297353CC}">
                <c16:uniqueId val="{00000003-F1AB-8D46-82DD-50DBE9752DEB}"/>
              </c:ext>
            </c:extLst>
          </c:dPt>
          <c:dPt>
            <c:idx val="2"/>
            <c:bubble3D val="0"/>
            <c:spPr>
              <a:solidFill>
                <a:schemeClr val="accent6">
                  <a:shade val="86000"/>
                </a:schemeClr>
              </a:solidFill>
              <a:ln w="19050">
                <a:solidFill>
                  <a:schemeClr val="lt1"/>
                </a:solidFill>
              </a:ln>
              <a:effectLst/>
            </c:spPr>
            <c:extLst>
              <c:ext xmlns:c16="http://schemas.microsoft.com/office/drawing/2014/chart" uri="{C3380CC4-5D6E-409C-BE32-E72D297353CC}">
                <c16:uniqueId val="{00000005-F1AB-8D46-82DD-50DBE9752DEB}"/>
              </c:ext>
            </c:extLst>
          </c:dPt>
          <c:dPt>
            <c:idx val="3"/>
            <c:bubble3D val="0"/>
            <c:spPr>
              <a:solidFill>
                <a:schemeClr val="bg1">
                  <a:lumMod val="75000"/>
                  <a:lumOff val="25000"/>
                </a:schemeClr>
              </a:solidFill>
              <a:ln w="19050">
                <a:solidFill>
                  <a:schemeClr val="lt1"/>
                </a:solidFill>
              </a:ln>
              <a:effectLst/>
            </c:spPr>
            <c:extLst>
              <c:ext xmlns:c16="http://schemas.microsoft.com/office/drawing/2014/chart" uri="{C3380CC4-5D6E-409C-BE32-E72D297353CC}">
                <c16:uniqueId val="{00000007-F1AB-8D46-82DD-50DBE9752DEB}"/>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48</c:v>
                </c:pt>
                <c:pt idx="3">
                  <c:v>52</c:v>
                </c:pt>
              </c:numCache>
            </c:numRef>
          </c:val>
          <c:extLst>
            <c:ext xmlns:c16="http://schemas.microsoft.com/office/drawing/2014/chart" uri="{C3380CC4-5D6E-409C-BE32-E72D297353CC}">
              <c16:uniqueId val="{00000008-F1AB-8D46-82DD-50DBE9752DE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D8ECA70-B8D4-4F79-8CD8-B9CBE8B4B7C2}" type="datetimeFigureOut">
              <a:rPr lang="en-US" smtClean="0"/>
              <a:t>2/26/2023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514B106-977B-43E9-9347-B9A2A71684C8}" type="slidenum">
              <a:rPr lang="en-US" smtClean="0"/>
              <a:t>‹#›</a:t>
            </a:fld>
            <a:endParaRPr lang="en-US"/>
          </a:p>
        </p:txBody>
      </p:sp>
    </p:spTree>
    <p:extLst>
      <p:ext uri="{BB962C8B-B14F-4D97-AF65-F5344CB8AC3E}">
        <p14:creationId xmlns:p14="http://schemas.microsoft.com/office/powerpoint/2010/main" val="16233743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GB"/>
          </a:p>
        </p:txBody>
      </p:sp>
      <p:sp>
        <p:nvSpPr>
          <p:cNvPr id="1433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GB"/>
          </a:p>
        </p:txBody>
      </p:sp>
      <p:sp>
        <p:nvSpPr>
          <p:cNvPr id="512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1434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434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GB"/>
          </a:p>
        </p:txBody>
      </p:sp>
      <p:sp>
        <p:nvSpPr>
          <p:cNvPr id="1434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D576C3FB-66C7-4C35-ABD5-6EA1E6734518}" type="slidenum">
              <a:rPr lang="en-GB"/>
              <a:pPr>
                <a:defRPr/>
              </a:pPr>
              <a:t>‹#›</a:t>
            </a:fld>
            <a:endParaRPr lang="en-GB"/>
          </a:p>
        </p:txBody>
      </p:sp>
    </p:spTree>
    <p:extLst>
      <p:ext uri="{BB962C8B-B14F-4D97-AF65-F5344CB8AC3E}">
        <p14:creationId xmlns:p14="http://schemas.microsoft.com/office/powerpoint/2010/main" val="247597058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en.wikipedia.org/wiki/United_Nations_Security_Council_Resolution_1973" TargetMode="External"/><Relationship Id="rId3" Type="http://schemas.openxmlformats.org/officeDocument/2006/relationships/hyperlink" Target="https://en.wikipedia.org/wiki/NATO" TargetMode="External"/><Relationship Id="rId7" Type="http://schemas.openxmlformats.org/officeDocument/2006/relationships/hyperlink" Target="https://en.wikipedia.org/wiki/United_Nations_Security_Council_Resolution_1970"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en.wikipedia.org/wiki/United_Nations_Security_Council_resolution" TargetMode="External"/><Relationship Id="rId5" Type="http://schemas.openxmlformats.org/officeDocument/2006/relationships/hyperlink" Target="https://en.wikipedia.org/wiki/United_Nations_Security_Council" TargetMode="External"/><Relationship Id="rId10" Type="http://schemas.openxmlformats.org/officeDocument/2006/relationships/hyperlink" Target="https://en.wikipedia.org/wiki/National_Transitional_Council" TargetMode="External"/><Relationship Id="rId4" Type="http://schemas.openxmlformats.org/officeDocument/2006/relationships/hyperlink" Target="https://en.wikipedia.org/wiki/United_Nations" TargetMode="External"/><Relationship Id="rId9" Type="http://schemas.openxmlformats.org/officeDocument/2006/relationships/hyperlink" Target="https://en.wikipedia.org/wiki/Libyan_Civil_War_(2011)"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en.wikipedia.org/wiki/NATO_Military_Command_Structure"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t>
            </a:r>
          </a:p>
          <a:p>
            <a:r>
              <a:rPr lang="en-US" dirty="0"/>
              <a:t>My</a:t>
            </a:r>
            <a:r>
              <a:rPr lang="en-US" baseline="0" dirty="0"/>
              <a:t> name is</a:t>
            </a:r>
            <a:r>
              <a:rPr lang="en-US" dirty="0"/>
              <a:t> …………………….</a:t>
            </a:r>
            <a:r>
              <a:rPr lang="en-US" baseline="0" dirty="0"/>
              <a:t> </a:t>
            </a:r>
            <a:r>
              <a:rPr lang="en-US" dirty="0"/>
              <a:t>from </a:t>
            </a:r>
            <a:r>
              <a:rPr lang="en-US" baseline="0" dirty="0"/>
              <a:t>………………………..</a:t>
            </a:r>
          </a:p>
          <a:p>
            <a:r>
              <a:rPr lang="en-US" baseline="0" dirty="0"/>
              <a:t>I will spend the next </a:t>
            </a:r>
            <a:r>
              <a:rPr lang="en-US" i="1" baseline="0" dirty="0"/>
              <a:t>20 minutes</a:t>
            </a:r>
            <a:r>
              <a:rPr lang="en-US" baseline="0" dirty="0"/>
              <a:t> presenting you the Allied Joint Force Command Naples Command Brief</a:t>
            </a:r>
            <a:r>
              <a:rPr lang="en-US" b="1" baseline="0" dirty="0"/>
              <a:t>.</a:t>
            </a:r>
            <a:r>
              <a:rPr lang="en-US" b="1" dirty="0"/>
              <a:t> </a:t>
            </a:r>
          </a:p>
          <a:p>
            <a:r>
              <a:rPr lang="en-US" b="1" dirty="0"/>
              <a:t>NEXT SLIDE</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78C2CB-92DE-CC40-B566-DF0687972C3D}" type="slidenum">
              <a:rPr kumimoji="0" lang="x-non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x-non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6318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NEXT SLIDE</a:t>
            </a: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78C2CB-92DE-CC40-B566-DF0687972C3D}" type="slidenum">
              <a:rPr kumimoji="0" lang="x-non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x-non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9307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anose="020B0604020202020204" pitchFamily="34" charset="0"/>
                <a:ea typeface="+mn-ea"/>
                <a:cs typeface="Arial" panose="020B0604020202020204" pitchFamily="34" charset="0"/>
              </a:rPr>
              <a:t>Our HQ at Naples </a:t>
            </a:r>
            <a:r>
              <a:rPr lang="en-US" sz="1200" kern="1200" dirty="0" smtClean="0">
                <a:solidFill>
                  <a:schemeClr val="tx1"/>
                </a:solidFill>
                <a:effectLst/>
                <a:latin typeface="Arial" panose="020B0604020202020204" pitchFamily="34" charset="0"/>
                <a:ea typeface="+mn-ea"/>
                <a:cs typeface="Arial" panose="020B0604020202020204" pitchFamily="34" charset="0"/>
              </a:rPr>
              <a:t>dates </a:t>
            </a:r>
            <a:r>
              <a:rPr lang="en-US" sz="1200" kern="1200" dirty="0">
                <a:solidFill>
                  <a:schemeClr val="tx1"/>
                </a:solidFill>
                <a:effectLst/>
                <a:latin typeface="Arial" panose="020B0604020202020204" pitchFamily="34" charset="0"/>
                <a:ea typeface="+mn-ea"/>
                <a:cs typeface="Arial" panose="020B0604020202020204" pitchFamily="34" charset="0"/>
              </a:rPr>
              <a:t>back to the </a:t>
            </a:r>
            <a:r>
              <a:rPr lang="en-US" sz="1200" b="1" kern="1200" dirty="0">
                <a:solidFill>
                  <a:schemeClr val="tx1"/>
                </a:solidFill>
                <a:effectLst/>
                <a:latin typeface="Arial" panose="020B0604020202020204" pitchFamily="34" charset="0"/>
                <a:ea typeface="+mn-ea"/>
                <a:cs typeface="Arial" panose="020B0604020202020204" pitchFamily="34" charset="0"/>
              </a:rPr>
              <a:t>Allied Force Southern Europe Headquarters (AFSOUTH), </a:t>
            </a:r>
            <a:r>
              <a:rPr lang="en-US" sz="1200" kern="1200" dirty="0">
                <a:solidFill>
                  <a:schemeClr val="tx1"/>
                </a:solidFill>
                <a:effectLst/>
                <a:latin typeface="Arial" panose="020B0604020202020204" pitchFamily="34" charset="0"/>
                <a:ea typeface="+mn-ea"/>
                <a:cs typeface="Arial" panose="020B0604020202020204" pitchFamily="34" charset="0"/>
              </a:rPr>
              <a:t>founded in </a:t>
            </a:r>
            <a:r>
              <a:rPr lang="en-US" sz="1200" kern="1200" dirty="0" smtClean="0">
                <a:solidFill>
                  <a:schemeClr val="tx1"/>
                </a:solidFill>
                <a:effectLst/>
                <a:latin typeface="Arial" panose="020B0604020202020204" pitchFamily="34" charset="0"/>
                <a:ea typeface="+mn-ea"/>
                <a:cs typeface="Arial" panose="020B0604020202020204" pitchFamily="34" charset="0"/>
              </a:rPr>
              <a:t>1951.</a:t>
            </a:r>
          </a:p>
          <a:p>
            <a:endParaRPr lang="en-US" sz="1200" kern="1200" baseline="0" dirty="0">
              <a:solidFill>
                <a:schemeClr val="tx1"/>
              </a:solidFill>
              <a:effectLst/>
              <a:latin typeface="Arial" panose="020B0604020202020204" pitchFamily="34" charset="0"/>
              <a:ea typeface="+mn-ea"/>
              <a:cs typeface="Arial" panose="020B0604020202020204" pitchFamily="34" charset="0"/>
            </a:endParaRPr>
          </a:p>
          <a:p>
            <a:r>
              <a:rPr lang="en-US" sz="1200" kern="1200" dirty="0" smtClean="0">
                <a:solidFill>
                  <a:schemeClr val="tx1"/>
                </a:solidFill>
                <a:effectLst/>
                <a:latin typeface="Arial" panose="020B0604020202020204" pitchFamily="34" charset="0"/>
                <a:ea typeface="+mn-ea"/>
                <a:cs typeface="Arial" panose="020B0604020202020204" pitchFamily="34" charset="0"/>
              </a:rPr>
              <a:t>An</a:t>
            </a:r>
            <a:r>
              <a:rPr lang="en-US" sz="1200" kern="1200" baseline="0" dirty="0" smtClean="0">
                <a:solidFill>
                  <a:schemeClr val="tx1"/>
                </a:solidFill>
                <a:effectLst/>
                <a:latin typeface="Arial" panose="020B0604020202020204" pitchFamily="34" charset="0"/>
                <a:ea typeface="+mn-ea"/>
                <a:cs typeface="Arial" panose="020B0604020202020204" pitchFamily="34" charset="0"/>
              </a:rPr>
              <a:t> expansion </a:t>
            </a:r>
            <a:r>
              <a:rPr lang="en-US" sz="1200" kern="1200" dirty="0" smtClean="0">
                <a:solidFill>
                  <a:schemeClr val="tx1"/>
                </a:solidFill>
                <a:effectLst/>
                <a:latin typeface="Arial" panose="020B0604020202020204" pitchFamily="34" charset="0"/>
                <a:ea typeface="+mn-ea"/>
                <a:cs typeface="Arial" panose="020B0604020202020204" pitchFamily="34" charset="0"/>
              </a:rPr>
              <a:t>of </a:t>
            </a:r>
            <a:r>
              <a:rPr lang="en-US" sz="1200" kern="1200" dirty="0">
                <a:solidFill>
                  <a:schemeClr val="tx1"/>
                </a:solidFill>
                <a:effectLst/>
                <a:latin typeface="Arial" panose="020B0604020202020204" pitchFamily="34" charset="0"/>
                <a:ea typeface="+mn-ea"/>
                <a:cs typeface="Arial" panose="020B0604020202020204" pitchFamily="34" charset="0"/>
              </a:rPr>
              <a:t>the </a:t>
            </a:r>
            <a:r>
              <a:rPr lang="en-US" sz="1200" kern="1200" dirty="0" smtClean="0">
                <a:solidFill>
                  <a:schemeClr val="tx1"/>
                </a:solidFill>
                <a:effectLst/>
                <a:latin typeface="Arial" panose="020B0604020202020204" pitchFamily="34" charset="0"/>
                <a:ea typeface="+mn-ea"/>
                <a:cs typeface="Arial" panose="020B0604020202020204" pitchFamily="34" charset="0"/>
              </a:rPr>
              <a:t>structure,</a:t>
            </a:r>
            <a:r>
              <a:rPr lang="en-US" sz="1200" kern="1200" baseline="0" dirty="0" smtClean="0">
                <a:solidFill>
                  <a:schemeClr val="tx1"/>
                </a:solidFill>
                <a:effectLst/>
                <a:latin typeface="Arial" panose="020B0604020202020204" pitchFamily="34" charset="0"/>
                <a:ea typeface="+mn-ea"/>
                <a:cs typeface="Arial" panose="020B0604020202020204" pitchFamily="34" charset="0"/>
              </a:rPr>
              <a:t> </a:t>
            </a:r>
            <a:r>
              <a:rPr lang="en-US" sz="1200" kern="1200" dirty="0" smtClean="0">
                <a:solidFill>
                  <a:schemeClr val="tx1"/>
                </a:solidFill>
                <a:effectLst/>
                <a:latin typeface="Arial" panose="020B0604020202020204" pitchFamily="34" charset="0"/>
                <a:ea typeface="+mn-ea"/>
                <a:cs typeface="Arial" panose="020B0604020202020204" pitchFamily="34" charset="0"/>
              </a:rPr>
              <a:t>responsibility and the </a:t>
            </a:r>
            <a:r>
              <a:rPr lang="en-US" sz="1200" kern="1200" dirty="0">
                <a:solidFill>
                  <a:schemeClr val="tx1"/>
                </a:solidFill>
                <a:effectLst/>
                <a:latin typeface="Arial" panose="020B0604020202020204" pitchFamily="34" charset="0"/>
                <a:ea typeface="+mn-ea"/>
                <a:cs typeface="Arial" panose="020B0604020202020204" pitchFamily="34" charset="0"/>
              </a:rPr>
              <a:t>re-naming of the HQ to </a:t>
            </a:r>
            <a:r>
              <a:rPr lang="en-US" sz="1200" b="1" kern="1200" dirty="0">
                <a:solidFill>
                  <a:schemeClr val="tx1"/>
                </a:solidFill>
                <a:effectLst/>
                <a:latin typeface="Arial" panose="020B0604020202020204" pitchFamily="34" charset="0"/>
                <a:ea typeface="+mn-ea"/>
                <a:cs typeface="Arial" panose="020B0604020202020204" pitchFamily="34" charset="0"/>
              </a:rPr>
              <a:t>Allied Joint Force Command NAPLES </a:t>
            </a:r>
            <a:r>
              <a:rPr lang="en-US" sz="1200" kern="1200" dirty="0" smtClean="0">
                <a:solidFill>
                  <a:schemeClr val="tx1"/>
                </a:solidFill>
                <a:effectLst/>
                <a:latin typeface="Arial" panose="020B0604020202020204" pitchFamily="34" charset="0"/>
                <a:ea typeface="+mn-ea"/>
                <a:cs typeface="Arial" panose="020B0604020202020204" pitchFamily="34" charset="0"/>
              </a:rPr>
              <a:t>occurred in </a:t>
            </a:r>
            <a:r>
              <a:rPr lang="en-US" sz="1200" kern="1200" dirty="0">
                <a:solidFill>
                  <a:schemeClr val="tx1"/>
                </a:solidFill>
                <a:effectLst/>
                <a:latin typeface="Arial" panose="020B0604020202020204" pitchFamily="34" charset="0"/>
                <a:ea typeface="+mn-ea"/>
                <a:cs typeface="Arial" panose="020B0604020202020204" pitchFamily="34" charset="0"/>
              </a:rPr>
              <a:t>2004.</a:t>
            </a:r>
          </a:p>
          <a:p>
            <a:endParaRPr lang="en-US" sz="12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Arial" panose="020B0604020202020204" pitchFamily="34" charset="0"/>
              </a:rPr>
              <a:t>The present headquarters, moved from BAGNOLI</a:t>
            </a:r>
            <a:r>
              <a:rPr lang="en-US" sz="1200" kern="1200" baseline="0" dirty="0">
                <a:solidFill>
                  <a:schemeClr val="tx1"/>
                </a:solidFill>
                <a:effectLst/>
                <a:latin typeface="Arial" panose="020B0604020202020204" pitchFamily="34" charset="0"/>
                <a:ea typeface="+mn-ea"/>
                <a:cs typeface="Arial" panose="020B0604020202020204" pitchFamily="34" charset="0"/>
              </a:rPr>
              <a:t>, to </a:t>
            </a:r>
            <a:r>
              <a:rPr lang="en-US" sz="1200" kern="1200" dirty="0">
                <a:solidFill>
                  <a:schemeClr val="tx1"/>
                </a:solidFill>
                <a:effectLst/>
                <a:latin typeface="Arial" panose="020B0604020202020204" pitchFamily="34" charset="0"/>
                <a:ea typeface="+mn-ea"/>
                <a:cs typeface="Arial" panose="020B0604020202020204" pitchFamily="34" charset="0"/>
              </a:rPr>
              <a:t>here in LAGO PATRIA in 2012.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Arial" panose="020B0604020202020204" pitchFamily="34" charset="0"/>
              <a:ea typeface="+mn-ea"/>
              <a:cs typeface="Arial" panose="020B0604020202020204" pitchFamily="34" charset="0"/>
            </a:endParaRPr>
          </a:p>
          <a:p>
            <a:pPr lvl="0"/>
            <a:r>
              <a:rPr lang="en-US" sz="1200" kern="1200" dirty="0" smtClean="0">
                <a:solidFill>
                  <a:schemeClr val="tx1"/>
                </a:solidFill>
                <a:effectLst/>
                <a:latin typeface="Arial" panose="020B0604020202020204" pitchFamily="34" charset="0"/>
                <a:ea typeface="+mn-ea"/>
                <a:cs typeface="Arial" panose="020B0604020202020204" pitchFamily="34" charset="0"/>
              </a:rPr>
              <a:t>Also important</a:t>
            </a:r>
            <a:r>
              <a:rPr lang="en-US" sz="1200" kern="1200" baseline="0" dirty="0" smtClean="0">
                <a:solidFill>
                  <a:schemeClr val="tx1"/>
                </a:solidFill>
                <a:effectLst/>
                <a:latin typeface="Arial" panose="020B0604020202020204" pitchFamily="34" charset="0"/>
                <a:ea typeface="+mn-ea"/>
                <a:cs typeface="Arial" panose="020B0604020202020204" pitchFamily="34" charset="0"/>
              </a:rPr>
              <a:t> to note: </a:t>
            </a:r>
            <a:r>
              <a:rPr lang="en-US" sz="1200" kern="1200" dirty="0" smtClean="0">
                <a:solidFill>
                  <a:schemeClr val="tx1"/>
                </a:solidFill>
                <a:effectLst/>
                <a:latin typeface="Arial" panose="020B0604020202020204" pitchFamily="34" charset="0"/>
                <a:ea typeface="+mn-ea"/>
                <a:cs typeface="Arial" panose="020B0604020202020204" pitchFamily="34" charset="0"/>
              </a:rPr>
              <a:t>On </a:t>
            </a:r>
            <a:r>
              <a:rPr lang="en-US" sz="1200" kern="1200" dirty="0">
                <a:solidFill>
                  <a:schemeClr val="tx1"/>
                </a:solidFill>
                <a:effectLst/>
                <a:latin typeface="Arial" panose="020B0604020202020204" pitchFamily="34" charset="0"/>
                <a:ea typeface="+mn-ea"/>
                <a:cs typeface="Arial" panose="020B0604020202020204" pitchFamily="34" charset="0"/>
              </a:rPr>
              <a:t>18 January 2001, AFSOUTH assumed operational responsibilities for </a:t>
            </a:r>
            <a:r>
              <a:rPr lang="en-US" sz="1200" kern="1200" dirty="0" smtClean="0">
                <a:solidFill>
                  <a:schemeClr val="tx1"/>
                </a:solidFill>
                <a:effectLst/>
                <a:latin typeface="Arial" panose="020B0604020202020204" pitchFamily="34" charset="0"/>
                <a:ea typeface="+mn-ea"/>
                <a:cs typeface="Arial" panose="020B0604020202020204" pitchFamily="34" charset="0"/>
              </a:rPr>
              <a:t>"Joint </a:t>
            </a:r>
            <a:r>
              <a:rPr lang="en-US" sz="1200" kern="1200" dirty="0">
                <a:solidFill>
                  <a:schemeClr val="tx1"/>
                </a:solidFill>
                <a:effectLst/>
                <a:latin typeface="Arial" panose="020B0604020202020204" pitchFamily="34" charset="0"/>
                <a:ea typeface="+mn-ea"/>
                <a:cs typeface="Arial" panose="020B0604020202020204" pitchFamily="34" charset="0"/>
              </a:rPr>
              <a:t>Guardian," which included the Kosovo Force. KFOR at the time was comprised </a:t>
            </a:r>
            <a:r>
              <a:rPr lang="en-US" sz="1200" kern="1200" dirty="0" smtClean="0">
                <a:solidFill>
                  <a:schemeClr val="tx1"/>
                </a:solidFill>
                <a:effectLst/>
                <a:latin typeface="Arial" panose="020B0604020202020204" pitchFamily="34" charset="0"/>
                <a:ea typeface="+mn-ea"/>
                <a:cs typeface="Arial" panose="020B0604020202020204" pitchFamily="34" charset="0"/>
              </a:rPr>
              <a:t>from </a:t>
            </a:r>
            <a:r>
              <a:rPr lang="en-US" sz="1200" kern="1200" dirty="0">
                <a:solidFill>
                  <a:schemeClr val="tx1"/>
                </a:solidFill>
                <a:effectLst/>
                <a:latin typeface="Arial" panose="020B0604020202020204" pitchFamily="34" charset="0"/>
                <a:ea typeface="+mn-ea"/>
                <a:cs typeface="Arial" panose="020B0604020202020204" pitchFamily="34" charset="0"/>
              </a:rPr>
              <a:t>39 </a:t>
            </a:r>
            <a:r>
              <a:rPr lang="en-US" sz="1200" kern="1200" dirty="0" smtClean="0">
                <a:solidFill>
                  <a:schemeClr val="tx1"/>
                </a:solidFill>
                <a:effectLst/>
                <a:latin typeface="Arial" panose="020B0604020202020204" pitchFamily="34" charset="0"/>
                <a:ea typeface="+mn-ea"/>
                <a:cs typeface="Arial" panose="020B0604020202020204" pitchFamily="34" charset="0"/>
              </a:rPr>
              <a:t>nations, 20 of which were not part of NATO;</a:t>
            </a:r>
          </a:p>
          <a:p>
            <a:pPr lvl="0"/>
            <a:endParaRPr lang="en-US" sz="1200" kern="1200" dirty="0" smtClean="0">
              <a:solidFill>
                <a:schemeClr val="tx1"/>
              </a:solidFill>
              <a:effectLst/>
              <a:latin typeface="Arial" panose="020B0604020202020204" pitchFamily="34" charset="0"/>
              <a:ea typeface="+mn-ea"/>
              <a:cs typeface="Arial" panose="020B0604020202020204" pitchFamily="34" charset="0"/>
            </a:endParaRPr>
          </a:p>
          <a:p>
            <a:pPr lvl="0"/>
            <a:r>
              <a:rPr lang="en-US" sz="1200" b="0" kern="1200" dirty="0" smtClean="0">
                <a:solidFill>
                  <a:schemeClr val="bg1"/>
                </a:solidFill>
                <a:effectLst/>
                <a:latin typeface="Arial" panose="020B0604020202020204" pitchFamily="34" charset="0"/>
                <a:ea typeface="+mn-ea"/>
                <a:cs typeface="Arial" panose="020B0604020202020204" pitchFamily="34" charset="0"/>
              </a:rPr>
              <a:t>Operation Unified Protector was a </a:t>
            </a:r>
            <a:r>
              <a:rPr lang="en-US" sz="1200" b="0" u="none" strike="noStrike" kern="1200" dirty="0" smtClean="0">
                <a:solidFill>
                  <a:schemeClr val="bg1"/>
                </a:solidFill>
                <a:effectLst/>
                <a:latin typeface="Arial" panose="020B0604020202020204" pitchFamily="34" charset="0"/>
                <a:ea typeface="+mn-ea"/>
                <a:cs typeface="Arial" panose="020B0604020202020204" pitchFamily="34" charset="0"/>
                <a:hlinkClick r:id="rId3"/>
              </a:rPr>
              <a:t>NATO</a:t>
            </a:r>
            <a:r>
              <a:rPr lang="en-US" sz="1200" b="0" kern="1200" dirty="0" smtClean="0">
                <a:solidFill>
                  <a:schemeClr val="bg1"/>
                </a:solidFill>
                <a:effectLst/>
                <a:latin typeface="Arial" panose="020B0604020202020204" pitchFamily="34" charset="0"/>
                <a:ea typeface="+mn-ea"/>
                <a:cs typeface="Arial" panose="020B0604020202020204" pitchFamily="34" charset="0"/>
              </a:rPr>
              <a:t> operation in 2011 enforcing </a:t>
            </a:r>
            <a:r>
              <a:rPr lang="en-US" sz="1200" b="0" u="none" strike="noStrike" kern="1200" dirty="0" smtClean="0">
                <a:solidFill>
                  <a:schemeClr val="bg1"/>
                </a:solidFill>
                <a:effectLst/>
                <a:latin typeface="Arial" panose="020B0604020202020204" pitchFamily="34" charset="0"/>
                <a:ea typeface="+mn-ea"/>
                <a:cs typeface="Arial" panose="020B0604020202020204" pitchFamily="34" charset="0"/>
                <a:hlinkClick r:id="rId4"/>
              </a:rPr>
              <a:t>United Nations</a:t>
            </a:r>
            <a:r>
              <a:rPr lang="en-US" sz="1200" b="0" kern="1200" dirty="0" smtClean="0">
                <a:solidFill>
                  <a:schemeClr val="bg1"/>
                </a:solidFill>
                <a:effectLst/>
                <a:latin typeface="Arial" panose="020B0604020202020204" pitchFamily="34" charset="0"/>
                <a:ea typeface="+mn-ea"/>
                <a:cs typeface="Arial" panose="020B0604020202020204" pitchFamily="34" charset="0"/>
              </a:rPr>
              <a:t> </a:t>
            </a:r>
            <a:r>
              <a:rPr lang="en-US" sz="1200" b="0" u="none" strike="noStrike" kern="1200" dirty="0" smtClean="0">
                <a:solidFill>
                  <a:schemeClr val="bg1"/>
                </a:solidFill>
                <a:effectLst/>
                <a:latin typeface="Arial" panose="020B0604020202020204" pitchFamily="34" charset="0"/>
                <a:ea typeface="+mn-ea"/>
                <a:cs typeface="Arial" panose="020B0604020202020204" pitchFamily="34" charset="0"/>
                <a:hlinkClick r:id="rId5"/>
              </a:rPr>
              <a:t>Security Council</a:t>
            </a:r>
            <a:r>
              <a:rPr lang="en-US" sz="1200" b="0" kern="1200" dirty="0" smtClean="0">
                <a:solidFill>
                  <a:schemeClr val="bg1"/>
                </a:solidFill>
                <a:effectLst/>
                <a:latin typeface="Arial" panose="020B0604020202020204" pitchFamily="34" charset="0"/>
                <a:ea typeface="+mn-ea"/>
                <a:cs typeface="Arial" panose="020B0604020202020204" pitchFamily="34" charset="0"/>
              </a:rPr>
              <a:t> </a:t>
            </a:r>
            <a:r>
              <a:rPr lang="en-US" sz="1200" b="0" u="none" strike="noStrike" kern="1200" dirty="0" smtClean="0">
                <a:solidFill>
                  <a:schemeClr val="bg1"/>
                </a:solidFill>
                <a:effectLst/>
                <a:latin typeface="Arial" panose="020B0604020202020204" pitchFamily="34" charset="0"/>
                <a:ea typeface="+mn-ea"/>
                <a:cs typeface="Arial" panose="020B0604020202020204" pitchFamily="34" charset="0"/>
                <a:hlinkClick r:id="rId6"/>
              </a:rPr>
              <a:t>resolutions</a:t>
            </a:r>
            <a:r>
              <a:rPr lang="en-US" sz="1200" b="0" u="none" strike="noStrike" kern="1200" dirty="0" smtClean="0">
                <a:solidFill>
                  <a:schemeClr val="bg1"/>
                </a:solidFill>
                <a:effectLst/>
                <a:latin typeface="Arial" panose="020B0604020202020204" pitchFamily="34" charset="0"/>
                <a:ea typeface="+mn-ea"/>
                <a:cs typeface="Arial" panose="020B0604020202020204" pitchFamily="34" charset="0"/>
              </a:rPr>
              <a:t> in</a:t>
            </a:r>
            <a:r>
              <a:rPr lang="en-US" sz="1200" b="0" kern="1200" dirty="0" smtClean="0">
                <a:solidFill>
                  <a:schemeClr val="bg1"/>
                </a:solidFill>
                <a:effectLst/>
                <a:latin typeface="Arial" panose="020B0604020202020204" pitchFamily="34" charset="0"/>
                <a:ea typeface="+mn-ea"/>
                <a:cs typeface="Arial" panose="020B0604020202020204" pitchFamily="34" charset="0"/>
              </a:rPr>
              <a:t> </a:t>
            </a:r>
            <a:r>
              <a:rPr lang="en-US" sz="1200" b="0" u="none" strike="noStrike" kern="1200" dirty="0" smtClean="0">
                <a:solidFill>
                  <a:schemeClr val="bg1"/>
                </a:solidFill>
                <a:effectLst/>
                <a:latin typeface="Arial" panose="020B0604020202020204" pitchFamily="34" charset="0"/>
                <a:ea typeface="+mn-ea"/>
                <a:cs typeface="Arial" panose="020B0604020202020204" pitchFamily="34" charset="0"/>
                <a:hlinkClick r:id="rId7"/>
              </a:rPr>
              <a:t>1970</a:t>
            </a:r>
            <a:r>
              <a:rPr lang="en-US" sz="1200" b="0" kern="1200" dirty="0" smtClean="0">
                <a:solidFill>
                  <a:schemeClr val="bg1"/>
                </a:solidFill>
                <a:effectLst/>
                <a:latin typeface="Arial" panose="020B0604020202020204" pitchFamily="34" charset="0"/>
                <a:ea typeface="+mn-ea"/>
                <a:cs typeface="Arial" panose="020B0604020202020204" pitchFamily="34" charset="0"/>
              </a:rPr>
              <a:t> and </a:t>
            </a:r>
            <a:r>
              <a:rPr lang="en-US" sz="1200" b="0" u="none" strike="noStrike" kern="1200" dirty="0" smtClean="0">
                <a:solidFill>
                  <a:schemeClr val="bg1"/>
                </a:solidFill>
                <a:effectLst/>
                <a:latin typeface="Arial" panose="020B0604020202020204" pitchFamily="34" charset="0"/>
                <a:ea typeface="+mn-ea"/>
                <a:cs typeface="Arial" panose="020B0604020202020204" pitchFamily="34" charset="0"/>
                <a:hlinkClick r:id="rId8"/>
              </a:rPr>
              <a:t>1973</a:t>
            </a:r>
            <a:r>
              <a:rPr lang="en-US" sz="1200" b="0" u="none" strike="noStrike" kern="1200" dirty="0" smtClean="0">
                <a:solidFill>
                  <a:schemeClr val="bg1"/>
                </a:solidFill>
                <a:effectLst/>
                <a:latin typeface="Arial" panose="020B0604020202020204" pitchFamily="34" charset="0"/>
                <a:ea typeface="+mn-ea"/>
                <a:cs typeface="Arial" panose="020B0604020202020204" pitchFamily="34" charset="0"/>
              </a:rPr>
              <a:t>,</a:t>
            </a:r>
            <a:r>
              <a:rPr lang="en-US" sz="1200" b="0" u="none" strike="noStrike" kern="1200" baseline="0" dirty="0" smtClean="0">
                <a:solidFill>
                  <a:schemeClr val="bg1"/>
                </a:solidFill>
                <a:effectLst/>
                <a:latin typeface="Arial" panose="020B0604020202020204" pitchFamily="34" charset="0"/>
                <a:ea typeface="+mn-ea"/>
                <a:cs typeface="Arial" panose="020B0604020202020204" pitchFamily="34" charset="0"/>
              </a:rPr>
              <a:t> </a:t>
            </a:r>
            <a:r>
              <a:rPr lang="en-US" sz="1200" b="0" kern="1200" dirty="0" smtClean="0">
                <a:solidFill>
                  <a:schemeClr val="bg1"/>
                </a:solidFill>
                <a:effectLst/>
                <a:latin typeface="Arial" panose="020B0604020202020204" pitchFamily="34" charset="0"/>
                <a:ea typeface="+mn-ea"/>
                <a:cs typeface="Arial" panose="020B0604020202020204" pitchFamily="34" charset="0"/>
              </a:rPr>
              <a:t>concerning the </a:t>
            </a:r>
            <a:r>
              <a:rPr lang="en-US" sz="1200" b="0" u="none" strike="noStrike" kern="1200" dirty="0" smtClean="0">
                <a:solidFill>
                  <a:schemeClr val="bg1"/>
                </a:solidFill>
                <a:effectLst/>
                <a:latin typeface="Arial" panose="020B0604020202020204" pitchFamily="34" charset="0"/>
                <a:ea typeface="+mn-ea"/>
                <a:cs typeface="Arial" panose="020B0604020202020204" pitchFamily="34" charset="0"/>
                <a:hlinkClick r:id="rId9"/>
              </a:rPr>
              <a:t>Libyan Civil War</a:t>
            </a:r>
            <a:r>
              <a:rPr lang="en-US" sz="1200" b="0" kern="1200" dirty="0" smtClean="0">
                <a:solidFill>
                  <a:schemeClr val="bg1"/>
                </a:solidFill>
                <a:effectLst/>
                <a:latin typeface="Arial" panose="020B0604020202020204" pitchFamily="34" charset="0"/>
                <a:ea typeface="+mn-ea"/>
                <a:cs typeface="Arial" panose="020B0604020202020204" pitchFamily="34" charset="0"/>
              </a:rPr>
              <a:t>. The Joint Force Command Naples was the Leading HQs of the Operation and a dedicated Task Force settled and co-located in BAGNOLI. The operation officially ended on 31 October 2011, after the rebel leaders, formalized in the </a:t>
            </a:r>
            <a:r>
              <a:rPr lang="en-US" sz="1200" b="0" u="none" strike="noStrike" kern="1200" dirty="0" smtClean="0">
                <a:solidFill>
                  <a:schemeClr val="bg1"/>
                </a:solidFill>
                <a:effectLst/>
                <a:latin typeface="Arial" panose="020B0604020202020204" pitchFamily="34" charset="0"/>
                <a:ea typeface="+mn-ea"/>
                <a:cs typeface="Arial" panose="020B0604020202020204" pitchFamily="34" charset="0"/>
                <a:hlinkClick r:id="rId10"/>
              </a:rPr>
              <a:t>National Transitional Council</a:t>
            </a:r>
            <a:r>
              <a:rPr lang="en-US" sz="1200" b="0" kern="1200" dirty="0" smtClean="0">
                <a:solidFill>
                  <a:schemeClr val="bg1"/>
                </a:solidFill>
                <a:effectLst/>
                <a:latin typeface="Arial" panose="020B0604020202020204" pitchFamily="34" charset="0"/>
                <a:ea typeface="+mn-ea"/>
                <a:cs typeface="Arial" panose="020B0604020202020204" pitchFamily="34" charset="0"/>
              </a:rPr>
              <a:t>, declaring</a:t>
            </a:r>
            <a:r>
              <a:rPr lang="en-US" sz="1200" b="0" kern="1200" baseline="0" dirty="0" smtClean="0">
                <a:solidFill>
                  <a:schemeClr val="bg1"/>
                </a:solidFill>
                <a:effectLst/>
                <a:latin typeface="Arial" panose="020B0604020202020204" pitchFamily="34" charset="0"/>
                <a:ea typeface="+mn-ea"/>
                <a:cs typeface="Arial" panose="020B0604020202020204" pitchFamily="34" charset="0"/>
              </a:rPr>
              <a:t> </a:t>
            </a:r>
            <a:r>
              <a:rPr lang="en-US" sz="1200" b="0" kern="1200" dirty="0" smtClean="0">
                <a:solidFill>
                  <a:schemeClr val="bg1"/>
                </a:solidFill>
                <a:effectLst/>
                <a:latin typeface="Arial" panose="020B0604020202020204" pitchFamily="34" charset="0"/>
                <a:ea typeface="+mn-ea"/>
                <a:cs typeface="Arial" panose="020B0604020202020204" pitchFamily="34" charset="0"/>
              </a:rPr>
              <a:t>Libya liberated on 23 October. </a:t>
            </a:r>
          </a:p>
          <a:p>
            <a:pPr lvl="0"/>
            <a:endParaRPr lang="en-US" sz="1200" kern="1200" dirty="0">
              <a:solidFill>
                <a:schemeClr val="tx1"/>
              </a:solidFill>
              <a:effectLst/>
              <a:latin typeface="Arial" panose="020B0604020202020204" pitchFamily="34" charset="0"/>
              <a:ea typeface="+mn-ea"/>
              <a:cs typeface="Arial" panose="020B0604020202020204" pitchFamily="34" charset="0"/>
            </a:endParaRPr>
          </a:p>
          <a:p>
            <a:pPr lvl="0"/>
            <a:r>
              <a:rPr lang="en-US" sz="1200" kern="1200" dirty="0">
                <a:solidFill>
                  <a:schemeClr val="tx1"/>
                </a:solidFill>
                <a:effectLst/>
                <a:latin typeface="Arial" panose="020B0604020202020204" pitchFamily="34" charset="0"/>
                <a:ea typeface="+mn-ea"/>
                <a:cs typeface="Arial" panose="020B0604020202020204" pitchFamily="34" charset="0"/>
              </a:rPr>
              <a:t>Since 2018 JFCNP </a:t>
            </a:r>
            <a:r>
              <a:rPr lang="en-US" sz="1200" kern="1200" dirty="0" smtClean="0">
                <a:solidFill>
                  <a:schemeClr val="tx1"/>
                </a:solidFill>
                <a:effectLst/>
                <a:latin typeface="Arial" panose="020B0604020202020204" pitchFamily="34" charset="0"/>
                <a:ea typeface="+mn-ea"/>
                <a:cs typeface="Arial" panose="020B0604020202020204" pitchFamily="34" charset="0"/>
              </a:rPr>
              <a:t>has been </a:t>
            </a:r>
            <a:r>
              <a:rPr lang="en-US" sz="1200" kern="1200" dirty="0">
                <a:solidFill>
                  <a:schemeClr val="tx1"/>
                </a:solidFill>
                <a:effectLst/>
                <a:latin typeface="Arial" panose="020B0604020202020204" pitchFamily="34" charset="0"/>
                <a:ea typeface="+mn-ea"/>
                <a:cs typeface="Arial" panose="020B0604020202020204" pitchFamily="34" charset="0"/>
              </a:rPr>
              <a:t>leading NATO MISSION in IRAQ (NMI), a Non-combat mission with both Military and Civilian components. The mission is demand-driven</a:t>
            </a:r>
            <a:r>
              <a:rPr lang="en-US" sz="1200" kern="1200" baseline="0" dirty="0">
                <a:solidFill>
                  <a:schemeClr val="tx1"/>
                </a:solidFill>
                <a:effectLst/>
                <a:latin typeface="Arial" panose="020B0604020202020204" pitchFamily="34" charset="0"/>
                <a:ea typeface="+mn-ea"/>
                <a:cs typeface="Arial" panose="020B0604020202020204" pitchFamily="34" charset="0"/>
              </a:rPr>
              <a:t> and</a:t>
            </a:r>
            <a:r>
              <a:rPr lang="en-US" sz="1200" kern="1200" dirty="0">
                <a:solidFill>
                  <a:schemeClr val="tx1"/>
                </a:solidFill>
                <a:effectLst/>
                <a:latin typeface="Arial" panose="020B0604020202020204" pitchFamily="34" charset="0"/>
                <a:ea typeface="+mn-ea"/>
                <a:cs typeface="Arial" panose="020B0604020202020204" pitchFamily="34" charset="0"/>
              </a:rPr>
              <a:t> </a:t>
            </a:r>
            <a:r>
              <a:rPr lang="en-US" sz="1200" kern="1200" dirty="0" smtClean="0">
                <a:solidFill>
                  <a:schemeClr val="tx1"/>
                </a:solidFill>
                <a:effectLst/>
                <a:latin typeface="Arial" panose="020B0604020202020204" pitchFamily="34" charset="0"/>
                <a:ea typeface="+mn-ea"/>
                <a:cs typeface="Arial" panose="020B0604020202020204" pitchFamily="34" charset="0"/>
              </a:rPr>
              <a:t>built </a:t>
            </a:r>
            <a:r>
              <a:rPr lang="en-US" sz="1200" kern="1200" dirty="0">
                <a:solidFill>
                  <a:schemeClr val="tx1"/>
                </a:solidFill>
                <a:effectLst/>
                <a:latin typeface="Arial" panose="020B0604020202020204" pitchFamily="34" charset="0"/>
                <a:ea typeface="+mn-ea"/>
                <a:cs typeface="Arial" panose="020B0604020202020204" pitchFamily="34" charset="0"/>
              </a:rPr>
              <a:t>to answer specific requirements, as expressed by the Government of Iraq to provide trainings and advise to the Ministry of Defense.</a:t>
            </a:r>
            <a:r>
              <a:rPr lang="en-US" sz="1200" kern="1200" baseline="0" dirty="0">
                <a:solidFill>
                  <a:schemeClr val="tx1"/>
                </a:solidFill>
                <a:effectLst/>
                <a:latin typeface="Arial" panose="020B0604020202020204" pitchFamily="34" charset="0"/>
                <a:ea typeface="+mn-ea"/>
                <a:cs typeface="Arial" panose="020B0604020202020204" pitchFamily="34" charset="0"/>
              </a:rPr>
              <a:t> It </a:t>
            </a:r>
            <a:r>
              <a:rPr lang="en-US" sz="1200" kern="1200" dirty="0">
                <a:solidFill>
                  <a:schemeClr val="tx1"/>
                </a:solidFill>
                <a:effectLst/>
                <a:latin typeface="Arial" panose="020B0604020202020204" pitchFamily="34" charset="0"/>
                <a:ea typeface="+mn-ea"/>
                <a:cs typeface="Arial" panose="020B0604020202020204" pitchFamily="34" charset="0"/>
              </a:rPr>
              <a:t>involves delivering train-the-trainer activities</a:t>
            </a:r>
            <a:r>
              <a:rPr lang="en-US" sz="1200" kern="1200" baseline="0" dirty="0">
                <a:solidFill>
                  <a:schemeClr val="tx1"/>
                </a:solidFill>
                <a:effectLst/>
                <a:latin typeface="Arial" panose="020B0604020202020204" pitchFamily="34" charset="0"/>
                <a:ea typeface="+mn-ea"/>
                <a:cs typeface="Arial" panose="020B0604020202020204" pitchFamily="34" charset="0"/>
              </a:rPr>
              <a:t> </a:t>
            </a:r>
            <a:r>
              <a:rPr lang="en-US" sz="1200" kern="1200" dirty="0">
                <a:solidFill>
                  <a:schemeClr val="tx1"/>
                </a:solidFill>
                <a:effectLst/>
                <a:latin typeface="Arial" panose="020B0604020202020204" pitchFamily="34" charset="0"/>
                <a:ea typeface="+mn-ea"/>
                <a:cs typeface="Arial" panose="020B0604020202020204" pitchFamily="34" charset="0"/>
              </a:rPr>
              <a:t>and advising at the tactical </a:t>
            </a:r>
            <a:r>
              <a:rPr lang="en-US" sz="1200" kern="1200" dirty="0" smtClean="0">
                <a:solidFill>
                  <a:schemeClr val="tx1"/>
                </a:solidFill>
                <a:effectLst/>
                <a:latin typeface="Arial" panose="020B0604020202020204" pitchFamily="34" charset="0"/>
                <a:ea typeface="+mn-ea"/>
                <a:cs typeface="Arial" panose="020B0604020202020204" pitchFamily="34" charset="0"/>
              </a:rPr>
              <a:t>level,</a:t>
            </a:r>
            <a:r>
              <a:rPr lang="en-US" sz="1200" kern="1200" baseline="0" dirty="0" smtClean="0">
                <a:solidFill>
                  <a:schemeClr val="tx1"/>
                </a:solidFill>
                <a:effectLst/>
                <a:latin typeface="Arial" panose="020B0604020202020204" pitchFamily="34" charset="0"/>
                <a:ea typeface="+mn-ea"/>
                <a:cs typeface="Arial" panose="020B0604020202020204" pitchFamily="34" charset="0"/>
              </a:rPr>
              <a:t> providing </a:t>
            </a:r>
            <a:r>
              <a:rPr lang="en-US" sz="1200" kern="1200" dirty="0" smtClean="0">
                <a:solidFill>
                  <a:schemeClr val="tx1"/>
                </a:solidFill>
                <a:effectLst/>
                <a:latin typeface="Arial" panose="020B0604020202020204" pitchFamily="34" charset="0"/>
                <a:ea typeface="+mn-ea"/>
                <a:cs typeface="Arial" panose="020B0604020202020204" pitchFamily="34" charset="0"/>
              </a:rPr>
              <a:t>specific </a:t>
            </a:r>
            <a:r>
              <a:rPr lang="en-US" sz="1200" kern="1200" dirty="0">
                <a:solidFill>
                  <a:schemeClr val="tx1"/>
                </a:solidFill>
                <a:effectLst/>
                <a:latin typeface="Arial" panose="020B0604020202020204" pitchFamily="34" charset="0"/>
                <a:ea typeface="+mn-ea"/>
                <a:cs typeface="Arial" panose="020B0604020202020204" pitchFamily="34" charset="0"/>
              </a:rPr>
              <a:t>schools and Professional Military Education (PME) </a:t>
            </a:r>
            <a:r>
              <a:rPr lang="en-US" sz="1200" kern="1200" dirty="0" smtClean="0">
                <a:solidFill>
                  <a:schemeClr val="tx1"/>
                </a:solidFill>
                <a:effectLst/>
                <a:latin typeface="Arial" panose="020B0604020202020204" pitchFamily="34" charset="0"/>
                <a:ea typeface="+mn-ea"/>
                <a:cs typeface="Arial" panose="020B0604020202020204" pitchFamily="34" charset="0"/>
              </a:rPr>
              <a:t>institutions.</a:t>
            </a:r>
          </a:p>
          <a:p>
            <a:pPr lvl="0"/>
            <a:endParaRPr lang="en-US" sz="1200" kern="1200" dirty="0" smtClean="0">
              <a:solidFill>
                <a:schemeClr val="tx1"/>
              </a:solidFill>
              <a:effectLst/>
              <a:latin typeface="Arial" panose="020B0604020202020204" pitchFamily="34" charset="0"/>
              <a:ea typeface="+mn-ea"/>
              <a:cs typeface="Arial" panose="020B0604020202020204" pitchFamily="34" charset="0"/>
            </a:endParaRPr>
          </a:p>
          <a:p>
            <a:pPr lvl="0"/>
            <a:r>
              <a:rPr lang="en-US" sz="1200" kern="1200" dirty="0" smtClean="0">
                <a:solidFill>
                  <a:schemeClr val="tx1"/>
                </a:solidFill>
                <a:effectLst/>
                <a:latin typeface="Arial" panose="020B0604020202020204" pitchFamily="34" charset="0"/>
                <a:ea typeface="+mn-ea"/>
                <a:cs typeface="Arial" panose="020B0604020202020204" pitchFamily="34" charset="0"/>
              </a:rPr>
              <a:t>It </a:t>
            </a:r>
            <a:r>
              <a:rPr lang="en-US" sz="1200" kern="1200" dirty="0">
                <a:solidFill>
                  <a:schemeClr val="tx1"/>
                </a:solidFill>
                <a:effectLst/>
                <a:latin typeface="Arial" panose="020B0604020202020204" pitchFamily="34" charset="0"/>
                <a:ea typeface="+mn-ea"/>
                <a:cs typeface="Arial" panose="020B0604020202020204" pitchFamily="34" charset="0"/>
              </a:rPr>
              <a:t>is worth noting that the emblem of </a:t>
            </a:r>
            <a:r>
              <a:rPr lang="en-US" sz="1200" b="1" kern="1200" dirty="0">
                <a:solidFill>
                  <a:schemeClr val="tx1"/>
                </a:solidFill>
                <a:effectLst/>
                <a:latin typeface="Arial" panose="020B0604020202020204" pitchFamily="34" charset="0"/>
                <a:ea typeface="+mn-ea"/>
                <a:cs typeface="Arial" panose="020B0604020202020204" pitchFamily="34" charset="0"/>
              </a:rPr>
              <a:t>JFCNP </a:t>
            </a:r>
            <a:r>
              <a:rPr lang="en-US" sz="1200" kern="1200" dirty="0">
                <a:solidFill>
                  <a:schemeClr val="tx1"/>
                </a:solidFill>
                <a:effectLst/>
                <a:latin typeface="Arial" panose="020B0604020202020204" pitchFamily="34" charset="0"/>
                <a:ea typeface="+mn-ea"/>
                <a:cs typeface="Arial" panose="020B0604020202020204" pitchFamily="34" charset="0"/>
              </a:rPr>
              <a:t>is the lion of St. Mark, the traditional symbol of the Republic of Venice, the epicenter of Sea Power during past centuries. It was adopted by this Headquarters as a symbol of power, holding open the book of peace and a raised sword</a:t>
            </a:r>
            <a:r>
              <a:rPr lang="en-US" sz="1200" kern="1200" dirty="0" smtClean="0">
                <a:solidFill>
                  <a:schemeClr val="tx1"/>
                </a:solidFill>
                <a:effectLst/>
                <a:latin typeface="Arial" panose="020B0604020202020204" pitchFamily="34" charset="0"/>
                <a:ea typeface="+mn-ea"/>
                <a:cs typeface="Arial" panose="020B0604020202020204" pitchFamily="34" charset="0"/>
              </a:rPr>
              <a:t>.</a:t>
            </a:r>
          </a:p>
          <a:p>
            <a:endParaRPr lang="en-US" sz="1200" b="1" kern="1200" dirty="0">
              <a:solidFill>
                <a:schemeClr val="tx1"/>
              </a:solidFill>
              <a:effectLst/>
              <a:latin typeface="Arial" panose="020B0604020202020204" pitchFamily="34" charset="0"/>
              <a:ea typeface="+mn-ea"/>
              <a:cs typeface="Arial" panose="020B0604020202020204" pitchFamily="34" charset="0"/>
            </a:endParaRPr>
          </a:p>
          <a:p>
            <a:r>
              <a:rPr lang="en-US" sz="1200" b="1" kern="1200" dirty="0">
                <a:solidFill>
                  <a:schemeClr val="tx1"/>
                </a:solidFill>
                <a:effectLst/>
                <a:latin typeface="Arial" panose="020B0604020202020204" pitchFamily="34" charset="0"/>
                <a:ea typeface="+mn-ea"/>
                <a:cs typeface="Arial" panose="020B0604020202020204" pitchFamily="34" charset="0"/>
              </a:rPr>
              <a:t>NEXT SLIDE</a:t>
            </a:r>
          </a:p>
          <a:p>
            <a:pPr algn="just"/>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78C2CB-92DE-CC40-B566-DF0687972C3D}" type="slidenum">
              <a:rPr kumimoji="0" lang="x-non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x-non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0221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The North Atlantic Treaty Organization is a political and military alliance. The North Atlantic Council (NAC) is NATO’s main political decision-making </a:t>
            </a:r>
            <a:r>
              <a:rPr kumimoji="0" lang="en-US" sz="1200" b="0" i="0" u="none" strike="noStrike" kern="1200" cap="none" spc="0" normalizeH="0" baseline="0" noProof="0" dirty="0" smtClean="0">
                <a:ln>
                  <a:noFill/>
                </a:ln>
                <a:solidFill>
                  <a:prstClr val="black"/>
                </a:solidFill>
                <a:effectLst/>
                <a:uLnTx/>
                <a:uFillTx/>
                <a:latin typeface="+mn-lt"/>
                <a:ea typeface="+mn-ea"/>
                <a:cs typeface="+mn-cs"/>
              </a:rPr>
              <a:t>body. </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The North Atlantic Treaty gave the NAC the power to set up subsidiary bodies for various policy functions, including a Military Committee to implement parts of the treaty.</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The </a:t>
            </a:r>
            <a:r>
              <a:rPr kumimoji="0" lang="en-US" sz="1200" b="0" i="0" u="none" strike="noStrike" kern="1200" cap="none" spc="0" normalizeH="0" baseline="0" noProof="0" dirty="0">
                <a:ln>
                  <a:noFill/>
                </a:ln>
                <a:solidFill>
                  <a:prstClr val="black"/>
                </a:solidFill>
                <a:effectLst/>
                <a:uLnTx/>
                <a:uFillTx/>
                <a:latin typeface="+mn-lt"/>
                <a:ea typeface="+mn-ea"/>
                <a:cs typeface="+mn-cs"/>
                <a:hlinkClick r:id="rId3" tooltip="NATO Military Command Structure"/>
              </a:rPr>
              <a:t>NATO Military Command Structure</a:t>
            </a:r>
            <a:r>
              <a:rPr kumimoji="0" lang="en-US" sz="1200" b="0" i="0" u="none" strike="noStrike" kern="1200" cap="none" spc="0" normalizeH="0" baseline="0" noProof="0" dirty="0">
                <a:ln>
                  <a:noFill/>
                </a:ln>
                <a:solidFill>
                  <a:prstClr val="black"/>
                </a:solidFill>
                <a:effectLst/>
                <a:uLnTx/>
                <a:uFillTx/>
                <a:latin typeface="+mn-lt"/>
                <a:ea typeface="+mn-ea"/>
                <a:cs typeface="+mn-cs"/>
              </a:rPr>
              <a:t> consists of two strategic commands </a:t>
            </a:r>
            <a:r>
              <a:rPr kumimoji="0" lang="en-US" sz="1200" b="0" i="0" u="none" strike="noStrike" kern="1200" cap="none" spc="0" normalizeH="0" baseline="0" noProof="0" dirty="0" smtClean="0">
                <a:ln>
                  <a:noFill/>
                </a:ln>
                <a:solidFill>
                  <a:prstClr val="black"/>
                </a:solidFill>
                <a:effectLst/>
                <a:uLnTx/>
                <a:uFillTx/>
                <a:latin typeface="+mn-lt"/>
                <a:ea typeface="+mn-ea"/>
                <a:cs typeface="+mn-cs"/>
              </a:rPr>
              <a:t>placed </a:t>
            </a:r>
            <a:r>
              <a:rPr kumimoji="0" lang="en-US" sz="1200" b="0" i="0" u="none" strike="noStrike" kern="1200" cap="none" spc="0" normalizeH="0" baseline="0" noProof="0" dirty="0">
                <a:ln>
                  <a:noFill/>
                </a:ln>
                <a:solidFill>
                  <a:prstClr val="black"/>
                </a:solidFill>
                <a:effectLst/>
                <a:uLnTx/>
                <a:uFillTx/>
                <a:latin typeface="+mn-lt"/>
                <a:ea typeface="+mn-ea"/>
                <a:cs typeface="+mn-cs"/>
              </a:rPr>
              <a:t>under the control of the Military Committee. </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These are Allied Command Transformation (ACT) and Allied Command Operation (ACO). </a:t>
            </a:r>
            <a:endParaRPr lang="en-US" dirty="0"/>
          </a:p>
          <a:p>
            <a:r>
              <a:rPr lang="en-US" b="1" dirty="0"/>
              <a:t>NEXT SLIDE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78C2CB-92DE-CC40-B566-DF0687972C3D}" type="slidenum">
              <a:rPr kumimoji="0" lang="x-non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x-non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1499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rPr>
              <a:t>Our Mission,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rPr>
              <a:t>In an </a:t>
            </a:r>
            <a:r>
              <a:rPr kumimoji="0" lang="en-US" sz="1200" b="0" i="0" u="none" strike="noStrike" kern="1200" cap="none" spc="0" normalizeH="0" baseline="0" noProof="0" dirty="0" smtClean="0">
                <a:ln>
                  <a:noFill/>
                </a:ln>
                <a:solidFill>
                  <a:srgbClr val="000000"/>
                </a:solidFill>
                <a:effectLst/>
                <a:uLnTx/>
                <a:uFillTx/>
                <a:latin typeface="Arial" pitchFamily="34" charset="0"/>
                <a:ea typeface="+mn-ea"/>
                <a:cs typeface="Arial" pitchFamily="34" charset="0"/>
                <a:sym typeface="Arial" panose="020B0604020202020204" pitchFamily="34" charset="0"/>
              </a:rPr>
              <a:t>ever-evolving </a:t>
            </a:r>
            <a:r>
              <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rPr>
              <a:t>security environment NATO faces two key </a:t>
            </a:r>
            <a:r>
              <a:rPr kumimoji="0" lang="en-US" sz="1200" b="0" i="0" u="none" strike="noStrike" kern="1200" cap="none" spc="0" normalizeH="0" baseline="0" noProof="0" dirty="0" smtClean="0">
                <a:ln>
                  <a:noFill/>
                </a:ln>
                <a:solidFill>
                  <a:srgbClr val="000000"/>
                </a:solidFill>
                <a:effectLst/>
                <a:uLnTx/>
                <a:uFillTx/>
                <a:latin typeface="Arial" pitchFamily="34" charset="0"/>
                <a:ea typeface="+mn-ea"/>
                <a:cs typeface="Arial" pitchFamily="34" charset="0"/>
                <a:sym typeface="Arial" panose="020B0604020202020204" pitchFamily="34" charset="0"/>
              </a:rPr>
              <a:t>threats. </a:t>
            </a:r>
            <a:endPar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rPr>
              <a:t>The first is </a:t>
            </a:r>
            <a:r>
              <a:rPr kumimoji="0" lang="en-GB" altLang="en-US" sz="1200" b="0"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Russia </a:t>
            </a:r>
            <a:r>
              <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rPr>
              <a:t>and the second </a:t>
            </a:r>
            <a:r>
              <a:rPr kumimoji="0" lang="en-US" sz="1200" b="0" i="0" u="none" strike="noStrike" kern="1200" cap="none" spc="0" normalizeH="0" baseline="0" noProof="0" dirty="0" smtClean="0">
                <a:ln>
                  <a:noFill/>
                </a:ln>
                <a:solidFill>
                  <a:srgbClr val="000000"/>
                </a:solidFill>
                <a:effectLst/>
                <a:uLnTx/>
                <a:uFillTx/>
                <a:latin typeface="Arial" pitchFamily="34" charset="0"/>
                <a:ea typeface="+mn-ea"/>
                <a:cs typeface="Arial" pitchFamily="34" charset="0"/>
                <a:sym typeface="Arial" panose="020B0604020202020204" pitchFamily="34" charset="0"/>
              </a:rPr>
              <a:t>are Terror </a:t>
            </a:r>
            <a:r>
              <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rPr>
              <a:t>Groups (</a:t>
            </a:r>
            <a:r>
              <a:rPr kumimoji="0" lang="en-US" sz="1200" b="0" i="0" u="none" strike="noStrike" kern="1200" cap="none" spc="0" normalizeH="0" baseline="0" noProof="0" dirty="0" smtClean="0">
                <a:ln>
                  <a:noFill/>
                </a:ln>
                <a:solidFill>
                  <a:srgbClr val="000000"/>
                </a:solidFill>
                <a:effectLst/>
                <a:uLnTx/>
                <a:uFillTx/>
                <a:latin typeface="Arial" pitchFamily="34" charset="0"/>
                <a:ea typeface="+mn-ea"/>
                <a:cs typeface="Arial" pitchFamily="34" charset="0"/>
                <a:sym typeface="Arial" panose="020B0604020202020204" pitchFamily="34" charset="0"/>
              </a:rPr>
              <a:t>ITGs), each </a:t>
            </a:r>
            <a:r>
              <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rPr>
              <a:t>aiming to destabilize </a:t>
            </a:r>
            <a:r>
              <a:rPr kumimoji="0" lang="en-US" sz="1200" b="0" i="0" u="none" strike="noStrike" kern="1200" cap="none" spc="0" normalizeH="0" baseline="0" noProof="0" dirty="0" smtClean="0">
                <a:ln>
                  <a:noFill/>
                </a:ln>
                <a:solidFill>
                  <a:srgbClr val="000000"/>
                </a:solidFill>
                <a:effectLst/>
                <a:uLnTx/>
                <a:uFillTx/>
                <a:latin typeface="Arial" pitchFamily="34" charset="0"/>
                <a:ea typeface="+mn-ea"/>
                <a:cs typeface="Arial" pitchFamily="34" charset="0"/>
                <a:sym typeface="Arial" panose="020B0604020202020204" pitchFamily="34" charset="0"/>
              </a:rPr>
              <a:t>NATO’s alliance </a:t>
            </a:r>
            <a:r>
              <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rPr>
              <a:t>and </a:t>
            </a:r>
            <a:r>
              <a:rPr kumimoji="0" lang="en-US" sz="1200" b="0" i="0" u="none" strike="noStrike" kern="1200" cap="none" spc="0" normalizeH="0" baseline="0" noProof="0" dirty="0" smtClean="0">
                <a:ln>
                  <a:noFill/>
                </a:ln>
                <a:solidFill>
                  <a:srgbClr val="000000"/>
                </a:solidFill>
                <a:effectLst/>
                <a:uLnTx/>
                <a:uFillTx/>
                <a:latin typeface="Arial" pitchFamily="34" charset="0"/>
                <a:ea typeface="+mn-ea"/>
                <a:cs typeface="Arial" pitchFamily="34" charset="0"/>
                <a:sym typeface="Arial" panose="020B0604020202020204" pitchFamily="34" charset="0"/>
              </a:rPr>
              <a:t>gain the military </a:t>
            </a:r>
            <a:r>
              <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rPr>
              <a:t>advantage.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rPr>
              <a:t>Instability across the Middle East and North Africa is fueling terrorism and contributing to migration and human trafficking. </a:t>
            </a:r>
            <a:endParaRPr kumimoji="0" lang="en-US" sz="1200" b="0" i="0" u="none" strike="noStrike" kern="1200" cap="none" spc="0" normalizeH="0" baseline="0" noProof="0" dirty="0" smtClean="0">
              <a:ln>
                <a:noFill/>
              </a:ln>
              <a:solidFill>
                <a:srgbClr val="000000"/>
              </a:solidFill>
              <a:effectLst/>
              <a:uLnTx/>
              <a:uFillTx/>
              <a:latin typeface="Arial" pitchFamily="34" charset="0"/>
              <a:ea typeface="+mn-ea"/>
              <a:cs typeface="Arial" pitchFamily="34" charset="0"/>
              <a:sym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rPr>
              <a:t>The threat from both is persistent from peacetime… though crisis… to conflict.</a:t>
            </a:r>
          </a:p>
          <a:p>
            <a:endParaRPr lang="en-US" sz="1200" b="1" dirty="0">
              <a:latin typeface="Arial" panose="020B0604020202020204" pitchFamily="34" charset="0"/>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rPr>
              <a:t>NEXT SLIDE</a:t>
            </a:r>
            <a:endPar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fld id="{4D78C2CB-92DE-CC40-B566-DF0687972C3D}" type="slidenum">
              <a:rPr lang="x-none" smtClean="0"/>
              <a:t>6</a:t>
            </a:fld>
            <a:endParaRPr lang="x-none"/>
          </a:p>
        </p:txBody>
      </p:sp>
    </p:spTree>
    <p:extLst>
      <p:ext uri="{BB962C8B-B14F-4D97-AF65-F5344CB8AC3E}">
        <p14:creationId xmlns:p14="http://schemas.microsoft.com/office/powerpoint/2010/main" val="85643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0" fontAlgn="base" latinLnBrk="0" hangingPunct="0">
              <a:lnSpc>
                <a:spcPct val="100000"/>
              </a:lnSpc>
              <a:spcBef>
                <a:spcPts val="400"/>
              </a:spcBef>
              <a:spcAft>
                <a:spcPct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rPr>
              <a:t>Our responsibilities,</a:t>
            </a:r>
          </a:p>
          <a:p>
            <a:pPr marL="0" marR="0" lvl="0" indent="0" algn="just" defTabSz="914400" rtl="0" eaLnBrk="0" fontAlgn="base" latinLnBrk="0" hangingPunct="0">
              <a:lnSpc>
                <a:spcPct val="100000"/>
              </a:lnSpc>
              <a:spcBef>
                <a:spcPts val="400"/>
              </a:spcBef>
              <a:spcAft>
                <a:spcPct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rPr>
              <a:t>JFCNP, as a joint operational level HQ, is responsible for planning, preparing and conducting the full spectrum of joint activities, missions and operations within the assigned geographic area, across all domains, from Baseline Activities and Current Operations (BACO) </a:t>
            </a:r>
            <a:r>
              <a:rPr kumimoji="0" lang="en-GB" sz="1200" b="0" i="0" u="none" strike="noStrike" kern="1200" cap="none" spc="0" normalizeH="0" baseline="0" noProof="0" dirty="0" smtClean="0">
                <a:ln>
                  <a:noFill/>
                </a:ln>
                <a:solidFill>
                  <a:srgbClr val="000000"/>
                </a:solidFill>
                <a:effectLst/>
                <a:uLnTx/>
                <a:uFillTx/>
                <a:latin typeface="Arial" pitchFamily="34" charset="0"/>
                <a:ea typeface="+mn-ea"/>
                <a:cs typeface="Arial" pitchFamily="34" charset="0"/>
                <a:sym typeface="Arial" panose="020B0604020202020204" pitchFamily="34" charset="0"/>
              </a:rPr>
              <a:t>and through crisis </a:t>
            </a:r>
            <a:r>
              <a:rPr kumimoji="0" lang="en-GB"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rPr>
              <a:t>and conflict in order to support NATO’s 3 core tasks; collective defence, </a:t>
            </a:r>
            <a:r>
              <a:rPr kumimoji="0" lang="en-GB" sz="1200" b="0" i="0" u="none" strike="noStrike" kern="1200" cap="none" spc="0" normalizeH="0" baseline="0" noProof="0" dirty="0" smtClean="0">
                <a:ln>
                  <a:noFill/>
                </a:ln>
                <a:solidFill>
                  <a:srgbClr val="000000"/>
                </a:solidFill>
                <a:effectLst/>
                <a:uLnTx/>
                <a:uFillTx/>
                <a:latin typeface="Arial" pitchFamily="34" charset="0"/>
                <a:ea typeface="+mn-ea"/>
                <a:cs typeface="Arial" pitchFamily="34" charset="0"/>
                <a:sym typeface="Arial" panose="020B0604020202020204" pitchFamily="34" charset="0"/>
              </a:rPr>
              <a:t>crisis management, and cooperative security </a:t>
            </a:r>
            <a:endParaRPr kumimoji="0" lang="en-GB" sz="1200" b="0"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endParaRPr>
          </a:p>
          <a:p>
            <a:endParaRPr lang="en-US" sz="1200" b="0" i="0" u="none" strike="noStrike" baseline="0" dirty="0">
              <a:latin typeface="Times New Roman" panose="02020603050405020304" pitchFamily="18" charset="0"/>
            </a:endParaRPr>
          </a:p>
          <a:p>
            <a:r>
              <a:rPr lang="en-US" sz="1200" b="0" i="0" u="none" strike="noStrike" baseline="0" dirty="0">
                <a:latin typeface="Times New Roman" panose="02020603050405020304" pitchFamily="18" charset="0"/>
              </a:rPr>
              <a:t>The Concept for Deterrence and Defense of the Euro-Atlantic Area (DDA) underpins all our planning and preparation for conducting activities and operations. It </a:t>
            </a:r>
            <a:r>
              <a:rPr lang="en-US" sz="1200" b="0" i="0" u="none" strike="noStrike" baseline="0" dirty="0" smtClean="0">
                <a:latin typeface="Times New Roman" panose="02020603050405020304" pitchFamily="18" charset="0"/>
              </a:rPr>
              <a:t>details the </a:t>
            </a:r>
            <a:r>
              <a:rPr lang="en-US" sz="1200" b="0" i="0" u="none" strike="noStrike" baseline="0" dirty="0">
                <a:latin typeface="Times New Roman" panose="02020603050405020304" pitchFamily="18" charset="0"/>
              </a:rPr>
              <a:t>Alliance's military goals, intended </a:t>
            </a:r>
            <a:r>
              <a:rPr lang="en-US" sz="1200" b="0" i="0" u="none" strike="noStrike" baseline="0" dirty="0" smtClean="0">
                <a:latin typeface="Times New Roman" panose="02020603050405020304" pitchFamily="18" charset="0"/>
              </a:rPr>
              <a:t>approaches, </a:t>
            </a:r>
            <a:r>
              <a:rPr lang="en-US" sz="1200" b="0" i="0" u="none" strike="noStrike" baseline="0" dirty="0">
                <a:latin typeface="Times New Roman" panose="02020603050405020304" pitchFamily="18" charset="0"/>
              </a:rPr>
              <a:t>and resource requirements to address the current and future threat environments. </a:t>
            </a:r>
            <a:endParaRPr lang="en-US" sz="1200" b="0" i="0" u="none" strike="noStrike" baseline="0" dirty="0" smtClean="0">
              <a:latin typeface="Times New Roman" panose="02020603050405020304" pitchFamily="18" charset="0"/>
            </a:endParaRPr>
          </a:p>
          <a:p>
            <a:endParaRPr lang="en-US" sz="1200" b="0" i="0" u="none" strike="noStrike" baseline="0" dirty="0">
              <a:latin typeface="Times New Roman" panose="02020603050405020304" pitchFamily="18" charset="0"/>
            </a:endParaRPr>
          </a:p>
          <a:p>
            <a:pPr marL="285750" indent="-285750" algn="just">
              <a:buFont typeface="Arial" panose="020B0604020202020204" pitchFamily="34" charset="0"/>
              <a:buChar char="•"/>
            </a:pPr>
            <a:r>
              <a:rPr lang="en-US" dirty="0" smtClean="0">
                <a:solidFill>
                  <a:schemeClr val="tx1"/>
                </a:solidFill>
              </a:rPr>
              <a:t>The need to significantly strengthen our deterrence and </a:t>
            </a:r>
            <a:r>
              <a:rPr lang="en-US" dirty="0" err="1" smtClean="0">
                <a:solidFill>
                  <a:schemeClr val="tx1"/>
                </a:solidFill>
              </a:rPr>
              <a:t>defence</a:t>
            </a:r>
            <a:r>
              <a:rPr lang="en-US" dirty="0" smtClean="0">
                <a:solidFill>
                  <a:schemeClr val="tx1"/>
                </a:solidFill>
              </a:rPr>
              <a:t> as the backbone of Article 5. </a:t>
            </a:r>
          </a:p>
          <a:p>
            <a:pPr marL="285750" indent="-285750" algn="just">
              <a:buFont typeface="Arial" panose="020B0604020202020204" pitchFamily="34" charset="0"/>
              <a:buChar char="•"/>
            </a:pPr>
            <a:endParaRPr lang="en-US" dirty="0" smtClean="0">
              <a:solidFill>
                <a:schemeClr val="tx1"/>
              </a:solidFill>
            </a:endParaRPr>
          </a:p>
          <a:p>
            <a:pPr algn="l"/>
            <a:endParaRPr lang="en-US" sz="1200" b="0" i="0" u="none" strike="noStrike" baseline="0" dirty="0" smtClean="0">
              <a:solidFill>
                <a:srgbClr val="000000"/>
              </a:solidFill>
              <a:latin typeface="Times New Roman" panose="02020603050405020304" pitchFamily="18" charset="0"/>
            </a:endParaRPr>
          </a:p>
          <a:p>
            <a:pPr algn="l"/>
            <a:r>
              <a:rPr lang="en-US" sz="1200" b="1" i="0" u="none" strike="noStrike" baseline="0" dirty="0" smtClean="0">
                <a:solidFill>
                  <a:srgbClr val="000000"/>
                </a:solidFill>
                <a:latin typeface="Times New Roman" panose="02020603050405020304" pitchFamily="18" charset="0"/>
              </a:rPr>
              <a:t>NEXT </a:t>
            </a:r>
            <a:r>
              <a:rPr lang="en-US" sz="1200" b="1" i="0" u="none" strike="noStrike" baseline="0" dirty="0">
                <a:solidFill>
                  <a:srgbClr val="000000"/>
                </a:solidFill>
                <a:latin typeface="Times New Roman" panose="02020603050405020304" pitchFamily="18" charset="0"/>
              </a:rPr>
              <a:t>SLIDE</a:t>
            </a:r>
          </a:p>
          <a:p>
            <a:pPr marL="0" marR="0" lvl="0" indent="0" algn="just" defTabSz="914400" rtl="0" eaLnBrk="0" fontAlgn="base" latinLnBrk="0" hangingPunct="0">
              <a:lnSpc>
                <a:spcPct val="100000"/>
              </a:lnSpc>
              <a:spcBef>
                <a:spcPts val="400"/>
              </a:spcBef>
              <a:spcAft>
                <a:spcPct val="0"/>
              </a:spcAft>
              <a:buClrTx/>
              <a:buSzTx/>
              <a:buFontTx/>
              <a:buNone/>
              <a:tabLst/>
              <a:defRPr/>
            </a:pPr>
            <a:endParaRPr kumimoji="0" lang="en-GB" sz="1200" b="1" i="0" u="none" strike="noStrike" kern="1200" cap="none" spc="0" normalizeH="0" baseline="0" noProof="0" dirty="0">
              <a:ln>
                <a:noFill/>
              </a:ln>
              <a:solidFill>
                <a:srgbClr val="000000"/>
              </a:solidFill>
              <a:effectLst/>
              <a:uLnTx/>
              <a:uFillTx/>
              <a:latin typeface="Arial" pitchFamily="34" charset="0"/>
              <a:ea typeface="+mn-ea"/>
              <a:cs typeface="Arial" pitchFamily="34" charset="0"/>
              <a:sym typeface="Arial" panose="020B0604020202020204" pitchFamily="34" charset="0"/>
            </a:endParaRPr>
          </a:p>
        </p:txBody>
      </p:sp>
      <p:sp>
        <p:nvSpPr>
          <p:cNvPr id="4" name="Slide Number Placeholder 3"/>
          <p:cNvSpPr>
            <a:spLocks noGrp="1"/>
          </p:cNvSpPr>
          <p:nvPr>
            <p:ph type="sldNum" sz="quarter" idx="10"/>
          </p:nvPr>
        </p:nvSpPr>
        <p:spPr/>
        <p:txBody>
          <a:bodyPr/>
          <a:lstStyle/>
          <a:p>
            <a:fld id="{4D78C2CB-92DE-CC40-B566-DF0687972C3D}" type="slidenum">
              <a:rPr lang="x-none" smtClean="0"/>
              <a:t>7</a:t>
            </a:fld>
            <a:endParaRPr lang="x-none"/>
          </a:p>
        </p:txBody>
      </p:sp>
    </p:spTree>
    <p:extLst>
      <p:ext uri="{BB962C8B-B14F-4D97-AF65-F5344CB8AC3E}">
        <p14:creationId xmlns:p14="http://schemas.microsoft.com/office/powerpoint/2010/main" val="35097144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Arial" panose="020B0604020202020204" pitchFamily="34" charset="0"/>
                <a:ea typeface="+mn-ea"/>
                <a:cs typeface="Arial" panose="020B0604020202020204" pitchFamily="34" charset="0"/>
              </a:rPr>
              <a:t>In light of this, we must:</a:t>
            </a:r>
          </a:p>
          <a:p>
            <a:endParaRPr lang="en-US" sz="1200" b="0" i="0" u="none" strike="noStrike" kern="1200" baseline="0" dirty="0" smtClean="0">
              <a:solidFill>
                <a:schemeClr val="tx1"/>
              </a:solidFill>
              <a:latin typeface="Arial" panose="020B0604020202020204" pitchFamily="34" charset="0"/>
              <a:ea typeface="+mn-ea"/>
              <a:cs typeface="Arial" panose="020B0604020202020204" pitchFamily="34" charset="0"/>
            </a:endParaRPr>
          </a:p>
          <a:p>
            <a:r>
              <a:rPr lang="en-US" sz="1200" b="1" i="0" u="none" strike="noStrike" kern="1200" baseline="0" dirty="0" smtClean="0">
                <a:solidFill>
                  <a:schemeClr val="tx1"/>
                </a:solidFill>
                <a:latin typeface="Arial" panose="020B0604020202020204" pitchFamily="34" charset="0"/>
                <a:ea typeface="+mn-ea"/>
                <a:cs typeface="Arial" panose="020B0604020202020204" pitchFamily="34" charset="0"/>
              </a:rPr>
              <a:t>Be </a:t>
            </a:r>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Ready to Fight Tonight.</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We will accelerate the operationalization of JFCNP as a warfighting HQ.</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This imperative ensures our HO maintains the highest readiness if called upon for defense of the </a:t>
            </a:r>
            <a:r>
              <a:rPr lang="en-US" sz="1200" b="0" i="0" u="none" strike="noStrike" kern="1200" baseline="0" dirty="0" err="1">
                <a:solidFill>
                  <a:schemeClr val="tx1"/>
                </a:solidFill>
                <a:latin typeface="Arial" panose="020B0604020202020204" pitchFamily="34" charset="0"/>
                <a:ea typeface="+mn-ea"/>
                <a:cs typeface="Arial" panose="020B0604020202020204" pitchFamily="34" charset="0"/>
              </a:rPr>
              <a:t>EuroAtlantic</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area.</a:t>
            </a: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Prepare for the Future Fight. </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We will innovate by transforming operational level concept development across NATO. We will continue the critical work of advancing and evolving our Regional Plan (RP) by</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integrating the Subordinate Strategic Plans and existing Graduated Response Plans in light of the adversary's ways and posture. We will support the Secretary General's NATO 2030 initiatives, forge new relationships within the construct of the NATO African Union Cooperation Plan (NAUCP) to project influence and promote stability.</a:t>
            </a:r>
          </a:p>
          <a:p>
            <a:r>
              <a:rPr lang="en-US" sz="1200" b="1" i="0" u="none" strike="noStrike" kern="1200" baseline="0" dirty="0">
                <a:solidFill>
                  <a:schemeClr val="tx1"/>
                </a:solidFill>
                <a:latin typeface="Arial" panose="020B0604020202020204" pitchFamily="34" charset="0"/>
                <a:ea typeface="+mn-ea"/>
                <a:cs typeface="Arial" panose="020B0604020202020204" pitchFamily="34" charset="0"/>
              </a:rPr>
              <a:t>Deter to Defend.</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We will maximize Peacetime Vigilance Activity within Vigilance Area South and East and adapt NATO's Military Instrument of Power for the future. We must seek to 'win without</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fighting' in collaboration with our Allies and </a:t>
            </a:r>
            <a:r>
              <a:rPr lang="en-US" sz="1200" b="0" i="0" u="none" strike="noStrike" kern="1200" baseline="0" dirty="0" smtClean="0">
                <a:solidFill>
                  <a:schemeClr val="tx1"/>
                </a:solidFill>
                <a:latin typeface="Arial" panose="020B0604020202020204" pitchFamily="34" charset="0"/>
                <a:ea typeface="+mn-ea"/>
                <a:cs typeface="Arial" panose="020B0604020202020204" pitchFamily="34" charset="0"/>
              </a:rPr>
              <a:t>partners</a:t>
            </a:r>
          </a:p>
          <a:p>
            <a:endParaRPr lang="en-US" sz="1200" b="0" i="0" u="none" strike="noStrike" kern="1200" baseline="0" dirty="0" smtClean="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smtClean="0">
                <a:solidFill>
                  <a:schemeClr val="tx1"/>
                </a:solidFill>
                <a:latin typeface="Arial" panose="020B0604020202020204" pitchFamily="34" charset="0"/>
                <a:ea typeface="+mn-ea"/>
                <a:cs typeface="Arial" panose="020B0604020202020204" pitchFamily="34" charset="0"/>
              </a:rPr>
              <a:t>To illustrate our resolve, please look to the screen for another video by our Public Affairs team</a:t>
            </a:r>
            <a:endParaRPr lang="en-US" sz="1200" dirty="0">
              <a:solidFill>
                <a:schemeClr val="bg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bg1"/>
              </a:solidFill>
              <a:latin typeface="Arial" panose="020B0604020202020204" pitchFamily="34" charset="0"/>
              <a:ea typeface="Noto Sans" panose="020B0502040504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Arial" panose="020B0604020202020204" pitchFamily="34" charset="0"/>
                <a:ea typeface="Noto Sans" panose="020B0502040504020204" pitchFamily="34" charset="0"/>
                <a:cs typeface="Arial" panose="020B0604020202020204" pitchFamily="34" charset="0"/>
              </a:rPr>
              <a:t>NEXT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bg1"/>
              </a:solidFill>
              <a:latin typeface="Garamond" panose="02020404030301010803" pitchFamily="18" charset="0"/>
              <a:ea typeface="Noto Sans" panose="020B0502040504020204" pitchFamily="34" charset="0"/>
              <a:cs typeface="Noto Sans" panose="020B0502040504020204" pitchFamily="34"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78C2CB-92DE-CC40-B566-DF0687972C3D}" type="slidenum">
              <a:rPr kumimoji="0" lang="x-non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x-non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7445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E2DCC731-6FCD-4665-AE26-03F8CE607831}" type="slidenum">
              <a:rPr lang="en-GB" smtClean="0"/>
              <a:pPr/>
              <a:t>10</a:t>
            </a:fld>
            <a:endParaRPr lang="en-GB" smtClean="0"/>
          </a:p>
        </p:txBody>
      </p:sp>
      <p:sp>
        <p:nvSpPr>
          <p:cNvPr id="819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4059D2D6-17D1-4D37-A4D1-A42881053430}" type="slidenum">
              <a:rPr lang="en-GB" sz="1200"/>
              <a:pPr algn="r"/>
              <a:t>10</a:t>
            </a:fld>
            <a:endParaRPr lang="en-GB" sz="1200"/>
          </a:p>
        </p:txBody>
      </p:sp>
      <p:sp>
        <p:nvSpPr>
          <p:cNvPr id="8196" name="Rectangle 2"/>
          <p:cNvSpPr>
            <a:spLocks noGrp="1" noRot="1" noChangeAspect="1" noChangeArrowheads="1" noTextEdit="1"/>
          </p:cNvSpPr>
          <p:nvPr>
            <p:ph type="sldImg"/>
          </p:nvPr>
        </p:nvSpPr>
        <p:spPr>
          <a:xfrm>
            <a:off x="1203325" y="282575"/>
            <a:ext cx="4513263" cy="2540000"/>
          </a:xfrm>
          <a:ln/>
        </p:spPr>
      </p:sp>
      <p:sp>
        <p:nvSpPr>
          <p:cNvPr id="8197" name="Rectangle 3"/>
          <p:cNvSpPr>
            <a:spLocks noGrp="1" noChangeArrowheads="1"/>
          </p:cNvSpPr>
          <p:nvPr>
            <p:ph type="body" idx="1"/>
          </p:nvPr>
        </p:nvSpPr>
        <p:spPr>
          <a:xfrm>
            <a:off x="628650" y="3173413"/>
            <a:ext cx="5818188" cy="5754687"/>
          </a:xfrm>
          <a:noFill/>
          <a:ln/>
        </p:spPr>
        <p:txBody>
          <a:bodyPr/>
          <a:lstStyle/>
          <a:p>
            <a:r>
              <a:rPr lang="en-US" altLang="en-US" dirty="0" smtClean="0"/>
              <a:t>Presentation:</a:t>
            </a:r>
          </a:p>
          <a:p>
            <a:endParaRPr lang="en-US" altLang="en-US" dirty="0" smtClean="0"/>
          </a:p>
          <a:p>
            <a:r>
              <a:rPr lang="en-US" altLang="en-US" dirty="0" smtClean="0"/>
              <a:t>I am …</a:t>
            </a:r>
          </a:p>
          <a:p>
            <a:r>
              <a:rPr lang="en-US" altLang="en-US" dirty="0" smtClean="0"/>
              <a:t>I am at the J4 division in Logistic Operation &amp; Planning Branch (LOPB) as a ….</a:t>
            </a:r>
          </a:p>
          <a:p>
            <a:pPr eaLnBrk="1" hangingPunct="1"/>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smtClean="0"/>
              <a:t>The J4 division consists after NCS-A of  </a:t>
            </a:r>
            <a:r>
              <a:rPr lang="en-US" b="1" baseline="0" dirty="0" smtClean="0"/>
              <a:t>2 </a:t>
            </a:r>
            <a:r>
              <a:rPr lang="en-US" baseline="0" dirty="0" smtClean="0"/>
              <a:t>branches and </a:t>
            </a:r>
            <a:r>
              <a:rPr lang="en-US" b="1" baseline="0" dirty="0" smtClean="0"/>
              <a:t>49 </a:t>
            </a:r>
            <a:r>
              <a:rPr lang="en-US" baseline="0" dirty="0" smtClean="0"/>
              <a:t>personnel.  </a:t>
            </a:r>
            <a:endParaRPr lang="en-US" b="0" baseline="0" dirty="0" smtClean="0"/>
          </a:p>
          <a:p>
            <a:endParaRPr lang="en-US" u="sng" baseline="0" dirty="0" smtClean="0"/>
          </a:p>
          <a:p>
            <a:endParaRPr lang="en-US" u="sng" baseline="0" dirty="0" smtClean="0"/>
          </a:p>
        </p:txBody>
      </p:sp>
      <p:sp>
        <p:nvSpPr>
          <p:cNvPr id="4" name="Slide Number Placeholder 3"/>
          <p:cNvSpPr>
            <a:spLocks noGrp="1"/>
          </p:cNvSpPr>
          <p:nvPr>
            <p:ph type="sldNum" sz="quarter" idx="10"/>
          </p:nvPr>
        </p:nvSpPr>
        <p:spPr/>
        <p:txBody>
          <a:bodyPr/>
          <a:lstStyle/>
          <a:p>
            <a:fld id="{65CB5206-14B4-49A3-B168-41086B807CCC}" type="slidenum">
              <a:rPr lang="en-GB" smtClean="0"/>
              <a:pPr/>
              <a:t>11</a:t>
            </a:fld>
            <a:endParaRPr lang="en-GB"/>
          </a:p>
        </p:txBody>
      </p:sp>
    </p:spTree>
    <p:extLst>
      <p:ext uri="{BB962C8B-B14F-4D97-AF65-F5344CB8AC3E}">
        <p14:creationId xmlns:p14="http://schemas.microsoft.com/office/powerpoint/2010/main" val="2618436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xfrm>
            <a:off x="381000" y="685800"/>
            <a:ext cx="6096000" cy="3429000"/>
          </a:xfrm>
          <a:ln/>
        </p:spPr>
      </p:sp>
      <p:sp>
        <p:nvSpPr>
          <p:cNvPr id="16387" name="Notes Placeholder 2"/>
          <p:cNvSpPr>
            <a:spLocks noGrp="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200"/>
              </a:spcBef>
              <a:defRPr/>
            </a:pPr>
            <a:r>
              <a:rPr lang="en-US" altLang="en-US" sz="1100" dirty="0" smtClean="0"/>
              <a:t>J4  is responsible to DCOS SPT for: </a:t>
            </a:r>
          </a:p>
          <a:p>
            <a:pPr algn="just">
              <a:spcBef>
                <a:spcPts val="200"/>
              </a:spcBef>
              <a:defRPr/>
            </a:pPr>
            <a:endParaRPr lang="en-US" altLang="en-US" sz="1800" dirty="0" smtClean="0"/>
          </a:p>
          <a:p>
            <a:pPr algn="just">
              <a:spcBef>
                <a:spcPts val="200"/>
              </a:spcBef>
              <a:defRPr/>
            </a:pPr>
            <a:r>
              <a:rPr lang="en-US" altLang="en-US" sz="1800" dirty="0" smtClean="0"/>
              <a:t>1) All logistics requirements planning in our Area of Interest – at an operational level</a:t>
            </a:r>
          </a:p>
          <a:p>
            <a:pPr algn="just">
              <a:spcBef>
                <a:spcPts val="200"/>
              </a:spcBef>
              <a:defRPr/>
            </a:pPr>
            <a:endParaRPr lang="en-US" altLang="en-US" sz="900" dirty="0" smtClean="0"/>
          </a:p>
          <a:p>
            <a:pPr algn="just">
              <a:spcBef>
                <a:spcPts val="200"/>
              </a:spcBef>
              <a:defRPr/>
            </a:pPr>
            <a:r>
              <a:rPr lang="en-US" altLang="en-US" sz="900" dirty="0" smtClean="0"/>
              <a:t>      This covers: </a:t>
            </a:r>
          </a:p>
          <a:p>
            <a:pPr lvl="1" algn="just">
              <a:spcBef>
                <a:spcPts val="200"/>
              </a:spcBef>
              <a:defRPr/>
            </a:pPr>
            <a:r>
              <a:rPr lang="en-US" altLang="en-US" sz="1050" dirty="0" smtClean="0"/>
              <a:t>    Movement and transportation,</a:t>
            </a:r>
          </a:p>
          <a:p>
            <a:pPr lvl="1" algn="just">
              <a:spcBef>
                <a:spcPts val="200"/>
              </a:spcBef>
              <a:defRPr/>
            </a:pPr>
            <a:r>
              <a:rPr lang="en-US" altLang="en-US" sz="1050" dirty="0" smtClean="0"/>
              <a:t>    Sustainment support for all classes of supplies,</a:t>
            </a:r>
          </a:p>
          <a:p>
            <a:pPr lvl="1" algn="just">
              <a:spcBef>
                <a:spcPts val="200"/>
              </a:spcBef>
              <a:defRPr/>
            </a:pPr>
            <a:r>
              <a:rPr lang="en-US" altLang="en-US" sz="1050" dirty="0" smtClean="0"/>
              <a:t>    Planning and coordination of CSO and Host nation support,</a:t>
            </a:r>
          </a:p>
          <a:p>
            <a:pPr lvl="1" algn="just">
              <a:spcBef>
                <a:spcPts val="200"/>
              </a:spcBef>
              <a:defRPr/>
            </a:pPr>
            <a:r>
              <a:rPr lang="en-US" altLang="en-US" sz="1050" dirty="0" smtClean="0"/>
              <a:t>    Use of logistic functional services (LOGFAS) </a:t>
            </a:r>
          </a:p>
          <a:p>
            <a:pPr lvl="1" algn="just">
              <a:spcBef>
                <a:spcPts val="200"/>
              </a:spcBef>
              <a:defRPr/>
            </a:pPr>
            <a:endParaRPr lang="en-US" altLang="en-US" sz="1050" dirty="0" smtClean="0"/>
          </a:p>
          <a:p>
            <a:pPr algn="just">
              <a:spcBef>
                <a:spcPts val="200"/>
              </a:spcBef>
              <a:defRPr/>
            </a:pPr>
            <a:r>
              <a:rPr lang="en-US" altLang="en-US" sz="900" dirty="0" smtClean="0"/>
              <a:t>2) We bring to the table the logistic perspective in all Planning and coordination activities.</a:t>
            </a:r>
          </a:p>
          <a:p>
            <a:pPr algn="just">
              <a:spcBef>
                <a:spcPts val="200"/>
              </a:spcBef>
              <a:defRPr/>
            </a:pPr>
            <a:r>
              <a:rPr lang="en-US" altLang="en-US" sz="900" dirty="0" smtClean="0"/>
              <a:t>3) We do participate in different projects and development of doctrines</a:t>
            </a:r>
          </a:p>
        </p:txBody>
      </p:sp>
      <p:sp>
        <p:nvSpPr>
          <p:cNvPr id="1638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36600" indent="-282575" eaLnBrk="0" hangingPunct="0">
              <a:spcBef>
                <a:spcPct val="30000"/>
              </a:spcBef>
              <a:defRPr sz="1200">
                <a:solidFill>
                  <a:schemeClr val="tx1"/>
                </a:solidFill>
                <a:latin typeface="Arial" charset="0"/>
              </a:defRPr>
            </a:lvl2pPr>
            <a:lvl3pPr marL="1135063" indent="-227013" eaLnBrk="0" hangingPunct="0">
              <a:spcBef>
                <a:spcPct val="30000"/>
              </a:spcBef>
              <a:defRPr sz="1200">
                <a:solidFill>
                  <a:schemeClr val="tx1"/>
                </a:solidFill>
                <a:latin typeface="Arial" charset="0"/>
              </a:defRPr>
            </a:lvl3pPr>
            <a:lvl4pPr marL="1589088" indent="-227013" eaLnBrk="0" hangingPunct="0">
              <a:spcBef>
                <a:spcPct val="30000"/>
              </a:spcBef>
              <a:defRPr sz="1200">
                <a:solidFill>
                  <a:schemeClr val="tx1"/>
                </a:solidFill>
                <a:latin typeface="Arial" charset="0"/>
              </a:defRPr>
            </a:lvl4pPr>
            <a:lvl5pPr marL="2043113" indent="-227013" eaLnBrk="0" hangingPunct="0">
              <a:spcBef>
                <a:spcPct val="30000"/>
              </a:spcBef>
              <a:defRPr sz="1200">
                <a:solidFill>
                  <a:schemeClr val="tx1"/>
                </a:solidFill>
                <a:latin typeface="Arial" charset="0"/>
              </a:defRPr>
            </a:lvl5pPr>
            <a:lvl6pPr marL="2500313" indent="-227013" eaLnBrk="0" fontAlgn="base" hangingPunct="0">
              <a:spcBef>
                <a:spcPct val="30000"/>
              </a:spcBef>
              <a:spcAft>
                <a:spcPct val="0"/>
              </a:spcAft>
              <a:defRPr sz="1200">
                <a:solidFill>
                  <a:schemeClr val="tx1"/>
                </a:solidFill>
                <a:latin typeface="Arial" charset="0"/>
              </a:defRPr>
            </a:lvl6pPr>
            <a:lvl7pPr marL="2957513" indent="-227013" eaLnBrk="0" fontAlgn="base" hangingPunct="0">
              <a:spcBef>
                <a:spcPct val="30000"/>
              </a:spcBef>
              <a:spcAft>
                <a:spcPct val="0"/>
              </a:spcAft>
              <a:defRPr sz="1200">
                <a:solidFill>
                  <a:schemeClr val="tx1"/>
                </a:solidFill>
                <a:latin typeface="Arial" charset="0"/>
              </a:defRPr>
            </a:lvl7pPr>
            <a:lvl8pPr marL="3414713" indent="-227013" eaLnBrk="0" fontAlgn="base" hangingPunct="0">
              <a:spcBef>
                <a:spcPct val="30000"/>
              </a:spcBef>
              <a:spcAft>
                <a:spcPct val="0"/>
              </a:spcAft>
              <a:defRPr sz="1200">
                <a:solidFill>
                  <a:schemeClr val="tx1"/>
                </a:solidFill>
                <a:latin typeface="Arial" charset="0"/>
              </a:defRPr>
            </a:lvl8pPr>
            <a:lvl9pPr marL="3871913" indent="-227013"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FC3A8C47-4306-49F4-A775-B59429E4BB59}" type="slidenum">
              <a:rPr lang="en-GB" altLang="en-US" smtClean="0"/>
              <a:pPr eaLnBrk="1" hangingPunct="1">
                <a:spcBef>
                  <a:spcPct val="0"/>
                </a:spcBef>
              </a:pPr>
              <a:t>12</a:t>
            </a:fld>
            <a:endParaRPr lang="en-GB"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xfrm>
            <a:off x="381000" y="685800"/>
            <a:ext cx="6096000" cy="3429000"/>
          </a:xfrm>
          <a:ln/>
        </p:spPr>
      </p:sp>
      <p:sp>
        <p:nvSpPr>
          <p:cNvPr id="16387" name="Notes Placeholder 2"/>
          <p:cNvSpPr>
            <a:spLocks noGrp="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200"/>
              </a:spcBef>
              <a:defRPr/>
            </a:pPr>
            <a:r>
              <a:rPr lang="en-US" altLang="en-US" sz="1100" dirty="0" smtClean="0"/>
              <a:t>These</a:t>
            </a:r>
            <a:r>
              <a:rPr lang="en-US" altLang="en-US" sz="1100" baseline="0" dirty="0" smtClean="0"/>
              <a:t> are the big rocks J4 has been dealing and are going to cover next year. </a:t>
            </a:r>
          </a:p>
          <a:p>
            <a:pPr algn="just">
              <a:spcBef>
                <a:spcPts val="200"/>
              </a:spcBef>
              <a:defRPr/>
            </a:pPr>
            <a:endParaRPr lang="en-US" altLang="en-US" sz="1100" baseline="0" dirty="0" smtClean="0"/>
          </a:p>
          <a:p>
            <a:pPr marL="171450" indent="-171450" algn="just">
              <a:spcBef>
                <a:spcPts val="200"/>
              </a:spcBef>
              <a:buFont typeface="Arial" panose="020B0604020202020204" pitchFamily="34" charset="0"/>
              <a:buChar char="•"/>
              <a:defRPr/>
            </a:pPr>
            <a:r>
              <a:rPr lang="en-US" sz="1100" b="1" dirty="0" smtClean="0"/>
              <a:t>Enablement of SACEUR’s AOR : </a:t>
            </a:r>
            <a:r>
              <a:rPr lang="en-US" altLang="en-US" sz="1100" baseline="0" dirty="0" smtClean="0"/>
              <a:t>Enablement means that ‘identification, implementation and maintenance of the conditions for the physical and operational environment to assure the Alliance’s ability to project and sustain combat power across and from SACEUR’s AOR, in pursuit of strategic and operational goals’ </a:t>
            </a:r>
          </a:p>
          <a:p>
            <a:pPr algn="just">
              <a:spcBef>
                <a:spcPts val="200"/>
              </a:spcBef>
              <a:defRPr/>
            </a:pPr>
            <a:endParaRPr lang="en-US" altLang="en-US" sz="1100" baseline="0" dirty="0" smtClean="0"/>
          </a:p>
          <a:p>
            <a:r>
              <a:rPr lang="en-US" sz="1200" b="0" i="0" u="none" strike="noStrike" kern="1200" baseline="0" dirty="0" smtClean="0">
                <a:solidFill>
                  <a:schemeClr val="tx1"/>
                </a:solidFill>
                <a:latin typeface="Arial" charset="0"/>
                <a:ea typeface="+mn-ea"/>
                <a:cs typeface="+mn-cs"/>
              </a:rPr>
              <a:t>There are 3  Enablement Targets to be achieved </a:t>
            </a:r>
          </a:p>
          <a:p>
            <a:r>
              <a:rPr lang="en-US" sz="1200" b="0" i="0" u="none" strike="noStrike" kern="1200" baseline="0" dirty="0" smtClean="0">
                <a:solidFill>
                  <a:schemeClr val="tx1"/>
                </a:solidFill>
                <a:latin typeface="Arial" charset="0"/>
                <a:ea typeface="+mn-ea"/>
                <a:cs typeface="+mn-cs"/>
              </a:rPr>
              <a:t>(1) enablement of the VJTF already achieved by 31 December 2019; </a:t>
            </a:r>
          </a:p>
          <a:p>
            <a:r>
              <a:rPr lang="en-US" sz="1200" b="0" i="0" u="none" strike="noStrike" kern="1200" baseline="0" dirty="0" smtClean="0">
                <a:solidFill>
                  <a:schemeClr val="tx1"/>
                </a:solidFill>
                <a:latin typeface="Arial" charset="0"/>
                <a:ea typeface="+mn-ea"/>
                <a:cs typeface="+mn-cs"/>
              </a:rPr>
              <a:t>(2) enablement of the remainder of the NATO Response Force partially achieved by 31 December 2021; and </a:t>
            </a:r>
          </a:p>
          <a:p>
            <a:r>
              <a:rPr lang="en-US" sz="1200" b="0" i="0" u="none" strike="noStrike" kern="1200" baseline="0" dirty="0" smtClean="0">
                <a:solidFill>
                  <a:schemeClr val="tx1"/>
                </a:solidFill>
                <a:latin typeface="Arial" charset="0"/>
                <a:ea typeface="+mn-ea"/>
                <a:cs typeface="+mn-cs"/>
              </a:rPr>
              <a:t>(3) enablement of the Follow-on Forces by 31 December 2024 </a:t>
            </a:r>
            <a:r>
              <a:rPr lang="en-US" altLang="en-US" sz="1100" baseline="0" dirty="0" smtClean="0"/>
              <a:t> </a:t>
            </a:r>
          </a:p>
          <a:p>
            <a:endParaRPr lang="en-US" altLang="en-US" sz="1100" baseline="0" dirty="0" smtClean="0"/>
          </a:p>
          <a:p>
            <a:r>
              <a:rPr lang="en-US" altLang="en-US" sz="1100" baseline="0" dirty="0" smtClean="0"/>
              <a:t>In this J4 is the lead and supported by other divisions. </a:t>
            </a:r>
          </a:p>
          <a:p>
            <a:endParaRPr lang="en-US" altLang="en-US" sz="1100" baseline="0" dirty="0" smtClean="0"/>
          </a:p>
          <a:p>
            <a:pPr marL="171450" indent="-171450">
              <a:buFont typeface="Arial" charset="0"/>
              <a:buChar char="•"/>
            </a:pPr>
            <a:r>
              <a:rPr lang="en-US" sz="1200" b="0" i="0" u="none" strike="noStrike" kern="1200" baseline="0" dirty="0" smtClean="0">
                <a:solidFill>
                  <a:schemeClr val="tx1"/>
                </a:solidFill>
                <a:latin typeface="Times New Roman" pitchFamily="18" charset="0"/>
                <a:ea typeface="+mn-ea"/>
                <a:cs typeface="+mn-cs"/>
              </a:rPr>
              <a:t>We provide J4 SMEs into the Joint Operations Planning Team </a:t>
            </a:r>
            <a:r>
              <a:rPr lang="en-US" sz="1200" b="1" i="0" u="none" strike="noStrike" kern="1200" baseline="0" dirty="0" smtClean="0">
                <a:solidFill>
                  <a:schemeClr val="tx1"/>
                </a:solidFill>
                <a:latin typeface="Times New Roman" pitchFamily="18" charset="0"/>
                <a:ea typeface="+mn-ea"/>
                <a:cs typeface="+mn-cs"/>
              </a:rPr>
              <a:t>RP and GRP</a:t>
            </a:r>
            <a:r>
              <a:rPr lang="en-US" sz="1200" b="0" i="0" u="none" strike="noStrike" kern="1200" baseline="0" dirty="0" smtClean="0">
                <a:solidFill>
                  <a:schemeClr val="tx1"/>
                </a:solidFill>
                <a:latin typeface="Times New Roman" pitchFamily="18" charset="0"/>
                <a:ea typeface="+mn-ea"/>
                <a:cs typeface="+mn-cs"/>
              </a:rPr>
              <a:t> and other Plans and develop Annex R/S of the operational plan. Additionally, every year we update and submit the related Reception Staging and onward Movement Plans (RSOM).</a:t>
            </a:r>
          </a:p>
          <a:p>
            <a:pPr marL="171450" indent="-171450">
              <a:buFont typeface="Arial" charset="0"/>
              <a:buChar char="•"/>
            </a:pPr>
            <a:r>
              <a:rPr lang="en-US" sz="1200" b="0" i="0" u="none" strike="noStrike" kern="1200" baseline="0" dirty="0" smtClean="0">
                <a:solidFill>
                  <a:schemeClr val="tx1"/>
                </a:solidFill>
                <a:latin typeface="Times New Roman" pitchFamily="18" charset="0"/>
                <a:ea typeface="+mn-ea"/>
                <a:cs typeface="+mn-cs"/>
              </a:rPr>
              <a:t>We monitor the current operation such as operation Noble Shield and missions </a:t>
            </a:r>
            <a:r>
              <a:rPr lang="en-US" sz="1200" b="1" i="0" u="none" strike="noStrike" kern="1200" baseline="0" dirty="0" smtClean="0">
                <a:solidFill>
                  <a:schemeClr val="tx1"/>
                </a:solidFill>
                <a:latin typeface="Times New Roman" pitchFamily="18" charset="0"/>
                <a:ea typeface="+mn-ea"/>
                <a:cs typeface="+mn-cs"/>
              </a:rPr>
              <a:t>KFOR and NMI</a:t>
            </a:r>
            <a:r>
              <a:rPr lang="en-US" sz="1200" b="0" i="0" u="none" strike="noStrike" kern="1200" baseline="0" dirty="0" smtClean="0">
                <a:solidFill>
                  <a:schemeClr val="tx1"/>
                </a:solidFill>
                <a:latin typeface="Times New Roman" pitchFamily="18" charset="0"/>
                <a:ea typeface="+mn-ea"/>
                <a:cs typeface="+mn-cs"/>
              </a:rPr>
              <a:t>,  provide advice on log issues. For instances, J4 has been coordinating the movement of personnel and NATO equipment  in IRAQ.</a:t>
            </a:r>
          </a:p>
          <a:p>
            <a:pPr marL="171450" indent="-171450">
              <a:buFont typeface="Arial" charset="0"/>
              <a:buChar char="•"/>
            </a:pPr>
            <a:r>
              <a:rPr lang="en-US" sz="1200" b="0" i="0" u="none" strike="noStrike" kern="1200" baseline="0" dirty="0" smtClean="0">
                <a:solidFill>
                  <a:schemeClr val="tx1"/>
                </a:solidFill>
                <a:latin typeface="Times New Roman" pitchFamily="18" charset="0"/>
                <a:ea typeface="+mn-ea"/>
                <a:cs typeface="+mn-cs"/>
              </a:rPr>
              <a:t>We support all current and upcoming exercises.</a:t>
            </a:r>
          </a:p>
          <a:p>
            <a:pPr marL="171450" indent="-171450">
              <a:buFont typeface="Arial" charset="0"/>
              <a:buChar char="•"/>
            </a:pPr>
            <a:r>
              <a:rPr lang="en-US" sz="1200" b="0" i="0" u="none" strike="noStrike" kern="1200" baseline="0" dirty="0" smtClean="0">
                <a:solidFill>
                  <a:schemeClr val="tx1"/>
                </a:solidFill>
                <a:latin typeface="Times New Roman" pitchFamily="18" charset="0"/>
                <a:ea typeface="+mn-ea"/>
                <a:cs typeface="+mn-cs"/>
              </a:rPr>
              <a:t>J4 provides up to three MTTs for logistics planning to nations.</a:t>
            </a:r>
          </a:p>
          <a:p>
            <a:pPr marL="171450" indent="-171450">
              <a:buFont typeface="Arial" charset="0"/>
              <a:buChar char="•"/>
            </a:pPr>
            <a:r>
              <a:rPr lang="en-US" sz="1200" b="0" i="0" u="none" strike="noStrike" kern="1200" baseline="0" dirty="0" smtClean="0">
                <a:solidFill>
                  <a:schemeClr val="tx1"/>
                </a:solidFill>
                <a:latin typeface="Times New Roman" pitchFamily="18" charset="0"/>
                <a:ea typeface="+mn-ea"/>
                <a:cs typeface="+mn-cs"/>
              </a:rPr>
              <a:t>We participate in several working groups to provide advice from logistics perspective.</a:t>
            </a:r>
          </a:p>
          <a:p>
            <a:pPr marL="0" indent="0">
              <a:buFont typeface="Arial" charset="0"/>
              <a:buNone/>
            </a:pPr>
            <a:endParaRPr lang="en-US" sz="800" b="0" i="0" u="none" strike="noStrike" kern="1200" baseline="0" dirty="0" smtClean="0">
              <a:solidFill>
                <a:schemeClr val="tx1"/>
              </a:solidFill>
              <a:latin typeface="Times New Roman" pitchFamily="18" charset="0"/>
              <a:ea typeface="+mn-ea"/>
              <a:cs typeface="+mn-cs"/>
            </a:endParaRPr>
          </a:p>
          <a:p>
            <a:endParaRPr lang="en-GB" altLang="en-US" sz="600" dirty="0" smtClean="0"/>
          </a:p>
        </p:txBody>
      </p:sp>
      <p:sp>
        <p:nvSpPr>
          <p:cNvPr id="1638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36600" indent="-282575" eaLnBrk="0" hangingPunct="0">
              <a:spcBef>
                <a:spcPct val="30000"/>
              </a:spcBef>
              <a:defRPr sz="1200">
                <a:solidFill>
                  <a:schemeClr val="tx1"/>
                </a:solidFill>
                <a:latin typeface="Arial" charset="0"/>
              </a:defRPr>
            </a:lvl2pPr>
            <a:lvl3pPr marL="1135063" indent="-227013" eaLnBrk="0" hangingPunct="0">
              <a:spcBef>
                <a:spcPct val="30000"/>
              </a:spcBef>
              <a:defRPr sz="1200">
                <a:solidFill>
                  <a:schemeClr val="tx1"/>
                </a:solidFill>
                <a:latin typeface="Arial" charset="0"/>
              </a:defRPr>
            </a:lvl3pPr>
            <a:lvl4pPr marL="1589088" indent="-227013" eaLnBrk="0" hangingPunct="0">
              <a:spcBef>
                <a:spcPct val="30000"/>
              </a:spcBef>
              <a:defRPr sz="1200">
                <a:solidFill>
                  <a:schemeClr val="tx1"/>
                </a:solidFill>
                <a:latin typeface="Arial" charset="0"/>
              </a:defRPr>
            </a:lvl4pPr>
            <a:lvl5pPr marL="2043113" indent="-227013" eaLnBrk="0" hangingPunct="0">
              <a:spcBef>
                <a:spcPct val="30000"/>
              </a:spcBef>
              <a:defRPr sz="1200">
                <a:solidFill>
                  <a:schemeClr val="tx1"/>
                </a:solidFill>
                <a:latin typeface="Arial" charset="0"/>
              </a:defRPr>
            </a:lvl5pPr>
            <a:lvl6pPr marL="2500313" indent="-227013" eaLnBrk="0" fontAlgn="base" hangingPunct="0">
              <a:spcBef>
                <a:spcPct val="30000"/>
              </a:spcBef>
              <a:spcAft>
                <a:spcPct val="0"/>
              </a:spcAft>
              <a:defRPr sz="1200">
                <a:solidFill>
                  <a:schemeClr val="tx1"/>
                </a:solidFill>
                <a:latin typeface="Arial" charset="0"/>
              </a:defRPr>
            </a:lvl6pPr>
            <a:lvl7pPr marL="2957513" indent="-227013" eaLnBrk="0" fontAlgn="base" hangingPunct="0">
              <a:spcBef>
                <a:spcPct val="30000"/>
              </a:spcBef>
              <a:spcAft>
                <a:spcPct val="0"/>
              </a:spcAft>
              <a:defRPr sz="1200">
                <a:solidFill>
                  <a:schemeClr val="tx1"/>
                </a:solidFill>
                <a:latin typeface="Arial" charset="0"/>
              </a:defRPr>
            </a:lvl7pPr>
            <a:lvl8pPr marL="3414713" indent="-227013" eaLnBrk="0" fontAlgn="base" hangingPunct="0">
              <a:spcBef>
                <a:spcPct val="30000"/>
              </a:spcBef>
              <a:spcAft>
                <a:spcPct val="0"/>
              </a:spcAft>
              <a:defRPr sz="1200">
                <a:solidFill>
                  <a:schemeClr val="tx1"/>
                </a:solidFill>
                <a:latin typeface="Arial" charset="0"/>
              </a:defRPr>
            </a:lvl8pPr>
            <a:lvl9pPr marL="3871913" indent="-227013"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FC3A8C47-4306-49F4-A775-B59429E4BB59}" type="slidenum">
              <a:rPr lang="en-GB" altLang="en-US" smtClean="0"/>
              <a:pPr eaLnBrk="1" hangingPunct="1">
                <a:spcBef>
                  <a:spcPct val="0"/>
                </a:spcBef>
              </a:pPr>
              <a:t>13</a:t>
            </a:fld>
            <a:endParaRPr lang="en-GB"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xfrm>
            <a:off x="381000" y="685800"/>
            <a:ext cx="6096000" cy="3429000"/>
          </a:xfrm>
          <a:ln/>
        </p:spPr>
      </p:sp>
      <p:sp>
        <p:nvSpPr>
          <p:cNvPr id="18435" name="Notes Placeholder 2"/>
          <p:cNvSpPr>
            <a:spLocks noGrp="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400" dirty="0" smtClean="0"/>
              <a:t>NSPA is NATO’s ‘non-CIS’ procurement, logistics and services agency;</a:t>
            </a:r>
            <a:r>
              <a:rPr lang="en-GB" sz="1400" baseline="0" dirty="0" smtClean="0"/>
              <a:t> established </a:t>
            </a:r>
            <a:r>
              <a:rPr lang="en-GB" sz="1400" dirty="0" smtClean="0"/>
              <a:t>to provide collective and multinational contracted solutions</a:t>
            </a:r>
            <a:r>
              <a:rPr lang="en-GB" sz="1400" baseline="0" dirty="0" smtClean="0"/>
              <a:t> </a:t>
            </a:r>
            <a:r>
              <a:rPr lang="en-GB" sz="1400" dirty="0" smtClean="0"/>
              <a:t>for NATO</a:t>
            </a:r>
            <a:r>
              <a:rPr lang="en-GB" sz="1400" baseline="0" dirty="0" smtClean="0"/>
              <a:t> Allies and </a:t>
            </a:r>
            <a:r>
              <a:rPr lang="en-GB" sz="1400" dirty="0" smtClean="0"/>
              <a:t>Partners.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40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GB" sz="1400" dirty="0" smtClean="0"/>
              <a:t>Contractor Support to Operations (CSO)</a:t>
            </a:r>
            <a:r>
              <a:rPr lang="en-GB" sz="1400" baseline="0" dirty="0" smtClean="0"/>
              <a:t> has become an integral part of logistic support. NSPA must be considered at the outset when planning or training for operations and missions.  Fortunately we </a:t>
            </a:r>
            <a:r>
              <a:rPr lang="en-GB" sz="1400" dirty="0" smtClean="0"/>
              <a:t>have a planning</a:t>
            </a:r>
            <a:r>
              <a:rPr lang="en-GB" sz="1400" baseline="0" dirty="0" smtClean="0"/>
              <a:t> and l</a:t>
            </a:r>
            <a:r>
              <a:rPr lang="en-GB" sz="1400" dirty="0" smtClean="0"/>
              <a:t>iaison officer from NSPA in permanently embedded in the HQ to advise and assist us.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400" dirty="0" smtClean="0"/>
          </a:p>
        </p:txBody>
      </p:sp>
      <p:sp>
        <p:nvSpPr>
          <p:cNvPr id="1741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defRPr>
            </a:lvl1pPr>
            <a:lvl2pPr marL="736600" indent="-282575" eaLnBrk="0" hangingPunct="0">
              <a:spcBef>
                <a:spcPct val="30000"/>
              </a:spcBef>
              <a:defRPr sz="1200">
                <a:solidFill>
                  <a:schemeClr val="tx1"/>
                </a:solidFill>
                <a:latin typeface="Arial" charset="0"/>
              </a:defRPr>
            </a:lvl2pPr>
            <a:lvl3pPr marL="1135063" indent="-227013" eaLnBrk="0" hangingPunct="0">
              <a:spcBef>
                <a:spcPct val="30000"/>
              </a:spcBef>
              <a:defRPr sz="1200">
                <a:solidFill>
                  <a:schemeClr val="tx1"/>
                </a:solidFill>
                <a:latin typeface="Arial" charset="0"/>
              </a:defRPr>
            </a:lvl3pPr>
            <a:lvl4pPr marL="1589088" indent="-227013" eaLnBrk="0" hangingPunct="0">
              <a:spcBef>
                <a:spcPct val="30000"/>
              </a:spcBef>
              <a:defRPr sz="1200">
                <a:solidFill>
                  <a:schemeClr val="tx1"/>
                </a:solidFill>
                <a:latin typeface="Arial" charset="0"/>
              </a:defRPr>
            </a:lvl4pPr>
            <a:lvl5pPr marL="2043113" indent="-227013" eaLnBrk="0" hangingPunct="0">
              <a:spcBef>
                <a:spcPct val="30000"/>
              </a:spcBef>
              <a:defRPr sz="1200">
                <a:solidFill>
                  <a:schemeClr val="tx1"/>
                </a:solidFill>
                <a:latin typeface="Arial" charset="0"/>
              </a:defRPr>
            </a:lvl5pPr>
            <a:lvl6pPr marL="2500313" indent="-227013" eaLnBrk="0" fontAlgn="base" hangingPunct="0">
              <a:spcBef>
                <a:spcPct val="30000"/>
              </a:spcBef>
              <a:spcAft>
                <a:spcPct val="0"/>
              </a:spcAft>
              <a:defRPr sz="1200">
                <a:solidFill>
                  <a:schemeClr val="tx1"/>
                </a:solidFill>
                <a:latin typeface="Arial" charset="0"/>
              </a:defRPr>
            </a:lvl6pPr>
            <a:lvl7pPr marL="2957513" indent="-227013" eaLnBrk="0" fontAlgn="base" hangingPunct="0">
              <a:spcBef>
                <a:spcPct val="30000"/>
              </a:spcBef>
              <a:spcAft>
                <a:spcPct val="0"/>
              </a:spcAft>
              <a:defRPr sz="1200">
                <a:solidFill>
                  <a:schemeClr val="tx1"/>
                </a:solidFill>
                <a:latin typeface="Arial" charset="0"/>
              </a:defRPr>
            </a:lvl7pPr>
            <a:lvl8pPr marL="3414713" indent="-227013" eaLnBrk="0" fontAlgn="base" hangingPunct="0">
              <a:spcBef>
                <a:spcPct val="30000"/>
              </a:spcBef>
              <a:spcAft>
                <a:spcPct val="0"/>
              </a:spcAft>
              <a:defRPr sz="1200">
                <a:solidFill>
                  <a:schemeClr val="tx1"/>
                </a:solidFill>
                <a:latin typeface="Arial" charset="0"/>
              </a:defRPr>
            </a:lvl8pPr>
            <a:lvl9pPr marL="3871913" indent="-227013"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756642B3-D4A0-45E8-A9BB-DE5B53C745E9}" type="slidenum">
              <a:rPr lang="en-GB" altLang="en-US" smtClean="0"/>
              <a:pPr eaLnBrk="1" hangingPunct="1">
                <a:spcBef>
                  <a:spcPct val="0"/>
                </a:spcBef>
              </a:pPr>
              <a:t>14</a:t>
            </a:fld>
            <a:endParaRPr lang="en-GB"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E2DCC731-6FCD-4665-AE26-03F8CE607831}" type="slidenum">
              <a:rPr lang="en-GB" smtClean="0"/>
              <a:pPr/>
              <a:t>15</a:t>
            </a:fld>
            <a:endParaRPr lang="en-GB" smtClean="0"/>
          </a:p>
        </p:txBody>
      </p:sp>
      <p:sp>
        <p:nvSpPr>
          <p:cNvPr id="819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4059D2D6-17D1-4D37-A4D1-A42881053430}" type="slidenum">
              <a:rPr lang="en-GB" sz="1200"/>
              <a:pPr algn="r"/>
              <a:t>15</a:t>
            </a:fld>
            <a:endParaRPr lang="en-GB" sz="1200"/>
          </a:p>
        </p:txBody>
      </p:sp>
      <p:sp>
        <p:nvSpPr>
          <p:cNvPr id="8196" name="Rectangle 2"/>
          <p:cNvSpPr>
            <a:spLocks noGrp="1" noRot="1" noChangeAspect="1" noChangeArrowheads="1" noTextEdit="1"/>
          </p:cNvSpPr>
          <p:nvPr>
            <p:ph type="sldImg"/>
          </p:nvPr>
        </p:nvSpPr>
        <p:spPr>
          <a:xfrm>
            <a:off x="1203325" y="282575"/>
            <a:ext cx="4513263" cy="2540000"/>
          </a:xfrm>
          <a:ln/>
        </p:spPr>
      </p:sp>
      <p:sp>
        <p:nvSpPr>
          <p:cNvPr id="8197" name="Rectangle 3"/>
          <p:cNvSpPr>
            <a:spLocks noGrp="1" noChangeArrowheads="1"/>
          </p:cNvSpPr>
          <p:nvPr>
            <p:ph type="body" idx="1"/>
          </p:nvPr>
        </p:nvSpPr>
        <p:spPr>
          <a:xfrm>
            <a:off x="628650" y="3173413"/>
            <a:ext cx="5818188" cy="5754687"/>
          </a:xfrm>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19076" y="800101"/>
            <a:ext cx="8524875" cy="3821906"/>
          </a:xfrm>
          <a:prstGeom prst="rect">
            <a:avLst/>
          </a:prstGeom>
        </p:spPr>
        <p:txBody>
          <a:bodyPr/>
          <a:lstStyle>
            <a:lvl1pPr>
              <a:defRPr sz="1800"/>
            </a:lvl1pPr>
            <a:lvl2pPr marL="742950" indent="-400050">
              <a:buSzPct val="60000"/>
              <a:buFont typeface="Courier New" panose="02070309020205020404" pitchFamily="49" charset="0"/>
              <a:buChar char="o"/>
              <a:defRPr sz="1800"/>
            </a:lvl2pPr>
            <a:lvl3pPr>
              <a:defRPr sz="2000"/>
            </a:lvl3pPr>
            <a:lvl4pPr>
              <a:defRPr sz="1800"/>
            </a:lvl4pPr>
          </a:lstStyle>
          <a:p>
            <a:pPr lvl="0"/>
            <a:r>
              <a:rPr lang="en-US" dirty="0" smtClean="0"/>
              <a:t>Click to edit Master text styles</a:t>
            </a:r>
          </a:p>
          <a:p>
            <a:pPr lvl="1"/>
            <a:r>
              <a:rPr lang="en-US" dirty="0" smtClean="0"/>
              <a:t>Second level</a:t>
            </a:r>
          </a:p>
          <a:p>
            <a:pPr lvl="1"/>
            <a:r>
              <a:rPr lang="en-US" dirty="0" smtClean="0"/>
              <a:t>Second level</a:t>
            </a:r>
          </a:p>
        </p:txBody>
      </p:sp>
      <p:sp>
        <p:nvSpPr>
          <p:cNvPr id="5" name="Title 1"/>
          <p:cNvSpPr>
            <a:spLocks noGrp="1"/>
          </p:cNvSpPr>
          <p:nvPr>
            <p:ph type="title"/>
          </p:nvPr>
        </p:nvSpPr>
        <p:spPr>
          <a:xfrm>
            <a:off x="0" y="1"/>
            <a:ext cx="9144000" cy="478631"/>
          </a:xfrm>
          <a:prstGeom prst="rect">
            <a:avLst/>
          </a:prstGeom>
        </p:spPr>
        <p:txBody>
          <a:bodyPr/>
          <a:lstStyle>
            <a:lvl1pPr>
              <a:defRPr sz="2800" b="1">
                <a:latin typeface="+mn-lt"/>
              </a:defRPr>
            </a:lvl1pPr>
          </a:lstStyle>
          <a:p>
            <a:r>
              <a:rPr lang="en-US" dirty="0" smtClean="0"/>
              <a:t>Click to edit Master title style</a:t>
            </a:r>
            <a:endParaRPr lang="en-GB"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1" name="Title 1"/>
          <p:cNvSpPr>
            <a:spLocks noGrp="1"/>
          </p:cNvSpPr>
          <p:nvPr>
            <p:ph type="title"/>
          </p:nvPr>
        </p:nvSpPr>
        <p:spPr>
          <a:xfrm>
            <a:off x="0" y="1"/>
            <a:ext cx="9144000" cy="478631"/>
          </a:xfrm>
          <a:prstGeom prst="rect">
            <a:avLst/>
          </a:prstGeom>
        </p:spPr>
        <p:txBody>
          <a:bodyPr/>
          <a:lstStyle>
            <a:lvl1pPr>
              <a:defRPr sz="2800" b="1">
                <a:latin typeface="+mn-lt"/>
              </a:defRPr>
            </a:lvl1pPr>
          </a:lstStyle>
          <a:p>
            <a:r>
              <a:rPr lang="en-US" dirty="0" smtClean="0"/>
              <a:t>Click to edit Master title style</a:t>
            </a:r>
            <a:endParaRPr lang="en-GB"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357504"/>
            <a:ext cx="8229600" cy="857250"/>
          </a:xfrm>
          <a:prstGeom prst="rect">
            <a:avLst/>
          </a:prstGeom>
        </p:spPr>
        <p:txBody>
          <a:bodyPr/>
          <a:lstStyle/>
          <a:p>
            <a:r>
              <a:rPr lang="fr-FR" smtClean="0"/>
              <a:t>Modifiez le style du titre</a:t>
            </a:r>
            <a:endParaRPr lang="en-US"/>
          </a:p>
        </p:txBody>
      </p:sp>
      <p:sp>
        <p:nvSpPr>
          <p:cNvPr id="3" name="Espace réservé du contenu 2"/>
          <p:cNvSpPr>
            <a:spLocks noGrp="1"/>
          </p:cNvSpPr>
          <p:nvPr>
            <p:ph idx="1"/>
          </p:nvPr>
        </p:nvSpPr>
        <p:spPr>
          <a:xfrm>
            <a:off x="457200" y="1200151"/>
            <a:ext cx="8229600" cy="3394472"/>
          </a:xfrm>
          <a:prstGeom prst="rect">
            <a:avLst/>
          </a:prstGeo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Tree>
    <p:extLst>
      <p:ext uri="{BB962C8B-B14F-4D97-AF65-F5344CB8AC3E}">
        <p14:creationId xmlns:p14="http://schemas.microsoft.com/office/powerpoint/2010/main" val="418531719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itle Slide - Dark">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6979B6F6-617E-8547-A144-C62BF97DA45E}"/>
              </a:ext>
            </a:extLst>
          </p:cNvPr>
          <p:cNvSpPr>
            <a:spLocks noGrp="1"/>
          </p:cNvSpPr>
          <p:nvPr>
            <p:ph type="pic" sz="quarter" idx="10"/>
          </p:nvPr>
        </p:nvSpPr>
        <p:spPr>
          <a:xfrm>
            <a:off x="2794830" y="0"/>
            <a:ext cx="6349170" cy="3229892"/>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blipFill dpi="0" rotWithShape="1">
            <a:blip r:embed="rId2" cstate="email">
              <a:alphaModFix amt="53000"/>
              <a:extLst>
                <a:ext uri="{28A0092B-C50C-407E-A947-70E740481C1C}">
                  <a14:useLocalDpi xmlns:a14="http://schemas.microsoft.com/office/drawing/2010/main"/>
                </a:ext>
              </a:extLst>
            </a:blip>
            <a:srcRect/>
            <a:stretch>
              <a:fillRect/>
            </a:stretch>
          </a:blipFill>
        </p:spPr>
        <p:txBody>
          <a:bodyPr anchor="ctr"/>
          <a:lstStyle>
            <a:lvl1pPr marL="0" indent="0" algn="ctr">
              <a:buNone/>
              <a:defRPr>
                <a:solidFill>
                  <a:srgbClr val="545454"/>
                </a:solidFill>
              </a:defRPr>
            </a:lvl1pPr>
          </a:lstStyle>
          <a:p>
            <a:endParaRPr lang="x-none" dirty="0"/>
          </a:p>
        </p:txBody>
      </p:sp>
      <p:sp>
        <p:nvSpPr>
          <p:cNvPr id="2" name="Title 1">
            <a:extLst>
              <a:ext uri="{FF2B5EF4-FFF2-40B4-BE49-F238E27FC236}">
                <a16:creationId xmlns:a16="http://schemas.microsoft.com/office/drawing/2014/main" id="{BCE84C19-CBE9-374A-B18E-841555DEF412}"/>
              </a:ext>
            </a:extLst>
          </p:cNvPr>
          <p:cNvSpPr>
            <a:spLocks noGrp="1"/>
          </p:cNvSpPr>
          <p:nvPr>
            <p:ph type="ctrTitle" hasCustomPrompt="1"/>
          </p:nvPr>
        </p:nvSpPr>
        <p:spPr>
          <a:xfrm>
            <a:off x="845586" y="1653648"/>
            <a:ext cx="5394565" cy="1993265"/>
          </a:xfrm>
        </p:spPr>
        <p:txBody>
          <a:bodyPr anchor="b">
            <a:normAutofit/>
          </a:bodyPr>
          <a:lstStyle>
            <a:lvl1pPr algn="l">
              <a:lnSpc>
                <a:spcPct val="100000"/>
              </a:lnSpc>
              <a:defRPr sz="4050">
                <a:solidFill>
                  <a:schemeClr val="bg1">
                    <a:lumMod val="75000"/>
                    <a:lumOff val="25000"/>
                  </a:schemeClr>
                </a:solidFill>
              </a:defRPr>
            </a:lvl1pPr>
          </a:lstStyle>
          <a:p>
            <a:r>
              <a:rPr lang="en-GB" dirty="0"/>
              <a:t>Allied Joint Force Command Naples </a:t>
            </a:r>
            <a:br>
              <a:rPr lang="en-GB" dirty="0"/>
            </a:br>
            <a:r>
              <a:rPr lang="en-GB" dirty="0"/>
              <a:t>Command Brief</a:t>
            </a:r>
            <a:endParaRPr lang="x-none" dirty="0"/>
          </a:p>
        </p:txBody>
      </p:sp>
      <p:sp>
        <p:nvSpPr>
          <p:cNvPr id="13" name="Rectangle 12">
            <a:extLst>
              <a:ext uri="{FF2B5EF4-FFF2-40B4-BE49-F238E27FC236}">
                <a16:creationId xmlns:a16="http://schemas.microsoft.com/office/drawing/2014/main" id="{CED1A815-0D87-754E-B4CF-9C7CD2796D65}"/>
              </a:ext>
            </a:extLst>
          </p:cNvPr>
          <p:cNvSpPr/>
          <p:nvPr/>
        </p:nvSpPr>
        <p:spPr>
          <a:xfrm>
            <a:off x="1115617" y="4191930"/>
            <a:ext cx="43121" cy="295308"/>
          </a:xfrm>
          <a:prstGeom prst="rect">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18" name="Text Placeholder 7">
            <a:extLst>
              <a:ext uri="{FF2B5EF4-FFF2-40B4-BE49-F238E27FC236}">
                <a16:creationId xmlns:a16="http://schemas.microsoft.com/office/drawing/2014/main" id="{483EE20C-AAAD-0E46-8D16-931DCEBEB9CE}"/>
              </a:ext>
            </a:extLst>
          </p:cNvPr>
          <p:cNvSpPr>
            <a:spLocks noGrp="1"/>
          </p:cNvSpPr>
          <p:nvPr>
            <p:ph type="body" sz="quarter" idx="13" hasCustomPrompt="1"/>
          </p:nvPr>
        </p:nvSpPr>
        <p:spPr>
          <a:xfrm>
            <a:off x="1925241" y="4184170"/>
            <a:ext cx="3735759" cy="309563"/>
          </a:xfrm>
        </p:spPr>
        <p:txBody>
          <a:bodyPr>
            <a:normAutofit/>
          </a:bodyPr>
          <a:lstStyle>
            <a:lvl1pPr marL="0" indent="0">
              <a:buNone/>
              <a:defRPr sz="1050">
                <a:solidFill>
                  <a:schemeClr val="tx1"/>
                </a:solidFill>
              </a:defRPr>
            </a:lvl1pPr>
          </a:lstStyle>
          <a:p>
            <a:pPr lvl="0"/>
            <a:r>
              <a:rPr lang="en-GB" dirty="0"/>
              <a:t>Add Division/Unit/… and change label in front</a:t>
            </a:r>
            <a:endParaRPr lang="x-none" dirty="0"/>
          </a:p>
        </p:txBody>
      </p:sp>
      <p:sp>
        <p:nvSpPr>
          <p:cNvPr id="19" name="Text Placeholder 13">
            <a:extLst>
              <a:ext uri="{FF2B5EF4-FFF2-40B4-BE49-F238E27FC236}">
                <a16:creationId xmlns:a16="http://schemas.microsoft.com/office/drawing/2014/main" id="{ED0381FC-A6F2-6941-BE1B-0BAB619E2BBA}"/>
              </a:ext>
            </a:extLst>
          </p:cNvPr>
          <p:cNvSpPr>
            <a:spLocks noGrp="1"/>
          </p:cNvSpPr>
          <p:nvPr>
            <p:ph type="body" sz="quarter" idx="15" hasCustomPrompt="1"/>
          </p:nvPr>
        </p:nvSpPr>
        <p:spPr>
          <a:xfrm>
            <a:off x="1339453" y="4186534"/>
            <a:ext cx="585788" cy="309563"/>
          </a:xfrm>
        </p:spPr>
        <p:txBody>
          <a:bodyPr>
            <a:normAutofit/>
          </a:bodyPr>
          <a:lstStyle>
            <a:lvl1pPr marL="0" indent="0">
              <a:buNone/>
              <a:defRPr sz="900">
                <a:solidFill>
                  <a:schemeClr val="tx1"/>
                </a:solidFill>
              </a:defRPr>
            </a:lvl1pPr>
          </a:lstStyle>
          <a:p>
            <a:pPr lvl="0"/>
            <a:r>
              <a:rPr lang="x-none" dirty="0"/>
              <a:t>LABEL</a:t>
            </a:r>
          </a:p>
        </p:txBody>
      </p:sp>
    </p:spTree>
    <p:extLst>
      <p:ext uri="{BB962C8B-B14F-4D97-AF65-F5344CB8AC3E}">
        <p14:creationId xmlns:p14="http://schemas.microsoft.com/office/powerpoint/2010/main" val="1492508474"/>
      </p:ext>
    </p:extLst>
  </p:cSld>
  <p:clrMapOvr>
    <a:masterClrMapping/>
  </p:clrMapOvr>
  <p:extLst>
    <p:ext uri="{DCECCB84-F9BA-43D5-87BE-67443E8EF086}">
      <p15:sldGuideLst xmlns:p15="http://schemas.microsoft.com/office/powerpoint/2012/main">
        <p15:guide id="1" pos="7355">
          <p15:clr>
            <a:srgbClr val="FBAE40"/>
          </p15:clr>
        </p15:guide>
        <p15:guide id="2" pos="325">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91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 Light">
    <p:bg>
      <p:bgPr>
        <a:solidFill>
          <a:schemeClr val="tx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EE69DA8-BCF7-694F-B1AD-16A00BB01A93}"/>
              </a:ext>
            </a:extLst>
          </p:cNvPr>
          <p:cNvSpPr>
            <a:spLocks noGrp="1"/>
          </p:cNvSpPr>
          <p:nvPr>
            <p:ph type="subTitle" idx="1" hasCustomPrompt="1"/>
          </p:nvPr>
        </p:nvSpPr>
        <p:spPr>
          <a:xfrm>
            <a:off x="1339941" y="3236021"/>
            <a:ext cx="4321060" cy="1139545"/>
          </a:xfrm>
          <a:noFill/>
          <a:ln w="25400">
            <a:noFill/>
          </a:ln>
          <a:effectLst/>
        </p:spPr>
        <p:txBody>
          <a:bodyPr anchor="t">
            <a:normAutofit/>
          </a:bodyPr>
          <a:lstStyle>
            <a:lvl1pPr marL="0" indent="0" algn="l">
              <a:lnSpc>
                <a:spcPct val="150000"/>
              </a:lnSpc>
              <a:buNone/>
              <a:defRPr sz="1350">
                <a:solidFill>
                  <a:srgbClr val="485045"/>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 </a:t>
            </a:r>
            <a:endParaRPr lang="x-none" dirty="0"/>
          </a:p>
        </p:txBody>
      </p:sp>
      <p:sp>
        <p:nvSpPr>
          <p:cNvPr id="13" name="Rectangle 12">
            <a:extLst>
              <a:ext uri="{FF2B5EF4-FFF2-40B4-BE49-F238E27FC236}">
                <a16:creationId xmlns:a16="http://schemas.microsoft.com/office/drawing/2014/main" id="{CED1A815-0D87-754E-B4CF-9C7CD2796D65}"/>
              </a:ext>
            </a:extLst>
          </p:cNvPr>
          <p:cNvSpPr/>
          <p:nvPr/>
        </p:nvSpPr>
        <p:spPr>
          <a:xfrm>
            <a:off x="1124448" y="3362897"/>
            <a:ext cx="34289" cy="1232288"/>
          </a:xfrm>
          <a:prstGeom prst="rect">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solidFill>
                <a:srgbClr val="5FAF4B"/>
              </a:solidFill>
            </a:endParaRPr>
          </a:p>
        </p:txBody>
      </p:sp>
      <p:sp>
        <p:nvSpPr>
          <p:cNvPr id="8" name="Text Placeholder 7">
            <a:extLst>
              <a:ext uri="{FF2B5EF4-FFF2-40B4-BE49-F238E27FC236}">
                <a16:creationId xmlns:a16="http://schemas.microsoft.com/office/drawing/2014/main" id="{E521D610-C921-4645-94DC-BE9CD8D3A5CC}"/>
              </a:ext>
            </a:extLst>
          </p:cNvPr>
          <p:cNvSpPr>
            <a:spLocks noGrp="1"/>
          </p:cNvSpPr>
          <p:nvPr>
            <p:ph type="body" sz="quarter" idx="13" hasCustomPrompt="1"/>
          </p:nvPr>
        </p:nvSpPr>
        <p:spPr>
          <a:xfrm>
            <a:off x="1925241" y="4375565"/>
            <a:ext cx="3735759" cy="309563"/>
          </a:xfrm>
        </p:spPr>
        <p:txBody>
          <a:bodyPr>
            <a:normAutofit/>
          </a:bodyPr>
          <a:lstStyle>
            <a:lvl1pPr marL="0" indent="0">
              <a:buNone/>
              <a:defRPr sz="1050">
                <a:solidFill>
                  <a:srgbClr val="545454"/>
                </a:solidFill>
              </a:defRPr>
            </a:lvl1pPr>
          </a:lstStyle>
          <a:p>
            <a:pPr lvl="0"/>
            <a:r>
              <a:rPr lang="en-GB" dirty="0"/>
              <a:t>Add Division/Unit/… and change label in front</a:t>
            </a:r>
            <a:endParaRPr lang="x-none" dirty="0"/>
          </a:p>
        </p:txBody>
      </p:sp>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802590" y="1442582"/>
            <a:ext cx="5394565" cy="1790700"/>
          </a:xfrm>
        </p:spPr>
        <p:txBody>
          <a:bodyPr anchor="b">
            <a:normAutofit/>
          </a:bodyPr>
          <a:lstStyle>
            <a:lvl1pPr algn="l">
              <a:lnSpc>
                <a:spcPct val="100000"/>
              </a:lnSpc>
              <a:defRPr sz="4050">
                <a:solidFill>
                  <a:schemeClr val="tx1"/>
                </a:solidFill>
              </a:defRPr>
            </a:lvl1pPr>
          </a:lstStyle>
          <a:p>
            <a:r>
              <a:rPr lang="en-GB" dirty="0"/>
              <a:t>Click to edit Master title style</a:t>
            </a:r>
            <a:endParaRPr lang="x-none" dirty="0"/>
          </a:p>
        </p:txBody>
      </p:sp>
      <p:sp>
        <p:nvSpPr>
          <p:cNvPr id="14" name="Text Placeholder 13">
            <a:extLst>
              <a:ext uri="{FF2B5EF4-FFF2-40B4-BE49-F238E27FC236}">
                <a16:creationId xmlns:a16="http://schemas.microsoft.com/office/drawing/2014/main" id="{E45601A6-C54D-FA46-96D8-A2AAFAD3FB0A}"/>
              </a:ext>
            </a:extLst>
          </p:cNvPr>
          <p:cNvSpPr>
            <a:spLocks noGrp="1"/>
          </p:cNvSpPr>
          <p:nvPr>
            <p:ph type="body" sz="quarter" idx="15" hasCustomPrompt="1"/>
          </p:nvPr>
        </p:nvSpPr>
        <p:spPr>
          <a:xfrm>
            <a:off x="1339453" y="4377928"/>
            <a:ext cx="585788" cy="309563"/>
          </a:xfrm>
        </p:spPr>
        <p:txBody>
          <a:bodyPr>
            <a:normAutofit/>
          </a:bodyPr>
          <a:lstStyle>
            <a:lvl1pPr marL="0" indent="0">
              <a:buNone/>
              <a:defRPr sz="900">
                <a:solidFill>
                  <a:schemeClr val="tx1"/>
                </a:solidFill>
              </a:defRPr>
            </a:lvl1pPr>
          </a:lstStyle>
          <a:p>
            <a:pPr lvl="0"/>
            <a:r>
              <a:rPr lang="x-none" dirty="0"/>
              <a:t>LABEL</a:t>
            </a:r>
          </a:p>
        </p:txBody>
      </p:sp>
    </p:spTree>
    <p:extLst>
      <p:ext uri="{BB962C8B-B14F-4D97-AF65-F5344CB8AC3E}">
        <p14:creationId xmlns:p14="http://schemas.microsoft.com/office/powerpoint/2010/main" val="1804984716"/>
      </p:ext>
    </p:extLst>
  </p:cSld>
  <p:clrMapOvr>
    <a:masterClrMapping/>
  </p:clrMapOvr>
  <p:extLst>
    <p:ext uri="{DCECCB84-F9BA-43D5-87BE-67443E8EF086}">
      <p15:sldGuideLst xmlns:p15="http://schemas.microsoft.com/office/powerpoint/2012/main">
        <p15:guide id="1" pos="7355">
          <p15:clr>
            <a:srgbClr val="FBAE40"/>
          </p15:clr>
        </p15:guide>
        <p15:guide id="2" pos="302">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91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Title Slide - Ligh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802590" y="1442581"/>
            <a:ext cx="5394565" cy="2479319"/>
          </a:xfrm>
        </p:spPr>
        <p:txBody>
          <a:bodyPr anchor="b">
            <a:normAutofit/>
          </a:bodyPr>
          <a:lstStyle>
            <a:lvl1pPr algn="l">
              <a:lnSpc>
                <a:spcPct val="100000"/>
              </a:lnSpc>
              <a:defRPr sz="4050"/>
            </a:lvl1pPr>
          </a:lstStyle>
          <a:p>
            <a:r>
              <a:rPr lang="en-GB" dirty="0"/>
              <a:t>Click to edit Master title style</a:t>
            </a:r>
            <a:endParaRPr lang="x-none" dirty="0"/>
          </a:p>
        </p:txBody>
      </p:sp>
      <p:sp>
        <p:nvSpPr>
          <p:cNvPr id="21" name="Text Placeholder 7">
            <a:extLst>
              <a:ext uri="{FF2B5EF4-FFF2-40B4-BE49-F238E27FC236}">
                <a16:creationId xmlns:a16="http://schemas.microsoft.com/office/drawing/2014/main" id="{25CB0752-21B1-A34E-B93A-0196D833F5D2}"/>
              </a:ext>
            </a:extLst>
          </p:cNvPr>
          <p:cNvSpPr>
            <a:spLocks noGrp="1"/>
          </p:cNvSpPr>
          <p:nvPr>
            <p:ph type="body" sz="quarter" idx="13" hasCustomPrompt="1"/>
          </p:nvPr>
        </p:nvSpPr>
        <p:spPr>
          <a:xfrm>
            <a:off x="1925241" y="4184170"/>
            <a:ext cx="3735759" cy="309563"/>
          </a:xfrm>
        </p:spPr>
        <p:txBody>
          <a:bodyPr>
            <a:normAutofit/>
          </a:bodyPr>
          <a:lstStyle>
            <a:lvl1pPr marL="0" indent="0">
              <a:buNone/>
              <a:defRPr sz="1050">
                <a:solidFill>
                  <a:schemeClr val="tx1"/>
                </a:solidFill>
              </a:defRPr>
            </a:lvl1pPr>
          </a:lstStyle>
          <a:p>
            <a:pPr lvl="0"/>
            <a:r>
              <a:rPr lang="en-GB" dirty="0"/>
              <a:t>Add Division/Unit/… and change label in front</a:t>
            </a:r>
            <a:endParaRPr lang="x-none" dirty="0"/>
          </a:p>
        </p:txBody>
      </p:sp>
      <p:sp>
        <p:nvSpPr>
          <p:cNvPr id="22" name="Text Placeholder 13">
            <a:extLst>
              <a:ext uri="{FF2B5EF4-FFF2-40B4-BE49-F238E27FC236}">
                <a16:creationId xmlns:a16="http://schemas.microsoft.com/office/drawing/2014/main" id="{D90E08BF-0A63-C042-B2C9-0A31520903AD}"/>
              </a:ext>
            </a:extLst>
          </p:cNvPr>
          <p:cNvSpPr>
            <a:spLocks noGrp="1"/>
          </p:cNvSpPr>
          <p:nvPr>
            <p:ph type="body" sz="quarter" idx="15" hasCustomPrompt="1"/>
          </p:nvPr>
        </p:nvSpPr>
        <p:spPr>
          <a:xfrm>
            <a:off x="1339453" y="4186534"/>
            <a:ext cx="585788" cy="309563"/>
          </a:xfrm>
        </p:spPr>
        <p:txBody>
          <a:bodyPr>
            <a:normAutofit/>
          </a:bodyPr>
          <a:lstStyle>
            <a:lvl1pPr marL="0" indent="0">
              <a:buNone/>
              <a:defRPr sz="900">
                <a:solidFill>
                  <a:schemeClr val="tx1"/>
                </a:solidFill>
              </a:defRPr>
            </a:lvl1pPr>
          </a:lstStyle>
          <a:p>
            <a:pPr lvl="0"/>
            <a:r>
              <a:rPr lang="x-none" dirty="0"/>
              <a:t>LABEL</a:t>
            </a:r>
          </a:p>
        </p:txBody>
      </p:sp>
      <p:sp>
        <p:nvSpPr>
          <p:cNvPr id="9" name="Picture Placeholder 6">
            <a:extLst>
              <a:ext uri="{FF2B5EF4-FFF2-40B4-BE49-F238E27FC236}">
                <a16:creationId xmlns:a16="http://schemas.microsoft.com/office/drawing/2014/main" id="{5E9DA405-B2C8-9248-9FD6-56437D2FB91C}"/>
              </a:ext>
            </a:extLst>
          </p:cNvPr>
          <p:cNvSpPr>
            <a:spLocks noGrp="1"/>
          </p:cNvSpPr>
          <p:nvPr>
            <p:ph type="pic" sz="quarter" idx="10"/>
          </p:nvPr>
        </p:nvSpPr>
        <p:spPr>
          <a:xfrm>
            <a:off x="2794830" y="0"/>
            <a:ext cx="6349170" cy="3229892"/>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chemeClr val="bg1">
              <a:lumMod val="50000"/>
              <a:lumOff val="50000"/>
              <a:alpha val="10196"/>
            </a:schemeClr>
          </a:solidFill>
        </p:spPr>
        <p:txBody>
          <a:bodyPr anchor="ctr"/>
          <a:lstStyle>
            <a:lvl1pPr marL="0" indent="0" algn="ctr">
              <a:buNone/>
              <a:defRPr>
                <a:solidFill>
                  <a:srgbClr val="545454"/>
                </a:solidFill>
              </a:defRPr>
            </a:lvl1pPr>
          </a:lstStyle>
          <a:p>
            <a:endParaRPr lang="x-none" dirty="0"/>
          </a:p>
        </p:txBody>
      </p:sp>
    </p:spTree>
    <p:extLst>
      <p:ext uri="{BB962C8B-B14F-4D97-AF65-F5344CB8AC3E}">
        <p14:creationId xmlns:p14="http://schemas.microsoft.com/office/powerpoint/2010/main" val="3753662581"/>
      </p:ext>
    </p:extLst>
  </p:cSld>
  <p:clrMapOvr>
    <a:masterClrMapping/>
  </p:clrMapOvr>
  <p:extLst>
    <p:ext uri="{DCECCB84-F9BA-43D5-87BE-67443E8EF086}">
      <p15:sldGuideLst xmlns:p15="http://schemas.microsoft.com/office/powerpoint/2012/main">
        <p15:guide id="1" pos="7355">
          <p15:clr>
            <a:srgbClr val="FBAE40"/>
          </p15:clr>
        </p15:guide>
        <p15:guide id="2" pos="325">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8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802590" y="1442582"/>
            <a:ext cx="5394565" cy="1790700"/>
          </a:xfrm>
        </p:spPr>
        <p:txBody>
          <a:bodyPr anchor="b">
            <a:normAutofit/>
          </a:bodyPr>
          <a:lstStyle>
            <a:lvl1pPr algn="l">
              <a:lnSpc>
                <a:spcPct val="100000"/>
              </a:lnSpc>
              <a:defRPr sz="4050">
                <a:solidFill>
                  <a:schemeClr val="tx1"/>
                </a:solidFill>
              </a:defRPr>
            </a:lvl1pPr>
          </a:lstStyle>
          <a:p>
            <a:r>
              <a:rPr lang="en-GB" dirty="0"/>
              <a:t>Click to edit Master title style</a:t>
            </a:r>
            <a:endParaRPr lang="x-none" dirty="0"/>
          </a:p>
        </p:txBody>
      </p:sp>
      <p:sp>
        <p:nvSpPr>
          <p:cNvPr id="3" name="Subtitle 2">
            <a:extLst>
              <a:ext uri="{FF2B5EF4-FFF2-40B4-BE49-F238E27FC236}">
                <a16:creationId xmlns:a16="http://schemas.microsoft.com/office/drawing/2014/main" id="{4EE69DA8-BCF7-694F-B1AD-16A00BB01A93}"/>
              </a:ext>
            </a:extLst>
          </p:cNvPr>
          <p:cNvSpPr>
            <a:spLocks noGrp="1"/>
          </p:cNvSpPr>
          <p:nvPr>
            <p:ph type="subTitle" idx="1" hasCustomPrompt="1"/>
          </p:nvPr>
        </p:nvSpPr>
        <p:spPr>
          <a:xfrm>
            <a:off x="1339941" y="3236021"/>
            <a:ext cx="4321060" cy="655735"/>
          </a:xfrm>
          <a:noFill/>
          <a:ln w="25400">
            <a:noFill/>
          </a:ln>
          <a:effectLst/>
        </p:spPr>
        <p:txBody>
          <a:bodyPr anchor="t">
            <a:normAutofit/>
          </a:bodyPr>
          <a:lstStyle>
            <a:lvl1pPr marL="0" indent="0" algn="l">
              <a:lnSpc>
                <a:spcPct val="150000"/>
              </a:lnSpc>
              <a:buNone/>
              <a:defRPr sz="135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 </a:t>
            </a:r>
            <a:endParaRPr lang="x-none" dirty="0"/>
          </a:p>
        </p:txBody>
      </p:sp>
      <p:sp>
        <p:nvSpPr>
          <p:cNvPr id="13" name="Rectangle 12">
            <a:extLst>
              <a:ext uri="{FF2B5EF4-FFF2-40B4-BE49-F238E27FC236}">
                <a16:creationId xmlns:a16="http://schemas.microsoft.com/office/drawing/2014/main" id="{CED1A815-0D87-754E-B4CF-9C7CD2796D65}"/>
              </a:ext>
            </a:extLst>
          </p:cNvPr>
          <p:cNvSpPr/>
          <p:nvPr/>
        </p:nvSpPr>
        <p:spPr>
          <a:xfrm>
            <a:off x="1124448" y="3362897"/>
            <a:ext cx="34289" cy="1232288"/>
          </a:xfrm>
          <a:prstGeom prst="rect">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solidFill>
                <a:srgbClr val="D89623"/>
              </a:solidFill>
            </a:endParaRPr>
          </a:p>
        </p:txBody>
      </p:sp>
      <p:sp>
        <p:nvSpPr>
          <p:cNvPr id="20" name="Text Placeholder 7">
            <a:extLst>
              <a:ext uri="{FF2B5EF4-FFF2-40B4-BE49-F238E27FC236}">
                <a16:creationId xmlns:a16="http://schemas.microsoft.com/office/drawing/2014/main" id="{3D0BB9A1-3CA7-0341-8982-29D7CEE2B6B3}"/>
              </a:ext>
            </a:extLst>
          </p:cNvPr>
          <p:cNvSpPr>
            <a:spLocks noGrp="1"/>
          </p:cNvSpPr>
          <p:nvPr>
            <p:ph type="body" sz="quarter" idx="13" hasCustomPrompt="1"/>
          </p:nvPr>
        </p:nvSpPr>
        <p:spPr>
          <a:xfrm>
            <a:off x="1925241" y="4375565"/>
            <a:ext cx="3735759" cy="309563"/>
          </a:xfrm>
        </p:spPr>
        <p:txBody>
          <a:bodyPr>
            <a:normAutofit/>
          </a:bodyPr>
          <a:lstStyle>
            <a:lvl1pPr marL="0" indent="0">
              <a:buNone/>
              <a:defRPr sz="1050">
                <a:solidFill>
                  <a:schemeClr val="tx1"/>
                </a:solidFill>
              </a:defRPr>
            </a:lvl1pPr>
          </a:lstStyle>
          <a:p>
            <a:pPr lvl="0"/>
            <a:r>
              <a:rPr lang="en-GB" dirty="0"/>
              <a:t>Add Division/Unit/… and change label in front</a:t>
            </a:r>
            <a:endParaRPr lang="x-none" dirty="0"/>
          </a:p>
        </p:txBody>
      </p:sp>
      <p:sp>
        <p:nvSpPr>
          <p:cNvPr id="21" name="Text Placeholder 13">
            <a:extLst>
              <a:ext uri="{FF2B5EF4-FFF2-40B4-BE49-F238E27FC236}">
                <a16:creationId xmlns:a16="http://schemas.microsoft.com/office/drawing/2014/main" id="{B7AF234C-DAB3-CC46-8E4B-405085B6F193}"/>
              </a:ext>
            </a:extLst>
          </p:cNvPr>
          <p:cNvSpPr>
            <a:spLocks noGrp="1"/>
          </p:cNvSpPr>
          <p:nvPr>
            <p:ph type="body" sz="quarter" idx="15" hasCustomPrompt="1"/>
          </p:nvPr>
        </p:nvSpPr>
        <p:spPr>
          <a:xfrm>
            <a:off x="1339453" y="4377928"/>
            <a:ext cx="585788" cy="309563"/>
          </a:xfrm>
        </p:spPr>
        <p:txBody>
          <a:bodyPr>
            <a:normAutofit/>
          </a:bodyPr>
          <a:lstStyle>
            <a:lvl1pPr marL="0" indent="0">
              <a:buNone/>
              <a:defRPr sz="900">
                <a:solidFill>
                  <a:schemeClr val="tx1"/>
                </a:solidFill>
              </a:defRPr>
            </a:lvl1pPr>
          </a:lstStyle>
          <a:p>
            <a:pPr lvl="0"/>
            <a:r>
              <a:rPr lang="x-none" dirty="0"/>
              <a:t>LABEL</a:t>
            </a:r>
          </a:p>
        </p:txBody>
      </p:sp>
      <p:sp>
        <p:nvSpPr>
          <p:cNvPr id="10" name="Picture Placeholder 6">
            <a:extLst>
              <a:ext uri="{FF2B5EF4-FFF2-40B4-BE49-F238E27FC236}">
                <a16:creationId xmlns:a16="http://schemas.microsoft.com/office/drawing/2014/main" id="{B48B4BE8-597B-0046-A030-B3891F45CEC2}"/>
              </a:ext>
            </a:extLst>
          </p:cNvPr>
          <p:cNvSpPr>
            <a:spLocks noGrp="1"/>
          </p:cNvSpPr>
          <p:nvPr>
            <p:ph type="pic" sz="quarter" idx="10"/>
          </p:nvPr>
        </p:nvSpPr>
        <p:spPr>
          <a:xfrm>
            <a:off x="2794830" y="0"/>
            <a:ext cx="6349170" cy="3229892"/>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chemeClr val="bg1">
              <a:lumMod val="50000"/>
              <a:lumOff val="50000"/>
              <a:alpha val="10196"/>
            </a:schemeClr>
          </a:solidFill>
        </p:spPr>
        <p:txBody>
          <a:bodyPr anchor="ctr"/>
          <a:lstStyle>
            <a:lvl1pPr marL="0" indent="0" algn="ctr">
              <a:buNone/>
              <a:defRPr>
                <a:solidFill>
                  <a:srgbClr val="545454"/>
                </a:solidFill>
              </a:defRPr>
            </a:lvl1pPr>
          </a:lstStyle>
          <a:p>
            <a:endParaRPr lang="x-none" dirty="0"/>
          </a:p>
        </p:txBody>
      </p:sp>
    </p:spTree>
    <p:extLst>
      <p:ext uri="{BB962C8B-B14F-4D97-AF65-F5344CB8AC3E}">
        <p14:creationId xmlns:p14="http://schemas.microsoft.com/office/powerpoint/2010/main" val="2945099460"/>
      </p:ext>
    </p:extLst>
  </p:cSld>
  <p:clrMapOvr>
    <a:masterClrMapping/>
  </p:clrMapOvr>
  <p:extLst>
    <p:ext uri="{DCECCB84-F9BA-43D5-87BE-67443E8EF086}">
      <p15:sldGuideLst xmlns:p15="http://schemas.microsoft.com/office/powerpoint/2012/main">
        <p15:guide id="1" pos="7355">
          <p15:clr>
            <a:srgbClr val="FBAE40"/>
          </p15:clr>
        </p15:guide>
        <p15:guide id="2" pos="325">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91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5D87768-FD67-8849-9497-B615192C4642}"/>
              </a:ext>
            </a:extLst>
          </p:cNvPr>
          <p:cNvSpPr>
            <a:spLocks noGrp="1"/>
          </p:cNvSpPr>
          <p:nvPr>
            <p:ph type="body" idx="1" hasCustomPrompt="1"/>
          </p:nvPr>
        </p:nvSpPr>
        <p:spPr>
          <a:xfrm>
            <a:off x="386953" y="2227381"/>
            <a:ext cx="507932" cy="609913"/>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01.</a:t>
            </a:r>
          </a:p>
        </p:txBody>
      </p:sp>
      <p:sp>
        <p:nvSpPr>
          <p:cNvPr id="8" name="Title 7">
            <a:extLst>
              <a:ext uri="{FF2B5EF4-FFF2-40B4-BE49-F238E27FC236}">
                <a16:creationId xmlns:a16="http://schemas.microsoft.com/office/drawing/2014/main" id="{FC7540FA-DACD-CE4A-ACC0-6B27872EFE03}"/>
              </a:ext>
            </a:extLst>
          </p:cNvPr>
          <p:cNvSpPr>
            <a:spLocks noGrp="1"/>
          </p:cNvSpPr>
          <p:nvPr>
            <p:ph type="title"/>
          </p:nvPr>
        </p:nvSpPr>
        <p:spPr>
          <a:xfrm>
            <a:off x="900112" y="2001004"/>
            <a:ext cx="6768239" cy="994172"/>
          </a:xfrm>
        </p:spPr>
        <p:txBody>
          <a:bodyPr/>
          <a:lstStyle>
            <a:lvl1pPr>
              <a:defRPr>
                <a:solidFill>
                  <a:schemeClr val="tx1"/>
                </a:solidFill>
              </a:defRPr>
            </a:lvl1pPr>
          </a:lstStyle>
          <a:p>
            <a:r>
              <a:rPr lang="en-GB" dirty="0"/>
              <a:t>Click to edit Master title style</a:t>
            </a:r>
            <a:endParaRPr lang="x-none" dirty="0"/>
          </a:p>
        </p:txBody>
      </p:sp>
      <p:sp>
        <p:nvSpPr>
          <p:cNvPr id="9" name="Footer Placeholder 4">
            <a:extLst>
              <a:ext uri="{FF2B5EF4-FFF2-40B4-BE49-F238E27FC236}">
                <a16:creationId xmlns:a16="http://schemas.microsoft.com/office/drawing/2014/main" id="{849237EC-B723-E145-9FEB-3C6B83BB1190}"/>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0" name="Slide Number Placeholder 5">
            <a:extLst>
              <a:ext uri="{FF2B5EF4-FFF2-40B4-BE49-F238E27FC236}">
                <a16:creationId xmlns:a16="http://schemas.microsoft.com/office/drawing/2014/main" id="{780797ED-47D5-2A4E-B24E-5FCCC52FD866}"/>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bg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4826325"/>
      </p:ext>
    </p:extLst>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with Imag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5D87768-FD67-8849-9497-B615192C4642}"/>
              </a:ext>
            </a:extLst>
          </p:cNvPr>
          <p:cNvSpPr>
            <a:spLocks noGrp="1"/>
          </p:cNvSpPr>
          <p:nvPr>
            <p:ph type="body" idx="1" hasCustomPrompt="1"/>
          </p:nvPr>
        </p:nvSpPr>
        <p:spPr>
          <a:xfrm>
            <a:off x="386953" y="2227381"/>
            <a:ext cx="507932" cy="609913"/>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01.</a:t>
            </a:r>
          </a:p>
        </p:txBody>
      </p:sp>
      <p:sp>
        <p:nvSpPr>
          <p:cNvPr id="9" name="Footer Placeholder 4">
            <a:extLst>
              <a:ext uri="{FF2B5EF4-FFF2-40B4-BE49-F238E27FC236}">
                <a16:creationId xmlns:a16="http://schemas.microsoft.com/office/drawing/2014/main" id="{849237EC-B723-E145-9FEB-3C6B83BB1190}"/>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0" name="Slide Number Placeholder 5">
            <a:extLst>
              <a:ext uri="{FF2B5EF4-FFF2-40B4-BE49-F238E27FC236}">
                <a16:creationId xmlns:a16="http://schemas.microsoft.com/office/drawing/2014/main" id="{780797ED-47D5-2A4E-B24E-5FCCC52FD866}"/>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bg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
        <p:nvSpPr>
          <p:cNvPr id="11" name="Picture Placeholder 6">
            <a:extLst>
              <a:ext uri="{FF2B5EF4-FFF2-40B4-BE49-F238E27FC236}">
                <a16:creationId xmlns:a16="http://schemas.microsoft.com/office/drawing/2014/main" id="{6FACCDD1-1D0A-EF43-9ADC-ABE5E6AD3173}"/>
              </a:ext>
            </a:extLst>
          </p:cNvPr>
          <p:cNvSpPr>
            <a:spLocks noGrp="1"/>
          </p:cNvSpPr>
          <p:nvPr>
            <p:ph type="pic" sz="quarter" idx="10"/>
          </p:nvPr>
        </p:nvSpPr>
        <p:spPr>
          <a:xfrm>
            <a:off x="2794830" y="0"/>
            <a:ext cx="6349170" cy="3229892"/>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chemeClr val="bg1">
              <a:lumMod val="50000"/>
              <a:lumOff val="50000"/>
              <a:alpha val="10196"/>
            </a:schemeClr>
          </a:solidFill>
        </p:spPr>
        <p:txBody>
          <a:bodyPr anchor="ctr"/>
          <a:lstStyle>
            <a:lvl1pPr marL="0" indent="0" algn="ctr">
              <a:buNone/>
              <a:defRPr>
                <a:solidFill>
                  <a:srgbClr val="545454"/>
                </a:solidFill>
              </a:defRPr>
            </a:lvl1pPr>
          </a:lstStyle>
          <a:p>
            <a:endParaRPr lang="x-none" dirty="0"/>
          </a:p>
        </p:txBody>
      </p:sp>
      <p:sp>
        <p:nvSpPr>
          <p:cNvPr id="8" name="Title 7">
            <a:extLst>
              <a:ext uri="{FF2B5EF4-FFF2-40B4-BE49-F238E27FC236}">
                <a16:creationId xmlns:a16="http://schemas.microsoft.com/office/drawing/2014/main" id="{FC7540FA-DACD-CE4A-ACC0-6B27872EFE03}"/>
              </a:ext>
            </a:extLst>
          </p:cNvPr>
          <p:cNvSpPr>
            <a:spLocks noGrp="1"/>
          </p:cNvSpPr>
          <p:nvPr>
            <p:ph type="title"/>
          </p:nvPr>
        </p:nvSpPr>
        <p:spPr>
          <a:xfrm>
            <a:off x="900112" y="2001004"/>
            <a:ext cx="6768239" cy="994172"/>
          </a:xfrm>
        </p:spPr>
        <p:txBody>
          <a:bodyPr/>
          <a:lstStyle>
            <a:lvl1pPr>
              <a:defRPr>
                <a:solidFill>
                  <a:schemeClr val="tx1"/>
                </a:solidFill>
              </a:defRPr>
            </a:lvl1pPr>
          </a:lstStyle>
          <a:p>
            <a:r>
              <a:rPr lang="en-GB" dirty="0"/>
              <a:t>Click to edit Master title style</a:t>
            </a:r>
            <a:endParaRPr lang="x-none" dirty="0"/>
          </a:p>
        </p:txBody>
      </p:sp>
    </p:spTree>
    <p:extLst>
      <p:ext uri="{BB962C8B-B14F-4D97-AF65-F5344CB8AC3E}">
        <p14:creationId xmlns:p14="http://schemas.microsoft.com/office/powerpoint/2010/main" val="499627304"/>
      </p:ext>
    </p:extLst>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16B05-4B85-5D48-9A5B-15D5D64ABBD3}"/>
              </a:ext>
            </a:extLst>
          </p:cNvPr>
          <p:cNvSpPr>
            <a:spLocks noGrp="1"/>
          </p:cNvSpPr>
          <p:nvPr>
            <p:ph type="title"/>
          </p:nvPr>
        </p:nvSpPr>
        <p:spPr/>
        <p:txBody>
          <a:bodyPr/>
          <a:lstStyle>
            <a:lvl1pPr>
              <a:defRPr>
                <a:solidFill>
                  <a:schemeClr val="tx1"/>
                </a:solidFill>
              </a:defRPr>
            </a:lvl1pPr>
          </a:lstStyle>
          <a:p>
            <a:r>
              <a:rPr lang="en-GB" dirty="0"/>
              <a:t>Click to edit Master title style</a:t>
            </a:r>
            <a:endParaRPr lang="x-none" dirty="0"/>
          </a:p>
        </p:txBody>
      </p:sp>
      <p:sp>
        <p:nvSpPr>
          <p:cNvPr id="3" name="Content Placeholder 2">
            <a:extLst>
              <a:ext uri="{FF2B5EF4-FFF2-40B4-BE49-F238E27FC236}">
                <a16:creationId xmlns:a16="http://schemas.microsoft.com/office/drawing/2014/main" id="{AEC3C0B6-E809-9541-968A-C17FB0308E89}"/>
              </a:ext>
            </a:extLst>
          </p:cNvPr>
          <p:cNvSpPr>
            <a:spLocks noGrp="1"/>
          </p:cNvSpPr>
          <p:nvPr>
            <p:ph idx="1"/>
          </p:nvPr>
        </p:nvSpPr>
        <p:spPr/>
        <p:txBody>
          <a:bodyPr/>
          <a:lstStyle>
            <a:lvl1pPr>
              <a:buClr>
                <a:schemeClr val="tx1">
                  <a:lumMod val="65000"/>
                </a:schemeClr>
              </a:buClr>
              <a:defRPr sz="1800"/>
            </a:lvl1pPr>
            <a:lvl2pPr>
              <a:buClr>
                <a:schemeClr val="tx1">
                  <a:lumMod val="65000"/>
                </a:schemeClr>
              </a:buClr>
              <a:defRPr sz="1500"/>
            </a:lvl2pPr>
            <a:lvl3pPr>
              <a:buClr>
                <a:schemeClr val="tx1">
                  <a:lumMod val="65000"/>
                </a:schemeClr>
              </a:buClr>
              <a:defRPr sz="1350"/>
            </a:lvl3pPr>
            <a:lvl4pPr>
              <a:buClr>
                <a:schemeClr val="tx1">
                  <a:lumMod val="65000"/>
                </a:schemeClr>
              </a:buClr>
              <a:defRPr sz="1200"/>
            </a:lvl4pPr>
            <a:lvl5pPr>
              <a:buClr>
                <a:srgbClr val="AFD8ED"/>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6" name="Footer Placeholder 4">
            <a:extLst>
              <a:ext uri="{FF2B5EF4-FFF2-40B4-BE49-F238E27FC236}">
                <a16:creationId xmlns:a16="http://schemas.microsoft.com/office/drawing/2014/main" id="{67231140-1CFD-604E-9043-CF24B588CE02}"/>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7" name="Slide Number Placeholder 5">
            <a:extLst>
              <a:ext uri="{FF2B5EF4-FFF2-40B4-BE49-F238E27FC236}">
                <a16:creationId xmlns:a16="http://schemas.microsoft.com/office/drawing/2014/main" id="{E515A3FA-235C-F948-BBCC-D89F48F72088}"/>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4190632795"/>
      </p:ext>
    </p:extLst>
  </p:cSld>
  <p:clrMapOvr>
    <a:masterClrMapping/>
  </p:clrMapOvr>
  <p:extLst>
    <p:ext uri="{DCECCB84-F9BA-43D5-87BE-67443E8EF086}">
      <p15:sldGuideLst xmlns:p15="http://schemas.microsoft.com/office/powerpoint/2012/main">
        <p15:guide id="1" orient="horz" pos="386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0D866-E399-4749-A091-29E354D847D2}"/>
              </a:ext>
            </a:extLst>
          </p:cNvPr>
          <p:cNvSpPr>
            <a:spLocks noGrp="1"/>
          </p:cNvSpPr>
          <p:nvPr>
            <p:ph type="title"/>
          </p:nvPr>
        </p:nvSpPr>
        <p:spPr/>
        <p:txBody>
          <a:bodyPr/>
          <a:lstStyle>
            <a:lvl1pPr>
              <a:defRPr>
                <a:solidFill>
                  <a:schemeClr val="tx1"/>
                </a:solidFill>
              </a:defRPr>
            </a:lvl1pPr>
          </a:lstStyle>
          <a:p>
            <a:r>
              <a:rPr lang="en-GB" dirty="0"/>
              <a:t>Click to edit Master title style</a:t>
            </a:r>
            <a:endParaRPr lang="x-none" dirty="0"/>
          </a:p>
        </p:txBody>
      </p:sp>
      <p:sp>
        <p:nvSpPr>
          <p:cNvPr id="3" name="Content Placeholder 2">
            <a:extLst>
              <a:ext uri="{FF2B5EF4-FFF2-40B4-BE49-F238E27FC236}">
                <a16:creationId xmlns:a16="http://schemas.microsoft.com/office/drawing/2014/main" id="{867FE3B6-0510-964C-9271-434C25AE8921}"/>
              </a:ext>
            </a:extLst>
          </p:cNvPr>
          <p:cNvSpPr>
            <a:spLocks noGrp="1"/>
          </p:cNvSpPr>
          <p:nvPr>
            <p:ph sz="half" idx="1"/>
          </p:nvPr>
        </p:nvSpPr>
        <p:spPr>
          <a:xfrm>
            <a:off x="386954" y="1828692"/>
            <a:ext cx="3886200" cy="2768312"/>
          </a:xfrm>
        </p:spPr>
        <p:txBody>
          <a:bodyPr/>
          <a:lstStyle>
            <a:lvl1pPr>
              <a:buClr>
                <a:schemeClr val="tx1">
                  <a:lumMod val="65000"/>
                </a:schemeClr>
              </a:buClr>
              <a:defRPr/>
            </a:lvl1pPr>
            <a:lvl2pPr>
              <a:buClr>
                <a:schemeClr val="tx1">
                  <a:lumMod val="65000"/>
                </a:schemeClr>
              </a:buClr>
              <a:defRPr/>
            </a:lvl2pPr>
            <a:lvl3pPr>
              <a:buClr>
                <a:schemeClr val="tx1">
                  <a:lumMod val="65000"/>
                </a:schemeClr>
              </a:buClr>
              <a:defRPr/>
            </a:lvl3pPr>
            <a:lvl4pPr>
              <a:buClr>
                <a:schemeClr val="tx1">
                  <a:lumMod val="65000"/>
                </a:schemeClr>
              </a:buClr>
              <a:defRPr/>
            </a:lvl4pPr>
            <a:lvl5pPr>
              <a:buClr>
                <a:srgbClr val="5FAF4B"/>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4" name="Content Placeholder 3">
            <a:extLst>
              <a:ext uri="{FF2B5EF4-FFF2-40B4-BE49-F238E27FC236}">
                <a16:creationId xmlns:a16="http://schemas.microsoft.com/office/drawing/2014/main" id="{87E9ADC8-A008-C44B-A3C2-64236DA179A2}"/>
              </a:ext>
            </a:extLst>
          </p:cNvPr>
          <p:cNvSpPr>
            <a:spLocks noGrp="1"/>
          </p:cNvSpPr>
          <p:nvPr>
            <p:ph sz="half" idx="2"/>
          </p:nvPr>
        </p:nvSpPr>
        <p:spPr>
          <a:xfrm>
            <a:off x="4387454" y="1828692"/>
            <a:ext cx="3886200" cy="2768312"/>
          </a:xfrm>
        </p:spPr>
        <p:txBody>
          <a:bodyPr/>
          <a:lstStyle>
            <a:lvl1pPr>
              <a:buClr>
                <a:schemeClr val="tx1">
                  <a:lumMod val="65000"/>
                </a:schemeClr>
              </a:buClr>
              <a:defRPr/>
            </a:lvl1pPr>
            <a:lvl2pPr>
              <a:buClr>
                <a:schemeClr val="tx1">
                  <a:lumMod val="65000"/>
                </a:schemeClr>
              </a:buClr>
              <a:defRPr/>
            </a:lvl2pPr>
            <a:lvl3pPr>
              <a:buClr>
                <a:schemeClr val="tx1">
                  <a:lumMod val="65000"/>
                </a:schemeClr>
              </a:buClr>
              <a:defRPr/>
            </a:lvl3pPr>
            <a:lvl4pPr>
              <a:buClr>
                <a:schemeClr val="tx1">
                  <a:lumMod val="65000"/>
                </a:schemeClr>
              </a:buClr>
              <a:defRPr/>
            </a:lvl4pPr>
            <a:lvl5pPr>
              <a:buClr>
                <a:srgbClr val="5FAF4B"/>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7" name="Footer Placeholder 4">
            <a:extLst>
              <a:ext uri="{FF2B5EF4-FFF2-40B4-BE49-F238E27FC236}">
                <a16:creationId xmlns:a16="http://schemas.microsoft.com/office/drawing/2014/main" id="{3E074557-22EE-0646-9DE6-1A844A2479D3}"/>
              </a:ext>
            </a:extLst>
          </p:cNvPr>
          <p:cNvSpPr>
            <a:spLocks noGrp="1"/>
          </p:cNvSpPr>
          <p:nvPr>
            <p:ph type="ftr" sz="quarter" idx="10"/>
          </p:nvPr>
        </p:nvSpPr>
        <p:spPr>
          <a:xfrm>
            <a:off x="141522" y="4731544"/>
            <a:ext cx="3086100" cy="273844"/>
          </a:xfrm>
        </p:spPr>
        <p:txBody>
          <a:bodyPr/>
          <a:lstStyle>
            <a:lvl1pPr>
              <a:defRPr>
                <a:solidFill>
                  <a:schemeClr val="tx1"/>
                </a:solidFill>
              </a:defRPr>
            </a:lvl1pPr>
          </a:lstStyle>
          <a:p>
            <a:r>
              <a:rPr lang="x-none"/>
              <a:t>NATO UNCLASSIFIED</a:t>
            </a:r>
            <a:endParaRPr lang="x-none" dirty="0"/>
          </a:p>
        </p:txBody>
      </p:sp>
      <p:sp>
        <p:nvSpPr>
          <p:cNvPr id="8" name="Slide Number Placeholder 5">
            <a:extLst>
              <a:ext uri="{FF2B5EF4-FFF2-40B4-BE49-F238E27FC236}">
                <a16:creationId xmlns:a16="http://schemas.microsoft.com/office/drawing/2014/main" id="{E668F466-E152-7947-B655-E84B190F14E2}"/>
              </a:ext>
            </a:extLst>
          </p:cNvPr>
          <p:cNvSpPr>
            <a:spLocks noGrp="1"/>
          </p:cNvSpPr>
          <p:nvPr>
            <p:ph type="sldNum" sz="quarter" idx="11"/>
          </p:nvPr>
        </p:nvSpPr>
        <p:spPr>
          <a:xfrm>
            <a:off x="6885223" y="4731544"/>
            <a:ext cx="2057400" cy="273844"/>
          </a:xfrm>
        </p:spPr>
        <p:txBody>
          <a:bodyPr/>
          <a:lstStyle>
            <a:lvl1pPr>
              <a:defRPr>
                <a:solidFill>
                  <a:schemeClr val="tx1"/>
                </a:solidFill>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30026842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19D0786-AD54-6A4B-8BA6-F028206B7362}"/>
              </a:ext>
            </a:extLst>
          </p:cNvPr>
          <p:cNvSpPr>
            <a:spLocks noGrp="1"/>
          </p:cNvSpPr>
          <p:nvPr>
            <p:ph sz="half" idx="2"/>
          </p:nvPr>
        </p:nvSpPr>
        <p:spPr>
          <a:xfrm>
            <a:off x="386954" y="2380059"/>
            <a:ext cx="3868340" cy="2216945"/>
          </a:xfrm>
        </p:spPr>
        <p:txBody>
          <a:bodyPr/>
          <a:lstStyle>
            <a:lvl1pPr>
              <a:buClr>
                <a:schemeClr val="tx1">
                  <a:lumMod val="65000"/>
                </a:schemeClr>
              </a:buClr>
              <a:defRPr/>
            </a:lvl1pPr>
            <a:lvl2pPr>
              <a:buClr>
                <a:schemeClr val="tx1">
                  <a:lumMod val="65000"/>
                </a:schemeClr>
              </a:buClr>
              <a:defRPr/>
            </a:lvl2pPr>
            <a:lvl3pPr>
              <a:buClr>
                <a:schemeClr val="tx1">
                  <a:lumMod val="65000"/>
                </a:schemeClr>
              </a:buClr>
              <a:defRPr/>
            </a:lvl3pPr>
            <a:lvl4pPr>
              <a:buClr>
                <a:schemeClr val="tx1">
                  <a:lumMod val="65000"/>
                </a:schemeClr>
              </a:buClr>
              <a:defRPr/>
            </a:lvl4pPr>
            <a:lvl5pPr>
              <a:buClr>
                <a:srgbClr val="5FAF4B"/>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3" name="Text Placeholder 2">
            <a:extLst>
              <a:ext uri="{FF2B5EF4-FFF2-40B4-BE49-F238E27FC236}">
                <a16:creationId xmlns:a16="http://schemas.microsoft.com/office/drawing/2014/main" id="{1BE41607-8469-3646-8B93-EA9401D7019B}"/>
              </a:ext>
            </a:extLst>
          </p:cNvPr>
          <p:cNvSpPr>
            <a:spLocks noGrp="1"/>
          </p:cNvSpPr>
          <p:nvPr>
            <p:ph type="body" idx="1" hasCustomPrompt="1"/>
          </p:nvPr>
        </p:nvSpPr>
        <p:spPr>
          <a:xfrm>
            <a:off x="386954" y="1828692"/>
            <a:ext cx="3868340" cy="551367"/>
          </a:xfrm>
        </p:spPr>
        <p:txBody>
          <a:bodyPr anchor="b">
            <a:normAutofit/>
          </a:bodyPr>
          <a:lstStyle>
            <a:lvl1pPr marL="0" indent="0">
              <a:buNone/>
              <a:defRPr sz="15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7711697A-3AFB-364E-8BF8-A7DD7A4100EC}"/>
              </a:ext>
            </a:extLst>
          </p:cNvPr>
          <p:cNvSpPr>
            <a:spLocks noGrp="1"/>
          </p:cNvSpPr>
          <p:nvPr>
            <p:ph sz="quarter" idx="4"/>
          </p:nvPr>
        </p:nvSpPr>
        <p:spPr>
          <a:xfrm>
            <a:off x="4386263" y="2380059"/>
            <a:ext cx="3887391" cy="2216945"/>
          </a:xfrm>
        </p:spPr>
        <p:txBody>
          <a:bodyPr/>
          <a:lstStyle>
            <a:lvl1pPr>
              <a:buClr>
                <a:schemeClr val="tx1">
                  <a:lumMod val="65000"/>
                </a:schemeClr>
              </a:buClr>
              <a:defRPr/>
            </a:lvl1pPr>
            <a:lvl2pPr>
              <a:buClr>
                <a:schemeClr val="tx1">
                  <a:lumMod val="65000"/>
                </a:schemeClr>
              </a:buClr>
              <a:defRPr/>
            </a:lvl2pPr>
            <a:lvl3pPr>
              <a:buClr>
                <a:schemeClr val="tx1">
                  <a:lumMod val="65000"/>
                </a:schemeClr>
              </a:buClr>
              <a:defRPr/>
            </a:lvl3pPr>
            <a:lvl4pPr>
              <a:buClr>
                <a:schemeClr val="tx1">
                  <a:lumMod val="65000"/>
                </a:schemeClr>
              </a:buClr>
              <a:defRPr/>
            </a:lvl4pPr>
            <a:lvl5pPr>
              <a:buClr>
                <a:srgbClr val="5FAF4B"/>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2" name="Title 1">
            <a:extLst>
              <a:ext uri="{FF2B5EF4-FFF2-40B4-BE49-F238E27FC236}">
                <a16:creationId xmlns:a16="http://schemas.microsoft.com/office/drawing/2014/main" id="{030BD1BB-4F76-EA48-8500-4B586D72D3DC}"/>
              </a:ext>
            </a:extLst>
          </p:cNvPr>
          <p:cNvSpPr>
            <a:spLocks noGrp="1"/>
          </p:cNvSpPr>
          <p:nvPr>
            <p:ph type="title"/>
          </p:nvPr>
        </p:nvSpPr>
        <p:spPr>
          <a:xfrm>
            <a:off x="386954" y="834520"/>
            <a:ext cx="7886700" cy="994172"/>
          </a:xfrm>
        </p:spPr>
        <p:txBody>
          <a:bodyPr/>
          <a:lstStyle>
            <a:lvl1pPr>
              <a:defRPr>
                <a:solidFill>
                  <a:schemeClr val="tx1"/>
                </a:solidFill>
              </a:defRPr>
            </a:lvl1pPr>
          </a:lstStyle>
          <a:p>
            <a:r>
              <a:rPr lang="en-GB" dirty="0"/>
              <a:t>Click to edit Master title style</a:t>
            </a:r>
            <a:endParaRPr lang="x-none" dirty="0"/>
          </a:p>
        </p:txBody>
      </p:sp>
      <p:sp>
        <p:nvSpPr>
          <p:cNvPr id="13" name="Text Placeholder 2">
            <a:extLst>
              <a:ext uri="{FF2B5EF4-FFF2-40B4-BE49-F238E27FC236}">
                <a16:creationId xmlns:a16="http://schemas.microsoft.com/office/drawing/2014/main" id="{034B3D56-08AA-4A47-9152-DA7E97C05A2C}"/>
              </a:ext>
            </a:extLst>
          </p:cNvPr>
          <p:cNvSpPr>
            <a:spLocks noGrp="1"/>
          </p:cNvSpPr>
          <p:nvPr>
            <p:ph type="body" idx="12" hasCustomPrompt="1"/>
          </p:nvPr>
        </p:nvSpPr>
        <p:spPr>
          <a:xfrm>
            <a:off x="4386263" y="1828692"/>
            <a:ext cx="3868340" cy="551367"/>
          </a:xfrm>
        </p:spPr>
        <p:txBody>
          <a:bodyPr anchor="b">
            <a:normAutofit/>
          </a:bodyPr>
          <a:lstStyle>
            <a:lvl1pPr marL="0" indent="0">
              <a:buNone/>
              <a:defRPr sz="15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4" name="Footer Placeholder 4">
            <a:extLst>
              <a:ext uri="{FF2B5EF4-FFF2-40B4-BE49-F238E27FC236}">
                <a16:creationId xmlns:a16="http://schemas.microsoft.com/office/drawing/2014/main" id="{170AD413-BADD-CC44-B7AA-EA8896768556}"/>
              </a:ext>
            </a:extLst>
          </p:cNvPr>
          <p:cNvSpPr>
            <a:spLocks noGrp="1"/>
          </p:cNvSpPr>
          <p:nvPr>
            <p:ph type="ftr" sz="quarter" idx="10"/>
          </p:nvPr>
        </p:nvSpPr>
        <p:spPr>
          <a:xfrm>
            <a:off x="141522" y="4731544"/>
            <a:ext cx="3086100" cy="273844"/>
          </a:xfrm>
        </p:spPr>
        <p:txBody>
          <a:bodyPr/>
          <a:lstStyle>
            <a:lvl1pPr>
              <a:defRPr>
                <a:solidFill>
                  <a:schemeClr val="tx1"/>
                </a:solidFill>
              </a:defRPr>
            </a:lvl1pPr>
          </a:lstStyle>
          <a:p>
            <a:r>
              <a:rPr lang="x-none"/>
              <a:t>NATO UNCLASSIFIED</a:t>
            </a:r>
            <a:endParaRPr lang="x-none" dirty="0"/>
          </a:p>
        </p:txBody>
      </p:sp>
      <p:sp>
        <p:nvSpPr>
          <p:cNvPr id="15" name="Slide Number Placeholder 5">
            <a:extLst>
              <a:ext uri="{FF2B5EF4-FFF2-40B4-BE49-F238E27FC236}">
                <a16:creationId xmlns:a16="http://schemas.microsoft.com/office/drawing/2014/main" id="{5F3BEDC5-2F3C-A544-87B2-874948386E0B}"/>
              </a:ext>
            </a:extLst>
          </p:cNvPr>
          <p:cNvSpPr>
            <a:spLocks noGrp="1"/>
          </p:cNvSpPr>
          <p:nvPr>
            <p:ph type="sldNum" sz="quarter" idx="11"/>
          </p:nvPr>
        </p:nvSpPr>
        <p:spPr>
          <a:xfrm>
            <a:off x="6885223" y="4731544"/>
            <a:ext cx="2057400" cy="273844"/>
          </a:xfrm>
        </p:spPr>
        <p:txBody>
          <a:bodyPr/>
          <a:lstStyle>
            <a:lvl1pPr>
              <a:defRPr>
                <a:solidFill>
                  <a:schemeClr val="tx1"/>
                </a:solidFill>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1433320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19D0786-AD54-6A4B-8BA6-F028206B7362}"/>
              </a:ext>
            </a:extLst>
          </p:cNvPr>
          <p:cNvSpPr>
            <a:spLocks noGrp="1"/>
          </p:cNvSpPr>
          <p:nvPr>
            <p:ph sz="half" idx="2"/>
          </p:nvPr>
        </p:nvSpPr>
        <p:spPr>
          <a:xfrm>
            <a:off x="386954" y="2380059"/>
            <a:ext cx="2510861" cy="2216945"/>
          </a:xfrm>
        </p:spPr>
        <p:txBody>
          <a:bodyPr/>
          <a:lstStyle>
            <a:lvl1pPr>
              <a:buClr>
                <a:schemeClr val="tx1">
                  <a:lumMod val="65000"/>
                </a:schemeClr>
              </a:buClr>
              <a:defRPr/>
            </a:lvl1pPr>
            <a:lvl2pPr>
              <a:buClr>
                <a:schemeClr val="tx1">
                  <a:lumMod val="65000"/>
                </a:schemeClr>
              </a:buClr>
              <a:defRPr/>
            </a:lvl2pPr>
            <a:lvl3pPr>
              <a:buClr>
                <a:schemeClr val="tx1">
                  <a:lumMod val="65000"/>
                </a:schemeClr>
              </a:buClr>
              <a:defRPr/>
            </a:lvl3pPr>
            <a:lvl4pPr>
              <a:buClr>
                <a:schemeClr val="tx1">
                  <a:lumMod val="65000"/>
                </a:schemeClr>
              </a:buClr>
              <a:defRPr/>
            </a:lvl4pPr>
            <a:lvl5pPr>
              <a:buClr>
                <a:srgbClr val="5FAF4B"/>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3" name="Text Placeholder 2">
            <a:extLst>
              <a:ext uri="{FF2B5EF4-FFF2-40B4-BE49-F238E27FC236}">
                <a16:creationId xmlns:a16="http://schemas.microsoft.com/office/drawing/2014/main" id="{1BE41607-8469-3646-8B93-EA9401D7019B}"/>
              </a:ext>
            </a:extLst>
          </p:cNvPr>
          <p:cNvSpPr>
            <a:spLocks noGrp="1"/>
          </p:cNvSpPr>
          <p:nvPr>
            <p:ph type="body" idx="1" hasCustomPrompt="1"/>
          </p:nvPr>
        </p:nvSpPr>
        <p:spPr>
          <a:xfrm>
            <a:off x="386954" y="1828692"/>
            <a:ext cx="2510861" cy="551367"/>
          </a:xfrm>
        </p:spPr>
        <p:txBody>
          <a:bodyPr anchor="b">
            <a:normAutofit/>
          </a:bodyPr>
          <a:lstStyle>
            <a:lvl1pPr marL="0" indent="0">
              <a:buNone/>
              <a:defRPr sz="15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2" name="Title 1">
            <a:extLst>
              <a:ext uri="{FF2B5EF4-FFF2-40B4-BE49-F238E27FC236}">
                <a16:creationId xmlns:a16="http://schemas.microsoft.com/office/drawing/2014/main" id="{030BD1BB-4F76-EA48-8500-4B586D72D3DC}"/>
              </a:ext>
            </a:extLst>
          </p:cNvPr>
          <p:cNvSpPr>
            <a:spLocks noGrp="1"/>
          </p:cNvSpPr>
          <p:nvPr>
            <p:ph type="title"/>
          </p:nvPr>
        </p:nvSpPr>
        <p:spPr>
          <a:xfrm>
            <a:off x="386954" y="834520"/>
            <a:ext cx="7886700" cy="994172"/>
          </a:xfrm>
        </p:spPr>
        <p:txBody>
          <a:bodyPr/>
          <a:lstStyle>
            <a:lvl1pPr>
              <a:defRPr>
                <a:solidFill>
                  <a:schemeClr val="tx1"/>
                </a:solidFill>
              </a:defRPr>
            </a:lvl1pPr>
          </a:lstStyle>
          <a:p>
            <a:r>
              <a:rPr lang="en-GB" dirty="0"/>
              <a:t>Click to edit Master title style</a:t>
            </a:r>
            <a:endParaRPr lang="x-none" dirty="0"/>
          </a:p>
        </p:txBody>
      </p:sp>
      <p:sp>
        <p:nvSpPr>
          <p:cNvPr id="9" name="Content Placeholder 3">
            <a:extLst>
              <a:ext uri="{FF2B5EF4-FFF2-40B4-BE49-F238E27FC236}">
                <a16:creationId xmlns:a16="http://schemas.microsoft.com/office/drawing/2014/main" id="{DA10ADEA-8541-5B43-B7EA-A39366AB1A97}"/>
              </a:ext>
            </a:extLst>
          </p:cNvPr>
          <p:cNvSpPr>
            <a:spLocks noGrp="1"/>
          </p:cNvSpPr>
          <p:nvPr>
            <p:ph sz="half" idx="12"/>
          </p:nvPr>
        </p:nvSpPr>
        <p:spPr>
          <a:xfrm>
            <a:off x="3085428" y="2380059"/>
            <a:ext cx="2510861" cy="2216945"/>
          </a:xfrm>
        </p:spPr>
        <p:txBody>
          <a:bodyPr/>
          <a:lstStyle>
            <a:lvl1pPr>
              <a:buClr>
                <a:schemeClr val="tx1">
                  <a:lumMod val="65000"/>
                </a:schemeClr>
              </a:buClr>
              <a:defRPr/>
            </a:lvl1pPr>
            <a:lvl2pPr>
              <a:buClr>
                <a:schemeClr val="tx1">
                  <a:lumMod val="65000"/>
                </a:schemeClr>
              </a:buClr>
              <a:defRPr/>
            </a:lvl2pPr>
            <a:lvl3pPr>
              <a:buClr>
                <a:schemeClr val="tx1">
                  <a:lumMod val="65000"/>
                </a:schemeClr>
              </a:buClr>
              <a:defRPr/>
            </a:lvl3pPr>
            <a:lvl4pPr>
              <a:buClr>
                <a:schemeClr val="tx1">
                  <a:lumMod val="65000"/>
                </a:schemeClr>
              </a:buClr>
              <a:defRPr/>
            </a:lvl4pPr>
            <a:lvl5pPr>
              <a:buClr>
                <a:srgbClr val="5FAF4B"/>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4" name="Text Placeholder 2">
            <a:extLst>
              <a:ext uri="{FF2B5EF4-FFF2-40B4-BE49-F238E27FC236}">
                <a16:creationId xmlns:a16="http://schemas.microsoft.com/office/drawing/2014/main" id="{96C39F72-553D-D64C-9D1D-AA635EB41EE2}"/>
              </a:ext>
            </a:extLst>
          </p:cNvPr>
          <p:cNvSpPr>
            <a:spLocks noGrp="1"/>
          </p:cNvSpPr>
          <p:nvPr>
            <p:ph type="body" idx="13" hasCustomPrompt="1"/>
          </p:nvPr>
        </p:nvSpPr>
        <p:spPr>
          <a:xfrm>
            <a:off x="3085428" y="1828692"/>
            <a:ext cx="2510861" cy="551367"/>
          </a:xfrm>
        </p:spPr>
        <p:txBody>
          <a:bodyPr anchor="b">
            <a:normAutofit/>
          </a:bodyPr>
          <a:lstStyle>
            <a:lvl1pPr marL="0" indent="0">
              <a:buNone/>
              <a:defRPr sz="15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5" name="Content Placeholder 3">
            <a:extLst>
              <a:ext uri="{FF2B5EF4-FFF2-40B4-BE49-F238E27FC236}">
                <a16:creationId xmlns:a16="http://schemas.microsoft.com/office/drawing/2014/main" id="{D2530195-F13F-B04D-A745-E6A53976FAC4}"/>
              </a:ext>
            </a:extLst>
          </p:cNvPr>
          <p:cNvSpPr>
            <a:spLocks noGrp="1"/>
          </p:cNvSpPr>
          <p:nvPr>
            <p:ph sz="half" idx="14"/>
          </p:nvPr>
        </p:nvSpPr>
        <p:spPr>
          <a:xfrm>
            <a:off x="5783902" y="2380059"/>
            <a:ext cx="2510861" cy="2216945"/>
          </a:xfrm>
        </p:spPr>
        <p:txBody>
          <a:bodyPr/>
          <a:lstStyle>
            <a:lvl1pPr>
              <a:buClr>
                <a:schemeClr val="tx1">
                  <a:lumMod val="65000"/>
                </a:schemeClr>
              </a:buClr>
              <a:defRPr/>
            </a:lvl1pPr>
            <a:lvl2pPr>
              <a:buClr>
                <a:schemeClr val="tx1">
                  <a:lumMod val="65000"/>
                </a:schemeClr>
              </a:buClr>
              <a:defRPr/>
            </a:lvl2pPr>
            <a:lvl3pPr>
              <a:buClr>
                <a:schemeClr val="tx1">
                  <a:lumMod val="65000"/>
                </a:schemeClr>
              </a:buClr>
              <a:defRPr/>
            </a:lvl3pPr>
            <a:lvl4pPr>
              <a:buClr>
                <a:schemeClr val="tx1">
                  <a:lumMod val="65000"/>
                </a:schemeClr>
              </a:buClr>
              <a:defRPr/>
            </a:lvl4pPr>
            <a:lvl5pPr>
              <a:buClr>
                <a:srgbClr val="5FAF4B"/>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6" name="Text Placeholder 2">
            <a:extLst>
              <a:ext uri="{FF2B5EF4-FFF2-40B4-BE49-F238E27FC236}">
                <a16:creationId xmlns:a16="http://schemas.microsoft.com/office/drawing/2014/main" id="{4413D92C-A42C-2A46-98A0-B29B40B50B28}"/>
              </a:ext>
            </a:extLst>
          </p:cNvPr>
          <p:cNvSpPr>
            <a:spLocks noGrp="1"/>
          </p:cNvSpPr>
          <p:nvPr>
            <p:ph type="body" idx="15" hasCustomPrompt="1"/>
          </p:nvPr>
        </p:nvSpPr>
        <p:spPr>
          <a:xfrm>
            <a:off x="5783902" y="1828692"/>
            <a:ext cx="2510861" cy="551367"/>
          </a:xfrm>
        </p:spPr>
        <p:txBody>
          <a:bodyPr anchor="b">
            <a:normAutofit/>
          </a:bodyPr>
          <a:lstStyle>
            <a:lvl1pPr marL="0" indent="0">
              <a:buNone/>
              <a:defRPr sz="15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3" name="Footer Placeholder 4">
            <a:extLst>
              <a:ext uri="{FF2B5EF4-FFF2-40B4-BE49-F238E27FC236}">
                <a16:creationId xmlns:a16="http://schemas.microsoft.com/office/drawing/2014/main" id="{64E23829-47DA-2C44-AED6-17CED323073B}"/>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7" name="Slide Number Placeholder 5">
            <a:extLst>
              <a:ext uri="{FF2B5EF4-FFF2-40B4-BE49-F238E27FC236}">
                <a16:creationId xmlns:a16="http://schemas.microsoft.com/office/drawing/2014/main" id="{A9A77119-278E-9C47-87E6-D91C61F6D608}"/>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4881934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omparison">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19D0786-AD54-6A4B-8BA6-F028206B7362}"/>
              </a:ext>
            </a:extLst>
          </p:cNvPr>
          <p:cNvSpPr>
            <a:spLocks noGrp="1"/>
          </p:cNvSpPr>
          <p:nvPr>
            <p:ph sz="half" idx="2"/>
          </p:nvPr>
        </p:nvSpPr>
        <p:spPr>
          <a:xfrm>
            <a:off x="386954" y="1329612"/>
            <a:ext cx="3868340" cy="1242138"/>
          </a:xfrm>
        </p:spPr>
        <p:txBody>
          <a:bodyPr/>
          <a:lstStyle>
            <a:lvl1pPr>
              <a:buClr>
                <a:schemeClr val="tx1">
                  <a:lumMod val="65000"/>
                </a:schemeClr>
              </a:buClr>
              <a:defRPr/>
            </a:lvl1pPr>
            <a:lvl2pPr>
              <a:buClr>
                <a:schemeClr val="tx1">
                  <a:lumMod val="65000"/>
                </a:schemeClr>
              </a:buClr>
              <a:defRPr/>
            </a:lvl2pPr>
            <a:lvl3pPr>
              <a:buClr>
                <a:schemeClr val="tx1">
                  <a:lumMod val="65000"/>
                </a:schemeClr>
              </a:buClr>
              <a:defRPr/>
            </a:lvl3pPr>
            <a:lvl4pPr>
              <a:buClr>
                <a:schemeClr val="tx1">
                  <a:lumMod val="65000"/>
                </a:schemeClr>
              </a:buClr>
              <a:defRPr/>
            </a:lvl4pPr>
            <a:lvl5pPr marL="1371600" indent="0">
              <a:buNone/>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3" name="Text Placeholder 2">
            <a:extLst>
              <a:ext uri="{FF2B5EF4-FFF2-40B4-BE49-F238E27FC236}">
                <a16:creationId xmlns:a16="http://schemas.microsoft.com/office/drawing/2014/main" id="{1BE41607-8469-3646-8B93-EA9401D7019B}"/>
              </a:ext>
            </a:extLst>
          </p:cNvPr>
          <p:cNvSpPr>
            <a:spLocks noGrp="1"/>
          </p:cNvSpPr>
          <p:nvPr>
            <p:ph type="body" idx="1" hasCustomPrompt="1"/>
          </p:nvPr>
        </p:nvSpPr>
        <p:spPr>
          <a:xfrm>
            <a:off x="386954" y="778245"/>
            <a:ext cx="3868340" cy="551367"/>
          </a:xfrm>
        </p:spPr>
        <p:txBody>
          <a:bodyPr anchor="b">
            <a:normAutofit/>
          </a:bodyPr>
          <a:lstStyle>
            <a:lvl1pPr marL="0" indent="0">
              <a:buNone/>
              <a:defRPr sz="15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7711697A-3AFB-364E-8BF8-A7DD7A4100EC}"/>
              </a:ext>
            </a:extLst>
          </p:cNvPr>
          <p:cNvSpPr>
            <a:spLocks noGrp="1"/>
          </p:cNvSpPr>
          <p:nvPr>
            <p:ph sz="quarter" idx="4"/>
          </p:nvPr>
        </p:nvSpPr>
        <p:spPr>
          <a:xfrm>
            <a:off x="4386263" y="1329612"/>
            <a:ext cx="3887391" cy="1242138"/>
          </a:xfrm>
        </p:spPr>
        <p:txBody>
          <a:bodyPr/>
          <a:lstStyle>
            <a:lvl1pPr>
              <a:buClr>
                <a:schemeClr val="tx1">
                  <a:lumMod val="65000"/>
                </a:schemeClr>
              </a:buClr>
              <a:defRPr/>
            </a:lvl1pPr>
            <a:lvl2pPr>
              <a:buClr>
                <a:schemeClr val="tx1">
                  <a:lumMod val="65000"/>
                </a:schemeClr>
              </a:buClr>
              <a:defRPr/>
            </a:lvl2pPr>
            <a:lvl3pPr>
              <a:buClr>
                <a:schemeClr val="tx1">
                  <a:lumMod val="65000"/>
                </a:schemeClr>
              </a:buClr>
              <a:defRPr/>
            </a:lvl3pPr>
            <a:lvl4pPr>
              <a:buClr>
                <a:schemeClr val="tx1">
                  <a:lumMod val="65000"/>
                </a:schemeClr>
              </a:buClr>
              <a:defRPr/>
            </a:lvl4pPr>
            <a:lvl5pPr marL="1371600" indent="0">
              <a:buNone/>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3" name="Text Placeholder 2">
            <a:extLst>
              <a:ext uri="{FF2B5EF4-FFF2-40B4-BE49-F238E27FC236}">
                <a16:creationId xmlns:a16="http://schemas.microsoft.com/office/drawing/2014/main" id="{034B3D56-08AA-4A47-9152-DA7E97C05A2C}"/>
              </a:ext>
            </a:extLst>
          </p:cNvPr>
          <p:cNvSpPr>
            <a:spLocks noGrp="1"/>
          </p:cNvSpPr>
          <p:nvPr>
            <p:ph type="body" idx="12" hasCustomPrompt="1"/>
          </p:nvPr>
        </p:nvSpPr>
        <p:spPr>
          <a:xfrm>
            <a:off x="4386263" y="778245"/>
            <a:ext cx="3868340" cy="551367"/>
          </a:xfrm>
        </p:spPr>
        <p:txBody>
          <a:bodyPr anchor="b">
            <a:normAutofit/>
          </a:bodyPr>
          <a:lstStyle>
            <a:lvl1pPr marL="0" indent="0">
              <a:buNone/>
              <a:defRPr sz="15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7" name="Content Placeholder 3">
            <a:extLst>
              <a:ext uri="{FF2B5EF4-FFF2-40B4-BE49-F238E27FC236}">
                <a16:creationId xmlns:a16="http://schemas.microsoft.com/office/drawing/2014/main" id="{C19221D1-052C-5D40-8511-336429F936DF}"/>
              </a:ext>
            </a:extLst>
          </p:cNvPr>
          <p:cNvSpPr>
            <a:spLocks noGrp="1"/>
          </p:cNvSpPr>
          <p:nvPr>
            <p:ph sz="half" idx="13"/>
          </p:nvPr>
        </p:nvSpPr>
        <p:spPr>
          <a:xfrm>
            <a:off x="386954" y="3357195"/>
            <a:ext cx="3868340" cy="1242138"/>
          </a:xfrm>
        </p:spPr>
        <p:txBody>
          <a:bodyPr/>
          <a:lstStyle>
            <a:lvl1pPr>
              <a:buClr>
                <a:schemeClr val="tx1">
                  <a:lumMod val="65000"/>
                </a:schemeClr>
              </a:buClr>
              <a:defRPr/>
            </a:lvl1pPr>
            <a:lvl2pPr>
              <a:buClr>
                <a:schemeClr val="tx1">
                  <a:lumMod val="65000"/>
                </a:schemeClr>
              </a:buClr>
              <a:defRPr/>
            </a:lvl2pPr>
            <a:lvl3pPr>
              <a:buClr>
                <a:schemeClr val="tx1">
                  <a:lumMod val="65000"/>
                </a:schemeClr>
              </a:buClr>
              <a:defRPr/>
            </a:lvl3pPr>
            <a:lvl4pPr>
              <a:buClr>
                <a:schemeClr val="tx1">
                  <a:lumMod val="65000"/>
                </a:schemeClr>
              </a:buClr>
              <a:defRPr/>
            </a:lvl4pPr>
            <a:lvl5pPr marL="1371600" indent="0">
              <a:buNone/>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8" name="Text Placeholder 2">
            <a:extLst>
              <a:ext uri="{FF2B5EF4-FFF2-40B4-BE49-F238E27FC236}">
                <a16:creationId xmlns:a16="http://schemas.microsoft.com/office/drawing/2014/main" id="{720B8056-8C88-0746-A769-F1530B55EF31}"/>
              </a:ext>
            </a:extLst>
          </p:cNvPr>
          <p:cNvSpPr>
            <a:spLocks noGrp="1"/>
          </p:cNvSpPr>
          <p:nvPr>
            <p:ph type="body" idx="14" hasCustomPrompt="1"/>
          </p:nvPr>
        </p:nvSpPr>
        <p:spPr>
          <a:xfrm>
            <a:off x="386954" y="2805828"/>
            <a:ext cx="3868340" cy="551367"/>
          </a:xfrm>
        </p:spPr>
        <p:txBody>
          <a:bodyPr anchor="b">
            <a:normAutofit/>
          </a:bodyPr>
          <a:lstStyle>
            <a:lvl1pPr marL="0" indent="0">
              <a:buNone/>
              <a:defRPr sz="15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9" name="Content Placeholder 5">
            <a:extLst>
              <a:ext uri="{FF2B5EF4-FFF2-40B4-BE49-F238E27FC236}">
                <a16:creationId xmlns:a16="http://schemas.microsoft.com/office/drawing/2014/main" id="{0A01FA02-3A50-1046-81FF-94E3ADF0CF6E}"/>
              </a:ext>
            </a:extLst>
          </p:cNvPr>
          <p:cNvSpPr>
            <a:spLocks noGrp="1"/>
          </p:cNvSpPr>
          <p:nvPr>
            <p:ph sz="quarter" idx="15"/>
          </p:nvPr>
        </p:nvSpPr>
        <p:spPr>
          <a:xfrm>
            <a:off x="4386263" y="3357195"/>
            <a:ext cx="3887391" cy="1242138"/>
          </a:xfrm>
        </p:spPr>
        <p:txBody>
          <a:bodyPr/>
          <a:lstStyle>
            <a:lvl1pPr>
              <a:buClr>
                <a:schemeClr val="tx1">
                  <a:lumMod val="65000"/>
                </a:schemeClr>
              </a:buClr>
              <a:defRPr/>
            </a:lvl1pPr>
            <a:lvl2pPr>
              <a:buClr>
                <a:schemeClr val="tx1">
                  <a:lumMod val="65000"/>
                </a:schemeClr>
              </a:buClr>
              <a:defRPr/>
            </a:lvl2pPr>
            <a:lvl3pPr>
              <a:buClr>
                <a:schemeClr val="tx1">
                  <a:lumMod val="65000"/>
                </a:schemeClr>
              </a:buClr>
              <a:defRPr/>
            </a:lvl3pPr>
            <a:lvl4pPr>
              <a:buClr>
                <a:schemeClr val="tx1">
                  <a:lumMod val="65000"/>
                </a:schemeClr>
              </a:buClr>
              <a:defRPr/>
            </a:lvl4pPr>
            <a:lvl5pPr marL="1371600" indent="0">
              <a:buNone/>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20" name="Text Placeholder 2">
            <a:extLst>
              <a:ext uri="{FF2B5EF4-FFF2-40B4-BE49-F238E27FC236}">
                <a16:creationId xmlns:a16="http://schemas.microsoft.com/office/drawing/2014/main" id="{297670B0-9EC5-7C4B-98A8-A7C940914871}"/>
              </a:ext>
            </a:extLst>
          </p:cNvPr>
          <p:cNvSpPr>
            <a:spLocks noGrp="1"/>
          </p:cNvSpPr>
          <p:nvPr>
            <p:ph type="body" idx="16" hasCustomPrompt="1"/>
          </p:nvPr>
        </p:nvSpPr>
        <p:spPr>
          <a:xfrm>
            <a:off x="4386263" y="2805828"/>
            <a:ext cx="3868340" cy="551367"/>
          </a:xfrm>
        </p:spPr>
        <p:txBody>
          <a:bodyPr anchor="b">
            <a:normAutofit/>
          </a:bodyPr>
          <a:lstStyle>
            <a:lvl1pPr marL="0" indent="0">
              <a:buNone/>
              <a:defRPr sz="15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2" name="Footer Placeholder 4">
            <a:extLst>
              <a:ext uri="{FF2B5EF4-FFF2-40B4-BE49-F238E27FC236}">
                <a16:creationId xmlns:a16="http://schemas.microsoft.com/office/drawing/2014/main" id="{B7AB4C84-30B5-7C4B-9D27-50F642A26B28}"/>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4" name="Slide Number Placeholder 5">
            <a:extLst>
              <a:ext uri="{FF2B5EF4-FFF2-40B4-BE49-F238E27FC236}">
                <a16:creationId xmlns:a16="http://schemas.microsoft.com/office/drawing/2014/main" id="{919B5221-A9B0-7940-9FF9-F60966C81219}"/>
              </a:ext>
            </a:extLst>
          </p:cNvPr>
          <p:cNvSpPr>
            <a:spLocks noGrp="1"/>
          </p:cNvSpPr>
          <p:nvPr>
            <p:ph type="sldNum" sz="quarter" idx="17"/>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37302315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2B32-4B01-E647-A789-75D4BB3FC9C9}"/>
              </a:ext>
            </a:extLst>
          </p:cNvPr>
          <p:cNvSpPr>
            <a:spLocks noGrp="1"/>
          </p:cNvSpPr>
          <p:nvPr>
            <p:ph type="title"/>
          </p:nvPr>
        </p:nvSpPr>
        <p:spPr/>
        <p:txBody>
          <a:bodyPr/>
          <a:lstStyle>
            <a:lvl1pPr>
              <a:defRPr b="1" i="0">
                <a:solidFill>
                  <a:schemeClr val="tx1"/>
                </a:solidFill>
                <a:latin typeface="Garamond" panose="02020404030301010803" pitchFamily="18" charset="0"/>
              </a:defRPr>
            </a:lvl1pPr>
          </a:lstStyle>
          <a:p>
            <a:r>
              <a:rPr lang="en-GB" dirty="0"/>
              <a:t>Click to edit Master title style</a:t>
            </a:r>
            <a:endParaRPr lang="x-none" dirty="0"/>
          </a:p>
        </p:txBody>
      </p:sp>
      <p:sp>
        <p:nvSpPr>
          <p:cNvPr id="5" name="Footer Placeholder 4">
            <a:extLst>
              <a:ext uri="{FF2B5EF4-FFF2-40B4-BE49-F238E27FC236}">
                <a16:creationId xmlns:a16="http://schemas.microsoft.com/office/drawing/2014/main" id="{A436C765-45C9-C441-81D1-86CB0B7C08B7}"/>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8" name="Slide Number Placeholder 5">
            <a:extLst>
              <a:ext uri="{FF2B5EF4-FFF2-40B4-BE49-F238E27FC236}">
                <a16:creationId xmlns:a16="http://schemas.microsoft.com/office/drawing/2014/main" id="{3F5CF2AE-CAF3-054A-AF03-271ECC7EAA1C}"/>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40587514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0D1ED6DF-FF59-A74E-833B-F2FCF86C83A2}"/>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7" name="Slide Number Placeholder 5">
            <a:extLst>
              <a:ext uri="{FF2B5EF4-FFF2-40B4-BE49-F238E27FC236}">
                <a16:creationId xmlns:a16="http://schemas.microsoft.com/office/drawing/2014/main" id="{FDC2BAE2-C0DF-D646-B902-64573BF7DB46}"/>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37934600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0D1ED6DF-FF59-A74E-833B-F2FCF86C83A2}"/>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7" name="Slide Number Placeholder 5">
            <a:extLst>
              <a:ext uri="{FF2B5EF4-FFF2-40B4-BE49-F238E27FC236}">
                <a16:creationId xmlns:a16="http://schemas.microsoft.com/office/drawing/2014/main" id="{FDC2BAE2-C0DF-D646-B902-64573BF7DB46}"/>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13791231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2B32-4B01-E647-A789-75D4BB3FC9C9}"/>
              </a:ext>
            </a:extLst>
          </p:cNvPr>
          <p:cNvSpPr>
            <a:spLocks noGrp="1"/>
          </p:cNvSpPr>
          <p:nvPr>
            <p:ph type="title"/>
          </p:nvPr>
        </p:nvSpPr>
        <p:spPr/>
        <p:txBody>
          <a:bodyPr/>
          <a:lstStyle>
            <a:lvl1pPr>
              <a:defRPr>
                <a:solidFill>
                  <a:schemeClr val="tx1"/>
                </a:solidFill>
              </a:defRPr>
            </a:lvl1pPr>
          </a:lstStyle>
          <a:p>
            <a:r>
              <a:rPr lang="en-GB" dirty="0"/>
              <a:t>Click to edit Master title style</a:t>
            </a:r>
            <a:endParaRPr lang="x-none" dirty="0"/>
          </a:p>
        </p:txBody>
      </p:sp>
      <p:sp>
        <p:nvSpPr>
          <p:cNvPr id="5" name="Footer Placeholder 4">
            <a:extLst>
              <a:ext uri="{FF2B5EF4-FFF2-40B4-BE49-F238E27FC236}">
                <a16:creationId xmlns:a16="http://schemas.microsoft.com/office/drawing/2014/main" id="{A436C765-45C9-C441-81D1-86CB0B7C08B7}"/>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8" name="Slide Number Placeholder 5">
            <a:extLst>
              <a:ext uri="{FF2B5EF4-FFF2-40B4-BE49-F238E27FC236}">
                <a16:creationId xmlns:a16="http://schemas.microsoft.com/office/drawing/2014/main" id="{3F5CF2AE-CAF3-054A-AF03-271ECC7EAA1C}"/>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graphicFrame>
        <p:nvGraphicFramePr>
          <p:cNvPr id="10" name="Content Placeholder 25">
            <a:extLst>
              <a:ext uri="{FF2B5EF4-FFF2-40B4-BE49-F238E27FC236}">
                <a16:creationId xmlns:a16="http://schemas.microsoft.com/office/drawing/2014/main" id="{87F10C19-9C47-5B46-97A2-15131427E3E7}"/>
              </a:ext>
            </a:extLst>
          </p:cNvPr>
          <p:cNvGraphicFramePr>
            <a:graphicFrameLocks/>
          </p:cNvGraphicFramePr>
          <p:nvPr>
            <p:extLst/>
          </p:nvPr>
        </p:nvGraphicFramePr>
        <p:xfrm>
          <a:off x="950768" y="1988938"/>
          <a:ext cx="3299114" cy="253360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77998DC4-CE73-2842-BB98-2FD5532CC1A1}"/>
              </a:ext>
            </a:extLst>
          </p:cNvPr>
          <p:cNvGraphicFramePr/>
          <p:nvPr>
            <p:extLst/>
          </p:nvPr>
        </p:nvGraphicFramePr>
        <p:xfrm>
          <a:off x="4571999" y="1857668"/>
          <a:ext cx="3009900" cy="2658298"/>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AB292246-A3FB-D246-8C0F-5F4CD2025AEB}"/>
              </a:ext>
            </a:extLst>
          </p:cNvPr>
          <p:cNvSpPr txBox="1"/>
          <p:nvPr/>
        </p:nvSpPr>
        <p:spPr>
          <a:xfrm>
            <a:off x="2251552" y="2895786"/>
            <a:ext cx="729687" cy="461665"/>
          </a:xfrm>
          <a:prstGeom prst="rect">
            <a:avLst/>
          </a:prstGeom>
          <a:noFill/>
        </p:spPr>
        <p:txBody>
          <a:bodyPr wrap="none" rtlCol="0">
            <a:spAutoFit/>
          </a:bodyPr>
          <a:lstStyle/>
          <a:p>
            <a:r>
              <a:rPr lang="en-US" sz="2400" b="1" dirty="0">
                <a:solidFill>
                  <a:srgbClr val="122C0E"/>
                </a:solidFill>
                <a:latin typeface="Garamond" panose="02020404030301010803" pitchFamily="18" charset="0"/>
                <a:ea typeface="Noto Serif" panose="02020600060500020200" pitchFamily="18" charset="0"/>
                <a:cs typeface="Noto Serif" panose="02020600060500020200" pitchFamily="18" charset="0"/>
              </a:rPr>
              <a:t>56%</a:t>
            </a:r>
          </a:p>
        </p:txBody>
      </p:sp>
      <p:sp>
        <p:nvSpPr>
          <p:cNvPr id="13" name="TextBox 12">
            <a:extLst>
              <a:ext uri="{FF2B5EF4-FFF2-40B4-BE49-F238E27FC236}">
                <a16:creationId xmlns:a16="http://schemas.microsoft.com/office/drawing/2014/main" id="{C0D6F86C-4F07-8A44-AFD0-CB0FA5637895}"/>
              </a:ext>
            </a:extLst>
          </p:cNvPr>
          <p:cNvSpPr txBox="1"/>
          <p:nvPr/>
        </p:nvSpPr>
        <p:spPr>
          <a:xfrm>
            <a:off x="5741401" y="2891739"/>
            <a:ext cx="729687" cy="461665"/>
          </a:xfrm>
          <a:prstGeom prst="rect">
            <a:avLst/>
          </a:prstGeom>
          <a:noFill/>
        </p:spPr>
        <p:txBody>
          <a:bodyPr wrap="none" rtlCol="0">
            <a:spAutoFit/>
          </a:bodyPr>
          <a:lstStyle/>
          <a:p>
            <a:r>
              <a:rPr lang="en-US" sz="2400" b="1" dirty="0">
                <a:solidFill>
                  <a:srgbClr val="122C0E"/>
                </a:solidFill>
                <a:latin typeface="Garamond" panose="02020404030301010803" pitchFamily="18" charset="0"/>
                <a:ea typeface="Noto Serif" panose="02020600060500020200" pitchFamily="18" charset="0"/>
                <a:cs typeface="Noto Serif" panose="02020600060500020200" pitchFamily="18" charset="0"/>
              </a:rPr>
              <a:t>48%</a:t>
            </a:r>
          </a:p>
        </p:txBody>
      </p:sp>
    </p:spTree>
    <p:extLst>
      <p:ext uri="{BB962C8B-B14F-4D97-AF65-F5344CB8AC3E}">
        <p14:creationId xmlns:p14="http://schemas.microsoft.com/office/powerpoint/2010/main" val="15827908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2B32-4B01-E647-A789-75D4BB3FC9C9}"/>
              </a:ext>
            </a:extLst>
          </p:cNvPr>
          <p:cNvSpPr>
            <a:spLocks noGrp="1"/>
          </p:cNvSpPr>
          <p:nvPr>
            <p:ph type="title"/>
          </p:nvPr>
        </p:nvSpPr>
        <p:spPr/>
        <p:txBody>
          <a:bodyPr/>
          <a:lstStyle>
            <a:lvl1pPr>
              <a:defRPr>
                <a:solidFill>
                  <a:schemeClr val="tx1"/>
                </a:solidFill>
              </a:defRPr>
            </a:lvl1pPr>
          </a:lstStyle>
          <a:p>
            <a:r>
              <a:rPr lang="en-GB" dirty="0"/>
              <a:t>Click to edit Master title style</a:t>
            </a:r>
            <a:endParaRPr lang="x-none" dirty="0"/>
          </a:p>
        </p:txBody>
      </p:sp>
      <p:sp>
        <p:nvSpPr>
          <p:cNvPr id="5" name="Footer Placeholder 4">
            <a:extLst>
              <a:ext uri="{FF2B5EF4-FFF2-40B4-BE49-F238E27FC236}">
                <a16:creationId xmlns:a16="http://schemas.microsoft.com/office/drawing/2014/main" id="{A436C765-45C9-C441-81D1-86CB0B7C08B7}"/>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8" name="Slide Number Placeholder 5">
            <a:extLst>
              <a:ext uri="{FF2B5EF4-FFF2-40B4-BE49-F238E27FC236}">
                <a16:creationId xmlns:a16="http://schemas.microsoft.com/office/drawing/2014/main" id="{3F5CF2AE-CAF3-054A-AF03-271ECC7EAA1C}"/>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
        <p:nvSpPr>
          <p:cNvPr id="3" name="Pentagon 2">
            <a:extLst>
              <a:ext uri="{FF2B5EF4-FFF2-40B4-BE49-F238E27FC236}">
                <a16:creationId xmlns:a16="http://schemas.microsoft.com/office/drawing/2014/main" id="{EF36919F-9D54-094E-81AC-B16F8F140AC7}"/>
              </a:ext>
            </a:extLst>
          </p:cNvPr>
          <p:cNvSpPr/>
          <p:nvPr/>
        </p:nvSpPr>
        <p:spPr>
          <a:xfrm>
            <a:off x="386954" y="2247714"/>
            <a:ext cx="2160000" cy="1350000"/>
          </a:xfrm>
          <a:prstGeom prst="homePlate">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x-none" sz="1050" b="1" dirty="0">
                <a:latin typeface="Garamond" panose="02020404030301010803" pitchFamily="18" charset="0"/>
                <a:ea typeface="Noto Sans" panose="020B0502040504020204" pitchFamily="34" charset="0"/>
                <a:cs typeface="Noto Sans" panose="020B0502040504020204" pitchFamily="34" charset="0"/>
              </a:rPr>
              <a:t>Step 1</a:t>
            </a:r>
          </a:p>
          <a:p>
            <a:pPr algn="ctr"/>
            <a:r>
              <a:rPr lang="x-none" b="1" dirty="0">
                <a:solidFill>
                  <a:schemeClr val="bg1">
                    <a:lumMod val="90000"/>
                    <a:lumOff val="10000"/>
                  </a:schemeClr>
                </a:solidFill>
                <a:latin typeface="Garamond" panose="02020404030301010803" pitchFamily="18" charset="0"/>
                <a:ea typeface="Noto Serif" panose="02020600060500020200" pitchFamily="18" charset="0"/>
                <a:cs typeface="Noto Serif" panose="02020600060500020200" pitchFamily="18" charset="0"/>
              </a:rPr>
              <a:t>Lorem ipsum</a:t>
            </a:r>
          </a:p>
        </p:txBody>
      </p:sp>
      <p:sp>
        <p:nvSpPr>
          <p:cNvPr id="4" name="Chevron 3">
            <a:extLst>
              <a:ext uri="{FF2B5EF4-FFF2-40B4-BE49-F238E27FC236}">
                <a16:creationId xmlns:a16="http://schemas.microsoft.com/office/drawing/2014/main" id="{11FB61CB-3584-364F-8BFB-EF3FFE925FC7}"/>
              </a:ext>
            </a:extLst>
          </p:cNvPr>
          <p:cNvSpPr/>
          <p:nvPr/>
        </p:nvSpPr>
        <p:spPr>
          <a:xfrm>
            <a:off x="2014865" y="2247714"/>
            <a:ext cx="2700000" cy="1350000"/>
          </a:xfrm>
          <a:prstGeom prst="chevron">
            <a:avLst/>
          </a:prstGeom>
          <a:solidFill>
            <a:schemeClr val="tx1">
              <a:lumMod val="6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x-none" sz="1050" b="1" dirty="0">
                <a:latin typeface="Garamond" panose="02020404030301010803" pitchFamily="18" charset="0"/>
                <a:ea typeface="Noto Sans" panose="020B0502040504020204" pitchFamily="34" charset="0"/>
                <a:cs typeface="Noto Sans" panose="020B0502040504020204" pitchFamily="34" charset="0"/>
              </a:rPr>
              <a:t>Step 2</a:t>
            </a:r>
          </a:p>
          <a:p>
            <a:pPr algn="ctr"/>
            <a:r>
              <a:rPr lang="x-none" b="1" dirty="0">
                <a:solidFill>
                  <a:schemeClr val="bg1">
                    <a:lumMod val="90000"/>
                    <a:lumOff val="10000"/>
                  </a:schemeClr>
                </a:solidFill>
                <a:latin typeface="Garamond" panose="02020404030301010803" pitchFamily="18" charset="0"/>
                <a:ea typeface="Noto Serif" panose="02020600060500020200" pitchFamily="18" charset="0"/>
                <a:cs typeface="Noto Serif" panose="02020600060500020200" pitchFamily="18" charset="0"/>
              </a:rPr>
              <a:t>Lorem ipsum</a:t>
            </a:r>
          </a:p>
        </p:txBody>
      </p:sp>
      <p:sp>
        <p:nvSpPr>
          <p:cNvPr id="18" name="Chevron 17">
            <a:extLst>
              <a:ext uri="{FF2B5EF4-FFF2-40B4-BE49-F238E27FC236}">
                <a16:creationId xmlns:a16="http://schemas.microsoft.com/office/drawing/2014/main" id="{0940FCA8-A3FD-9F48-9D1E-56176C6C94CE}"/>
              </a:ext>
            </a:extLst>
          </p:cNvPr>
          <p:cNvSpPr/>
          <p:nvPr/>
        </p:nvSpPr>
        <p:spPr>
          <a:xfrm>
            <a:off x="4185223" y="2247714"/>
            <a:ext cx="2700000" cy="1350000"/>
          </a:xfrm>
          <a:prstGeom prst="chevron">
            <a:avLst/>
          </a:prstGeom>
          <a:solidFill>
            <a:schemeClr val="tx1">
              <a:lumMod val="6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x-none" sz="1050" b="1" dirty="0">
                <a:latin typeface="Garamond" panose="02020404030301010803" pitchFamily="18" charset="0"/>
                <a:ea typeface="Noto Sans" panose="020B0502040504020204" pitchFamily="34" charset="0"/>
                <a:cs typeface="Noto Sans" panose="020B0502040504020204" pitchFamily="34" charset="0"/>
              </a:rPr>
              <a:t>Step 3</a:t>
            </a:r>
          </a:p>
          <a:p>
            <a:pPr algn="ctr"/>
            <a:r>
              <a:rPr lang="x-none" b="1" dirty="0">
                <a:solidFill>
                  <a:schemeClr val="bg1">
                    <a:lumMod val="90000"/>
                    <a:lumOff val="10000"/>
                  </a:schemeClr>
                </a:solidFill>
                <a:latin typeface="Garamond" panose="02020404030301010803" pitchFamily="18" charset="0"/>
                <a:ea typeface="Noto Serif" panose="02020600060500020200" pitchFamily="18" charset="0"/>
                <a:cs typeface="Noto Serif" panose="02020600060500020200" pitchFamily="18" charset="0"/>
              </a:rPr>
              <a:t>Lorem ipsum</a:t>
            </a:r>
          </a:p>
        </p:txBody>
      </p:sp>
      <p:sp>
        <p:nvSpPr>
          <p:cNvPr id="20" name="Chevron 19">
            <a:extLst>
              <a:ext uri="{FF2B5EF4-FFF2-40B4-BE49-F238E27FC236}">
                <a16:creationId xmlns:a16="http://schemas.microsoft.com/office/drawing/2014/main" id="{7238824B-11AD-FA4A-98A4-DB10C042F9CA}"/>
              </a:ext>
            </a:extLst>
          </p:cNvPr>
          <p:cNvSpPr/>
          <p:nvPr/>
        </p:nvSpPr>
        <p:spPr>
          <a:xfrm>
            <a:off x="6331759" y="2247714"/>
            <a:ext cx="2700000" cy="1350000"/>
          </a:xfrm>
          <a:prstGeom prst="chevron">
            <a:avLst/>
          </a:prstGeom>
          <a:solidFill>
            <a:schemeClr val="tx1">
              <a:lumMod val="6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x-none" sz="1050" b="1" dirty="0">
                <a:latin typeface="Garamond" panose="02020404030301010803" pitchFamily="18" charset="0"/>
                <a:ea typeface="Noto Sans" panose="020B0502040504020204" pitchFamily="34" charset="0"/>
                <a:cs typeface="Noto Sans" panose="020B0502040504020204" pitchFamily="34" charset="0"/>
              </a:rPr>
              <a:t>Step 4</a:t>
            </a:r>
          </a:p>
          <a:p>
            <a:pPr algn="ctr"/>
            <a:r>
              <a:rPr lang="x-none" b="1" dirty="0">
                <a:solidFill>
                  <a:schemeClr val="bg1">
                    <a:lumMod val="90000"/>
                    <a:lumOff val="10000"/>
                  </a:schemeClr>
                </a:solidFill>
                <a:latin typeface="Garamond" panose="02020404030301010803" pitchFamily="18" charset="0"/>
                <a:ea typeface="Noto Serif" panose="02020600060500020200" pitchFamily="18" charset="0"/>
                <a:cs typeface="Noto Serif" panose="02020600060500020200" pitchFamily="18" charset="0"/>
              </a:rPr>
              <a:t>Lorem ipsum</a:t>
            </a:r>
          </a:p>
        </p:txBody>
      </p:sp>
    </p:spTree>
    <p:extLst>
      <p:ext uri="{BB962C8B-B14F-4D97-AF65-F5344CB8AC3E}">
        <p14:creationId xmlns:p14="http://schemas.microsoft.com/office/powerpoint/2010/main" val="398367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350A1-80AA-4540-867E-9337914D1645}"/>
              </a:ext>
            </a:extLst>
          </p:cNvPr>
          <p:cNvSpPr>
            <a:spLocks noGrp="1"/>
          </p:cNvSpPr>
          <p:nvPr>
            <p:ph type="title"/>
          </p:nvPr>
        </p:nvSpPr>
        <p:spPr>
          <a:xfrm>
            <a:off x="391675" y="935831"/>
            <a:ext cx="2949178" cy="802481"/>
          </a:xfrm>
        </p:spPr>
        <p:txBody>
          <a:bodyPr anchor="b"/>
          <a:lstStyle>
            <a:lvl1pPr>
              <a:defRPr sz="2400">
                <a:solidFill>
                  <a:schemeClr val="tx1"/>
                </a:solidFill>
              </a:defRPr>
            </a:lvl1pPr>
          </a:lstStyle>
          <a:p>
            <a:r>
              <a:rPr lang="en-GB" dirty="0"/>
              <a:t>Click to edit Master title style</a:t>
            </a:r>
            <a:endParaRPr lang="x-none" dirty="0"/>
          </a:p>
        </p:txBody>
      </p:sp>
      <p:sp>
        <p:nvSpPr>
          <p:cNvPr id="3" name="Content Placeholder 2">
            <a:extLst>
              <a:ext uri="{FF2B5EF4-FFF2-40B4-BE49-F238E27FC236}">
                <a16:creationId xmlns:a16="http://schemas.microsoft.com/office/drawing/2014/main" id="{55392917-C80D-0645-B785-B6B129FA74F5}"/>
              </a:ext>
            </a:extLst>
          </p:cNvPr>
          <p:cNvSpPr>
            <a:spLocks noGrp="1"/>
          </p:cNvSpPr>
          <p:nvPr>
            <p:ph idx="1"/>
          </p:nvPr>
        </p:nvSpPr>
        <p:spPr>
          <a:xfrm>
            <a:off x="3887391" y="875110"/>
            <a:ext cx="4629150" cy="3721895"/>
          </a:xfrm>
        </p:spPr>
        <p:txBody>
          <a:bodyPr/>
          <a:lstStyle>
            <a:lvl1pPr>
              <a:defRPr sz="1800"/>
            </a:lvl1pPr>
            <a:lvl2pPr>
              <a:defRPr sz="1500"/>
            </a:lvl2pPr>
            <a:lvl3pPr>
              <a:defRPr sz="1350"/>
            </a:lvl3pPr>
            <a:lvl4pPr>
              <a:defRPr sz="12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4" name="Text Placeholder 3">
            <a:extLst>
              <a:ext uri="{FF2B5EF4-FFF2-40B4-BE49-F238E27FC236}">
                <a16:creationId xmlns:a16="http://schemas.microsoft.com/office/drawing/2014/main" id="{585E5D54-8724-9B4C-B479-706A97DF72DC}"/>
              </a:ext>
            </a:extLst>
          </p:cNvPr>
          <p:cNvSpPr>
            <a:spLocks noGrp="1"/>
          </p:cNvSpPr>
          <p:nvPr>
            <p:ph type="body" sz="half" idx="2"/>
          </p:nvPr>
        </p:nvSpPr>
        <p:spPr>
          <a:xfrm>
            <a:off x="391675" y="1738313"/>
            <a:ext cx="2949178" cy="2858691"/>
          </a:xfrm>
        </p:spPr>
        <p:txBody>
          <a:bodyPr/>
          <a:lstStyle>
            <a:lvl1pPr marL="0" indent="0">
              <a:buClr>
                <a:schemeClr val="tx1"/>
              </a:buClr>
              <a:buFont typeface="+mj-lt"/>
              <a:buNone/>
              <a:defRPr sz="1200">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
        <p:nvSpPr>
          <p:cNvPr id="7" name="Footer Placeholder 4">
            <a:extLst>
              <a:ext uri="{FF2B5EF4-FFF2-40B4-BE49-F238E27FC236}">
                <a16:creationId xmlns:a16="http://schemas.microsoft.com/office/drawing/2014/main" id="{01662CC6-465C-4A42-BFF8-83D38E994D12}"/>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0" name="Slide Number Placeholder 5">
            <a:extLst>
              <a:ext uri="{FF2B5EF4-FFF2-40B4-BE49-F238E27FC236}">
                <a16:creationId xmlns:a16="http://schemas.microsoft.com/office/drawing/2014/main" id="{3F18D5C7-803B-E84A-BEDB-AFCEC6FE9849}"/>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7793744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854C744-C537-8445-893C-CE55E502E8A8}"/>
              </a:ext>
            </a:extLst>
          </p:cNvPr>
          <p:cNvSpPr>
            <a:spLocks noGrp="1"/>
          </p:cNvSpPr>
          <p:nvPr>
            <p:ph type="pic" idx="1"/>
          </p:nvPr>
        </p:nvSpPr>
        <p:spPr>
          <a:xfrm>
            <a:off x="3887391" y="740569"/>
            <a:ext cx="4629150" cy="3655219"/>
          </a:xfrm>
        </p:spPr>
        <p:txBody>
          <a:bodyPr anchor="ctr"/>
          <a:lstStyle>
            <a:lvl1pPr marL="0" indent="0" algn="ctr">
              <a:buNone/>
              <a:defRPr sz="2400">
                <a:solidFill>
                  <a:schemeClr val="tx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x-none" dirty="0"/>
          </a:p>
        </p:txBody>
      </p:sp>
      <p:sp>
        <p:nvSpPr>
          <p:cNvPr id="10" name="Title 1">
            <a:extLst>
              <a:ext uri="{FF2B5EF4-FFF2-40B4-BE49-F238E27FC236}">
                <a16:creationId xmlns:a16="http://schemas.microsoft.com/office/drawing/2014/main" id="{66136E74-530E-CF40-8523-50A97C1F702A}"/>
              </a:ext>
            </a:extLst>
          </p:cNvPr>
          <p:cNvSpPr>
            <a:spLocks noGrp="1"/>
          </p:cNvSpPr>
          <p:nvPr>
            <p:ph type="title"/>
          </p:nvPr>
        </p:nvSpPr>
        <p:spPr>
          <a:xfrm>
            <a:off x="391675" y="935831"/>
            <a:ext cx="2949178" cy="802481"/>
          </a:xfrm>
        </p:spPr>
        <p:txBody>
          <a:bodyPr anchor="b"/>
          <a:lstStyle>
            <a:lvl1pPr>
              <a:defRPr sz="2400">
                <a:solidFill>
                  <a:schemeClr val="tx1"/>
                </a:solidFill>
              </a:defRPr>
            </a:lvl1pPr>
          </a:lstStyle>
          <a:p>
            <a:r>
              <a:rPr lang="en-GB" dirty="0"/>
              <a:t>Click to edit Master title style</a:t>
            </a:r>
            <a:endParaRPr lang="x-none" dirty="0"/>
          </a:p>
        </p:txBody>
      </p:sp>
      <p:sp>
        <p:nvSpPr>
          <p:cNvPr id="11" name="Text Placeholder 3">
            <a:extLst>
              <a:ext uri="{FF2B5EF4-FFF2-40B4-BE49-F238E27FC236}">
                <a16:creationId xmlns:a16="http://schemas.microsoft.com/office/drawing/2014/main" id="{872D5FD3-AE2B-3F45-BEB0-B180C05E5D89}"/>
              </a:ext>
            </a:extLst>
          </p:cNvPr>
          <p:cNvSpPr>
            <a:spLocks noGrp="1"/>
          </p:cNvSpPr>
          <p:nvPr>
            <p:ph type="body" sz="half" idx="2"/>
          </p:nvPr>
        </p:nvSpPr>
        <p:spPr>
          <a:xfrm>
            <a:off x="391675" y="1738313"/>
            <a:ext cx="2949178" cy="2858691"/>
          </a:xfrm>
        </p:spPr>
        <p:txBody>
          <a:bodyPr/>
          <a:lstStyle>
            <a:lvl1pPr marL="0" indent="0">
              <a:buNone/>
              <a:defRPr sz="1200">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
        <p:nvSpPr>
          <p:cNvPr id="7" name="Footer Placeholder 4">
            <a:extLst>
              <a:ext uri="{FF2B5EF4-FFF2-40B4-BE49-F238E27FC236}">
                <a16:creationId xmlns:a16="http://schemas.microsoft.com/office/drawing/2014/main" id="{CA37A7F5-EE0D-7146-BDF7-6B4C160EBD7D}"/>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2" name="Slide Number Placeholder 5">
            <a:extLst>
              <a:ext uri="{FF2B5EF4-FFF2-40B4-BE49-F238E27FC236}">
                <a16:creationId xmlns:a16="http://schemas.microsoft.com/office/drawing/2014/main" id="{7AD4BF7A-9D8E-134C-93D6-6AAD43A5196E}"/>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23864434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ingle pictur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791767" y="816769"/>
            <a:ext cx="7566671" cy="3509963"/>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8894" h="4679951">
                <a:moveTo>
                  <a:pt x="0" y="0"/>
                </a:moveTo>
                <a:lnTo>
                  <a:pt x="10088894" y="10510"/>
                </a:lnTo>
                <a:cubicBezTo>
                  <a:pt x="10086138" y="267009"/>
                  <a:pt x="10072871" y="2215673"/>
                  <a:pt x="10070115" y="2472172"/>
                </a:cubicBezTo>
                <a:lnTo>
                  <a:pt x="5376643" y="2484494"/>
                </a:lnTo>
                <a:lnTo>
                  <a:pt x="5371990" y="4679951"/>
                </a:lnTo>
                <a:lnTo>
                  <a:pt x="0" y="4679951"/>
                </a:lnTo>
                <a:lnTo>
                  <a:pt x="0" y="0"/>
                </a:lnTo>
                <a:close/>
              </a:path>
            </a:pathLst>
          </a:custGeom>
          <a:solidFill>
            <a:schemeClr val="tx1">
              <a:lumMod val="65000"/>
            </a:schemeClr>
          </a:solidFill>
        </p:spPr>
        <p:txBody>
          <a:bodyPr anchor="t"/>
          <a:lstStyle>
            <a:lvl1pPr marL="0" indent="0" algn="l">
              <a:buNone/>
              <a:defRPr>
                <a:solidFill>
                  <a:schemeClr val="bg1">
                    <a:lumMod val="95000"/>
                  </a:schemeClr>
                </a:solidFill>
                <a:latin typeface="Noto Sans Armenian" panose="020B0502040504020204" pitchFamily="34" charset="0"/>
                <a:ea typeface="Noto Sans" panose="020B0802040504020204" pitchFamily="34" charset="0"/>
                <a:cs typeface="Noto Sans" panose="020B0802040504020204" pitchFamily="34" charset="0"/>
              </a:defRPr>
            </a:lvl1pPr>
          </a:lstStyle>
          <a:p>
            <a:r>
              <a:rPr lang="x-none" dirty="0"/>
              <a:t>Choose picture</a:t>
            </a:r>
          </a:p>
        </p:txBody>
      </p:sp>
      <p:sp>
        <p:nvSpPr>
          <p:cNvPr id="7" name="Rectangle 6">
            <a:extLst>
              <a:ext uri="{FF2B5EF4-FFF2-40B4-BE49-F238E27FC236}">
                <a16:creationId xmlns:a16="http://schemas.microsoft.com/office/drawing/2014/main" id="{7B8D8AE4-C68B-F147-A1AE-DC7E19D6F874}"/>
              </a:ext>
            </a:extLst>
          </p:cNvPr>
          <p:cNvSpPr/>
          <p:nvPr/>
        </p:nvSpPr>
        <p:spPr>
          <a:xfrm>
            <a:off x="4827495" y="2756647"/>
            <a:ext cx="3724835" cy="173467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4988719" y="2877741"/>
            <a:ext cx="3768329" cy="523875"/>
          </a:xfrm>
        </p:spPr>
        <p:txBody>
          <a:bodyPr/>
          <a:lstStyle>
            <a:lvl1pPr marL="0" indent="0">
              <a:buFontTx/>
              <a:buNone/>
              <a:defRPr b="1" i="0">
                <a:solidFill>
                  <a:srgbClr val="122C0E"/>
                </a:solidFill>
                <a:latin typeface="Noto Sans Armenian" panose="020B0502040504020204" pitchFamily="34" charset="0"/>
                <a:ea typeface="Noto Sans Armenian" panose="020B0502040504020204" pitchFamily="34"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4988719" y="3402176"/>
            <a:ext cx="3768329" cy="1089142"/>
          </a:xfrm>
        </p:spPr>
        <p:txBody>
          <a:bodyPr>
            <a:normAutofit/>
          </a:bodyPr>
          <a:lstStyle>
            <a:lvl1pPr marL="0" indent="0">
              <a:lnSpc>
                <a:spcPct val="150000"/>
              </a:lnSpc>
              <a:buFontTx/>
              <a:buNone/>
              <a:defRPr sz="1200" b="0" i="0">
                <a:solidFill>
                  <a:srgbClr val="001D39"/>
                </a:solidFill>
                <a:latin typeface="Noto Sans Armenian" panose="020B0502040504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Footer Placeholder 4">
            <a:extLst>
              <a:ext uri="{FF2B5EF4-FFF2-40B4-BE49-F238E27FC236}">
                <a16:creationId xmlns:a16="http://schemas.microsoft.com/office/drawing/2014/main" id="{DE610F55-BE30-1144-94A8-7CBE71D4172D}"/>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3" name="Slide Number Placeholder 5">
            <a:extLst>
              <a:ext uri="{FF2B5EF4-FFF2-40B4-BE49-F238E27FC236}">
                <a16:creationId xmlns:a16="http://schemas.microsoft.com/office/drawing/2014/main" id="{FF71E887-6FEA-674A-A086-6C6D3F763A35}"/>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1379839344"/>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3" orient="horz" pos="686">
          <p15:clr>
            <a:srgbClr val="FBAE40"/>
          </p15:clr>
        </p15:guide>
        <p15:guide id="4" orient="horz" pos="363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Single pictur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791767" y="816769"/>
            <a:ext cx="7566671" cy="3509963"/>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10078465 w 10088894"/>
              <a:gd name="connsiteY3" fmla="*/ 4674539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10078465 w 10088894"/>
              <a:gd name="connsiteY3" fmla="*/ 4674539 h 4679951"/>
              <a:gd name="connsiteX4" fmla="*/ 0 w 10088894"/>
              <a:gd name="connsiteY4" fmla="*/ 4679951 h 4679951"/>
              <a:gd name="connsiteX5" fmla="*/ 0 w 10088894"/>
              <a:gd name="connsiteY5" fmla="*/ 0 h 467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88894" h="4679951">
                <a:moveTo>
                  <a:pt x="0" y="0"/>
                </a:moveTo>
                <a:lnTo>
                  <a:pt x="10088894" y="10510"/>
                </a:lnTo>
                <a:cubicBezTo>
                  <a:pt x="10086138" y="267009"/>
                  <a:pt x="10072871" y="2215673"/>
                  <a:pt x="10070115" y="2472172"/>
                </a:cubicBezTo>
                <a:cubicBezTo>
                  <a:pt x="10072898" y="3206294"/>
                  <a:pt x="10075682" y="3940417"/>
                  <a:pt x="10078465" y="4674539"/>
                </a:cubicBezTo>
                <a:lnTo>
                  <a:pt x="0" y="4679951"/>
                </a:lnTo>
                <a:lnTo>
                  <a:pt x="0" y="0"/>
                </a:lnTo>
                <a:close/>
              </a:path>
            </a:pathLst>
          </a:custGeom>
          <a:solidFill>
            <a:schemeClr val="tx1">
              <a:lumMod val="65000"/>
            </a:schemeClr>
          </a:solidFill>
        </p:spPr>
        <p:txBody>
          <a:bodyPr anchor="t"/>
          <a:lstStyle>
            <a:lvl1pPr marL="0" indent="0" algn="l">
              <a:buNone/>
              <a:defRPr>
                <a:solidFill>
                  <a:schemeClr val="bg1">
                    <a:lumMod val="95000"/>
                  </a:schemeClr>
                </a:solidFill>
              </a:defRPr>
            </a:lvl1pPr>
          </a:lstStyle>
          <a:p>
            <a:r>
              <a:rPr lang="x-none" dirty="0"/>
              <a:t>Choose picture</a:t>
            </a:r>
          </a:p>
        </p:txBody>
      </p:sp>
      <p:sp>
        <p:nvSpPr>
          <p:cNvPr id="12" name="Footer Placeholder 4">
            <a:extLst>
              <a:ext uri="{FF2B5EF4-FFF2-40B4-BE49-F238E27FC236}">
                <a16:creationId xmlns:a16="http://schemas.microsoft.com/office/drawing/2014/main" id="{DE610F55-BE30-1144-94A8-7CBE71D4172D}"/>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3" name="Slide Number Placeholder 5">
            <a:extLst>
              <a:ext uri="{FF2B5EF4-FFF2-40B4-BE49-F238E27FC236}">
                <a16:creationId xmlns:a16="http://schemas.microsoft.com/office/drawing/2014/main" id="{FF71E887-6FEA-674A-A086-6C6D3F763A35}"/>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2737971973"/>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3" orient="horz" pos="686">
          <p15:clr>
            <a:srgbClr val="FBAE40"/>
          </p15:clr>
        </p15:guide>
        <p15:guide id="4" orient="horz" pos="363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 Column pictures">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791766" y="816769"/>
            <a:ext cx="3677683" cy="2277521"/>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chemeClr val="tx1">
              <a:lumMod val="65000"/>
            </a:schemeClr>
          </a:solidFill>
        </p:spPr>
        <p:txBody>
          <a:bodyPr anchor="t"/>
          <a:lstStyle>
            <a:lvl1pPr marL="0" indent="0" algn="l">
              <a:buNone/>
              <a:defRPr>
                <a:solidFill>
                  <a:schemeClr val="bg1">
                    <a:lumMod val="95000"/>
                  </a:schemeClr>
                </a:solidFill>
              </a:defRPr>
            </a:lvl1pPr>
          </a:lstStyle>
          <a:p>
            <a:r>
              <a:rPr lang="x-none"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386953" y="2713155"/>
            <a:ext cx="3451622" cy="523875"/>
          </a:xfrm>
        </p:spPr>
        <p:txBody>
          <a:bodyPr/>
          <a:lstStyle>
            <a:lvl1pPr marL="0" indent="0">
              <a:buFontTx/>
              <a:buNone/>
              <a:defRPr b="1" i="0">
                <a:solidFill>
                  <a:srgbClr val="122C0E"/>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386953" y="3237590"/>
            <a:ext cx="3451622" cy="1351214"/>
          </a:xfrm>
        </p:spPr>
        <p:txBody>
          <a:bodyPr>
            <a:normAutofit/>
          </a:bodyPr>
          <a:lstStyle>
            <a:lvl1pPr marL="0" indent="0">
              <a:lnSpc>
                <a:spcPct val="150000"/>
              </a:lnSpc>
              <a:buFontTx/>
              <a:buNone/>
              <a:defRPr sz="12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5079364" y="807389"/>
            <a:ext cx="3677683" cy="2277521"/>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chemeClr val="tx1">
              <a:lumMod val="65000"/>
            </a:schemeClr>
          </a:solidFill>
        </p:spPr>
        <p:txBody>
          <a:bodyPr anchor="t"/>
          <a:lstStyle>
            <a:lvl1pPr marL="0" indent="0" algn="l">
              <a:buNone/>
              <a:defRPr>
                <a:solidFill>
                  <a:schemeClr val="bg1">
                    <a:lumMod val="95000"/>
                  </a:schemeClr>
                </a:solidFill>
              </a:defRPr>
            </a:lvl1pPr>
          </a:lstStyle>
          <a:p>
            <a:r>
              <a:rPr lang="x-none"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4674551" y="2703775"/>
            <a:ext cx="3451622" cy="523875"/>
          </a:xfrm>
        </p:spPr>
        <p:txBody>
          <a:bodyPr/>
          <a:lstStyle>
            <a:lvl1pPr marL="0" indent="0">
              <a:buFontTx/>
              <a:buNone/>
              <a:defRPr b="1" i="0">
                <a:solidFill>
                  <a:srgbClr val="122C0E"/>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4674551" y="3228210"/>
            <a:ext cx="3451622" cy="1351214"/>
          </a:xfrm>
        </p:spPr>
        <p:txBody>
          <a:bodyPr>
            <a:normAutofit/>
          </a:bodyPr>
          <a:lstStyle>
            <a:lvl1pPr marL="0" indent="0">
              <a:lnSpc>
                <a:spcPct val="150000"/>
              </a:lnSpc>
              <a:buFontTx/>
              <a:buNone/>
              <a:defRPr sz="12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Footer Placeholder 4">
            <a:extLst>
              <a:ext uri="{FF2B5EF4-FFF2-40B4-BE49-F238E27FC236}">
                <a16:creationId xmlns:a16="http://schemas.microsoft.com/office/drawing/2014/main" id="{F2008B75-392B-1A41-81B9-B8F1B8A2A502}"/>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6" name="Slide Number Placeholder 5">
            <a:extLst>
              <a:ext uri="{FF2B5EF4-FFF2-40B4-BE49-F238E27FC236}">
                <a16:creationId xmlns:a16="http://schemas.microsoft.com/office/drawing/2014/main" id="{2F2AC46F-A001-3448-8143-A28C03D45CA0}"/>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74121228"/>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3" orient="horz" pos="686">
          <p15:clr>
            <a:srgbClr val="FBAE40"/>
          </p15:clr>
        </p15:guide>
        <p15:guide id="4" orient="horz" pos="3634">
          <p15:clr>
            <a:srgbClr val="FBAE40"/>
          </p15:clr>
        </p15:guide>
        <p15:guide id="5" pos="3364">
          <p15:clr>
            <a:srgbClr val="FBAE40"/>
          </p15:clr>
        </p15:guide>
        <p15:guide id="6" pos="3749">
          <p15:clr>
            <a:srgbClr val="FBAE40"/>
          </p15:clr>
        </p15:guide>
        <p15:guide id="7" orient="horz" pos="259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2 Column pictures">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791766" y="816769"/>
            <a:ext cx="3677683" cy="2277521"/>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chemeClr val="tx1">
              <a:lumMod val="65000"/>
            </a:schemeClr>
          </a:solidFill>
        </p:spPr>
        <p:txBody>
          <a:bodyPr anchor="t"/>
          <a:lstStyle>
            <a:lvl1pPr marL="0" indent="0" algn="l">
              <a:buNone/>
              <a:defRPr>
                <a:solidFill>
                  <a:schemeClr val="bg1">
                    <a:lumMod val="95000"/>
                  </a:schemeClr>
                </a:solidFill>
              </a:defRPr>
            </a:lvl1pPr>
          </a:lstStyle>
          <a:p>
            <a:r>
              <a:rPr lang="x-none"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386953" y="2713155"/>
            <a:ext cx="3451622" cy="523875"/>
          </a:xfrm>
        </p:spPr>
        <p:txBody>
          <a:bodyPr/>
          <a:lstStyle>
            <a:lvl1pPr marL="0" indent="0">
              <a:buFontTx/>
              <a:buNone/>
              <a:defRPr b="1" i="0">
                <a:solidFill>
                  <a:schemeClr val="tx1"/>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386953" y="3532450"/>
            <a:ext cx="3451622" cy="1351214"/>
          </a:xfrm>
        </p:spPr>
        <p:txBody>
          <a:bodyPr>
            <a:normAutofit/>
          </a:bodyPr>
          <a:lstStyle>
            <a:lvl1pPr marL="0" indent="0">
              <a:lnSpc>
                <a:spcPct val="150000"/>
              </a:lnSpc>
              <a:buFontTx/>
              <a:buNone/>
              <a:defRPr sz="12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5079364" y="807389"/>
            <a:ext cx="3677683" cy="2277521"/>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chemeClr val="tx1">
              <a:lumMod val="65000"/>
            </a:schemeClr>
          </a:solidFill>
        </p:spPr>
        <p:txBody>
          <a:bodyPr anchor="t"/>
          <a:lstStyle>
            <a:lvl1pPr marL="0" indent="0" algn="l">
              <a:buNone/>
              <a:defRPr>
                <a:solidFill>
                  <a:schemeClr val="bg1">
                    <a:lumMod val="95000"/>
                  </a:schemeClr>
                </a:solidFill>
              </a:defRPr>
            </a:lvl1pPr>
          </a:lstStyle>
          <a:p>
            <a:r>
              <a:rPr lang="x-none"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4674551" y="2703775"/>
            <a:ext cx="3451622" cy="523875"/>
          </a:xfrm>
        </p:spPr>
        <p:txBody>
          <a:bodyPr/>
          <a:lstStyle>
            <a:lvl1pPr marL="0" indent="0">
              <a:buFontTx/>
              <a:buNone/>
              <a:defRPr b="1" i="0">
                <a:solidFill>
                  <a:schemeClr val="tx1"/>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4674551" y="3523070"/>
            <a:ext cx="3451622" cy="1351214"/>
          </a:xfrm>
        </p:spPr>
        <p:txBody>
          <a:bodyPr>
            <a:normAutofit/>
          </a:bodyPr>
          <a:lstStyle>
            <a:lvl1pPr marL="0" indent="0">
              <a:lnSpc>
                <a:spcPct val="150000"/>
              </a:lnSpc>
              <a:buFontTx/>
              <a:buNone/>
              <a:defRPr sz="12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Text Placeholder 4">
            <a:extLst>
              <a:ext uri="{FF2B5EF4-FFF2-40B4-BE49-F238E27FC236}">
                <a16:creationId xmlns:a16="http://schemas.microsoft.com/office/drawing/2014/main" id="{F4CB97AA-9189-3C45-98CD-178295F25D9A}"/>
              </a:ext>
            </a:extLst>
          </p:cNvPr>
          <p:cNvSpPr>
            <a:spLocks noGrp="1"/>
          </p:cNvSpPr>
          <p:nvPr>
            <p:ph type="body" sz="quarter" idx="18" hasCustomPrompt="1"/>
          </p:nvPr>
        </p:nvSpPr>
        <p:spPr>
          <a:xfrm>
            <a:off x="386953" y="3254163"/>
            <a:ext cx="3451621" cy="268907"/>
          </a:xfrm>
        </p:spPr>
        <p:txBody>
          <a:bodyPr>
            <a:noAutofit/>
          </a:bodyPr>
          <a:lstStyle>
            <a:lvl1pPr marL="0" indent="0">
              <a:buNone/>
              <a:defRPr sz="900">
                <a:solidFill>
                  <a:schemeClr val="tx1"/>
                </a:solidFill>
              </a:defRPr>
            </a:lvl1pPr>
          </a:lstStyle>
          <a:p>
            <a:pPr lvl="0"/>
            <a:r>
              <a:rPr lang="en-GB" dirty="0"/>
              <a:t>04/04/2020</a:t>
            </a:r>
            <a:endParaRPr lang="x-none" dirty="0"/>
          </a:p>
        </p:txBody>
      </p:sp>
      <p:sp>
        <p:nvSpPr>
          <p:cNvPr id="16" name="Text Placeholder 4">
            <a:extLst>
              <a:ext uri="{FF2B5EF4-FFF2-40B4-BE49-F238E27FC236}">
                <a16:creationId xmlns:a16="http://schemas.microsoft.com/office/drawing/2014/main" id="{3F2148FE-A34A-5E44-A0E3-FF3BECC7A4CB}"/>
              </a:ext>
            </a:extLst>
          </p:cNvPr>
          <p:cNvSpPr>
            <a:spLocks noGrp="1"/>
          </p:cNvSpPr>
          <p:nvPr>
            <p:ph type="body" sz="quarter" idx="19" hasCustomPrompt="1"/>
          </p:nvPr>
        </p:nvSpPr>
        <p:spPr>
          <a:xfrm>
            <a:off x="4680657" y="3254163"/>
            <a:ext cx="3451621" cy="268907"/>
          </a:xfrm>
        </p:spPr>
        <p:txBody>
          <a:bodyPr>
            <a:noAutofit/>
          </a:bodyPr>
          <a:lstStyle>
            <a:lvl1pPr marL="0" indent="0">
              <a:buNone/>
              <a:defRPr sz="900">
                <a:solidFill>
                  <a:schemeClr val="tx1"/>
                </a:solidFill>
              </a:defRPr>
            </a:lvl1pPr>
          </a:lstStyle>
          <a:p>
            <a:pPr lvl="0"/>
            <a:r>
              <a:rPr lang="en-GB" dirty="0"/>
              <a:t>04/04/2020</a:t>
            </a:r>
            <a:endParaRPr lang="x-none" dirty="0"/>
          </a:p>
        </p:txBody>
      </p:sp>
      <p:sp>
        <p:nvSpPr>
          <p:cNvPr id="17" name="Footer Placeholder 4">
            <a:extLst>
              <a:ext uri="{FF2B5EF4-FFF2-40B4-BE49-F238E27FC236}">
                <a16:creationId xmlns:a16="http://schemas.microsoft.com/office/drawing/2014/main" id="{113CB47B-AEEC-094C-A57F-100EACC17D47}"/>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8" name="Slide Number Placeholder 5">
            <a:extLst>
              <a:ext uri="{FF2B5EF4-FFF2-40B4-BE49-F238E27FC236}">
                <a16:creationId xmlns:a16="http://schemas.microsoft.com/office/drawing/2014/main" id="{00295F0B-E73E-2F44-8AD2-948678D00F9E}"/>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3390591481"/>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3" orient="horz" pos="686">
          <p15:clr>
            <a:srgbClr val="FBAE40"/>
          </p15:clr>
        </p15:guide>
        <p15:guide id="4" orient="horz" pos="3634">
          <p15:clr>
            <a:srgbClr val="FBAE40"/>
          </p15:clr>
        </p15:guide>
        <p15:guide id="5" pos="3364">
          <p15:clr>
            <a:srgbClr val="FBAE40"/>
          </p15:clr>
        </p15:guide>
        <p15:guide id="6" pos="3749">
          <p15:clr>
            <a:srgbClr val="FBAE40"/>
          </p15:clr>
        </p15:guide>
        <p15:guide id="7" orient="horz" pos="259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2 Column pictures">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904C343-087C-524F-830F-3969246D07E5}"/>
              </a:ext>
            </a:extLst>
          </p:cNvPr>
          <p:cNvSpPr/>
          <p:nvPr/>
        </p:nvSpPr>
        <p:spPr>
          <a:xfrm>
            <a:off x="4682705" y="2568313"/>
            <a:ext cx="3618309" cy="2028691"/>
          </a:xfrm>
          <a:prstGeom prst="rect">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2" name="Rectangle 1">
            <a:extLst>
              <a:ext uri="{FF2B5EF4-FFF2-40B4-BE49-F238E27FC236}">
                <a16:creationId xmlns:a16="http://schemas.microsoft.com/office/drawing/2014/main" id="{367F2593-0F80-E145-BAF0-C444627EEA99}"/>
              </a:ext>
            </a:extLst>
          </p:cNvPr>
          <p:cNvSpPr/>
          <p:nvPr/>
        </p:nvSpPr>
        <p:spPr>
          <a:xfrm>
            <a:off x="386954" y="2571749"/>
            <a:ext cx="3618309" cy="2038071"/>
          </a:xfrm>
          <a:prstGeom prst="rect">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791766" y="816769"/>
            <a:ext cx="3677683" cy="2277521"/>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chemeClr val="tx1">
              <a:lumMod val="65000"/>
            </a:schemeClr>
          </a:solidFill>
        </p:spPr>
        <p:txBody>
          <a:bodyPr anchor="t"/>
          <a:lstStyle>
            <a:lvl1pPr marL="0" indent="0" algn="l">
              <a:buNone/>
              <a:defRPr>
                <a:solidFill>
                  <a:schemeClr val="bg1">
                    <a:lumMod val="95000"/>
                  </a:schemeClr>
                </a:solidFill>
              </a:defRPr>
            </a:lvl1pPr>
          </a:lstStyle>
          <a:p>
            <a:r>
              <a:rPr lang="x-none"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522388" y="2713155"/>
            <a:ext cx="3371497" cy="523875"/>
          </a:xfrm>
        </p:spPr>
        <p:txBody>
          <a:bodyPr/>
          <a:lstStyle>
            <a:lvl1pPr marL="0" indent="0">
              <a:buFontTx/>
              <a:buNone/>
              <a:defRPr b="1" i="0">
                <a:solidFill>
                  <a:schemeClr val="bg1"/>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522388" y="3532450"/>
            <a:ext cx="3371497" cy="1351214"/>
          </a:xfrm>
        </p:spPr>
        <p:txBody>
          <a:bodyPr>
            <a:normAutofit/>
          </a:bodyPr>
          <a:lstStyle>
            <a:lvl1pPr marL="0" indent="0">
              <a:lnSpc>
                <a:spcPct val="150000"/>
              </a:lnSpc>
              <a:buFontTx/>
              <a:buNone/>
              <a:defRPr sz="12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5079364" y="807389"/>
            <a:ext cx="3677683" cy="2277521"/>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chemeClr val="tx1">
              <a:lumMod val="65000"/>
            </a:schemeClr>
          </a:solidFill>
        </p:spPr>
        <p:txBody>
          <a:bodyPr anchor="t"/>
          <a:lstStyle>
            <a:lvl1pPr marL="0" indent="0" algn="l">
              <a:buNone/>
              <a:defRPr>
                <a:solidFill>
                  <a:schemeClr val="bg1">
                    <a:lumMod val="95000"/>
                  </a:schemeClr>
                </a:solidFill>
              </a:defRPr>
            </a:lvl1pPr>
          </a:lstStyle>
          <a:p>
            <a:r>
              <a:rPr lang="x-none"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4809985" y="2703775"/>
            <a:ext cx="3326414" cy="523875"/>
          </a:xfrm>
        </p:spPr>
        <p:txBody>
          <a:bodyPr/>
          <a:lstStyle>
            <a:lvl1pPr marL="0" indent="0">
              <a:buFontTx/>
              <a:buNone/>
              <a:defRPr b="1" i="0">
                <a:solidFill>
                  <a:schemeClr val="bg1"/>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4809985" y="3523070"/>
            <a:ext cx="3326414" cy="1351214"/>
          </a:xfrm>
        </p:spPr>
        <p:txBody>
          <a:bodyPr>
            <a:normAutofit/>
          </a:bodyPr>
          <a:lstStyle>
            <a:lvl1pPr marL="0" indent="0">
              <a:lnSpc>
                <a:spcPct val="150000"/>
              </a:lnSpc>
              <a:buFontTx/>
              <a:buNone/>
              <a:defRPr sz="12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Text Placeholder 4">
            <a:extLst>
              <a:ext uri="{FF2B5EF4-FFF2-40B4-BE49-F238E27FC236}">
                <a16:creationId xmlns:a16="http://schemas.microsoft.com/office/drawing/2014/main" id="{F4CB97AA-9189-3C45-98CD-178295F25D9A}"/>
              </a:ext>
            </a:extLst>
          </p:cNvPr>
          <p:cNvSpPr>
            <a:spLocks noGrp="1"/>
          </p:cNvSpPr>
          <p:nvPr>
            <p:ph type="body" sz="quarter" idx="18" hasCustomPrompt="1"/>
          </p:nvPr>
        </p:nvSpPr>
        <p:spPr>
          <a:xfrm>
            <a:off x="522388" y="3254163"/>
            <a:ext cx="3352046" cy="268907"/>
          </a:xfrm>
        </p:spPr>
        <p:txBody>
          <a:bodyPr>
            <a:noAutofit/>
          </a:bodyPr>
          <a:lstStyle>
            <a:lvl1pPr marL="0" indent="0">
              <a:buNone/>
              <a:defRPr sz="900">
                <a:solidFill>
                  <a:schemeClr val="bg1"/>
                </a:solidFill>
              </a:defRPr>
            </a:lvl1pPr>
          </a:lstStyle>
          <a:p>
            <a:pPr lvl="0"/>
            <a:r>
              <a:rPr lang="en-GB" dirty="0"/>
              <a:t>04/04/2020</a:t>
            </a:r>
            <a:endParaRPr lang="x-none" dirty="0"/>
          </a:p>
        </p:txBody>
      </p:sp>
      <p:sp>
        <p:nvSpPr>
          <p:cNvPr id="16" name="Text Placeholder 4">
            <a:extLst>
              <a:ext uri="{FF2B5EF4-FFF2-40B4-BE49-F238E27FC236}">
                <a16:creationId xmlns:a16="http://schemas.microsoft.com/office/drawing/2014/main" id="{3F2148FE-A34A-5E44-A0E3-FF3BECC7A4CB}"/>
              </a:ext>
            </a:extLst>
          </p:cNvPr>
          <p:cNvSpPr>
            <a:spLocks noGrp="1"/>
          </p:cNvSpPr>
          <p:nvPr>
            <p:ph type="body" sz="quarter" idx="19" hasCustomPrompt="1"/>
          </p:nvPr>
        </p:nvSpPr>
        <p:spPr>
          <a:xfrm>
            <a:off x="4809984" y="3254163"/>
            <a:ext cx="3326413" cy="268907"/>
          </a:xfrm>
        </p:spPr>
        <p:txBody>
          <a:bodyPr>
            <a:noAutofit/>
          </a:bodyPr>
          <a:lstStyle>
            <a:lvl1pPr marL="0" indent="0">
              <a:buNone/>
              <a:defRPr sz="900">
                <a:solidFill>
                  <a:schemeClr val="bg1"/>
                </a:solidFill>
              </a:defRPr>
            </a:lvl1pPr>
          </a:lstStyle>
          <a:p>
            <a:pPr lvl="0"/>
            <a:r>
              <a:rPr lang="en-GB" dirty="0"/>
              <a:t>04/04/2020</a:t>
            </a:r>
            <a:endParaRPr lang="x-none" dirty="0"/>
          </a:p>
        </p:txBody>
      </p:sp>
      <p:sp>
        <p:nvSpPr>
          <p:cNvPr id="18" name="Footer Placeholder 4">
            <a:extLst>
              <a:ext uri="{FF2B5EF4-FFF2-40B4-BE49-F238E27FC236}">
                <a16:creationId xmlns:a16="http://schemas.microsoft.com/office/drawing/2014/main" id="{FD57E253-7FE0-8F4F-A844-1990B4ED3207}"/>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9" name="Slide Number Placeholder 5">
            <a:extLst>
              <a:ext uri="{FF2B5EF4-FFF2-40B4-BE49-F238E27FC236}">
                <a16:creationId xmlns:a16="http://schemas.microsoft.com/office/drawing/2014/main" id="{53FBBF50-0C91-5247-9CFE-37D8091E4C46}"/>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3204896154"/>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3" orient="horz" pos="686">
          <p15:clr>
            <a:srgbClr val="FBAE40"/>
          </p15:clr>
        </p15:guide>
        <p15:guide id="4" orient="horz" pos="3634">
          <p15:clr>
            <a:srgbClr val="FBAE40"/>
          </p15:clr>
        </p15:guide>
        <p15:guide id="5" pos="3364">
          <p15:clr>
            <a:srgbClr val="FBAE40"/>
          </p15:clr>
        </p15:guide>
        <p15:guide id="6" pos="3749">
          <p15:clr>
            <a:srgbClr val="FBAE40"/>
          </p15:clr>
        </p15:guide>
        <p15:guide id="7" orient="horz" pos="259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_2 Column pictures">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904C343-087C-524F-830F-3969246D07E5}"/>
              </a:ext>
            </a:extLst>
          </p:cNvPr>
          <p:cNvSpPr/>
          <p:nvPr/>
        </p:nvSpPr>
        <p:spPr>
          <a:xfrm>
            <a:off x="4674553" y="2571750"/>
            <a:ext cx="3618309" cy="2028691"/>
          </a:xfrm>
          <a:prstGeom prst="rect">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367F2593-0F80-E145-BAF0-C444627EEA99}"/>
              </a:ext>
            </a:extLst>
          </p:cNvPr>
          <p:cNvSpPr/>
          <p:nvPr/>
        </p:nvSpPr>
        <p:spPr>
          <a:xfrm>
            <a:off x="386954" y="2571749"/>
            <a:ext cx="3618309" cy="2038071"/>
          </a:xfrm>
          <a:prstGeom prst="rect">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791766" y="816769"/>
            <a:ext cx="3677683" cy="2277521"/>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chemeClr val="tx1">
              <a:lumMod val="65000"/>
            </a:schemeClr>
          </a:solidFill>
        </p:spPr>
        <p:txBody>
          <a:bodyPr anchor="t"/>
          <a:lstStyle>
            <a:lvl1pPr marL="0" indent="0" algn="l">
              <a:buNone/>
              <a:defRPr>
                <a:solidFill>
                  <a:schemeClr val="bg1">
                    <a:lumMod val="95000"/>
                  </a:schemeClr>
                </a:solidFill>
              </a:defRPr>
            </a:lvl1pPr>
          </a:lstStyle>
          <a:p>
            <a:r>
              <a:rPr lang="x-none"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522388" y="2713155"/>
            <a:ext cx="3371497" cy="523875"/>
          </a:xfrm>
        </p:spPr>
        <p:txBody>
          <a:bodyPr/>
          <a:lstStyle>
            <a:lvl1pPr marL="0" indent="0">
              <a:buFontTx/>
              <a:buNone/>
              <a:defRPr b="1" i="0">
                <a:solidFill>
                  <a:schemeClr val="bg1"/>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522388" y="3235696"/>
            <a:ext cx="3371497" cy="1647968"/>
          </a:xfrm>
        </p:spPr>
        <p:txBody>
          <a:bodyPr>
            <a:normAutofit/>
          </a:bodyPr>
          <a:lstStyle>
            <a:lvl1pPr marL="0" indent="0">
              <a:lnSpc>
                <a:spcPct val="150000"/>
              </a:lnSpc>
              <a:buFontTx/>
              <a:buNone/>
              <a:defRPr sz="12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5079364" y="807389"/>
            <a:ext cx="3677683" cy="2277521"/>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chemeClr val="tx1">
              <a:lumMod val="65000"/>
            </a:schemeClr>
          </a:solidFill>
        </p:spPr>
        <p:txBody>
          <a:bodyPr anchor="t"/>
          <a:lstStyle>
            <a:lvl1pPr marL="0" indent="0" algn="l">
              <a:buNone/>
              <a:defRPr>
                <a:solidFill>
                  <a:schemeClr val="bg1">
                    <a:lumMod val="95000"/>
                  </a:schemeClr>
                </a:solidFill>
              </a:defRPr>
            </a:lvl1pPr>
          </a:lstStyle>
          <a:p>
            <a:r>
              <a:rPr lang="x-none"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4809985" y="2703775"/>
            <a:ext cx="3326414" cy="523875"/>
          </a:xfrm>
        </p:spPr>
        <p:txBody>
          <a:bodyPr/>
          <a:lstStyle>
            <a:lvl1pPr marL="0" indent="0">
              <a:buFontTx/>
              <a:buNone/>
              <a:defRPr b="1" i="0">
                <a:solidFill>
                  <a:schemeClr val="bg1"/>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4809985" y="3235697"/>
            <a:ext cx="3326414" cy="1638588"/>
          </a:xfrm>
        </p:spPr>
        <p:txBody>
          <a:bodyPr>
            <a:normAutofit/>
          </a:bodyPr>
          <a:lstStyle>
            <a:lvl1pPr marL="0" indent="0">
              <a:lnSpc>
                <a:spcPct val="150000"/>
              </a:lnSpc>
              <a:buFontTx/>
              <a:buNone/>
              <a:defRPr sz="12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Footer Placeholder 4">
            <a:extLst>
              <a:ext uri="{FF2B5EF4-FFF2-40B4-BE49-F238E27FC236}">
                <a16:creationId xmlns:a16="http://schemas.microsoft.com/office/drawing/2014/main" id="{D657737D-F015-CB41-A2DC-45E2C68A3C69}"/>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6" name="Slide Number Placeholder 5">
            <a:extLst>
              <a:ext uri="{FF2B5EF4-FFF2-40B4-BE49-F238E27FC236}">
                <a16:creationId xmlns:a16="http://schemas.microsoft.com/office/drawing/2014/main" id="{0B7B6367-8A58-E94C-A551-20BF4CCAB078}"/>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215818615"/>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3" orient="horz" pos="686">
          <p15:clr>
            <a:srgbClr val="FBAE40"/>
          </p15:clr>
        </p15:guide>
        <p15:guide id="4" orient="horz" pos="3634">
          <p15:clr>
            <a:srgbClr val="FBAE40"/>
          </p15:clr>
        </p15:guide>
        <p15:guide id="5" pos="3386">
          <p15:clr>
            <a:srgbClr val="FBAE40"/>
          </p15:clr>
        </p15:guide>
        <p15:guide id="6" pos="3749">
          <p15:clr>
            <a:srgbClr val="FBAE40"/>
          </p15:clr>
        </p15:guide>
        <p15:guide id="7" orient="horz" pos="259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Ins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8D8AE4-C68B-F147-A1AE-DC7E19D6F874}"/>
              </a:ext>
            </a:extLst>
          </p:cNvPr>
          <p:cNvSpPr/>
          <p:nvPr/>
        </p:nvSpPr>
        <p:spPr>
          <a:xfrm>
            <a:off x="386954" y="1741325"/>
            <a:ext cx="8370094" cy="2585407"/>
          </a:xfrm>
          <a:prstGeom prst="rect">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4572000" y="2273289"/>
            <a:ext cx="3768329" cy="523875"/>
          </a:xfrm>
        </p:spPr>
        <p:txBody>
          <a:bodyPr/>
          <a:lstStyle>
            <a:lvl1pPr marL="0" indent="0">
              <a:buFontTx/>
              <a:buNone/>
              <a:defRPr b="1" i="0">
                <a:solidFill>
                  <a:schemeClr val="bg1"/>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4572000" y="2816737"/>
            <a:ext cx="3780235" cy="1089142"/>
          </a:xfrm>
        </p:spPr>
        <p:txBody>
          <a:bodyPr>
            <a:normAutofit/>
          </a:bodyPr>
          <a:lstStyle>
            <a:lvl1pPr marL="0" indent="0">
              <a:lnSpc>
                <a:spcPct val="150000"/>
              </a:lnSpc>
              <a:buFontTx/>
              <a:buNone/>
              <a:defRPr sz="12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3" name="Picture Placeholder 2">
            <a:extLst>
              <a:ext uri="{FF2B5EF4-FFF2-40B4-BE49-F238E27FC236}">
                <a16:creationId xmlns:a16="http://schemas.microsoft.com/office/drawing/2014/main" id="{8319F1B3-37EE-E548-B284-431ED7681904}"/>
              </a:ext>
            </a:extLst>
          </p:cNvPr>
          <p:cNvSpPr>
            <a:spLocks noGrp="1"/>
          </p:cNvSpPr>
          <p:nvPr>
            <p:ph type="pic" sz="quarter" idx="15" hasCustomPrompt="1"/>
          </p:nvPr>
        </p:nvSpPr>
        <p:spPr>
          <a:xfrm>
            <a:off x="819150" y="1320472"/>
            <a:ext cx="3412738" cy="2585407"/>
          </a:xfrm>
          <a:solidFill>
            <a:schemeClr val="tx1">
              <a:lumMod val="85000"/>
            </a:schemeClr>
          </a:solidFill>
        </p:spPr>
        <p:txBody>
          <a:bodyPr anchor="ctr"/>
          <a:lstStyle>
            <a:lvl1pPr marL="0" indent="0" algn="ctr">
              <a:buNone/>
              <a:defRPr>
                <a:solidFill>
                  <a:schemeClr val="tx1"/>
                </a:solidFill>
              </a:defRPr>
            </a:lvl1pPr>
          </a:lstStyle>
          <a:p>
            <a:r>
              <a:rPr lang="nl-BE" dirty="0"/>
              <a:t>Choose picture</a:t>
            </a:r>
            <a:endParaRPr lang="x-none" dirty="0"/>
          </a:p>
        </p:txBody>
      </p:sp>
      <p:sp>
        <p:nvSpPr>
          <p:cNvPr id="5" name="Text Placeholder 4">
            <a:extLst>
              <a:ext uri="{FF2B5EF4-FFF2-40B4-BE49-F238E27FC236}">
                <a16:creationId xmlns:a16="http://schemas.microsoft.com/office/drawing/2014/main" id="{73C96993-E15E-4940-A9BC-7ED7BAAD1022}"/>
              </a:ext>
            </a:extLst>
          </p:cNvPr>
          <p:cNvSpPr>
            <a:spLocks noGrp="1"/>
          </p:cNvSpPr>
          <p:nvPr>
            <p:ph type="body" sz="quarter" idx="16" hasCustomPrompt="1"/>
          </p:nvPr>
        </p:nvSpPr>
        <p:spPr>
          <a:xfrm>
            <a:off x="4572000" y="1981189"/>
            <a:ext cx="2252663" cy="268907"/>
          </a:xfrm>
        </p:spPr>
        <p:txBody>
          <a:bodyPr>
            <a:noAutofit/>
          </a:bodyPr>
          <a:lstStyle>
            <a:lvl1pPr marL="0" indent="0">
              <a:buNone/>
              <a:defRPr sz="900">
                <a:solidFill>
                  <a:schemeClr val="bg1"/>
                </a:solidFill>
              </a:defRPr>
            </a:lvl1pPr>
          </a:lstStyle>
          <a:p>
            <a:pPr lvl="0"/>
            <a:r>
              <a:rPr lang="en-GB" dirty="0"/>
              <a:t>INSIGHT</a:t>
            </a:r>
            <a:endParaRPr lang="x-none" dirty="0"/>
          </a:p>
        </p:txBody>
      </p:sp>
      <p:sp>
        <p:nvSpPr>
          <p:cNvPr id="12" name="Footer Placeholder 4">
            <a:extLst>
              <a:ext uri="{FF2B5EF4-FFF2-40B4-BE49-F238E27FC236}">
                <a16:creationId xmlns:a16="http://schemas.microsoft.com/office/drawing/2014/main" id="{43251F8B-F318-5F44-B782-0A1B78572AD7}"/>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3" name="Slide Number Placeholder 5">
            <a:extLst>
              <a:ext uri="{FF2B5EF4-FFF2-40B4-BE49-F238E27FC236}">
                <a16:creationId xmlns:a16="http://schemas.microsoft.com/office/drawing/2014/main" id="{18648030-9CF7-004F-82B0-682CBA02C2E0}"/>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Tree>
    <p:extLst>
      <p:ext uri="{BB962C8B-B14F-4D97-AF65-F5344CB8AC3E}">
        <p14:creationId xmlns:p14="http://schemas.microsoft.com/office/powerpoint/2010/main" val="1636403682"/>
      </p:ext>
    </p:extLst>
  </p:cSld>
  <p:clrMapOvr>
    <a:masterClrMapping/>
  </p:clrMapOvr>
  <p:extLst>
    <p:ext uri="{DCECCB84-F9BA-43D5-87BE-67443E8EF086}">
      <p15:sldGuideLst xmlns:p15="http://schemas.microsoft.com/office/powerpoint/2012/main">
        <p15:guide id="1" pos="688">
          <p15:clr>
            <a:srgbClr val="FBAE40"/>
          </p15:clr>
        </p15:guide>
        <p15:guide id="2" pos="7015">
          <p15:clr>
            <a:srgbClr val="FBAE40"/>
          </p15:clr>
        </p15:guide>
        <p15:guide id="3" orient="horz" pos="686">
          <p15:clr>
            <a:srgbClr val="FBAE40"/>
          </p15:clr>
        </p15:guide>
        <p15:guide id="4" orient="horz" pos="363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8D8AE4-C68B-F147-A1AE-DC7E19D6F874}"/>
              </a:ext>
            </a:extLst>
          </p:cNvPr>
          <p:cNvSpPr/>
          <p:nvPr/>
        </p:nvSpPr>
        <p:spPr>
          <a:xfrm>
            <a:off x="386954" y="1279047"/>
            <a:ext cx="4185047" cy="2585407"/>
          </a:xfrm>
          <a:prstGeom prst="rect">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solidFill>
                <a:srgbClr val="001D39"/>
              </a:solidFill>
            </a:endParaRP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843213" y="1977684"/>
            <a:ext cx="7533085" cy="842616"/>
          </a:xfrm>
        </p:spPr>
        <p:txBody>
          <a:bodyPr/>
          <a:lstStyle>
            <a:lvl1pPr marL="0" marR="0" indent="0" algn="l" defTabSz="685800" rtl="0" eaLnBrk="1" fontAlgn="auto" latinLnBrk="0" hangingPunct="1">
              <a:lnSpc>
                <a:spcPct val="150000"/>
              </a:lnSpc>
              <a:spcBef>
                <a:spcPts val="750"/>
              </a:spcBef>
              <a:spcAft>
                <a:spcPts val="0"/>
              </a:spcAft>
              <a:buClr>
                <a:srgbClr val="AFD8ED"/>
              </a:buClr>
              <a:buSzTx/>
              <a:buFontTx/>
              <a:buNone/>
              <a:tabLst/>
              <a:defRPr b="1" i="0">
                <a:solidFill>
                  <a:srgbClr val="122C0E"/>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marL="0" marR="0" lvl="0" indent="0" algn="l" defTabSz="685800" rtl="0" eaLnBrk="1" fontAlgn="auto" latinLnBrk="0" hangingPunct="1">
              <a:lnSpc>
                <a:spcPct val="150000"/>
              </a:lnSpc>
              <a:spcBef>
                <a:spcPts val="750"/>
              </a:spcBef>
              <a:spcAft>
                <a:spcPts val="0"/>
              </a:spcAft>
              <a:buClr>
                <a:srgbClr val="AFD8ED"/>
              </a:buClr>
              <a:buSzTx/>
              <a:buFontTx/>
              <a:buNone/>
              <a:tabLst/>
              <a:defRPr/>
            </a:pPr>
            <a:r>
              <a:rPr lang="en-GB" dirty="0"/>
              <a:t>Quote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a:p>
            <a:pPr lvl="0"/>
            <a:endParaRPr lang="en-GB" dirty="0"/>
          </a:p>
        </p:txBody>
      </p:sp>
      <p:sp>
        <p:nvSpPr>
          <p:cNvPr id="5" name="Text Placeholder 4">
            <a:extLst>
              <a:ext uri="{FF2B5EF4-FFF2-40B4-BE49-F238E27FC236}">
                <a16:creationId xmlns:a16="http://schemas.microsoft.com/office/drawing/2014/main" id="{73C96993-E15E-4940-A9BC-7ED7BAAD1022}"/>
              </a:ext>
            </a:extLst>
          </p:cNvPr>
          <p:cNvSpPr>
            <a:spLocks noGrp="1"/>
          </p:cNvSpPr>
          <p:nvPr>
            <p:ph type="body" sz="quarter" idx="16" hasCustomPrompt="1"/>
          </p:nvPr>
        </p:nvSpPr>
        <p:spPr>
          <a:xfrm>
            <a:off x="1223628" y="2984938"/>
            <a:ext cx="3265575" cy="268907"/>
          </a:xfrm>
        </p:spPr>
        <p:txBody>
          <a:bodyPr>
            <a:noAutofit/>
          </a:bodyPr>
          <a:lstStyle>
            <a:lvl1pPr marL="0" indent="0">
              <a:buNone/>
              <a:defRPr sz="900">
                <a:solidFill>
                  <a:schemeClr val="tx1"/>
                </a:solidFill>
              </a:defRPr>
            </a:lvl1pPr>
          </a:lstStyle>
          <a:p>
            <a:pPr lvl="0"/>
            <a:r>
              <a:rPr lang="en-US" dirty="0">
                <a:effectLst/>
              </a:rPr>
              <a:t>NATO SECRETARY GENERAL JENS STOLTENBERG</a:t>
            </a:r>
            <a:endParaRPr lang="x-none" dirty="0"/>
          </a:p>
        </p:txBody>
      </p:sp>
      <p:sp>
        <p:nvSpPr>
          <p:cNvPr id="2" name="Rectangle 1">
            <a:extLst>
              <a:ext uri="{FF2B5EF4-FFF2-40B4-BE49-F238E27FC236}">
                <a16:creationId xmlns:a16="http://schemas.microsoft.com/office/drawing/2014/main" id="{66461205-76E3-1645-BAEA-9824F907EE9C}"/>
              </a:ext>
            </a:extLst>
          </p:cNvPr>
          <p:cNvSpPr/>
          <p:nvPr/>
        </p:nvSpPr>
        <p:spPr>
          <a:xfrm>
            <a:off x="927162" y="3121116"/>
            <a:ext cx="242460" cy="3428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D89623"/>
              </a:solidFill>
            </a:endParaRPr>
          </a:p>
        </p:txBody>
      </p:sp>
      <p:sp>
        <p:nvSpPr>
          <p:cNvPr id="12" name="Footer Placeholder 4">
            <a:extLst>
              <a:ext uri="{FF2B5EF4-FFF2-40B4-BE49-F238E27FC236}">
                <a16:creationId xmlns:a16="http://schemas.microsoft.com/office/drawing/2014/main" id="{9B4FD6F2-1834-E84C-AE9F-F790780A946D}"/>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3" name="Slide Number Placeholder 5">
            <a:extLst>
              <a:ext uri="{FF2B5EF4-FFF2-40B4-BE49-F238E27FC236}">
                <a16:creationId xmlns:a16="http://schemas.microsoft.com/office/drawing/2014/main" id="{A2259B1D-626B-0445-B9CA-501D4CE9A872}"/>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pic>
        <p:nvPicPr>
          <p:cNvPr id="16" name="Graphic 15">
            <a:extLst>
              <a:ext uri="{FF2B5EF4-FFF2-40B4-BE49-F238E27FC236}">
                <a16:creationId xmlns:a16="http://schemas.microsoft.com/office/drawing/2014/main" id="{0F87250E-4397-1D43-9DEF-7A2143B0AC6B}"/>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521550" y="1452259"/>
            <a:ext cx="343237" cy="305099"/>
          </a:xfrm>
          <a:prstGeom prst="rect">
            <a:avLst/>
          </a:prstGeom>
        </p:spPr>
      </p:pic>
      <p:pic>
        <p:nvPicPr>
          <p:cNvPr id="18" name="Graphic 17">
            <a:extLst>
              <a:ext uri="{FF2B5EF4-FFF2-40B4-BE49-F238E27FC236}">
                <a16:creationId xmlns:a16="http://schemas.microsoft.com/office/drawing/2014/main" id="{92219949-D07D-2E48-A414-A18D53FE4097}"/>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4122121" y="3434250"/>
            <a:ext cx="343237" cy="305099"/>
          </a:xfrm>
          <a:prstGeom prst="rect">
            <a:avLst/>
          </a:prstGeom>
        </p:spPr>
      </p:pic>
    </p:spTree>
    <p:extLst>
      <p:ext uri="{BB962C8B-B14F-4D97-AF65-F5344CB8AC3E}">
        <p14:creationId xmlns:p14="http://schemas.microsoft.com/office/powerpoint/2010/main" val="3347728143"/>
      </p:ext>
    </p:extLst>
  </p:cSld>
  <p:clrMapOvr>
    <a:masterClrMapping/>
  </p:clrMapOvr>
  <p:extLst>
    <p:ext uri="{DCECCB84-F9BA-43D5-87BE-67443E8EF086}">
      <p15:sldGuideLst xmlns:p15="http://schemas.microsoft.com/office/powerpoint/2012/main">
        <p15:guide id="1" pos="688">
          <p15:clr>
            <a:srgbClr val="FBAE40"/>
          </p15:clr>
        </p15:guide>
        <p15:guide id="2" pos="7015">
          <p15:clr>
            <a:srgbClr val="FBAE40"/>
          </p15:clr>
        </p15:guide>
        <p15:guide id="3" orient="horz" pos="709">
          <p15:clr>
            <a:srgbClr val="FBAE40"/>
          </p15:clr>
        </p15:guide>
        <p15:guide id="4" orient="horz" pos="363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C7540FA-DACD-CE4A-ACC0-6B27872EFE03}"/>
              </a:ext>
            </a:extLst>
          </p:cNvPr>
          <p:cNvSpPr>
            <a:spLocks noGrp="1"/>
          </p:cNvSpPr>
          <p:nvPr>
            <p:ph type="title" hasCustomPrompt="1"/>
          </p:nvPr>
        </p:nvSpPr>
        <p:spPr>
          <a:xfrm>
            <a:off x="900112" y="2247715"/>
            <a:ext cx="6768239" cy="994172"/>
          </a:xfrm>
        </p:spPr>
        <p:txBody>
          <a:bodyPr/>
          <a:lstStyle>
            <a:lvl1pPr>
              <a:defRPr>
                <a:solidFill>
                  <a:schemeClr val="tx1"/>
                </a:solidFill>
              </a:defRPr>
            </a:lvl1pPr>
          </a:lstStyle>
          <a:p>
            <a:r>
              <a:rPr lang="en-GB" dirty="0"/>
              <a:t>Contact us</a:t>
            </a:r>
            <a:endParaRPr lang="x-none" dirty="0"/>
          </a:p>
        </p:txBody>
      </p:sp>
      <p:sp>
        <p:nvSpPr>
          <p:cNvPr id="10" name="Rectangle 9">
            <a:extLst>
              <a:ext uri="{FF2B5EF4-FFF2-40B4-BE49-F238E27FC236}">
                <a16:creationId xmlns:a16="http://schemas.microsoft.com/office/drawing/2014/main" id="{5090C143-DA3B-4448-9677-16B52934BB82}"/>
              </a:ext>
            </a:extLst>
          </p:cNvPr>
          <p:cNvSpPr/>
          <p:nvPr/>
        </p:nvSpPr>
        <p:spPr>
          <a:xfrm>
            <a:off x="989763" y="3273829"/>
            <a:ext cx="48500" cy="576752"/>
          </a:xfrm>
          <a:prstGeom prst="rect">
            <a:avLst/>
          </a:prstGeom>
          <a:solidFill>
            <a:schemeClr val="tx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2" name="TextBox 1">
            <a:extLst>
              <a:ext uri="{FF2B5EF4-FFF2-40B4-BE49-F238E27FC236}">
                <a16:creationId xmlns:a16="http://schemas.microsoft.com/office/drawing/2014/main" id="{1C510BFC-7967-9A42-8BDB-BFB3BEAC4429}"/>
              </a:ext>
            </a:extLst>
          </p:cNvPr>
          <p:cNvSpPr txBox="1"/>
          <p:nvPr/>
        </p:nvSpPr>
        <p:spPr>
          <a:xfrm>
            <a:off x="2370156" y="3967843"/>
            <a:ext cx="184731" cy="369332"/>
          </a:xfrm>
          <a:prstGeom prst="rect">
            <a:avLst/>
          </a:prstGeom>
          <a:noFill/>
        </p:spPr>
        <p:txBody>
          <a:bodyPr wrap="none" rtlCol="0">
            <a:spAutoFit/>
          </a:bodyPr>
          <a:lstStyle/>
          <a:p>
            <a:endParaRPr lang="x-none" dirty="0"/>
          </a:p>
        </p:txBody>
      </p:sp>
      <p:sp>
        <p:nvSpPr>
          <p:cNvPr id="21" name="Text Placeholder 20">
            <a:extLst>
              <a:ext uri="{FF2B5EF4-FFF2-40B4-BE49-F238E27FC236}">
                <a16:creationId xmlns:a16="http://schemas.microsoft.com/office/drawing/2014/main" id="{D61FBFD3-0C7E-6944-839E-23CE2A3959D9}"/>
              </a:ext>
            </a:extLst>
          </p:cNvPr>
          <p:cNvSpPr>
            <a:spLocks noGrp="1"/>
          </p:cNvSpPr>
          <p:nvPr>
            <p:ph type="body" sz="quarter" idx="14" hasCustomPrompt="1"/>
          </p:nvPr>
        </p:nvSpPr>
        <p:spPr>
          <a:xfrm>
            <a:off x="1763317" y="3253297"/>
            <a:ext cx="2915840" cy="257175"/>
          </a:xfrm>
        </p:spPr>
        <p:txBody>
          <a:bodyPr anchor="ctr">
            <a:noAutofit/>
          </a:bodyPr>
          <a:lstStyle>
            <a:lvl1pPr marL="0" indent="0">
              <a:buNone/>
              <a:defRPr sz="1050">
                <a:solidFill>
                  <a:schemeClr val="tx1"/>
                </a:solidFill>
              </a:defRPr>
            </a:lvl1pPr>
          </a:lstStyle>
          <a:p>
            <a:pPr lvl="0"/>
            <a:r>
              <a:rPr lang="en-GB" dirty="0" err="1"/>
              <a:t>John.doe@nato.int</a:t>
            </a:r>
            <a:endParaRPr lang="x-none" dirty="0"/>
          </a:p>
        </p:txBody>
      </p:sp>
      <p:sp>
        <p:nvSpPr>
          <p:cNvPr id="22" name="Text Placeholder 20">
            <a:extLst>
              <a:ext uri="{FF2B5EF4-FFF2-40B4-BE49-F238E27FC236}">
                <a16:creationId xmlns:a16="http://schemas.microsoft.com/office/drawing/2014/main" id="{48D2D7B9-9719-5948-A695-3E51EFFC1289}"/>
              </a:ext>
            </a:extLst>
          </p:cNvPr>
          <p:cNvSpPr>
            <a:spLocks noGrp="1"/>
          </p:cNvSpPr>
          <p:nvPr>
            <p:ph type="body" sz="quarter" idx="15" hasCustomPrompt="1"/>
          </p:nvPr>
        </p:nvSpPr>
        <p:spPr>
          <a:xfrm>
            <a:off x="1763317" y="3535907"/>
            <a:ext cx="2915840" cy="257175"/>
          </a:xfrm>
        </p:spPr>
        <p:txBody>
          <a:bodyPr anchor="ctr">
            <a:noAutofit/>
          </a:bodyPr>
          <a:lstStyle>
            <a:lvl1pPr marL="0" indent="0">
              <a:buNone/>
              <a:defRPr sz="1050">
                <a:solidFill>
                  <a:schemeClr val="tx1"/>
                </a:solidFill>
              </a:defRPr>
            </a:lvl1pPr>
          </a:lstStyle>
          <a:p>
            <a:pPr lvl="0"/>
            <a:r>
              <a:rPr lang="en-GB" dirty="0"/>
              <a:t>+32 (0)475 12 34 56</a:t>
            </a:r>
            <a:endParaRPr lang="x-none" dirty="0"/>
          </a:p>
        </p:txBody>
      </p:sp>
      <p:sp>
        <p:nvSpPr>
          <p:cNvPr id="15" name="Footer Placeholder 4">
            <a:extLst>
              <a:ext uri="{FF2B5EF4-FFF2-40B4-BE49-F238E27FC236}">
                <a16:creationId xmlns:a16="http://schemas.microsoft.com/office/drawing/2014/main" id="{9B634A37-9158-B44C-BD04-1C623BBE9270}"/>
              </a:ext>
            </a:extLst>
          </p:cNvPr>
          <p:cNvSpPr>
            <a:spLocks noGrp="1"/>
          </p:cNvSpPr>
          <p:nvPr>
            <p:ph type="ftr" sz="quarter" idx="3"/>
          </p:nvPr>
        </p:nvSpPr>
        <p:spPr>
          <a:xfrm>
            <a:off x="141522" y="4731544"/>
            <a:ext cx="3086100" cy="27384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7" name="Slide Number Placeholder 5">
            <a:extLst>
              <a:ext uri="{FF2B5EF4-FFF2-40B4-BE49-F238E27FC236}">
                <a16:creationId xmlns:a16="http://schemas.microsoft.com/office/drawing/2014/main" id="{0C5CCA6E-E857-D343-9DF5-20B5F4BA616B}"/>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bg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a:t>  |  </a:t>
            </a:r>
            <a:r>
              <a:rPr lang="en-GB" dirty="0"/>
              <a:t>P</a:t>
            </a:r>
            <a:r>
              <a:rPr lang="x-none"/>
              <a:t>AGE </a:t>
            </a:r>
            <a:fld id="{3C66DE6B-CC4B-F74A-99D4-2DC8DD154D90}" type="slidenum">
              <a:rPr lang="x-none" smtClean="0"/>
              <a:pPr/>
              <a:t>‹#›</a:t>
            </a:fld>
            <a:endParaRPr lang="x-none" dirty="0"/>
          </a:p>
        </p:txBody>
      </p:sp>
      <p:sp>
        <p:nvSpPr>
          <p:cNvPr id="14" name="Text Placeholder 13">
            <a:extLst>
              <a:ext uri="{FF2B5EF4-FFF2-40B4-BE49-F238E27FC236}">
                <a16:creationId xmlns:a16="http://schemas.microsoft.com/office/drawing/2014/main" id="{CFB8BF25-CCAE-7542-AC64-559F2A7B95C5}"/>
              </a:ext>
            </a:extLst>
          </p:cNvPr>
          <p:cNvSpPr>
            <a:spLocks noGrp="1"/>
          </p:cNvSpPr>
          <p:nvPr>
            <p:ph type="body" sz="quarter" idx="18" hasCustomPrompt="1"/>
          </p:nvPr>
        </p:nvSpPr>
        <p:spPr>
          <a:xfrm>
            <a:off x="1185259" y="3246774"/>
            <a:ext cx="585788" cy="289133"/>
          </a:xfrm>
        </p:spPr>
        <p:txBody>
          <a:bodyPr>
            <a:normAutofit/>
          </a:bodyPr>
          <a:lstStyle>
            <a:lvl1pPr marL="0" indent="0">
              <a:buNone/>
              <a:defRPr sz="900">
                <a:solidFill>
                  <a:schemeClr val="tx1"/>
                </a:solidFill>
              </a:defRPr>
            </a:lvl1pPr>
          </a:lstStyle>
          <a:p>
            <a:pPr lvl="0"/>
            <a:r>
              <a:rPr lang="x-none" dirty="0"/>
              <a:t>LABEL</a:t>
            </a:r>
          </a:p>
        </p:txBody>
      </p:sp>
      <p:sp>
        <p:nvSpPr>
          <p:cNvPr id="18" name="Text Placeholder 13">
            <a:extLst>
              <a:ext uri="{FF2B5EF4-FFF2-40B4-BE49-F238E27FC236}">
                <a16:creationId xmlns:a16="http://schemas.microsoft.com/office/drawing/2014/main" id="{FC7BFCDB-4508-B448-A3F8-E4129CF2A33E}"/>
              </a:ext>
            </a:extLst>
          </p:cNvPr>
          <p:cNvSpPr>
            <a:spLocks noGrp="1"/>
          </p:cNvSpPr>
          <p:nvPr>
            <p:ph type="body" sz="quarter" idx="19" hasCustomPrompt="1"/>
          </p:nvPr>
        </p:nvSpPr>
        <p:spPr>
          <a:xfrm>
            <a:off x="1185259" y="3528127"/>
            <a:ext cx="585788" cy="289133"/>
          </a:xfrm>
        </p:spPr>
        <p:txBody>
          <a:bodyPr>
            <a:normAutofit/>
          </a:bodyPr>
          <a:lstStyle>
            <a:lvl1pPr marL="0" indent="0">
              <a:buNone/>
              <a:defRPr sz="900">
                <a:solidFill>
                  <a:schemeClr val="tx1"/>
                </a:solidFill>
              </a:defRPr>
            </a:lvl1pPr>
          </a:lstStyle>
          <a:p>
            <a:pPr lvl="0"/>
            <a:r>
              <a:rPr lang="x-none" dirty="0"/>
              <a:t>LABEL</a:t>
            </a:r>
          </a:p>
        </p:txBody>
      </p:sp>
    </p:spTree>
    <p:extLst>
      <p:ext uri="{BB962C8B-B14F-4D97-AF65-F5344CB8AC3E}">
        <p14:creationId xmlns:p14="http://schemas.microsoft.com/office/powerpoint/2010/main" val="3755464840"/>
      </p:ext>
    </p:extLst>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_Title Slid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802590" y="1442581"/>
            <a:ext cx="5394565" cy="2479319"/>
          </a:xfrm>
        </p:spPr>
        <p:txBody>
          <a:bodyPr anchor="b">
            <a:normAutofit/>
          </a:bodyPr>
          <a:lstStyle>
            <a:lvl1pPr algn="l">
              <a:lnSpc>
                <a:spcPct val="100000"/>
              </a:lnSpc>
              <a:defRPr sz="4050"/>
            </a:lvl1pPr>
          </a:lstStyle>
          <a:p>
            <a:r>
              <a:rPr lang="en-GB" dirty="0"/>
              <a:t>Click to edit Master title style</a:t>
            </a:r>
            <a:endParaRPr lang="x-none" dirty="0"/>
          </a:p>
        </p:txBody>
      </p:sp>
      <p:sp>
        <p:nvSpPr>
          <p:cNvPr id="13" name="Rectangle 12">
            <a:extLst>
              <a:ext uri="{FF2B5EF4-FFF2-40B4-BE49-F238E27FC236}">
                <a16:creationId xmlns:a16="http://schemas.microsoft.com/office/drawing/2014/main" id="{CED1A815-0D87-754E-B4CF-9C7CD2796D65}"/>
              </a:ext>
            </a:extLst>
          </p:cNvPr>
          <p:cNvSpPr/>
          <p:nvPr/>
        </p:nvSpPr>
        <p:spPr>
          <a:xfrm>
            <a:off x="1114923" y="4163578"/>
            <a:ext cx="43814" cy="352388"/>
          </a:xfrm>
          <a:prstGeom prst="rect">
            <a:avLst/>
          </a:pr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21" name="Text Placeholder 7">
            <a:extLst>
              <a:ext uri="{FF2B5EF4-FFF2-40B4-BE49-F238E27FC236}">
                <a16:creationId xmlns:a16="http://schemas.microsoft.com/office/drawing/2014/main" id="{25CB0752-21B1-A34E-B93A-0196D833F5D2}"/>
              </a:ext>
            </a:extLst>
          </p:cNvPr>
          <p:cNvSpPr>
            <a:spLocks noGrp="1"/>
          </p:cNvSpPr>
          <p:nvPr>
            <p:ph type="body" sz="quarter" idx="13" hasCustomPrompt="1"/>
          </p:nvPr>
        </p:nvSpPr>
        <p:spPr>
          <a:xfrm>
            <a:off x="1925241" y="4184170"/>
            <a:ext cx="3735759" cy="309563"/>
          </a:xfrm>
        </p:spPr>
        <p:txBody>
          <a:bodyPr>
            <a:normAutofit/>
          </a:bodyPr>
          <a:lstStyle>
            <a:lvl1pPr marL="0" indent="0">
              <a:buNone/>
              <a:defRPr sz="1050">
                <a:solidFill>
                  <a:srgbClr val="545454"/>
                </a:solidFill>
              </a:defRPr>
            </a:lvl1pPr>
          </a:lstStyle>
          <a:p>
            <a:pPr lvl="0"/>
            <a:r>
              <a:rPr lang="en-GB" dirty="0"/>
              <a:t>Add Division/Unit/… and change label in front</a:t>
            </a:r>
            <a:endParaRPr lang="x-none" dirty="0"/>
          </a:p>
        </p:txBody>
      </p:sp>
      <p:sp>
        <p:nvSpPr>
          <p:cNvPr id="22" name="Text Placeholder 13">
            <a:extLst>
              <a:ext uri="{FF2B5EF4-FFF2-40B4-BE49-F238E27FC236}">
                <a16:creationId xmlns:a16="http://schemas.microsoft.com/office/drawing/2014/main" id="{D90E08BF-0A63-C042-B2C9-0A31520903AD}"/>
              </a:ext>
            </a:extLst>
          </p:cNvPr>
          <p:cNvSpPr>
            <a:spLocks noGrp="1"/>
          </p:cNvSpPr>
          <p:nvPr>
            <p:ph type="body" sz="quarter" idx="15" hasCustomPrompt="1"/>
          </p:nvPr>
        </p:nvSpPr>
        <p:spPr>
          <a:xfrm>
            <a:off x="1339453" y="4186534"/>
            <a:ext cx="585788" cy="309563"/>
          </a:xfrm>
        </p:spPr>
        <p:txBody>
          <a:bodyPr>
            <a:normAutofit/>
          </a:bodyPr>
          <a:lstStyle>
            <a:lvl1pPr marL="0" indent="0">
              <a:buNone/>
              <a:defRPr sz="900">
                <a:solidFill>
                  <a:schemeClr val="tx1"/>
                </a:solidFill>
              </a:defRPr>
            </a:lvl1pPr>
          </a:lstStyle>
          <a:p>
            <a:pPr lvl="0"/>
            <a:r>
              <a:rPr lang="x-none" dirty="0"/>
              <a:t>LABEL</a:t>
            </a:r>
          </a:p>
        </p:txBody>
      </p:sp>
      <p:sp>
        <p:nvSpPr>
          <p:cNvPr id="9" name="Picture Placeholder 6">
            <a:extLst>
              <a:ext uri="{FF2B5EF4-FFF2-40B4-BE49-F238E27FC236}">
                <a16:creationId xmlns:a16="http://schemas.microsoft.com/office/drawing/2014/main" id="{5E9DA405-B2C8-9248-9FD6-56437D2FB91C}"/>
              </a:ext>
            </a:extLst>
          </p:cNvPr>
          <p:cNvSpPr>
            <a:spLocks noGrp="1"/>
          </p:cNvSpPr>
          <p:nvPr>
            <p:ph type="pic" sz="quarter" idx="10"/>
          </p:nvPr>
        </p:nvSpPr>
        <p:spPr>
          <a:xfrm>
            <a:off x="2794830" y="0"/>
            <a:ext cx="6349170" cy="3229892"/>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chemeClr val="tx1">
              <a:lumMod val="65000"/>
              <a:alpha val="10196"/>
            </a:schemeClr>
          </a:solidFill>
        </p:spPr>
        <p:txBody>
          <a:bodyPr anchor="ctr"/>
          <a:lstStyle>
            <a:lvl1pPr marL="0" indent="0" algn="ctr">
              <a:buNone/>
              <a:defRPr>
                <a:solidFill>
                  <a:srgbClr val="545454"/>
                </a:solidFill>
              </a:defRPr>
            </a:lvl1pPr>
          </a:lstStyle>
          <a:p>
            <a:endParaRPr lang="x-none" dirty="0"/>
          </a:p>
        </p:txBody>
      </p:sp>
    </p:spTree>
    <p:extLst>
      <p:ext uri="{BB962C8B-B14F-4D97-AF65-F5344CB8AC3E}">
        <p14:creationId xmlns:p14="http://schemas.microsoft.com/office/powerpoint/2010/main" val="1710782137"/>
      </p:ext>
    </p:extLst>
  </p:cSld>
  <p:clrMapOvr>
    <a:masterClrMapping/>
  </p:clrMapOvr>
  <p:extLst>
    <p:ext uri="{DCECCB84-F9BA-43D5-87BE-67443E8EF086}">
      <p15:sldGuideLst xmlns:p15="http://schemas.microsoft.com/office/powerpoint/2012/main">
        <p15:guide id="1" pos="7355">
          <p15:clr>
            <a:srgbClr val="FBAE40"/>
          </p15:clr>
        </p15:guide>
        <p15:guide id="2" pos="302">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91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30_Blank">
    <p:spTree>
      <p:nvGrpSpPr>
        <p:cNvPr id="1" name=""/>
        <p:cNvGrpSpPr/>
        <p:nvPr/>
      </p:nvGrpSpPr>
      <p:grpSpPr>
        <a:xfrm>
          <a:off x="0" y="0"/>
          <a:ext cx="0" cy="0"/>
          <a:chOff x="0" y="0"/>
          <a:chExt cx="0" cy="0"/>
        </a:xfrm>
      </p:grpSpPr>
      <p:sp>
        <p:nvSpPr>
          <p:cNvPr id="21" name="Title 1"/>
          <p:cNvSpPr>
            <a:spLocks noGrp="1"/>
          </p:cNvSpPr>
          <p:nvPr>
            <p:ph type="title"/>
          </p:nvPr>
        </p:nvSpPr>
        <p:spPr>
          <a:xfrm>
            <a:off x="990602" y="6126"/>
            <a:ext cx="8077199" cy="478631"/>
          </a:xfrm>
          <a:prstGeom prst="rect">
            <a:avLst/>
          </a:prstGeom>
        </p:spPr>
        <p:txBody>
          <a:bodyPr/>
          <a:lstStyle>
            <a:lvl1pPr>
              <a:defRPr sz="2250" b="1">
                <a:latin typeface="+mn-lt"/>
              </a:defRPr>
            </a:lvl1pPr>
          </a:lstStyle>
          <a:p>
            <a:r>
              <a:rPr lang="en-US" dirty="0"/>
              <a:t>Click to edit Master title style</a:t>
            </a:r>
            <a:endParaRPr lang="en-GB" dirty="0"/>
          </a:p>
        </p:txBody>
      </p:sp>
    </p:spTree>
    <p:extLst>
      <p:ext uri="{BB962C8B-B14F-4D97-AF65-F5344CB8AC3E}">
        <p14:creationId xmlns:p14="http://schemas.microsoft.com/office/powerpoint/2010/main" val="29370853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26" Type="http://schemas.openxmlformats.org/officeDocument/2006/relationships/slideLayout" Target="../slideLayouts/slideLayout29.xml"/><Relationship Id="rId3" Type="http://schemas.openxmlformats.org/officeDocument/2006/relationships/slideLayout" Target="../slideLayouts/slideLayout6.xml"/><Relationship Id="rId21" Type="http://schemas.openxmlformats.org/officeDocument/2006/relationships/slideLayout" Target="../slideLayouts/slideLayout24.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5" Type="http://schemas.openxmlformats.org/officeDocument/2006/relationships/slideLayout" Target="../slideLayouts/slideLayout28.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slideLayout" Target="../slideLayouts/slideLayout23.xml"/><Relationship Id="rId29" Type="http://schemas.openxmlformats.org/officeDocument/2006/relationships/slideLayout" Target="../slideLayouts/slideLayout32.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24" Type="http://schemas.openxmlformats.org/officeDocument/2006/relationships/slideLayout" Target="../slideLayouts/slideLayout27.xml"/><Relationship Id="rId5" Type="http://schemas.openxmlformats.org/officeDocument/2006/relationships/slideLayout" Target="../slideLayouts/slideLayout8.xml"/><Relationship Id="rId15" Type="http://schemas.openxmlformats.org/officeDocument/2006/relationships/slideLayout" Target="../slideLayouts/slideLayout18.xml"/><Relationship Id="rId23" Type="http://schemas.openxmlformats.org/officeDocument/2006/relationships/slideLayout" Target="../slideLayouts/slideLayout26.xml"/><Relationship Id="rId28" Type="http://schemas.openxmlformats.org/officeDocument/2006/relationships/slideLayout" Target="../slideLayouts/slideLayout31.xml"/><Relationship Id="rId10" Type="http://schemas.openxmlformats.org/officeDocument/2006/relationships/slideLayout" Target="../slideLayouts/slideLayout13.xml"/><Relationship Id="rId19" Type="http://schemas.openxmlformats.org/officeDocument/2006/relationships/slideLayout" Target="../slideLayouts/slideLayout22.xml"/><Relationship Id="rId31" Type="http://schemas.openxmlformats.org/officeDocument/2006/relationships/image" Target="../media/image2.png"/><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 Id="rId22" Type="http://schemas.openxmlformats.org/officeDocument/2006/relationships/slideLayout" Target="../slideLayouts/slideLayout25.xml"/><Relationship Id="rId27" Type="http://schemas.openxmlformats.org/officeDocument/2006/relationships/slideLayout" Target="../slideLayouts/slideLayout30.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81" name="Group 9"/>
          <p:cNvGrpSpPr>
            <a:grpSpLocks/>
          </p:cNvGrpSpPr>
          <p:nvPr userDrawn="1"/>
        </p:nvGrpSpPr>
        <p:grpSpPr bwMode="auto">
          <a:xfrm>
            <a:off x="0" y="608718"/>
            <a:ext cx="9144000" cy="54864"/>
            <a:chOff x="0" y="528"/>
            <a:chExt cx="5781" cy="181"/>
          </a:xfrm>
        </p:grpSpPr>
        <p:grpSp>
          <p:nvGrpSpPr>
            <p:cNvPr id="282" name="Group 10"/>
            <p:cNvGrpSpPr>
              <a:grpSpLocks/>
            </p:cNvGrpSpPr>
            <p:nvPr/>
          </p:nvGrpSpPr>
          <p:grpSpPr bwMode="auto">
            <a:xfrm>
              <a:off x="5653" y="528"/>
              <a:ext cx="128" cy="181"/>
              <a:chOff x="5945" y="439"/>
              <a:chExt cx="133" cy="181"/>
            </a:xfrm>
          </p:grpSpPr>
          <p:sp>
            <p:nvSpPr>
              <p:cNvPr id="297" name="Rectangle 11"/>
              <p:cNvSpPr>
                <a:spLocks noChangeArrowheads="1"/>
              </p:cNvSpPr>
              <p:nvPr/>
            </p:nvSpPr>
            <p:spPr bwMode="auto">
              <a:xfrm>
                <a:off x="6052" y="439"/>
                <a:ext cx="26" cy="181"/>
              </a:xfrm>
              <a:prstGeom prst="rect">
                <a:avLst/>
              </a:prstGeom>
              <a:gradFill rotWithShape="0">
                <a:gsLst>
                  <a:gs pos="0">
                    <a:srgbClr val="2F005E"/>
                  </a:gs>
                  <a:gs pos="100000">
                    <a:srgbClr val="6600CC"/>
                  </a:gs>
                </a:gsLst>
                <a:lin ang="0" scaled="1"/>
              </a:gradFill>
              <a:ln w="12700">
                <a:solidFill>
                  <a:schemeClr val="tx1"/>
                </a:solidFill>
                <a:miter lim="800000"/>
                <a:headEnd/>
                <a:tailEnd/>
              </a:ln>
            </p:spPr>
            <p:txBody>
              <a:bodyPr wrap="none" anchor="ctr"/>
              <a:lstStyle/>
              <a:p>
                <a:pPr>
                  <a:defRPr/>
                </a:pPr>
                <a:endParaRPr lang="en-US"/>
              </a:p>
            </p:txBody>
          </p:sp>
          <p:sp>
            <p:nvSpPr>
              <p:cNvPr id="298" name="Rectangle 12"/>
              <p:cNvSpPr>
                <a:spLocks noChangeArrowheads="1"/>
              </p:cNvSpPr>
              <p:nvPr/>
            </p:nvSpPr>
            <p:spPr bwMode="auto">
              <a:xfrm>
                <a:off x="5945" y="439"/>
                <a:ext cx="67" cy="181"/>
              </a:xfrm>
              <a:prstGeom prst="rect">
                <a:avLst/>
              </a:prstGeom>
              <a:gradFill rotWithShape="0">
                <a:gsLst>
                  <a:gs pos="0">
                    <a:srgbClr val="2F005E"/>
                  </a:gs>
                  <a:gs pos="100000">
                    <a:srgbClr val="6600CC"/>
                  </a:gs>
                </a:gsLst>
                <a:lin ang="0" scaled="1"/>
              </a:gradFill>
              <a:ln w="12700">
                <a:solidFill>
                  <a:schemeClr val="tx1"/>
                </a:solidFill>
                <a:miter lim="800000"/>
                <a:headEnd/>
                <a:tailEnd/>
              </a:ln>
            </p:spPr>
            <p:txBody>
              <a:bodyPr wrap="none" anchor="ctr"/>
              <a:lstStyle/>
              <a:p>
                <a:pPr>
                  <a:defRPr/>
                </a:pPr>
                <a:endParaRPr lang="en-US"/>
              </a:p>
            </p:txBody>
          </p:sp>
        </p:grpSp>
        <p:grpSp>
          <p:nvGrpSpPr>
            <p:cNvPr id="283" name="Group 13"/>
            <p:cNvGrpSpPr>
              <a:grpSpLocks/>
            </p:cNvGrpSpPr>
            <p:nvPr/>
          </p:nvGrpSpPr>
          <p:grpSpPr bwMode="auto">
            <a:xfrm>
              <a:off x="5314" y="528"/>
              <a:ext cx="280" cy="181"/>
              <a:chOff x="5592" y="439"/>
              <a:chExt cx="291" cy="181"/>
            </a:xfrm>
          </p:grpSpPr>
          <p:sp>
            <p:nvSpPr>
              <p:cNvPr id="295" name="Rectangle 14"/>
              <p:cNvSpPr>
                <a:spLocks noChangeArrowheads="1"/>
              </p:cNvSpPr>
              <p:nvPr/>
            </p:nvSpPr>
            <p:spPr bwMode="auto">
              <a:xfrm>
                <a:off x="5787" y="439"/>
                <a:ext cx="96" cy="181"/>
              </a:xfrm>
              <a:prstGeom prst="rect">
                <a:avLst/>
              </a:prstGeom>
              <a:gradFill rotWithShape="0">
                <a:gsLst>
                  <a:gs pos="0">
                    <a:srgbClr val="2F005E"/>
                  </a:gs>
                  <a:gs pos="100000">
                    <a:srgbClr val="6600CC"/>
                  </a:gs>
                </a:gsLst>
                <a:lin ang="0" scaled="1"/>
              </a:gradFill>
              <a:ln w="12700">
                <a:solidFill>
                  <a:schemeClr val="tx1"/>
                </a:solidFill>
                <a:miter lim="800000"/>
                <a:headEnd/>
                <a:tailEnd/>
              </a:ln>
            </p:spPr>
            <p:txBody>
              <a:bodyPr wrap="none" anchor="ctr"/>
              <a:lstStyle/>
              <a:p>
                <a:pPr>
                  <a:defRPr/>
                </a:pPr>
                <a:endParaRPr lang="en-US"/>
              </a:p>
            </p:txBody>
          </p:sp>
          <p:sp>
            <p:nvSpPr>
              <p:cNvPr id="296" name="Rectangle 15"/>
              <p:cNvSpPr>
                <a:spLocks noChangeArrowheads="1"/>
              </p:cNvSpPr>
              <p:nvPr/>
            </p:nvSpPr>
            <p:spPr bwMode="auto">
              <a:xfrm>
                <a:off x="5592" y="439"/>
                <a:ext cx="135" cy="181"/>
              </a:xfrm>
              <a:prstGeom prst="rect">
                <a:avLst/>
              </a:prstGeom>
              <a:gradFill rotWithShape="0">
                <a:gsLst>
                  <a:gs pos="0">
                    <a:srgbClr val="2F005E"/>
                  </a:gs>
                  <a:gs pos="100000">
                    <a:srgbClr val="6600CC"/>
                  </a:gs>
                </a:gsLst>
                <a:lin ang="0" scaled="1"/>
              </a:gradFill>
              <a:ln w="12700">
                <a:solidFill>
                  <a:schemeClr val="tx1"/>
                </a:solidFill>
                <a:miter lim="800000"/>
                <a:headEnd/>
                <a:tailEnd/>
              </a:ln>
            </p:spPr>
            <p:txBody>
              <a:bodyPr wrap="none" anchor="ctr"/>
              <a:lstStyle/>
              <a:p>
                <a:pPr>
                  <a:defRPr/>
                </a:pPr>
                <a:endParaRPr lang="en-US"/>
              </a:p>
            </p:txBody>
          </p:sp>
        </p:grpSp>
        <p:grpSp>
          <p:nvGrpSpPr>
            <p:cNvPr id="284" name="Group 16"/>
            <p:cNvGrpSpPr>
              <a:grpSpLocks/>
            </p:cNvGrpSpPr>
            <p:nvPr/>
          </p:nvGrpSpPr>
          <p:grpSpPr bwMode="auto">
            <a:xfrm>
              <a:off x="4843" y="528"/>
              <a:ext cx="414" cy="181"/>
              <a:chOff x="5102" y="439"/>
              <a:chExt cx="431" cy="181"/>
            </a:xfrm>
          </p:grpSpPr>
          <p:sp>
            <p:nvSpPr>
              <p:cNvPr id="293" name="Rectangle 17"/>
              <p:cNvSpPr>
                <a:spLocks noChangeArrowheads="1"/>
              </p:cNvSpPr>
              <p:nvPr/>
            </p:nvSpPr>
            <p:spPr bwMode="auto">
              <a:xfrm>
                <a:off x="5366" y="439"/>
                <a:ext cx="167" cy="181"/>
              </a:xfrm>
              <a:prstGeom prst="rect">
                <a:avLst/>
              </a:prstGeom>
              <a:gradFill rotWithShape="0">
                <a:gsLst>
                  <a:gs pos="0">
                    <a:srgbClr val="2F005E"/>
                  </a:gs>
                  <a:gs pos="100000">
                    <a:srgbClr val="6600CC"/>
                  </a:gs>
                </a:gsLst>
                <a:lin ang="0" scaled="1"/>
              </a:gradFill>
              <a:ln w="12700">
                <a:solidFill>
                  <a:schemeClr val="tx1"/>
                </a:solidFill>
                <a:miter lim="800000"/>
                <a:headEnd/>
                <a:tailEnd/>
              </a:ln>
            </p:spPr>
            <p:txBody>
              <a:bodyPr wrap="none" anchor="ctr"/>
              <a:lstStyle/>
              <a:p>
                <a:pPr>
                  <a:defRPr/>
                </a:pPr>
                <a:endParaRPr lang="en-US"/>
              </a:p>
            </p:txBody>
          </p:sp>
          <p:sp>
            <p:nvSpPr>
              <p:cNvPr id="294" name="Rectangle 18"/>
              <p:cNvSpPr>
                <a:spLocks noChangeArrowheads="1"/>
              </p:cNvSpPr>
              <p:nvPr/>
            </p:nvSpPr>
            <p:spPr bwMode="auto">
              <a:xfrm>
                <a:off x="5102" y="439"/>
                <a:ext cx="206" cy="181"/>
              </a:xfrm>
              <a:prstGeom prst="rect">
                <a:avLst/>
              </a:prstGeom>
              <a:gradFill rotWithShape="0">
                <a:gsLst>
                  <a:gs pos="0">
                    <a:srgbClr val="2F005E"/>
                  </a:gs>
                  <a:gs pos="100000">
                    <a:srgbClr val="6600CC"/>
                  </a:gs>
                </a:gsLst>
                <a:lin ang="0" scaled="1"/>
              </a:gradFill>
              <a:ln w="12700">
                <a:solidFill>
                  <a:schemeClr val="tx1"/>
                </a:solidFill>
                <a:miter lim="800000"/>
                <a:headEnd/>
                <a:tailEnd/>
              </a:ln>
            </p:spPr>
            <p:txBody>
              <a:bodyPr wrap="none" anchor="ctr"/>
              <a:lstStyle/>
              <a:p>
                <a:pPr>
                  <a:defRPr/>
                </a:pPr>
                <a:endParaRPr lang="en-US"/>
              </a:p>
            </p:txBody>
          </p:sp>
        </p:grpSp>
        <p:grpSp>
          <p:nvGrpSpPr>
            <p:cNvPr id="285" name="Group 19"/>
            <p:cNvGrpSpPr>
              <a:grpSpLocks/>
            </p:cNvGrpSpPr>
            <p:nvPr/>
          </p:nvGrpSpPr>
          <p:grpSpPr bwMode="auto">
            <a:xfrm>
              <a:off x="3489" y="528"/>
              <a:ext cx="1297" cy="181"/>
              <a:chOff x="3694" y="439"/>
              <a:chExt cx="1349" cy="181"/>
            </a:xfrm>
          </p:grpSpPr>
          <p:sp>
            <p:nvSpPr>
              <p:cNvPr id="289" name="Rectangle 20"/>
              <p:cNvSpPr>
                <a:spLocks noChangeArrowheads="1"/>
              </p:cNvSpPr>
              <p:nvPr/>
            </p:nvSpPr>
            <p:spPr bwMode="auto">
              <a:xfrm>
                <a:off x="4121" y="439"/>
                <a:ext cx="284" cy="181"/>
              </a:xfrm>
              <a:prstGeom prst="rect">
                <a:avLst/>
              </a:prstGeom>
              <a:gradFill rotWithShape="0">
                <a:gsLst>
                  <a:gs pos="0">
                    <a:srgbClr val="2F005E"/>
                  </a:gs>
                  <a:gs pos="100000">
                    <a:srgbClr val="6600CC"/>
                  </a:gs>
                </a:gsLst>
                <a:lin ang="0" scaled="1"/>
              </a:gradFill>
              <a:ln w="12700">
                <a:solidFill>
                  <a:schemeClr val="tx1"/>
                </a:solidFill>
                <a:miter lim="800000"/>
                <a:headEnd/>
                <a:tailEnd/>
              </a:ln>
            </p:spPr>
            <p:txBody>
              <a:bodyPr wrap="none" anchor="ctr"/>
              <a:lstStyle/>
              <a:p>
                <a:pPr>
                  <a:defRPr/>
                </a:pPr>
                <a:endParaRPr lang="en-US"/>
              </a:p>
            </p:txBody>
          </p:sp>
          <p:sp>
            <p:nvSpPr>
              <p:cNvPr id="290" name="Rectangle 21"/>
              <p:cNvSpPr>
                <a:spLocks noChangeArrowheads="1"/>
              </p:cNvSpPr>
              <p:nvPr/>
            </p:nvSpPr>
            <p:spPr bwMode="auto">
              <a:xfrm>
                <a:off x="4804" y="439"/>
                <a:ext cx="239" cy="181"/>
              </a:xfrm>
              <a:prstGeom prst="rect">
                <a:avLst/>
              </a:prstGeom>
              <a:gradFill rotWithShape="0">
                <a:gsLst>
                  <a:gs pos="0">
                    <a:srgbClr val="2F005E"/>
                  </a:gs>
                  <a:gs pos="100000">
                    <a:srgbClr val="6600CC"/>
                  </a:gs>
                </a:gsLst>
                <a:lin ang="0" scaled="1"/>
              </a:gradFill>
              <a:ln w="12700">
                <a:solidFill>
                  <a:schemeClr val="tx1"/>
                </a:solidFill>
                <a:miter lim="800000"/>
                <a:headEnd/>
                <a:tailEnd/>
              </a:ln>
            </p:spPr>
            <p:txBody>
              <a:bodyPr wrap="none" anchor="ctr"/>
              <a:lstStyle/>
              <a:p>
                <a:pPr>
                  <a:defRPr/>
                </a:pPr>
                <a:endParaRPr lang="en-US"/>
              </a:p>
            </p:txBody>
          </p:sp>
          <p:sp>
            <p:nvSpPr>
              <p:cNvPr id="291" name="Rectangle 22"/>
              <p:cNvSpPr>
                <a:spLocks noChangeArrowheads="1"/>
              </p:cNvSpPr>
              <p:nvPr/>
            </p:nvSpPr>
            <p:spPr bwMode="auto">
              <a:xfrm>
                <a:off x="4470" y="439"/>
                <a:ext cx="277" cy="181"/>
              </a:xfrm>
              <a:prstGeom prst="rect">
                <a:avLst/>
              </a:prstGeom>
              <a:gradFill rotWithShape="0">
                <a:gsLst>
                  <a:gs pos="0">
                    <a:srgbClr val="2F005E"/>
                  </a:gs>
                  <a:gs pos="100000">
                    <a:srgbClr val="6600CC"/>
                  </a:gs>
                </a:gsLst>
                <a:lin ang="0" scaled="1"/>
              </a:gradFill>
              <a:ln w="12700">
                <a:solidFill>
                  <a:schemeClr val="tx1"/>
                </a:solidFill>
                <a:miter lim="800000"/>
                <a:headEnd/>
                <a:tailEnd/>
              </a:ln>
            </p:spPr>
            <p:txBody>
              <a:bodyPr wrap="none" anchor="ctr"/>
              <a:lstStyle/>
              <a:p>
                <a:pPr>
                  <a:defRPr/>
                </a:pPr>
                <a:endParaRPr lang="en-US"/>
              </a:p>
            </p:txBody>
          </p:sp>
          <p:sp>
            <p:nvSpPr>
              <p:cNvPr id="292" name="Rectangle 23"/>
              <p:cNvSpPr>
                <a:spLocks noChangeArrowheads="1"/>
              </p:cNvSpPr>
              <p:nvPr/>
            </p:nvSpPr>
            <p:spPr bwMode="auto">
              <a:xfrm>
                <a:off x="3694" y="439"/>
                <a:ext cx="350" cy="181"/>
              </a:xfrm>
              <a:prstGeom prst="rect">
                <a:avLst/>
              </a:prstGeom>
              <a:gradFill rotWithShape="0">
                <a:gsLst>
                  <a:gs pos="0">
                    <a:srgbClr val="2F005E"/>
                  </a:gs>
                  <a:gs pos="100000">
                    <a:srgbClr val="6600CC"/>
                  </a:gs>
                </a:gsLst>
                <a:lin ang="0" scaled="1"/>
              </a:gradFill>
              <a:ln w="12700">
                <a:solidFill>
                  <a:schemeClr val="tx1"/>
                </a:solidFill>
                <a:miter lim="800000"/>
                <a:headEnd/>
                <a:tailEnd/>
              </a:ln>
            </p:spPr>
            <p:txBody>
              <a:bodyPr wrap="none" anchor="ctr"/>
              <a:lstStyle/>
              <a:p>
                <a:pPr>
                  <a:defRPr/>
                </a:pPr>
                <a:endParaRPr lang="en-US"/>
              </a:p>
            </p:txBody>
          </p:sp>
        </p:grpSp>
        <p:grpSp>
          <p:nvGrpSpPr>
            <p:cNvPr id="286" name="Group 24"/>
            <p:cNvGrpSpPr>
              <a:grpSpLocks/>
            </p:cNvGrpSpPr>
            <p:nvPr/>
          </p:nvGrpSpPr>
          <p:grpSpPr bwMode="auto">
            <a:xfrm>
              <a:off x="0" y="528"/>
              <a:ext cx="3436" cy="181"/>
              <a:chOff x="65" y="439"/>
              <a:chExt cx="3574" cy="181"/>
            </a:xfrm>
          </p:grpSpPr>
          <p:sp>
            <p:nvSpPr>
              <p:cNvPr id="287" name="Rectangle 25"/>
              <p:cNvSpPr>
                <a:spLocks noChangeArrowheads="1"/>
              </p:cNvSpPr>
              <p:nvPr/>
            </p:nvSpPr>
            <p:spPr bwMode="auto">
              <a:xfrm>
                <a:off x="3255" y="439"/>
                <a:ext cx="384" cy="181"/>
              </a:xfrm>
              <a:prstGeom prst="rect">
                <a:avLst/>
              </a:prstGeom>
              <a:gradFill rotWithShape="0">
                <a:gsLst>
                  <a:gs pos="0">
                    <a:srgbClr val="2F005E"/>
                  </a:gs>
                  <a:gs pos="100000">
                    <a:srgbClr val="6600CC"/>
                  </a:gs>
                </a:gsLst>
                <a:lin ang="0" scaled="1"/>
              </a:gradFill>
              <a:ln w="12700">
                <a:solidFill>
                  <a:schemeClr val="tx1"/>
                </a:solidFill>
                <a:miter lim="800000"/>
                <a:headEnd/>
                <a:tailEnd/>
              </a:ln>
            </p:spPr>
            <p:txBody>
              <a:bodyPr wrap="none" anchor="ctr"/>
              <a:lstStyle/>
              <a:p>
                <a:pPr>
                  <a:defRPr/>
                </a:pPr>
                <a:endParaRPr lang="en-US"/>
              </a:p>
            </p:txBody>
          </p:sp>
          <p:sp>
            <p:nvSpPr>
              <p:cNvPr id="288" name="Rectangle 26"/>
              <p:cNvSpPr>
                <a:spLocks noChangeArrowheads="1"/>
              </p:cNvSpPr>
              <p:nvPr/>
            </p:nvSpPr>
            <p:spPr bwMode="auto">
              <a:xfrm>
                <a:off x="65" y="439"/>
                <a:ext cx="3134" cy="181"/>
              </a:xfrm>
              <a:prstGeom prst="rect">
                <a:avLst/>
              </a:prstGeom>
              <a:gradFill rotWithShape="0">
                <a:gsLst>
                  <a:gs pos="0">
                    <a:srgbClr val="2F005E"/>
                  </a:gs>
                  <a:gs pos="100000">
                    <a:srgbClr val="6600CC"/>
                  </a:gs>
                </a:gsLst>
                <a:lin ang="0" scaled="1"/>
              </a:gradFill>
              <a:ln w="12700">
                <a:solidFill>
                  <a:schemeClr val="tx1"/>
                </a:solidFill>
                <a:miter lim="800000"/>
                <a:headEnd/>
                <a:tailEnd/>
              </a:ln>
            </p:spPr>
            <p:txBody>
              <a:bodyPr wrap="none" anchor="ctr"/>
              <a:lstStyle/>
              <a:p>
                <a:pPr>
                  <a:defRPr/>
                </a:pPr>
                <a:endParaRPr lang="en-US"/>
              </a:p>
            </p:txBody>
          </p:sp>
        </p:grpSp>
      </p:grpSp>
      <p:sp>
        <p:nvSpPr>
          <p:cNvPr id="107" name="Date Placeholder 2"/>
          <p:cNvSpPr txBox="1">
            <a:spLocks/>
          </p:cNvSpPr>
          <p:nvPr userDrawn="1"/>
        </p:nvSpPr>
        <p:spPr bwMode="auto">
          <a:xfrm>
            <a:off x="0" y="4785608"/>
            <a:ext cx="1752600" cy="364830"/>
          </a:xfrm>
          <a:prstGeom prst="rect">
            <a:avLst/>
          </a:prstGeom>
          <a:noFill/>
          <a:ln w="9525">
            <a:noFill/>
            <a:miter lim="800000"/>
            <a:headEnd/>
            <a:tailEnd/>
          </a:ln>
        </p:spPr>
        <p:txBody>
          <a:bodyPr/>
          <a:lstStyle/>
          <a:p>
            <a:pPr>
              <a:defRPr/>
            </a:pPr>
            <a:r>
              <a:rPr lang="en-US" sz="600" dirty="0" err="1">
                <a:latin typeface="Arial" pitchFamily="34" charset="0"/>
                <a:cs typeface="Arial" pitchFamily="34" charset="0"/>
              </a:rPr>
              <a:t>DoP</a:t>
            </a:r>
            <a:r>
              <a:rPr lang="en-US" sz="600" dirty="0" smtClean="0">
                <a:latin typeface="Arial" pitchFamily="34" charset="0"/>
                <a:cs typeface="Arial" pitchFamily="34" charset="0"/>
              </a:rPr>
              <a:t>:  FEB 2023</a:t>
            </a:r>
            <a:endParaRPr lang="en-US" sz="600" dirty="0">
              <a:latin typeface="Arial" pitchFamily="34" charset="0"/>
              <a:cs typeface="Arial" pitchFamily="34" charset="0"/>
            </a:endParaRPr>
          </a:p>
          <a:p>
            <a:pPr>
              <a:defRPr/>
            </a:pPr>
            <a:r>
              <a:rPr lang="en-US" sz="600" dirty="0" smtClean="0">
                <a:latin typeface="Arial" pitchFamily="34" charset="0"/>
                <a:cs typeface="Arial" pitchFamily="34" charset="0"/>
              </a:rPr>
              <a:t>OPR   JORTVEIT,</a:t>
            </a:r>
            <a:r>
              <a:rPr lang="en-US" sz="600" baseline="0" dirty="0" smtClean="0">
                <a:latin typeface="Arial" pitchFamily="34" charset="0"/>
                <a:cs typeface="Arial" pitchFamily="34" charset="0"/>
              </a:rPr>
              <a:t> AM</a:t>
            </a:r>
            <a:r>
              <a:rPr lang="en-US" sz="600" dirty="0" smtClean="0">
                <a:latin typeface="Arial" pitchFamily="34" charset="0"/>
                <a:cs typeface="Arial" pitchFamily="34" charset="0"/>
              </a:rPr>
              <a:t>, OR-7,</a:t>
            </a:r>
            <a:r>
              <a:rPr lang="en-US" sz="600" baseline="0" dirty="0" smtClean="0">
                <a:latin typeface="Arial" pitchFamily="34" charset="0"/>
                <a:cs typeface="Arial" pitchFamily="34" charset="0"/>
              </a:rPr>
              <a:t> NOR A</a:t>
            </a:r>
            <a:endParaRPr lang="en-US" sz="600" dirty="0">
              <a:latin typeface="Arial" pitchFamily="34" charset="0"/>
              <a:cs typeface="Arial" pitchFamily="34" charset="0"/>
            </a:endParaRPr>
          </a:p>
          <a:p>
            <a:pPr>
              <a:defRPr/>
            </a:pPr>
            <a:r>
              <a:rPr lang="en-US" sz="600" dirty="0" smtClean="0">
                <a:latin typeface="Arial" pitchFamily="34" charset="0"/>
                <a:cs typeface="Arial" pitchFamily="34" charset="0"/>
              </a:rPr>
              <a:t>DCOS SPT/J4 LOPB</a:t>
            </a:r>
            <a:endParaRPr lang="en-US" sz="600" dirty="0">
              <a:latin typeface="Arial" pitchFamily="34" charset="0"/>
              <a:cs typeface="Arial" pitchFamily="34" charset="0"/>
            </a:endParaRPr>
          </a:p>
        </p:txBody>
      </p:sp>
      <p:sp>
        <p:nvSpPr>
          <p:cNvPr id="108" name="TextBox 107"/>
          <p:cNvSpPr txBox="1"/>
          <p:nvPr userDrawn="1"/>
        </p:nvSpPr>
        <p:spPr>
          <a:xfrm>
            <a:off x="8656520" y="4908844"/>
            <a:ext cx="487480" cy="230832"/>
          </a:xfrm>
          <a:prstGeom prst="rect">
            <a:avLst/>
          </a:prstGeom>
          <a:noFill/>
        </p:spPr>
        <p:txBody>
          <a:bodyPr wrap="square">
            <a:spAutoFit/>
          </a:bodyPr>
          <a:lstStyle/>
          <a:p>
            <a:pPr>
              <a:defRPr/>
            </a:pPr>
            <a:fld id="{5429EF7C-8AD9-4625-9C6E-375CADE9C7A9}" type="slidenum">
              <a:rPr lang="en-US" sz="900">
                <a:latin typeface="Arial" pitchFamily="34" charset="0"/>
              </a:rPr>
              <a:pPr>
                <a:defRPr/>
              </a:pPr>
              <a:t>‹#›</a:t>
            </a:fld>
            <a:endParaRPr lang="en-GB" sz="900" dirty="0">
              <a:latin typeface="Arial" pitchFamily="34" charset="0"/>
            </a:endParaRPr>
          </a:p>
        </p:txBody>
      </p:sp>
      <p:sp>
        <p:nvSpPr>
          <p:cNvPr id="109" name="TextBox 108"/>
          <p:cNvSpPr txBox="1"/>
          <p:nvPr userDrawn="1"/>
        </p:nvSpPr>
        <p:spPr>
          <a:xfrm>
            <a:off x="3879106" y="4912254"/>
            <a:ext cx="1377300" cy="230832"/>
          </a:xfrm>
          <a:prstGeom prst="rect">
            <a:avLst/>
          </a:prstGeom>
          <a:noFill/>
        </p:spPr>
        <p:txBody>
          <a:bodyPr wrap="none">
            <a:spAutoFit/>
          </a:bodyPr>
          <a:lstStyle/>
          <a:p>
            <a:pPr algn="ctr">
              <a:defRPr/>
            </a:pPr>
            <a:r>
              <a:rPr lang="en-US" sz="900" dirty="0">
                <a:latin typeface="Arial" pitchFamily="34" charset="0"/>
              </a:rPr>
              <a:t>NATO UNCLASSIFIED</a:t>
            </a:r>
            <a:endParaRPr lang="en-GB" sz="900" dirty="0">
              <a:latin typeface="Arial" pitchFamily="34" charset="0"/>
            </a:endParaRPr>
          </a:p>
        </p:txBody>
      </p:sp>
      <p:pic>
        <p:nvPicPr>
          <p:cNvPr id="41" name="Picture 4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4432" y="34700"/>
            <a:ext cx="783768" cy="685800"/>
          </a:xfrm>
          <a:prstGeom prst="rect">
            <a:avLst/>
          </a:prstGeom>
        </p:spPr>
      </p:pic>
    </p:spTree>
  </p:cSld>
  <p:clrMap bg1="lt1" tx1="dk1" bg2="lt2" tx2="dk2" accent1="accent1" accent2="accent2" accent3="accent3" accent4="accent4" accent5="accent5" accent6="accent6" hlink="hlink" folHlink="folHlink"/>
  <p:sldLayoutIdLst>
    <p:sldLayoutId id="2147483650" r:id="rId1"/>
    <p:sldLayoutId id="2147483655" r:id="rId2"/>
    <p:sldLayoutId id="2147483657" r:id="rId3"/>
  </p:sldLayoutIdLst>
  <p:timing>
    <p:tnLst>
      <p:par>
        <p:cTn id="1" dur="indefinite" restart="never" nodeType="tmRoot"/>
      </p:par>
    </p:tnLst>
  </p:timing>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B7AE8E-5B5C-9A4D-BB43-B5F8F0D9BF3C}"/>
              </a:ext>
            </a:extLst>
          </p:cNvPr>
          <p:cNvSpPr/>
          <p:nvPr/>
        </p:nvSpPr>
        <p:spPr>
          <a:xfrm>
            <a:off x="0" y="528547"/>
            <a:ext cx="9144000" cy="80981"/>
          </a:xfrm>
          <a:prstGeom prst="rect">
            <a:avLst/>
          </a:prstGeom>
          <a:solidFill>
            <a:schemeClr val="bg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7" name="Rectangle 6">
            <a:extLst>
              <a:ext uri="{FF2B5EF4-FFF2-40B4-BE49-F238E27FC236}">
                <a16:creationId xmlns:a16="http://schemas.microsoft.com/office/drawing/2014/main" id="{2BF1FFEF-2DA7-E84F-9972-F312F096D16C}"/>
              </a:ext>
            </a:extLst>
          </p:cNvPr>
          <p:cNvSpPr/>
          <p:nvPr/>
        </p:nvSpPr>
        <p:spPr>
          <a:xfrm>
            <a:off x="0" y="465516"/>
            <a:ext cx="9144000" cy="80981"/>
          </a:xfrm>
          <a:prstGeom prst="rect">
            <a:avLst/>
          </a:prstGeom>
          <a:solidFill>
            <a:schemeClr val="tx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8" name="Rectangle 7"/>
          <p:cNvSpPr/>
          <p:nvPr/>
        </p:nvSpPr>
        <p:spPr>
          <a:xfrm>
            <a:off x="0" y="0"/>
            <a:ext cx="9144000" cy="465516"/>
          </a:xfrm>
          <a:prstGeom prst="rect">
            <a:avLst/>
          </a:prstGeom>
          <a:gradFill flip="none" rotWithShape="1">
            <a:gsLst>
              <a:gs pos="0">
                <a:schemeClr val="tx2">
                  <a:lumMod val="50000"/>
                </a:schemeClr>
              </a:gs>
              <a:gs pos="17000">
                <a:schemeClr val="bg1">
                  <a:tint val="44500"/>
                  <a:satMod val="160000"/>
                  <a:lumMod val="80029"/>
                </a:schemeClr>
              </a:gs>
              <a:gs pos="100000">
                <a:schemeClr val="bg1">
                  <a:lumMod val="75000"/>
                  <a:lumOff val="25000"/>
                  <a:tint val="23500"/>
                  <a:satMod val="16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DDFC04C9-B501-5D48-A805-4935DC0BC047}"/>
              </a:ext>
            </a:extLst>
          </p:cNvPr>
          <p:cNvSpPr>
            <a:spLocks noGrp="1"/>
          </p:cNvSpPr>
          <p:nvPr>
            <p:ph type="title"/>
          </p:nvPr>
        </p:nvSpPr>
        <p:spPr>
          <a:xfrm>
            <a:off x="386954" y="834520"/>
            <a:ext cx="7886700" cy="994172"/>
          </a:xfrm>
          <a:prstGeom prst="rect">
            <a:avLst/>
          </a:prstGeom>
        </p:spPr>
        <p:txBody>
          <a:bodyPr vert="horz" lIns="91440" tIns="45720" rIns="91440" bIns="45720" rtlCol="0" anchor="ctr">
            <a:normAutofit/>
          </a:bodyPr>
          <a:lstStyle/>
          <a:p>
            <a:r>
              <a:rPr lang="en-GB" dirty="0"/>
              <a:t>to edit Master title style</a:t>
            </a:r>
            <a:endParaRPr lang="x-none" dirty="0"/>
          </a:p>
        </p:txBody>
      </p:sp>
      <p:sp>
        <p:nvSpPr>
          <p:cNvPr id="3" name="Text Placeholder 2">
            <a:extLst>
              <a:ext uri="{FF2B5EF4-FFF2-40B4-BE49-F238E27FC236}">
                <a16:creationId xmlns:a16="http://schemas.microsoft.com/office/drawing/2014/main" id="{4D1BC9A9-7B8B-8241-9B15-3E47EEDD02B3}"/>
              </a:ext>
            </a:extLst>
          </p:cNvPr>
          <p:cNvSpPr>
            <a:spLocks noGrp="1"/>
          </p:cNvSpPr>
          <p:nvPr>
            <p:ph type="body" idx="1"/>
          </p:nvPr>
        </p:nvSpPr>
        <p:spPr>
          <a:xfrm>
            <a:off x="386954" y="1828692"/>
            <a:ext cx="7886700" cy="276831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5" name="Footer Placeholder 4">
            <a:extLst>
              <a:ext uri="{FF2B5EF4-FFF2-40B4-BE49-F238E27FC236}">
                <a16:creationId xmlns:a16="http://schemas.microsoft.com/office/drawing/2014/main" id="{D91C20A6-FE70-C243-AE15-9AFDDCD8551A}"/>
              </a:ext>
            </a:extLst>
          </p:cNvPr>
          <p:cNvSpPr>
            <a:spLocks noGrp="1"/>
          </p:cNvSpPr>
          <p:nvPr>
            <p:ph type="ftr" sz="quarter" idx="3"/>
          </p:nvPr>
        </p:nvSpPr>
        <p:spPr>
          <a:xfrm>
            <a:off x="386954" y="4597004"/>
            <a:ext cx="3086100" cy="408384"/>
          </a:xfrm>
          <a:prstGeom prst="rect">
            <a:avLst/>
          </a:prstGeom>
        </p:spPr>
        <p:txBody>
          <a:bodyPr vert="horz" lIns="91440" tIns="45720" rIns="91440" bIns="45720" rtlCol="0" anchor="ctr"/>
          <a:lstStyle>
            <a:lvl1pPr algn="l">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6" name="Slide Number Placeholder 5">
            <a:extLst>
              <a:ext uri="{FF2B5EF4-FFF2-40B4-BE49-F238E27FC236}">
                <a16:creationId xmlns:a16="http://schemas.microsoft.com/office/drawing/2014/main" id="{2D9DC6B1-4B05-8D4F-B57F-AF4A120D8E7D}"/>
              </a:ext>
            </a:extLst>
          </p:cNvPr>
          <p:cNvSpPr>
            <a:spLocks noGrp="1"/>
          </p:cNvSpPr>
          <p:nvPr>
            <p:ph type="sldNum" sz="quarter" idx="4"/>
          </p:nvPr>
        </p:nvSpPr>
        <p:spPr>
          <a:xfrm>
            <a:off x="6885223" y="4731544"/>
            <a:ext cx="2057400" cy="273844"/>
          </a:xfrm>
          <a:prstGeom prst="rect">
            <a:avLst/>
          </a:prstGeom>
        </p:spPr>
        <p:txBody>
          <a:bodyPr vert="horz" lIns="91440" tIns="45720" rIns="91440" bIns="45720" rtlCol="0" anchor="ctr"/>
          <a:lstStyle>
            <a:lvl1pPr algn="r">
              <a:defRPr sz="750" b="0" i="0">
                <a:solidFill>
                  <a:schemeClr val="tx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26/02/2023</a:t>
            </a:fld>
            <a:r>
              <a:rPr lang="x-none" dirty="0"/>
              <a:t>  |  </a:t>
            </a:r>
            <a:r>
              <a:rPr lang="en-GB" dirty="0"/>
              <a:t>P</a:t>
            </a:r>
            <a:r>
              <a:rPr lang="x-none" dirty="0"/>
              <a:t>AGE </a:t>
            </a:r>
            <a:fld id="{3C66DE6B-CC4B-F74A-99D4-2DC8DD154D90}" type="slidenum">
              <a:rPr lang="x-none" smtClean="0"/>
              <a:pPr/>
              <a:t>‹#›</a:t>
            </a:fld>
            <a:endParaRPr lang="x-none" dirty="0"/>
          </a:p>
        </p:txBody>
      </p:sp>
      <p:pic>
        <p:nvPicPr>
          <p:cNvPr id="4" name="Picture 3"/>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67845" y="49156"/>
            <a:ext cx="829868" cy="650824"/>
          </a:xfrm>
          <a:prstGeom prst="rect">
            <a:avLst/>
          </a:prstGeom>
        </p:spPr>
      </p:pic>
    </p:spTree>
    <p:extLst>
      <p:ext uri="{BB962C8B-B14F-4D97-AF65-F5344CB8AC3E}">
        <p14:creationId xmlns:p14="http://schemas.microsoft.com/office/powerpoint/2010/main" val="3525194007"/>
      </p:ext>
    </p:extLst>
  </p:cSld>
  <p:clrMap bg1="dk1" tx1="lt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Lst>
  <p:hf hdr="0" dt="0"/>
  <p:txStyles>
    <p:titleStyle>
      <a:lvl1pPr algn="l" defTabSz="685800" rtl="0" eaLnBrk="1" latinLnBrk="0" hangingPunct="1">
        <a:lnSpc>
          <a:spcPct val="90000"/>
        </a:lnSpc>
        <a:spcBef>
          <a:spcPct val="0"/>
        </a:spcBef>
        <a:buNone/>
        <a:defRPr sz="3300" b="1" i="0" kern="1200" baseline="0">
          <a:solidFill>
            <a:schemeClr val="tx1"/>
          </a:solidFill>
          <a:latin typeface="Garamond" panose="02020404030301010803" pitchFamily="18" charset="0"/>
          <a:ea typeface="Noto Serif" panose="02020600060500020200" pitchFamily="18" charset="0"/>
          <a:cs typeface="Noto Serif" panose="02020600060500020200" pitchFamily="18" charset="0"/>
        </a:defRPr>
      </a:lvl1pPr>
    </p:titleStyle>
    <p:bodyStyle>
      <a:lvl1pPr marL="171450" indent="-171450" algn="l" defTabSz="685800" rtl="0" eaLnBrk="1" latinLnBrk="0" hangingPunct="1">
        <a:lnSpc>
          <a:spcPct val="150000"/>
        </a:lnSpc>
        <a:spcBef>
          <a:spcPts val="750"/>
        </a:spcBef>
        <a:buClr>
          <a:schemeClr val="tx1">
            <a:lumMod val="65000"/>
          </a:schemeClr>
        </a:buClr>
        <a:buFont typeface="Wingdings" pitchFamily="2" charset="2"/>
        <a:buChar char="§"/>
        <a:defRPr sz="1800" kern="1200">
          <a:solidFill>
            <a:srgbClr val="485045"/>
          </a:solidFill>
          <a:latin typeface="Arial" panose="020B0604020202020204" pitchFamily="34" charset="0"/>
          <a:ea typeface="Noto Sans" panose="020B0502040504020204" pitchFamily="34" charset="0"/>
          <a:cs typeface="Arial" panose="020B0604020202020204" pitchFamily="34" charset="0"/>
        </a:defRPr>
      </a:lvl1pPr>
      <a:lvl2pPr marL="514350" indent="-171450" algn="l" defTabSz="685800" rtl="0" eaLnBrk="1" latinLnBrk="0" hangingPunct="1">
        <a:lnSpc>
          <a:spcPct val="150000"/>
        </a:lnSpc>
        <a:spcBef>
          <a:spcPts val="375"/>
        </a:spcBef>
        <a:buClr>
          <a:schemeClr val="tx1">
            <a:lumMod val="65000"/>
          </a:schemeClr>
        </a:buClr>
        <a:buFont typeface="Wingdings" pitchFamily="2" charset="2"/>
        <a:buChar char="§"/>
        <a:defRPr sz="1500" kern="1200">
          <a:solidFill>
            <a:srgbClr val="485045"/>
          </a:solidFill>
          <a:latin typeface="Arial" panose="020B0604020202020204" pitchFamily="34" charset="0"/>
          <a:ea typeface="Noto Sans" panose="020B0502040504020204" pitchFamily="34" charset="0"/>
          <a:cs typeface="Arial" panose="020B0604020202020204" pitchFamily="34" charset="0"/>
        </a:defRPr>
      </a:lvl2pPr>
      <a:lvl3pPr marL="857250" indent="-171450" algn="l" defTabSz="685800" rtl="0" eaLnBrk="1" latinLnBrk="0" hangingPunct="1">
        <a:lnSpc>
          <a:spcPct val="150000"/>
        </a:lnSpc>
        <a:spcBef>
          <a:spcPts val="375"/>
        </a:spcBef>
        <a:buClr>
          <a:schemeClr val="tx1">
            <a:lumMod val="65000"/>
          </a:schemeClr>
        </a:buClr>
        <a:buFont typeface="Wingdings" pitchFamily="2" charset="2"/>
        <a:buChar char="§"/>
        <a:defRPr sz="1350" kern="1200">
          <a:solidFill>
            <a:srgbClr val="485045"/>
          </a:solidFill>
          <a:latin typeface="Arial" panose="020B0604020202020204" pitchFamily="34" charset="0"/>
          <a:ea typeface="Noto Sans" panose="020B0502040504020204" pitchFamily="34" charset="0"/>
          <a:cs typeface="Arial" panose="020B0604020202020204" pitchFamily="34" charset="0"/>
        </a:defRPr>
      </a:lvl3pPr>
      <a:lvl4pPr marL="1200150" indent="-171450" algn="l" defTabSz="685800" rtl="0" eaLnBrk="1" latinLnBrk="0" hangingPunct="1">
        <a:lnSpc>
          <a:spcPct val="150000"/>
        </a:lnSpc>
        <a:spcBef>
          <a:spcPts val="375"/>
        </a:spcBef>
        <a:buClr>
          <a:schemeClr val="tx1">
            <a:lumMod val="65000"/>
          </a:schemeClr>
        </a:buClr>
        <a:buFont typeface="Wingdings" pitchFamily="2" charset="2"/>
        <a:buChar char="§"/>
        <a:defRPr sz="1200" kern="1200">
          <a:solidFill>
            <a:srgbClr val="485045"/>
          </a:solidFill>
          <a:latin typeface="Arial" panose="020B0604020202020204" pitchFamily="34" charset="0"/>
          <a:ea typeface="Noto Sans" panose="020B0502040504020204" pitchFamily="34" charset="0"/>
          <a:cs typeface="Arial" panose="020B0604020202020204" pitchFamily="34" charset="0"/>
        </a:defRPr>
      </a:lvl4pPr>
      <a:lvl5pPr marL="1543050" indent="-171450" algn="l" defTabSz="685800" rtl="0" eaLnBrk="1" latinLnBrk="0" hangingPunct="1">
        <a:lnSpc>
          <a:spcPct val="150000"/>
        </a:lnSpc>
        <a:spcBef>
          <a:spcPts val="375"/>
        </a:spcBef>
        <a:buClr>
          <a:srgbClr val="AFD8ED"/>
        </a:buClr>
        <a:buFont typeface="Arial" panose="020B0604020202020204" pitchFamily="34" charset="0"/>
        <a:buChar char="•"/>
        <a:defRPr sz="1350" kern="1200">
          <a:solidFill>
            <a:srgbClr val="383838"/>
          </a:solidFill>
          <a:latin typeface="Source Sans Pro" panose="020B0503030403020204" pitchFamily="34" charset="0"/>
          <a:ea typeface="Source Sans Pro" panose="020B0503030403020204" pitchFamily="34" charset="0"/>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x-non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25">
          <p15:clr>
            <a:srgbClr val="F26B43"/>
          </p15:clr>
        </p15:guide>
        <p15:guide id="2" pos="7355">
          <p15:clr>
            <a:srgbClr val="F26B43"/>
          </p15:clr>
        </p15:guide>
        <p15:guide id="3" orient="horz" pos="346">
          <p15:clr>
            <a:srgbClr val="F26B43"/>
          </p15:clr>
        </p15:guide>
        <p15:guide id="4" orient="horz" pos="3974">
          <p15:clr>
            <a:srgbClr val="F26B43"/>
          </p15:clr>
        </p15:guide>
        <p15:guide id="5" pos="3840">
          <p15:clr>
            <a:srgbClr val="F26B43"/>
          </p15:clr>
        </p15:guide>
        <p15:guide id="6" orient="horz" pos="2160">
          <p15:clr>
            <a:srgbClr val="F26B43"/>
          </p15:clr>
        </p15:guide>
        <p15:guide id="7" orient="horz" pos="3861">
          <p15:clr>
            <a:srgbClr val="F26B43"/>
          </p15:clr>
        </p15:guide>
        <p15:guide id="8" orient="horz" pos="11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12.jpeg"/><Relationship Id="rId5" Type="http://schemas.openxmlformats.org/officeDocument/2006/relationships/image" Target="../media/image11.jpeg"/><Relationship Id="rId10" Type="http://schemas.openxmlformats.org/officeDocument/2006/relationships/image" Target="../media/image16.jpeg"/><Relationship Id="rId4" Type="http://schemas.openxmlformats.org/officeDocument/2006/relationships/image" Target="../media/image10.png"/><Relationship Id="rId9" Type="http://schemas.openxmlformats.org/officeDocument/2006/relationships/image" Target="../media/image15.jpe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20.emf"/><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5.jpg"/><Relationship Id="rId4"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8"/>
          <p:cNvSpPr txBox="1">
            <a:spLocks noChangeArrowheads="1"/>
          </p:cNvSpPr>
          <p:nvPr/>
        </p:nvSpPr>
        <p:spPr bwMode="auto">
          <a:xfrm>
            <a:off x="228600" y="697186"/>
            <a:ext cx="8483600" cy="4585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defTabSz="914378" eaLnBrk="1" hangingPunct="1"/>
            <a:endParaRPr lang="en-US" altLang="en-US" sz="1800" dirty="0">
              <a:solidFill>
                <a:srgbClr val="000000"/>
              </a:solidFill>
            </a:endParaRPr>
          </a:p>
          <a:p>
            <a:pPr defTabSz="914378" eaLnBrk="1" hangingPunct="1"/>
            <a:r>
              <a:rPr lang="en-US" altLang="en-US" sz="1800" dirty="0">
                <a:solidFill>
                  <a:srgbClr val="000000"/>
                </a:solidFill>
              </a:rPr>
              <a:t>Age:		</a:t>
            </a:r>
            <a:r>
              <a:rPr lang="en-US" altLang="en-US" sz="1800" dirty="0" smtClean="0">
                <a:solidFill>
                  <a:srgbClr val="000000"/>
                </a:solidFill>
              </a:rPr>
              <a:t>40</a:t>
            </a:r>
            <a:endParaRPr lang="en-US" altLang="en-US" sz="1800" dirty="0">
              <a:solidFill>
                <a:srgbClr val="000000"/>
              </a:solidFill>
            </a:endParaRPr>
          </a:p>
          <a:p>
            <a:pPr defTabSz="914378" eaLnBrk="1" hangingPunct="1"/>
            <a:r>
              <a:rPr lang="en-US" altLang="en-US" sz="1800" dirty="0">
                <a:solidFill>
                  <a:srgbClr val="000000"/>
                </a:solidFill>
              </a:rPr>
              <a:t>Years in service:	</a:t>
            </a:r>
            <a:r>
              <a:rPr lang="en-US" altLang="en-US" sz="1800" dirty="0" smtClean="0">
                <a:solidFill>
                  <a:srgbClr val="000000"/>
                </a:solidFill>
              </a:rPr>
              <a:t>15</a:t>
            </a:r>
            <a:endParaRPr lang="en-US" altLang="en-US" sz="1800" dirty="0">
              <a:solidFill>
                <a:srgbClr val="000000"/>
              </a:solidFill>
            </a:endParaRPr>
          </a:p>
          <a:p>
            <a:pPr defTabSz="914378" eaLnBrk="1" hangingPunct="1"/>
            <a:r>
              <a:rPr lang="en-US" altLang="en-US" sz="1800" dirty="0">
                <a:solidFill>
                  <a:srgbClr val="000000"/>
                </a:solidFill>
              </a:rPr>
              <a:t>Branch:		Military </a:t>
            </a:r>
            <a:r>
              <a:rPr lang="en-US" altLang="en-US" sz="1800" dirty="0" smtClean="0">
                <a:solidFill>
                  <a:srgbClr val="000000"/>
                </a:solidFill>
              </a:rPr>
              <a:t>Logistics</a:t>
            </a:r>
          </a:p>
          <a:p>
            <a:pPr defTabSz="914378" eaLnBrk="1" hangingPunct="1"/>
            <a:r>
              <a:rPr lang="en-US" altLang="en-US" sz="1800" dirty="0" smtClean="0">
                <a:solidFill>
                  <a:srgbClr val="000000"/>
                </a:solidFill>
              </a:rPr>
              <a:t>Rank:		OR-7 / Staff Sargent</a:t>
            </a:r>
            <a:endParaRPr lang="en-US" altLang="en-US" sz="1800" dirty="0">
              <a:solidFill>
                <a:srgbClr val="000000"/>
              </a:solidFill>
            </a:endParaRPr>
          </a:p>
          <a:p>
            <a:pPr defTabSz="914378" eaLnBrk="1" hangingPunct="1"/>
            <a:r>
              <a:rPr lang="en-US" altLang="en-US" sz="1800" dirty="0">
                <a:solidFill>
                  <a:srgbClr val="000000"/>
                </a:solidFill>
              </a:rPr>
              <a:t>International</a:t>
            </a:r>
          </a:p>
          <a:p>
            <a:pPr defTabSz="914378" eaLnBrk="1" hangingPunct="1"/>
            <a:r>
              <a:rPr lang="en-US" altLang="en-US" sz="1800" dirty="0">
                <a:solidFill>
                  <a:srgbClr val="000000"/>
                </a:solidFill>
              </a:rPr>
              <a:t>Environment:	</a:t>
            </a:r>
            <a:r>
              <a:rPr lang="en-US" altLang="en-US" sz="1800" dirty="0" smtClean="0">
                <a:solidFill>
                  <a:srgbClr val="000000"/>
                </a:solidFill>
              </a:rPr>
              <a:t>- 6 months NOR NSE AFGH 2011-2012</a:t>
            </a:r>
          </a:p>
          <a:p>
            <a:pPr defTabSz="914378" eaLnBrk="1" hangingPunct="1"/>
            <a:r>
              <a:rPr lang="en-US" altLang="en-US" sz="1800" dirty="0" smtClean="0">
                <a:solidFill>
                  <a:srgbClr val="000000"/>
                </a:solidFill>
              </a:rPr>
              <a:t>		- </a:t>
            </a:r>
            <a:r>
              <a:rPr lang="en-US" altLang="en-US" sz="1800" dirty="0">
                <a:solidFill>
                  <a:srgbClr val="000000"/>
                </a:solidFill>
              </a:rPr>
              <a:t>6 months NOR NSE AFGH </a:t>
            </a:r>
            <a:r>
              <a:rPr lang="en-US" altLang="en-US" sz="1800" dirty="0" smtClean="0">
                <a:solidFill>
                  <a:srgbClr val="000000"/>
                </a:solidFill>
              </a:rPr>
              <a:t>2012-2013</a:t>
            </a:r>
            <a:endParaRPr lang="en-US" altLang="en-US" sz="1800" dirty="0">
              <a:solidFill>
                <a:srgbClr val="000000"/>
              </a:solidFill>
            </a:endParaRPr>
          </a:p>
          <a:p>
            <a:pPr defTabSz="914378" eaLnBrk="1" hangingPunct="1"/>
            <a:r>
              <a:rPr lang="en-US" altLang="en-US" sz="1800" dirty="0" smtClean="0">
                <a:solidFill>
                  <a:srgbClr val="000000"/>
                </a:solidFill>
              </a:rPr>
              <a:t>		- </a:t>
            </a:r>
            <a:r>
              <a:rPr lang="en-US" altLang="en-US" sz="1800" dirty="0">
                <a:solidFill>
                  <a:srgbClr val="000000"/>
                </a:solidFill>
              </a:rPr>
              <a:t>6 months </a:t>
            </a:r>
            <a:r>
              <a:rPr lang="en-US" altLang="en-US" sz="1800" dirty="0" smtClean="0">
                <a:solidFill>
                  <a:srgbClr val="000000"/>
                </a:solidFill>
              </a:rPr>
              <a:t>KTCC IRAQ 2017</a:t>
            </a:r>
          </a:p>
          <a:p>
            <a:pPr defTabSz="914378" eaLnBrk="1" hangingPunct="1"/>
            <a:r>
              <a:rPr lang="en-US" altLang="en-US" sz="1800" dirty="0">
                <a:solidFill>
                  <a:srgbClr val="000000"/>
                </a:solidFill>
              </a:rPr>
              <a:t>	</a:t>
            </a:r>
            <a:r>
              <a:rPr lang="en-US" altLang="en-US" sz="1800" dirty="0" smtClean="0">
                <a:solidFill>
                  <a:srgbClr val="000000"/>
                </a:solidFill>
              </a:rPr>
              <a:t>	</a:t>
            </a:r>
          </a:p>
          <a:p>
            <a:pPr defTabSz="914378" eaLnBrk="1" hangingPunct="1"/>
            <a:endParaRPr lang="en-US" altLang="en-US" sz="1600" dirty="0">
              <a:solidFill>
                <a:srgbClr val="000000"/>
              </a:solidFill>
            </a:endParaRPr>
          </a:p>
          <a:p>
            <a:pPr defTabSz="914378" eaLnBrk="1" hangingPunct="1"/>
            <a:r>
              <a:rPr lang="en-US" altLang="en-US" sz="1800" dirty="0">
                <a:solidFill>
                  <a:srgbClr val="000000"/>
                </a:solidFill>
              </a:rPr>
              <a:t>Deployments:	</a:t>
            </a:r>
            <a:r>
              <a:rPr lang="en-US" altLang="en-US" sz="1800" dirty="0" smtClean="0">
                <a:solidFill>
                  <a:srgbClr val="000000"/>
                </a:solidFill>
              </a:rPr>
              <a:t>2x ISAF, 1x KTCC, </a:t>
            </a:r>
          </a:p>
          <a:p>
            <a:pPr defTabSz="914378" eaLnBrk="1" hangingPunct="1"/>
            <a:r>
              <a:rPr lang="en-US" altLang="en-US" sz="1800" dirty="0" smtClean="0">
                <a:solidFill>
                  <a:srgbClr val="000000"/>
                </a:solidFill>
              </a:rPr>
              <a:t>At </a:t>
            </a:r>
            <a:r>
              <a:rPr lang="en-US" altLang="en-US" sz="1800" dirty="0">
                <a:solidFill>
                  <a:srgbClr val="000000"/>
                </a:solidFill>
              </a:rPr>
              <a:t>JFC Naples:	since </a:t>
            </a:r>
            <a:r>
              <a:rPr lang="en-US" altLang="en-US" sz="1800" dirty="0" smtClean="0">
                <a:solidFill>
                  <a:srgbClr val="000000"/>
                </a:solidFill>
              </a:rPr>
              <a:t>1 Aug 2022 (until Aug 2025)</a:t>
            </a:r>
          </a:p>
          <a:p>
            <a:pPr defTabSz="914378" eaLnBrk="1" hangingPunct="1"/>
            <a:endParaRPr lang="en-US" altLang="en-US" sz="1800" dirty="0">
              <a:solidFill>
                <a:srgbClr val="000000"/>
              </a:solidFill>
            </a:endParaRPr>
          </a:p>
          <a:p>
            <a:pPr algn="ctr" defTabSz="914378" eaLnBrk="1" hangingPunct="1"/>
            <a:r>
              <a:rPr lang="en-US" altLang="en-US" sz="2400" b="1" dirty="0">
                <a:solidFill>
                  <a:srgbClr val="000000"/>
                </a:solidFill>
              </a:rPr>
              <a:t>1</a:t>
            </a:r>
            <a:r>
              <a:rPr lang="en-US" altLang="en-US" sz="2400" b="1" baseline="30000" dirty="0">
                <a:solidFill>
                  <a:srgbClr val="000000"/>
                </a:solidFill>
              </a:rPr>
              <a:t>st</a:t>
            </a:r>
            <a:r>
              <a:rPr lang="en-US" altLang="en-US" sz="2400" b="1" dirty="0">
                <a:solidFill>
                  <a:srgbClr val="000000"/>
                </a:solidFill>
              </a:rPr>
              <a:t> NATO Assignment</a:t>
            </a:r>
          </a:p>
          <a:p>
            <a:pPr defTabSz="914378" eaLnBrk="1" hangingPunct="1"/>
            <a:endParaRPr lang="en-US" altLang="en-US" sz="1800" dirty="0">
              <a:solidFill>
                <a:srgbClr val="000000"/>
              </a:solidFill>
            </a:endParaRPr>
          </a:p>
        </p:txBody>
      </p:sp>
      <p:sp>
        <p:nvSpPr>
          <p:cNvPr id="5" name="Title 2"/>
          <p:cNvSpPr>
            <a:spLocks noGrp="1"/>
          </p:cNvSpPr>
          <p:nvPr>
            <p:ph type="title"/>
          </p:nvPr>
        </p:nvSpPr>
        <p:spPr>
          <a:prstGeom prst="rect">
            <a:avLst/>
          </a:prstGeom>
        </p:spPr>
        <p:txBody>
          <a:bodyPr/>
          <a:lstStyle/>
          <a:p>
            <a:r>
              <a:rPr lang="en-GB" dirty="0" smtClean="0"/>
              <a:t>Who am I?</a:t>
            </a:r>
            <a:endParaRPr lang="en-GB"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96538" y="708616"/>
            <a:ext cx="2047462" cy="2472734"/>
          </a:xfrm>
          <a:prstGeom prst="rect">
            <a:avLst/>
          </a:prstGeom>
        </p:spPr>
      </p:pic>
    </p:spTree>
    <p:extLst>
      <p:ext uri="{BB962C8B-B14F-4D97-AF65-F5344CB8AC3E}">
        <p14:creationId xmlns:p14="http://schemas.microsoft.com/office/powerpoint/2010/main" val="30297622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a:xfrm>
            <a:off x="3480127" y="1"/>
            <a:ext cx="5663873" cy="2881274"/>
          </a:xfrm>
        </p:spPr>
      </p:pic>
      <p:sp>
        <p:nvSpPr>
          <p:cNvPr id="5" name="TextBox 4"/>
          <p:cNvSpPr txBox="1"/>
          <p:nvPr/>
        </p:nvSpPr>
        <p:spPr bwMode="auto">
          <a:xfrm>
            <a:off x="3502767" y="4788062"/>
            <a:ext cx="2008744" cy="2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nchor="ctr">
            <a:spAutoFit/>
          </a:bodyPr>
          <a:lstStyle/>
          <a:p>
            <a:pPr algn="ctr" defTabSz="685800" fontAlgn="auto">
              <a:lnSpc>
                <a:spcPct val="130000"/>
              </a:lnSpc>
              <a:spcBef>
                <a:spcPts val="0"/>
              </a:spcBef>
              <a:spcAft>
                <a:spcPts val="0"/>
              </a:spcAft>
            </a:pPr>
            <a:r>
              <a:rPr lang="en-US" sz="900" b="1" dirty="0">
                <a:solidFill>
                  <a:srgbClr val="0D0D0D"/>
                </a:solidFill>
                <a:latin typeface="Garamond" panose="02020404030301010803" pitchFamily="18" charset="0"/>
                <a:ea typeface="Noto Sans" panose="020B0502040504020204" pitchFamily="34" charset="0"/>
                <a:cs typeface="Noto Sans" panose="020B0502040504020204" pitchFamily="34" charset="0"/>
              </a:rPr>
              <a:t>NATO UNCLASSIFIED</a:t>
            </a:r>
          </a:p>
        </p:txBody>
      </p:sp>
      <p:sp>
        <p:nvSpPr>
          <p:cNvPr id="10" name="TextBox 9"/>
          <p:cNvSpPr txBox="1"/>
          <p:nvPr/>
        </p:nvSpPr>
        <p:spPr bwMode="auto">
          <a:xfrm>
            <a:off x="575556" y="2463965"/>
            <a:ext cx="7398822" cy="1562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nchor="ctr">
            <a:spAutoFit/>
          </a:bodyPr>
          <a:lstStyle/>
          <a:p>
            <a:pPr algn="ctr" defTabSz="685800" fontAlgn="auto">
              <a:lnSpc>
                <a:spcPct val="130000"/>
              </a:lnSpc>
              <a:spcBef>
                <a:spcPts val="0"/>
              </a:spcBef>
              <a:spcAft>
                <a:spcPts val="0"/>
              </a:spcAft>
            </a:pPr>
            <a:r>
              <a:rPr lang="en-US" sz="3675" b="1" dirty="0">
                <a:solidFill>
                  <a:srgbClr val="0D0D0D"/>
                </a:solidFill>
                <a:latin typeface="Garamond" panose="02020404030301010803" pitchFamily="18" charset="0"/>
                <a:ea typeface="Noto Serif" panose="02020600060500020200" pitchFamily="18" charset="0"/>
                <a:cs typeface="Noto Serif" panose="02020600060500020200" pitchFamily="18" charset="0"/>
              </a:rPr>
              <a:t>Allied Joint Force Command Naples Command Mission Brief</a:t>
            </a:r>
          </a:p>
        </p:txBody>
      </p:sp>
    </p:spTree>
    <p:extLst>
      <p:ext uri="{BB962C8B-B14F-4D97-AF65-F5344CB8AC3E}">
        <p14:creationId xmlns:p14="http://schemas.microsoft.com/office/powerpoint/2010/main" val="27448959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3"/>
          </p:nvPr>
        </p:nvSpPr>
        <p:spPr/>
        <p:txBody>
          <a:bodyPr/>
          <a:lstStyle/>
          <a:p>
            <a:pPr defTabSz="685800" fontAlgn="auto">
              <a:spcBef>
                <a:spcPts val="0"/>
              </a:spcBef>
              <a:spcAft>
                <a:spcPts val="0"/>
              </a:spcAft>
            </a:pPr>
            <a:r>
              <a:rPr lang="x-none">
                <a:solidFill>
                  <a:srgbClr val="FFFFFF"/>
                </a:solidFill>
              </a:rPr>
              <a:t>NATO UNCLASSIFIED</a:t>
            </a:r>
            <a:endParaRPr lang="x-none" dirty="0">
              <a:solidFill>
                <a:srgbClr val="FFFFFF"/>
              </a:solidFill>
            </a:endParaRPr>
          </a:p>
        </p:txBody>
      </p:sp>
      <p:sp>
        <p:nvSpPr>
          <p:cNvPr id="4" name="Slide Number Placeholder 3"/>
          <p:cNvSpPr>
            <a:spLocks noGrp="1"/>
          </p:cNvSpPr>
          <p:nvPr>
            <p:ph type="sldNum" sz="quarter" idx="4"/>
          </p:nvPr>
        </p:nvSpPr>
        <p:spPr>
          <a:xfrm>
            <a:off x="7002270" y="4831321"/>
            <a:ext cx="2057400" cy="273844"/>
          </a:xfrm>
        </p:spPr>
        <p:txBody>
          <a:bodyPr/>
          <a:lstStyle/>
          <a:p>
            <a:pPr defTabSz="685800" fontAlgn="auto">
              <a:spcBef>
                <a:spcPts val="0"/>
              </a:spcBef>
              <a:spcAft>
                <a:spcPts val="0"/>
              </a:spcAft>
            </a:pPr>
            <a:fld id="{B4631315-5846-4AB4-A3B7-81C324238DB9}" type="datetime1">
              <a:rPr lang="x-none">
                <a:solidFill>
                  <a:srgbClr val="0D0D0D"/>
                </a:solidFill>
              </a:rPr>
              <a:pPr defTabSz="685800" fontAlgn="auto">
                <a:spcBef>
                  <a:spcPts val="0"/>
                </a:spcBef>
                <a:spcAft>
                  <a:spcPts val="0"/>
                </a:spcAft>
              </a:pPr>
              <a:t>26/02/2023</a:t>
            </a:fld>
            <a:r>
              <a:rPr lang="x-none" dirty="0">
                <a:solidFill>
                  <a:srgbClr val="0D0D0D"/>
                </a:solidFill>
              </a:rPr>
              <a:t>  |  </a:t>
            </a:r>
            <a:r>
              <a:rPr lang="en-GB" dirty="0">
                <a:solidFill>
                  <a:srgbClr val="0D0D0D"/>
                </a:solidFill>
              </a:rPr>
              <a:t>P</a:t>
            </a:r>
            <a:r>
              <a:rPr lang="x-none" dirty="0">
                <a:solidFill>
                  <a:srgbClr val="0D0D0D"/>
                </a:solidFill>
              </a:rPr>
              <a:t>AGE </a:t>
            </a:r>
            <a:fld id="{3C66DE6B-CC4B-F74A-99D4-2DC8DD154D90}" type="slidenum">
              <a:rPr lang="x-none">
                <a:solidFill>
                  <a:srgbClr val="0D0D0D"/>
                </a:solidFill>
              </a:rPr>
              <a:pPr defTabSz="685800" fontAlgn="auto">
                <a:spcBef>
                  <a:spcPts val="0"/>
                </a:spcBef>
                <a:spcAft>
                  <a:spcPts val="0"/>
                </a:spcAft>
              </a:pPr>
              <a:t>3</a:t>
            </a:fld>
            <a:endParaRPr lang="x-none" dirty="0">
              <a:solidFill>
                <a:srgbClr val="0D0D0D"/>
              </a:solidFill>
            </a:endParaRPr>
          </a:p>
        </p:txBody>
      </p:sp>
      <p:pic>
        <p:nvPicPr>
          <p:cNvPr id="7" name="Picture Placeholder 9"/>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6" name="Title 5"/>
          <p:cNvSpPr>
            <a:spLocks noGrp="1"/>
          </p:cNvSpPr>
          <p:nvPr>
            <p:ph type="title"/>
          </p:nvPr>
        </p:nvSpPr>
        <p:spPr/>
        <p:txBody>
          <a:bodyPr>
            <a:normAutofit fontScale="90000"/>
          </a:bodyPr>
          <a:lstStyle/>
          <a:p>
            <a:r>
              <a:rPr lang="en-US" dirty="0">
                <a:solidFill>
                  <a:schemeClr val="bg1"/>
                </a:solidFill>
              </a:rPr>
              <a:t/>
            </a:r>
            <a:br>
              <a:rPr lang="en-US" dirty="0">
                <a:solidFill>
                  <a:schemeClr val="bg1"/>
                </a:solidFill>
              </a:rPr>
            </a:br>
            <a:r>
              <a:rPr lang="en-US" dirty="0">
                <a:solidFill>
                  <a:schemeClr val="bg1"/>
                </a:solidFill>
              </a:rPr>
              <a:t/>
            </a:r>
            <a:br>
              <a:rPr lang="en-US" dirty="0">
                <a:solidFill>
                  <a:schemeClr val="bg1"/>
                </a:solidFill>
              </a:rPr>
            </a:br>
            <a:endParaRPr lang="en-GB" dirty="0">
              <a:solidFill>
                <a:schemeClr val="bg1"/>
              </a:solidFill>
            </a:endParaRPr>
          </a:p>
        </p:txBody>
      </p:sp>
      <p:sp>
        <p:nvSpPr>
          <p:cNvPr id="8" name="Title 5"/>
          <p:cNvSpPr txBox="1">
            <a:spLocks/>
          </p:cNvSpPr>
          <p:nvPr/>
        </p:nvSpPr>
        <p:spPr>
          <a:xfrm>
            <a:off x="575556" y="1059583"/>
            <a:ext cx="6768239" cy="3652523"/>
          </a:xfrm>
          <a:prstGeom prst="rect">
            <a:avLst/>
          </a:prstGeom>
        </p:spPr>
        <p:txBody>
          <a:bodyPr vert="horz" lIns="68580" tIns="34290" rIns="68580" bIns="34290" rtlCol="0" anchor="ctr">
            <a:normAutofit fontScale="90000" lnSpcReduction="20000"/>
          </a:bodyPr>
          <a:lstStyle>
            <a:lvl1pPr algn="l" defTabSz="914400" rtl="0" eaLnBrk="1" latinLnBrk="0" hangingPunct="1">
              <a:lnSpc>
                <a:spcPct val="90000"/>
              </a:lnSpc>
              <a:spcBef>
                <a:spcPct val="0"/>
              </a:spcBef>
              <a:buNone/>
              <a:defRPr sz="4400" b="1" i="0" kern="1200" baseline="0">
                <a:solidFill>
                  <a:schemeClr val="tx1"/>
                </a:solidFill>
                <a:latin typeface="Garamond" panose="02020404030301010803" pitchFamily="18" charset="0"/>
                <a:ea typeface="Noto Serif" panose="02020600060500020200" pitchFamily="18" charset="0"/>
                <a:cs typeface="Noto Serif" panose="02020600060500020200" pitchFamily="18" charset="0"/>
              </a:defRPr>
            </a:lvl1pPr>
          </a:lstStyle>
          <a:p>
            <a:pPr defTabSz="685800" fontAlgn="auto">
              <a:spcAft>
                <a:spcPts val="0"/>
              </a:spcAft>
            </a:pPr>
            <a:r>
              <a:rPr lang="en-US" sz="3300" dirty="0">
                <a:solidFill>
                  <a:srgbClr val="0D0D0D"/>
                </a:solidFill>
              </a:rPr>
              <a:t>Overview</a:t>
            </a:r>
          </a:p>
          <a:p>
            <a:pPr defTabSz="685800" fontAlgn="auto">
              <a:spcAft>
                <a:spcPts val="0"/>
              </a:spcAft>
            </a:pPr>
            <a:endParaRPr lang="en-US" sz="3300" dirty="0">
              <a:solidFill>
                <a:srgbClr val="0D0D0D"/>
              </a:solidFill>
            </a:endParaRPr>
          </a:p>
          <a:p>
            <a:pPr defTabSz="685800" fontAlgn="auto">
              <a:spcAft>
                <a:spcPts val="0"/>
              </a:spcAft>
            </a:pPr>
            <a:endParaRPr lang="en-US" sz="3300" dirty="0">
              <a:solidFill>
                <a:srgbClr val="0D0D0D"/>
              </a:solidFill>
            </a:endParaRPr>
          </a:p>
          <a:p>
            <a:pPr defTabSz="685800" fontAlgn="auto">
              <a:spcAft>
                <a:spcPts val="0"/>
              </a:spcAft>
            </a:pPr>
            <a:r>
              <a:rPr lang="en-US" sz="3300" b="0" dirty="0">
                <a:solidFill>
                  <a:srgbClr val="0D0D0D"/>
                </a:solidFill>
              </a:rPr>
              <a:t>Our Allied History</a:t>
            </a:r>
          </a:p>
          <a:p>
            <a:pPr defTabSz="685800" fontAlgn="auto">
              <a:spcAft>
                <a:spcPts val="0"/>
              </a:spcAft>
            </a:pPr>
            <a:r>
              <a:rPr lang="en-US" sz="3300" b="0" dirty="0">
                <a:solidFill>
                  <a:srgbClr val="0D0D0D"/>
                </a:solidFill>
              </a:rPr>
              <a:t>History of JFCNP</a:t>
            </a:r>
          </a:p>
          <a:p>
            <a:pPr defTabSz="685800" fontAlgn="auto">
              <a:spcAft>
                <a:spcPts val="0"/>
              </a:spcAft>
            </a:pPr>
            <a:r>
              <a:rPr lang="en-GB" sz="825" b="0" dirty="0">
                <a:solidFill>
                  <a:srgbClr val="0D0D0D"/>
                </a:solidFill>
              </a:rPr>
              <a:t/>
            </a:r>
            <a:br>
              <a:rPr lang="en-GB" sz="825" b="0" dirty="0">
                <a:solidFill>
                  <a:srgbClr val="0D0D0D"/>
                </a:solidFill>
              </a:rPr>
            </a:br>
            <a:r>
              <a:rPr lang="en-US" sz="3300" b="0" dirty="0">
                <a:solidFill>
                  <a:srgbClr val="0D0D0D"/>
                </a:solidFill>
              </a:rPr>
              <a:t>Mission and Tasks</a:t>
            </a:r>
          </a:p>
          <a:p>
            <a:pPr defTabSz="685800" fontAlgn="auto">
              <a:spcAft>
                <a:spcPts val="0"/>
              </a:spcAft>
            </a:pPr>
            <a:r>
              <a:rPr lang="en-GB" sz="825" b="0" dirty="0">
                <a:solidFill>
                  <a:srgbClr val="0D0D0D"/>
                </a:solidFill>
              </a:rPr>
              <a:t/>
            </a:r>
            <a:br>
              <a:rPr lang="en-GB" sz="825" b="0" dirty="0">
                <a:solidFill>
                  <a:srgbClr val="0D0D0D"/>
                </a:solidFill>
              </a:rPr>
            </a:br>
            <a:r>
              <a:rPr lang="en-US" sz="3300" b="0" dirty="0">
                <a:solidFill>
                  <a:srgbClr val="0D0D0D"/>
                </a:solidFill>
              </a:rPr>
              <a:t>Enduring Operations</a:t>
            </a:r>
          </a:p>
          <a:p>
            <a:pPr defTabSz="685800" fontAlgn="auto">
              <a:spcAft>
                <a:spcPts val="0"/>
              </a:spcAft>
            </a:pPr>
            <a:r>
              <a:rPr lang="en-GB" sz="900" b="0" dirty="0">
                <a:solidFill>
                  <a:srgbClr val="0D0D0D"/>
                </a:solidFill>
              </a:rPr>
              <a:t/>
            </a:r>
            <a:br>
              <a:rPr lang="en-GB" sz="900" b="0" dirty="0">
                <a:solidFill>
                  <a:srgbClr val="0D0D0D"/>
                </a:solidFill>
              </a:rPr>
            </a:br>
            <a:r>
              <a:rPr lang="en-US" sz="3300" b="0" dirty="0">
                <a:solidFill>
                  <a:srgbClr val="0D0D0D"/>
                </a:solidFill>
              </a:rPr>
              <a:t>NSD-S HUB</a:t>
            </a:r>
          </a:p>
          <a:p>
            <a:pPr defTabSz="685800" fontAlgn="auto">
              <a:spcAft>
                <a:spcPts val="0"/>
              </a:spcAft>
            </a:pPr>
            <a:r>
              <a:rPr lang="en-GB" sz="900" b="0" dirty="0">
                <a:solidFill>
                  <a:srgbClr val="0D0D0D"/>
                </a:solidFill>
              </a:rPr>
              <a:t/>
            </a:r>
            <a:br>
              <a:rPr lang="en-GB" sz="900" b="0" dirty="0">
                <a:solidFill>
                  <a:srgbClr val="0D0D0D"/>
                </a:solidFill>
              </a:rPr>
            </a:br>
            <a:r>
              <a:rPr lang="en-US" sz="3300" b="0" dirty="0">
                <a:solidFill>
                  <a:srgbClr val="0D0D0D"/>
                </a:solidFill>
              </a:rPr>
              <a:t>Cooperative Security Efforts</a:t>
            </a:r>
            <a:endParaRPr lang="en-GB" sz="3300" b="0" dirty="0">
              <a:solidFill>
                <a:srgbClr val="0D0D0D"/>
              </a:solidFill>
            </a:endParaRPr>
          </a:p>
        </p:txBody>
      </p:sp>
      <p:sp>
        <p:nvSpPr>
          <p:cNvPr id="9" name="TextBox 8"/>
          <p:cNvSpPr txBox="1"/>
          <p:nvPr/>
        </p:nvSpPr>
        <p:spPr bwMode="auto">
          <a:xfrm>
            <a:off x="3502767" y="4788062"/>
            <a:ext cx="2008744" cy="2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nchor="ctr">
            <a:spAutoFit/>
          </a:bodyPr>
          <a:lstStyle/>
          <a:p>
            <a:pPr algn="ctr" defTabSz="685800" fontAlgn="auto">
              <a:lnSpc>
                <a:spcPct val="130000"/>
              </a:lnSpc>
              <a:spcBef>
                <a:spcPts val="0"/>
              </a:spcBef>
              <a:spcAft>
                <a:spcPts val="0"/>
              </a:spcAft>
            </a:pPr>
            <a:r>
              <a:rPr lang="en-US" sz="900" b="1" dirty="0">
                <a:solidFill>
                  <a:srgbClr val="0D0D0D"/>
                </a:solidFill>
                <a:latin typeface="Garamond" panose="02020404030301010803" pitchFamily="18" charset="0"/>
                <a:ea typeface="Noto Sans" panose="020B0502040504020204" pitchFamily="34" charset="0"/>
                <a:cs typeface="Noto Sans" panose="020B0502040504020204" pitchFamily="34" charset="0"/>
              </a:rPr>
              <a:t>NATO UNCLASSIFIED</a:t>
            </a:r>
          </a:p>
        </p:txBody>
      </p:sp>
    </p:spTree>
    <p:extLst>
      <p:ext uri="{BB962C8B-B14F-4D97-AF65-F5344CB8AC3E}">
        <p14:creationId xmlns:p14="http://schemas.microsoft.com/office/powerpoint/2010/main" val="35878380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Slide Number Placeholder 4"/>
          <p:cNvSpPr>
            <a:spLocks noGrp="1"/>
          </p:cNvSpPr>
          <p:nvPr>
            <p:ph type="sldNum" sz="quarter" idx="4"/>
          </p:nvPr>
        </p:nvSpPr>
        <p:spPr>
          <a:xfrm>
            <a:off x="7001990" y="4674171"/>
            <a:ext cx="2057400" cy="273844"/>
          </a:xfrm>
        </p:spPr>
        <p:txBody>
          <a:bodyPr/>
          <a:lstStyle/>
          <a:p>
            <a:pPr defTabSz="685800" fontAlgn="auto">
              <a:spcBef>
                <a:spcPts val="0"/>
              </a:spcBef>
              <a:spcAft>
                <a:spcPts val="0"/>
              </a:spcAft>
            </a:pPr>
            <a:fld id="{62DE6CD9-6E3A-423A-9B97-E4282F6D75B2}" type="datetime1">
              <a:rPr lang="x-none">
                <a:solidFill>
                  <a:srgbClr val="0D0D0D"/>
                </a:solidFill>
              </a:rPr>
              <a:pPr defTabSz="685800" fontAlgn="auto">
                <a:spcBef>
                  <a:spcPts val="0"/>
                </a:spcBef>
                <a:spcAft>
                  <a:spcPts val="0"/>
                </a:spcAft>
              </a:pPr>
              <a:t>26/02/2023</a:t>
            </a:fld>
            <a:r>
              <a:rPr lang="x-none" dirty="0">
                <a:solidFill>
                  <a:srgbClr val="0D0D0D"/>
                </a:solidFill>
              </a:rPr>
              <a:t>  |  </a:t>
            </a:r>
            <a:r>
              <a:rPr lang="en-GB" dirty="0">
                <a:solidFill>
                  <a:srgbClr val="0D0D0D"/>
                </a:solidFill>
              </a:rPr>
              <a:t>P</a:t>
            </a:r>
            <a:r>
              <a:rPr lang="x-none" dirty="0">
                <a:solidFill>
                  <a:srgbClr val="0D0D0D"/>
                </a:solidFill>
              </a:rPr>
              <a:t>AGE </a:t>
            </a:r>
            <a:fld id="{3C66DE6B-CC4B-F74A-99D4-2DC8DD154D90}" type="slidenum">
              <a:rPr lang="x-none">
                <a:solidFill>
                  <a:srgbClr val="0D0D0D"/>
                </a:solidFill>
              </a:rPr>
              <a:pPr defTabSz="685800" fontAlgn="auto">
                <a:spcBef>
                  <a:spcPts val="0"/>
                </a:spcBef>
                <a:spcAft>
                  <a:spcPts val="0"/>
                </a:spcAft>
              </a:pPr>
              <a:t>4</a:t>
            </a:fld>
            <a:endParaRPr lang="x-none" dirty="0">
              <a:solidFill>
                <a:srgbClr val="0D0D0D"/>
              </a:solidFill>
            </a:endParaRPr>
          </a:p>
        </p:txBody>
      </p:sp>
      <p:pic>
        <p:nvPicPr>
          <p:cNvPr id="378" name="Picture 377">
            <a:extLst>
              <a:ext uri="{FF2B5EF4-FFF2-40B4-BE49-F238E27FC236}">
                <a16:creationId xmlns:a16="http://schemas.microsoft.com/office/drawing/2014/main" id="{4E0D54B8-38E1-468A-AB64-11F0EF48C5D1}"/>
              </a:ext>
            </a:extLst>
          </p:cNvPr>
          <p:cNvPicPr>
            <a:picLocks noChangeAspect="1"/>
          </p:cNvPicPr>
          <p:nvPr/>
        </p:nvPicPr>
        <p:blipFill rotWithShape="1">
          <a:blip r:embed="rId3" cstate="print">
            <a:duotone>
              <a:srgbClr val="FFFFFF">
                <a:shade val="45000"/>
                <a:satMod val="135000"/>
              </a:srgbClr>
              <a:prstClr val="white"/>
            </a:duotone>
            <a:extLst>
              <a:ext uri="{28A0092B-C50C-407E-A947-70E740481C1C}">
                <a14:useLocalDpi xmlns:a14="http://schemas.microsoft.com/office/drawing/2010/main"/>
              </a:ext>
            </a:extLst>
          </a:blip>
          <a:srcRect/>
          <a:stretch/>
        </p:blipFill>
        <p:spPr>
          <a:xfrm>
            <a:off x="0" y="641387"/>
            <a:ext cx="9142415" cy="4540409"/>
          </a:xfrm>
          <a:prstGeom prst="rect">
            <a:avLst/>
          </a:prstGeom>
          <a:solidFill>
            <a:srgbClr val="002774"/>
          </a:solidFill>
        </p:spPr>
      </p:pic>
      <p:sp>
        <p:nvSpPr>
          <p:cNvPr id="184" name="Title 1">
            <a:extLst>
              <a:ext uri="{FF2B5EF4-FFF2-40B4-BE49-F238E27FC236}">
                <a16:creationId xmlns:a16="http://schemas.microsoft.com/office/drawing/2014/main" id="{4B86DAC0-228D-451E-87A3-9D8B2A866C0D}"/>
              </a:ext>
            </a:extLst>
          </p:cNvPr>
          <p:cNvSpPr txBox="1">
            <a:spLocks/>
          </p:cNvSpPr>
          <p:nvPr/>
        </p:nvSpPr>
        <p:spPr>
          <a:xfrm>
            <a:off x="467544" y="38103"/>
            <a:ext cx="9144000" cy="478631"/>
          </a:xfrm>
          <a:prstGeom prst="rect">
            <a:avLst/>
          </a:prstGeom>
        </p:spPr>
        <p:txBody>
          <a:bodyPr vert="horz" lIns="68579" tIns="34289" rIns="68579" bIns="34289" rtlCol="0" anchor="ctr">
            <a:normAutofit fontScale="90000" lnSpcReduction="10000"/>
          </a:bodyPr>
          <a:lstStyle>
            <a:lvl1pPr algn="l" defTabSz="914400" rtl="0" eaLnBrk="1" latinLnBrk="0" hangingPunct="1">
              <a:lnSpc>
                <a:spcPct val="90000"/>
              </a:lnSpc>
              <a:spcBef>
                <a:spcPct val="0"/>
              </a:spcBef>
              <a:buNone/>
              <a:defRPr sz="4400" b="1" i="0" kern="1200" baseline="0">
                <a:solidFill>
                  <a:schemeClr val="tx1"/>
                </a:solidFill>
                <a:latin typeface="Garamond" panose="02020404030301010803" pitchFamily="18" charset="0"/>
                <a:ea typeface="Noto Serif" panose="02020600060500020200" pitchFamily="18" charset="0"/>
                <a:cs typeface="Noto Serif" panose="02020600060500020200" pitchFamily="18" charset="0"/>
              </a:defRPr>
            </a:lvl1pPr>
          </a:lstStyle>
          <a:p>
            <a:pPr algn="ctr" defTabSz="685800" fontAlgn="auto">
              <a:spcAft>
                <a:spcPts val="0"/>
              </a:spcAft>
            </a:pPr>
            <a:r>
              <a:rPr lang="en-GB" altLang="en-US" sz="3300" dirty="0">
                <a:solidFill>
                  <a:srgbClr val="0D0D0D"/>
                </a:solidFill>
              </a:rPr>
              <a:t>Allied JFC HQ Naples: An historical overview</a:t>
            </a:r>
            <a:endParaRPr lang="en-US" altLang="en-US" sz="3300" dirty="0">
              <a:solidFill>
                <a:srgbClr val="0D0D0D"/>
              </a:solidFill>
            </a:endParaRPr>
          </a:p>
        </p:txBody>
      </p:sp>
      <p:grpSp>
        <p:nvGrpSpPr>
          <p:cNvPr id="179" name="Group 17" descr="Milestone description text boxes">
            <a:extLst>
              <a:ext uri="{FF2B5EF4-FFF2-40B4-BE49-F238E27FC236}">
                <a16:creationId xmlns:a16="http://schemas.microsoft.com/office/drawing/2014/main" id="{F630DCF8-523F-434F-8D83-86FCDC4C0DF5}"/>
              </a:ext>
            </a:extLst>
          </p:cNvPr>
          <p:cNvGrpSpPr>
            <a:grpSpLocks/>
          </p:cNvGrpSpPr>
          <p:nvPr/>
        </p:nvGrpSpPr>
        <p:grpSpPr bwMode="auto">
          <a:xfrm>
            <a:off x="1569312" y="887744"/>
            <a:ext cx="7498489" cy="4140267"/>
            <a:chOff x="1383651" y="136071"/>
            <a:chExt cx="8731121" cy="6428014"/>
          </a:xfrm>
        </p:grpSpPr>
        <p:sp>
          <p:nvSpPr>
            <p:cNvPr id="183" name="Rectangle 182">
              <a:extLst>
                <a:ext uri="{FF2B5EF4-FFF2-40B4-BE49-F238E27FC236}">
                  <a16:creationId xmlns:a16="http://schemas.microsoft.com/office/drawing/2014/main" id="{535B330F-822D-48B0-87C9-D11FA3985D7D}"/>
                </a:ext>
              </a:extLst>
            </p:cNvPr>
            <p:cNvSpPr/>
            <p:nvPr/>
          </p:nvSpPr>
          <p:spPr>
            <a:xfrm>
              <a:off x="1438469" y="136071"/>
              <a:ext cx="1943878" cy="16911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defTabSz="685800" fontAlgn="auto">
                <a:spcBef>
                  <a:spcPts val="0"/>
                </a:spcBef>
                <a:spcAft>
                  <a:spcPts val="0"/>
                </a:spcAft>
                <a:defRPr/>
              </a:pPr>
              <a:fld id="{507D9085-37E1-44A3-8991-3C2C41E7E908}" type="TxLink">
                <a:rPr lang="en-US" sz="825">
                  <a:solidFill>
                    <a:srgbClr val="000000"/>
                  </a:solidFill>
                  <a:latin typeface="Franklin Gothic Book"/>
                </a:rPr>
                <a:pPr defTabSz="685800" fontAlgn="auto">
                  <a:spcBef>
                    <a:spcPts val="0"/>
                  </a:spcBef>
                  <a:spcAft>
                    <a:spcPts val="0"/>
                  </a:spcAft>
                  <a:defRPr/>
                </a:pPr>
                <a:t>​</a:t>
              </a:fld>
              <a:endParaRPr lang="en-US" sz="825" dirty="0">
                <a:solidFill>
                  <a:srgbClr val="E85E5E">
                    <a:lumMod val="50000"/>
                  </a:srgbClr>
                </a:solidFill>
                <a:latin typeface="Garamond" panose="02020404030301010803"/>
              </a:endParaRPr>
            </a:p>
          </p:txBody>
        </p:sp>
        <p:sp>
          <p:nvSpPr>
            <p:cNvPr id="185" name="Rectangle 184">
              <a:extLst>
                <a:ext uri="{FF2B5EF4-FFF2-40B4-BE49-F238E27FC236}">
                  <a16:creationId xmlns:a16="http://schemas.microsoft.com/office/drawing/2014/main" id="{B235FDFC-2ABE-41DA-9B24-DE71B38FBDC5}"/>
                </a:ext>
              </a:extLst>
            </p:cNvPr>
            <p:cNvSpPr/>
            <p:nvPr/>
          </p:nvSpPr>
          <p:spPr>
            <a:xfrm>
              <a:off x="8170894" y="453701"/>
              <a:ext cx="1943878" cy="16911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defTabSz="685800" fontAlgn="auto">
                <a:spcBef>
                  <a:spcPts val="0"/>
                </a:spcBef>
                <a:spcAft>
                  <a:spcPts val="0"/>
                </a:spcAft>
                <a:defRPr/>
              </a:pPr>
              <a:fld id="{2216420C-891B-4C34-A4E4-718109D3D404}" type="TxLink">
                <a:rPr lang="en-US" sz="825">
                  <a:solidFill>
                    <a:srgbClr val="000000"/>
                  </a:solidFill>
                  <a:latin typeface="Franklin Gothic Book"/>
                </a:rPr>
                <a:pPr defTabSz="685800" fontAlgn="auto">
                  <a:spcBef>
                    <a:spcPts val="0"/>
                  </a:spcBef>
                  <a:spcAft>
                    <a:spcPts val="0"/>
                  </a:spcAft>
                  <a:defRPr/>
                </a:pPr>
                <a:t>​</a:t>
              </a:fld>
              <a:endParaRPr lang="en-US" sz="825" dirty="0">
                <a:solidFill>
                  <a:srgbClr val="E85E5E">
                    <a:lumMod val="50000"/>
                  </a:srgbClr>
                </a:solidFill>
                <a:latin typeface="Garamond" panose="02020404030301010803"/>
              </a:endParaRPr>
            </a:p>
          </p:txBody>
        </p:sp>
        <p:sp>
          <p:nvSpPr>
            <p:cNvPr id="186" name="Rectangle 185">
              <a:extLst>
                <a:ext uri="{FF2B5EF4-FFF2-40B4-BE49-F238E27FC236}">
                  <a16:creationId xmlns:a16="http://schemas.microsoft.com/office/drawing/2014/main" id="{538310B0-DBE5-465A-9094-4F5CFF7350CA}"/>
                </a:ext>
              </a:extLst>
            </p:cNvPr>
            <p:cNvSpPr/>
            <p:nvPr/>
          </p:nvSpPr>
          <p:spPr>
            <a:xfrm>
              <a:off x="1383651" y="4872911"/>
              <a:ext cx="1943878" cy="16911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defTabSz="685800" fontAlgn="auto">
                <a:spcBef>
                  <a:spcPts val="0"/>
                </a:spcBef>
                <a:spcAft>
                  <a:spcPts val="0"/>
                </a:spcAft>
                <a:defRPr/>
              </a:pPr>
              <a:fld id="{0D796784-D71F-451A-88C4-87328B00A41F}" type="TxLink">
                <a:rPr lang="en-US" sz="825">
                  <a:solidFill>
                    <a:srgbClr val="000000"/>
                  </a:solidFill>
                  <a:latin typeface="Franklin Gothic Book"/>
                </a:rPr>
                <a:pPr defTabSz="685800" fontAlgn="auto">
                  <a:spcBef>
                    <a:spcPts val="0"/>
                  </a:spcBef>
                  <a:spcAft>
                    <a:spcPts val="0"/>
                  </a:spcAft>
                  <a:defRPr/>
                </a:pPr>
                <a:t>​</a:t>
              </a:fld>
              <a:endParaRPr lang="en-US" sz="825" dirty="0">
                <a:solidFill>
                  <a:srgbClr val="E85E5E">
                    <a:lumMod val="50000"/>
                  </a:srgbClr>
                </a:solidFill>
                <a:latin typeface="Garamond" panose="02020404030301010803"/>
              </a:endParaRPr>
            </a:p>
          </p:txBody>
        </p:sp>
      </p:grpSp>
      <p:sp>
        <p:nvSpPr>
          <p:cNvPr id="187" name="TextBox 186"/>
          <p:cNvSpPr txBox="1"/>
          <p:nvPr/>
        </p:nvSpPr>
        <p:spPr>
          <a:xfrm>
            <a:off x="1519795" y="783814"/>
            <a:ext cx="673099" cy="323161"/>
          </a:xfrm>
          <a:prstGeom prst="rect">
            <a:avLst/>
          </a:prstGeom>
          <a:noFill/>
        </p:spPr>
        <p:txBody>
          <a:bodyPr wrap="square" lIns="91436" tIns="45718" rIns="91436" bIns="45718" rtlCol="0">
            <a:spAutoFit/>
          </a:bodyPr>
          <a:lstStyle/>
          <a:p>
            <a:pPr defTabSz="685800" fontAlgn="auto">
              <a:spcBef>
                <a:spcPts val="0"/>
              </a:spcBef>
              <a:spcAft>
                <a:spcPts val="0"/>
              </a:spcAft>
            </a:pPr>
            <a:r>
              <a:rPr lang="en-US" sz="1500" b="1" dirty="0">
                <a:solidFill>
                  <a:srgbClr val="0D0D0D"/>
                </a:solidFill>
                <a:latin typeface="Garamond" panose="02020404030301010803"/>
              </a:rPr>
              <a:t>1951</a:t>
            </a:r>
          </a:p>
        </p:txBody>
      </p:sp>
      <p:sp>
        <p:nvSpPr>
          <p:cNvPr id="188" name="TextBox 187"/>
          <p:cNvSpPr txBox="1"/>
          <p:nvPr/>
        </p:nvSpPr>
        <p:spPr>
          <a:xfrm>
            <a:off x="2927891" y="2850496"/>
            <a:ext cx="727359" cy="369328"/>
          </a:xfrm>
          <a:prstGeom prst="rect">
            <a:avLst/>
          </a:prstGeom>
          <a:noFill/>
        </p:spPr>
        <p:txBody>
          <a:bodyPr wrap="square" lIns="91436" tIns="45718" rIns="91436" bIns="45718" rtlCol="0">
            <a:spAutoFit/>
          </a:bodyPr>
          <a:lstStyle/>
          <a:p>
            <a:pPr algn="ctr" defTabSz="685800" fontAlgn="auto">
              <a:spcBef>
                <a:spcPts val="0"/>
              </a:spcBef>
              <a:spcAft>
                <a:spcPts val="0"/>
              </a:spcAft>
            </a:pPr>
            <a:r>
              <a:rPr lang="en-US" b="1" dirty="0">
                <a:solidFill>
                  <a:srgbClr val="0D0D0D"/>
                </a:solidFill>
                <a:latin typeface="Garamond" panose="02020404030301010803"/>
              </a:rPr>
              <a:t>2004</a:t>
            </a:r>
          </a:p>
        </p:txBody>
      </p:sp>
      <p:grpSp>
        <p:nvGrpSpPr>
          <p:cNvPr id="190" name="Group 189"/>
          <p:cNvGrpSpPr/>
          <p:nvPr/>
        </p:nvGrpSpPr>
        <p:grpSpPr>
          <a:xfrm>
            <a:off x="140188" y="627446"/>
            <a:ext cx="1531521" cy="1500069"/>
            <a:chOff x="474102" y="1290955"/>
            <a:chExt cx="1204672" cy="1229674"/>
          </a:xfrm>
        </p:grpSpPr>
        <p:grpSp>
          <p:nvGrpSpPr>
            <p:cNvPr id="191" name="Group 190"/>
            <p:cNvGrpSpPr/>
            <p:nvPr/>
          </p:nvGrpSpPr>
          <p:grpSpPr>
            <a:xfrm>
              <a:off x="474102" y="1290955"/>
              <a:ext cx="1204672" cy="1229674"/>
              <a:chOff x="528579" y="1406354"/>
              <a:chExt cx="1204672" cy="1229674"/>
            </a:xfrm>
          </p:grpSpPr>
          <p:grpSp>
            <p:nvGrpSpPr>
              <p:cNvPr id="193" name="Group 19" descr="Milestone marker with Date">
                <a:extLst>
                  <a:ext uri="{FF2B5EF4-FFF2-40B4-BE49-F238E27FC236}">
                    <a16:creationId xmlns:a16="http://schemas.microsoft.com/office/drawing/2014/main" id="{4E381FA2-74A8-4C45-9E6F-698C722CE041}"/>
                  </a:ext>
                </a:extLst>
              </p:cNvPr>
              <p:cNvGrpSpPr>
                <a:grpSpLocks/>
              </p:cNvGrpSpPr>
              <p:nvPr/>
            </p:nvGrpSpPr>
            <p:grpSpPr bwMode="auto">
              <a:xfrm>
                <a:off x="743088" y="1470883"/>
                <a:ext cx="731400" cy="1165145"/>
                <a:chOff x="421610" y="470523"/>
                <a:chExt cx="851630" cy="1356718"/>
              </a:xfrm>
            </p:grpSpPr>
            <p:grpSp>
              <p:nvGrpSpPr>
                <p:cNvPr id="195" name="Group 48" descr="Milestone teardrop">
                  <a:extLst>
                    <a:ext uri="{FF2B5EF4-FFF2-40B4-BE49-F238E27FC236}">
                      <a16:creationId xmlns:a16="http://schemas.microsoft.com/office/drawing/2014/main" id="{59512D1C-1463-4365-A377-ACEEAD7BEE38}"/>
                    </a:ext>
                  </a:extLst>
                </p:cNvPr>
                <p:cNvGrpSpPr>
                  <a:grpSpLocks/>
                </p:cNvGrpSpPr>
                <p:nvPr/>
              </p:nvGrpSpPr>
              <p:grpSpPr bwMode="auto">
                <a:xfrm>
                  <a:off x="421610" y="470523"/>
                  <a:ext cx="810026" cy="1356718"/>
                  <a:chOff x="421610" y="470523"/>
                  <a:chExt cx="810026" cy="1356718"/>
                </a:xfrm>
              </p:grpSpPr>
              <p:grpSp>
                <p:nvGrpSpPr>
                  <p:cNvPr id="197" name="Group 50" descr="Milestone tear drop">
                    <a:extLst>
                      <a:ext uri="{FF2B5EF4-FFF2-40B4-BE49-F238E27FC236}">
                        <a16:creationId xmlns:a16="http://schemas.microsoft.com/office/drawing/2014/main" id="{931928FB-64F9-492B-B453-81B0AF5C970F}"/>
                      </a:ext>
                    </a:extLst>
                  </p:cNvPr>
                  <p:cNvGrpSpPr>
                    <a:grpSpLocks/>
                  </p:cNvGrpSpPr>
                  <p:nvPr/>
                </p:nvGrpSpPr>
                <p:grpSpPr bwMode="auto">
                  <a:xfrm>
                    <a:off x="421610" y="470523"/>
                    <a:ext cx="810026" cy="1356718"/>
                    <a:chOff x="421610" y="470523"/>
                    <a:chExt cx="810026" cy="1356718"/>
                  </a:xfrm>
                </p:grpSpPr>
                <p:sp>
                  <p:nvSpPr>
                    <p:cNvPr id="199" name="Teardrop 198" descr="Teardrop">
                      <a:extLst>
                        <a:ext uri="{FF2B5EF4-FFF2-40B4-BE49-F238E27FC236}">
                          <a16:creationId xmlns:a16="http://schemas.microsoft.com/office/drawing/2014/main" id="{5E5DC295-059D-42AA-A44A-719EC1D43EBC}"/>
                        </a:ext>
                      </a:extLst>
                    </p:cNvPr>
                    <p:cNvSpPr/>
                    <p:nvPr/>
                  </p:nvSpPr>
                  <p:spPr>
                    <a:xfrm rot="8060572">
                      <a:off x="369115" y="523018"/>
                      <a:ext cx="915016" cy="810026"/>
                    </a:xfrm>
                    <a:prstGeom prst="teardrop">
                      <a:avLst/>
                    </a:prstGeom>
                    <a:gradFill flip="none" rotWithShape="1">
                      <a:gsLst>
                        <a:gs pos="0">
                          <a:schemeClr val="accent1">
                            <a:lumMod val="50000"/>
                          </a:schemeClr>
                        </a:gs>
                        <a:gs pos="100000">
                          <a:schemeClr val="accent1"/>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defTabSz="685800" fontAlgn="auto">
                        <a:spcBef>
                          <a:spcPts val="0"/>
                        </a:spcBef>
                        <a:spcAft>
                          <a:spcPts val="0"/>
                        </a:spcAft>
                        <a:defRPr/>
                      </a:pPr>
                      <a:endParaRPr lang="en-US" sz="825" dirty="0">
                        <a:solidFill>
                          <a:srgbClr val="FFFFFF"/>
                        </a:solidFill>
                        <a:latin typeface="Garamond" panose="02020404030301010803"/>
                      </a:endParaRPr>
                    </a:p>
                  </p:txBody>
                </p:sp>
                <p:sp>
                  <p:nvSpPr>
                    <p:cNvPr id="200" name="Oval 199" descr="Shadow shape">
                      <a:extLst>
                        <a:ext uri="{FF2B5EF4-FFF2-40B4-BE49-F238E27FC236}">
                          <a16:creationId xmlns:a16="http://schemas.microsoft.com/office/drawing/2014/main" id="{4728794A-711F-4106-B7D7-01035C68EB0D}"/>
                        </a:ext>
                      </a:extLst>
                    </p:cNvPr>
                    <p:cNvSpPr/>
                    <p:nvPr/>
                  </p:nvSpPr>
                  <p:spPr>
                    <a:xfrm>
                      <a:off x="641480" y="1700889"/>
                      <a:ext cx="457200" cy="126352"/>
                    </a:xfrm>
                    <a:prstGeom prst="ellipse">
                      <a:avLst/>
                    </a:prstGeom>
                    <a:gradFill flip="none" rotWithShape="1">
                      <a:gsLst>
                        <a:gs pos="0">
                          <a:schemeClr val="bg1">
                            <a:lumMod val="50000"/>
                          </a:schemeClr>
                        </a:gs>
                        <a:gs pos="100000">
                          <a:schemeClr val="tx1">
                            <a:lumMod val="65000"/>
                            <a:lumOff val="35000"/>
                          </a:schemeClr>
                        </a:gs>
                      </a:gsLst>
                      <a:lin ang="10800000" scaled="1"/>
                      <a:tileRect/>
                    </a:gradFill>
                    <a:ln>
                      <a:noFill/>
                    </a:ln>
                    <a:scene3d>
                      <a:camera prst="perspectiveRelaxed"/>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defTabSz="685800" fontAlgn="auto">
                        <a:spcBef>
                          <a:spcPts val="0"/>
                        </a:spcBef>
                        <a:spcAft>
                          <a:spcPts val="0"/>
                        </a:spcAft>
                        <a:defRPr/>
                      </a:pPr>
                      <a:endParaRPr lang="en-US" sz="825" dirty="0">
                        <a:solidFill>
                          <a:srgbClr val="FFFFFF"/>
                        </a:solidFill>
                        <a:latin typeface="Garamond" panose="02020404030301010803"/>
                      </a:endParaRPr>
                    </a:p>
                  </p:txBody>
                </p:sp>
              </p:grpSp>
              <p:sp>
                <p:nvSpPr>
                  <p:cNvPr id="198" name="Teardrop 197" descr="Teardrop">
                    <a:extLst>
                      <a:ext uri="{FF2B5EF4-FFF2-40B4-BE49-F238E27FC236}">
                        <a16:creationId xmlns:a16="http://schemas.microsoft.com/office/drawing/2014/main" id="{6C9DA250-9566-49FF-8EF2-2027EDC50573}"/>
                      </a:ext>
                    </a:extLst>
                  </p:cNvPr>
                  <p:cNvSpPr/>
                  <p:nvPr/>
                </p:nvSpPr>
                <p:spPr>
                  <a:xfrm rot="10301754">
                    <a:off x="590583" y="486161"/>
                    <a:ext cx="548993" cy="976017"/>
                  </a:xfrm>
                  <a:prstGeom prst="teardrop">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defTabSz="685800" fontAlgn="auto">
                      <a:spcBef>
                        <a:spcPts val="0"/>
                      </a:spcBef>
                      <a:spcAft>
                        <a:spcPts val="0"/>
                      </a:spcAft>
                      <a:defRPr/>
                    </a:pPr>
                    <a:r>
                      <a:rPr lang="en-US" sz="825" dirty="0">
                        <a:solidFill>
                          <a:srgbClr val="FFFFFF"/>
                        </a:solidFill>
                        <a:latin typeface="Garamond" panose="02020404030301010803"/>
                      </a:rPr>
                      <a:t>5/28/2018</a:t>
                    </a:r>
                  </a:p>
                </p:txBody>
              </p:sp>
            </p:grpSp>
            <p:sp>
              <p:nvSpPr>
                <p:cNvPr id="196" name="Oval 195" descr="Milestone date in a circle">
                  <a:extLst>
                    <a:ext uri="{FF2B5EF4-FFF2-40B4-BE49-F238E27FC236}">
                      <a16:creationId xmlns:a16="http://schemas.microsoft.com/office/drawing/2014/main" id="{C0A8DCFD-F1A1-4B43-AAE7-26C2A692143D}"/>
                    </a:ext>
                  </a:extLst>
                </p:cNvPr>
                <p:cNvSpPr/>
                <p:nvPr/>
              </p:nvSpPr>
              <p:spPr>
                <a:xfrm>
                  <a:off x="456811" y="612321"/>
                  <a:ext cx="816429" cy="71323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defTabSz="685800" fontAlgn="auto">
                    <a:spcBef>
                      <a:spcPts val="0"/>
                    </a:spcBef>
                    <a:spcAft>
                      <a:spcPts val="0"/>
                    </a:spcAft>
                    <a:defRPr/>
                  </a:pPr>
                  <a:fld id="{DD742032-384D-483C-8F37-39187AA02759}" type="TxLink">
                    <a:rPr lang="en-US" sz="1200">
                      <a:solidFill>
                        <a:srgbClr val="000000"/>
                      </a:solidFill>
                      <a:latin typeface="Franklin Gothic Book"/>
                    </a:rPr>
                    <a:pPr algn="ctr" defTabSz="685800" fontAlgn="auto">
                      <a:spcBef>
                        <a:spcPts val="0"/>
                      </a:spcBef>
                      <a:spcAft>
                        <a:spcPts val="0"/>
                      </a:spcAft>
                      <a:defRPr/>
                    </a:pPr>
                    <a:t>​</a:t>
                  </a:fld>
                  <a:endParaRPr lang="en-US" sz="1200" dirty="0">
                    <a:solidFill>
                      <a:srgbClr val="E85E5E">
                        <a:lumMod val="50000"/>
                      </a:srgbClr>
                    </a:solidFill>
                    <a:latin typeface="Garamond" panose="02020404030301010803"/>
                  </a:endParaRPr>
                </a:p>
              </p:txBody>
            </p:sp>
          </p:grpSp>
          <p:sp>
            <p:nvSpPr>
              <p:cNvPr id="194" name="TextBox 114" descr="Milestone title">
                <a:extLst>
                  <a:ext uri="{FF2B5EF4-FFF2-40B4-BE49-F238E27FC236}">
                    <a16:creationId xmlns:a16="http://schemas.microsoft.com/office/drawing/2014/main" id="{4B37D1F2-757E-4EDB-97AB-1A36A1538833}"/>
                  </a:ext>
                </a:extLst>
              </p:cNvPr>
              <p:cNvSpPr txBox="1"/>
              <p:nvPr/>
            </p:nvSpPr>
            <p:spPr bwMode="auto">
              <a:xfrm>
                <a:off x="528579" y="1406354"/>
                <a:ext cx="1204672" cy="74555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spcFirstLastPara="1" anchor="ctr">
                <a:prstTxWarp prst="textArchUp">
                  <a:avLst/>
                </a:prstTxWarp>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defTabSz="685800" fontAlgn="auto">
                  <a:spcBef>
                    <a:spcPts val="0"/>
                  </a:spcBef>
                  <a:spcAft>
                    <a:spcPts val="0"/>
                  </a:spcAft>
                  <a:defRPr/>
                </a:pPr>
                <a:fld id="{2F3C8EFC-FCA7-42F7-803F-EB4BAD8F5B46}" type="TxLink">
                  <a:rPr lang="en-US" sz="1200">
                    <a:solidFill>
                      <a:srgbClr val="000000"/>
                    </a:solidFill>
                    <a:latin typeface="Garamond" panose="02020404030301010803"/>
                    <a:cs typeface="Courier New" panose="02070309020205020404" pitchFamily="49" charset="0"/>
                  </a:rPr>
                  <a:pPr algn="ctr" defTabSz="685800" fontAlgn="auto">
                    <a:spcBef>
                      <a:spcPts val="0"/>
                    </a:spcBef>
                    <a:spcAft>
                      <a:spcPts val="0"/>
                    </a:spcAft>
                    <a:defRPr/>
                  </a:pPr>
                  <a:t>​</a:t>
                </a:fld>
                <a:endParaRPr lang="en-US" sz="1200" dirty="0">
                  <a:solidFill>
                    <a:srgbClr val="E85E5E">
                      <a:lumMod val="50000"/>
                    </a:srgbClr>
                  </a:solidFill>
                  <a:latin typeface="Garamond" panose="02020404030301010803"/>
                  <a:cs typeface="Courier New" panose="02070309020205020404" pitchFamily="49" charset="0"/>
                </a:endParaRPr>
              </a:p>
            </p:txBody>
          </p:sp>
        </p:grpSp>
        <p:pic>
          <p:nvPicPr>
            <p:cNvPr id="192" name="Picture 3"/>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rot="8071676">
              <a:off x="466554" y="1352617"/>
              <a:ext cx="1044810" cy="927827"/>
            </a:xfrm>
            <a:prstGeom prst="teardrop">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02" name="Rectangle 201"/>
          <p:cNvSpPr/>
          <p:nvPr/>
        </p:nvSpPr>
        <p:spPr>
          <a:xfrm>
            <a:off x="1439653" y="1025590"/>
            <a:ext cx="2043319" cy="715576"/>
          </a:xfrm>
          <a:prstGeom prst="rect">
            <a:avLst/>
          </a:prstGeom>
        </p:spPr>
        <p:txBody>
          <a:bodyPr wrap="square" lIns="91436" tIns="45718" rIns="91436" bIns="45718">
            <a:spAutoFit/>
          </a:bodyPr>
          <a:lstStyle/>
          <a:p>
            <a:pPr defTabSz="685800" fontAlgn="auto">
              <a:spcBef>
                <a:spcPts val="0"/>
              </a:spcBef>
              <a:spcAft>
                <a:spcPts val="0"/>
              </a:spcAft>
            </a:pPr>
            <a:r>
              <a:rPr lang="en-GB" sz="1350" b="1" dirty="0">
                <a:solidFill>
                  <a:srgbClr val="0D0D0D"/>
                </a:solidFill>
                <a:latin typeface="Garamond" panose="02020404030301010803"/>
              </a:rPr>
              <a:t>Founded as Allied Force Southern Europe (AFSOUTH)  </a:t>
            </a:r>
          </a:p>
        </p:txBody>
      </p:sp>
      <p:sp>
        <p:nvSpPr>
          <p:cNvPr id="203" name="Rectangle 202"/>
          <p:cNvSpPr/>
          <p:nvPr/>
        </p:nvSpPr>
        <p:spPr>
          <a:xfrm>
            <a:off x="467544" y="2326114"/>
            <a:ext cx="2134315" cy="461661"/>
          </a:xfrm>
          <a:prstGeom prst="rect">
            <a:avLst/>
          </a:prstGeom>
        </p:spPr>
        <p:txBody>
          <a:bodyPr wrap="square" lIns="91436" tIns="45718" rIns="91436" bIns="45718">
            <a:spAutoFit/>
          </a:bodyPr>
          <a:lstStyle/>
          <a:p>
            <a:pPr algn="ctr" defTabSz="685800" fontAlgn="auto">
              <a:spcBef>
                <a:spcPts val="0"/>
              </a:spcBef>
              <a:spcAft>
                <a:spcPts val="0"/>
              </a:spcAft>
            </a:pPr>
            <a:r>
              <a:rPr lang="en-GB" sz="1200" b="1" dirty="0">
                <a:solidFill>
                  <a:srgbClr val="0D0D0D"/>
                </a:solidFill>
                <a:latin typeface="Garamond" panose="02020404030301010803"/>
              </a:rPr>
              <a:t>Renamed - Joint Force Command Naples (JFCNP)</a:t>
            </a:r>
          </a:p>
        </p:txBody>
      </p:sp>
      <p:sp>
        <p:nvSpPr>
          <p:cNvPr id="204" name="Rectangle 203"/>
          <p:cNvSpPr/>
          <p:nvPr/>
        </p:nvSpPr>
        <p:spPr>
          <a:xfrm>
            <a:off x="7232939" y="4617061"/>
            <a:ext cx="1028088" cy="461661"/>
          </a:xfrm>
          <a:prstGeom prst="rect">
            <a:avLst/>
          </a:prstGeom>
        </p:spPr>
        <p:txBody>
          <a:bodyPr wrap="square" lIns="91436" tIns="45718" rIns="91436" bIns="45718">
            <a:spAutoFit/>
          </a:bodyPr>
          <a:lstStyle/>
          <a:p>
            <a:pPr algn="ctr" defTabSz="685800" fontAlgn="auto">
              <a:spcBef>
                <a:spcPts val="0"/>
              </a:spcBef>
              <a:spcAft>
                <a:spcPts val="0"/>
              </a:spcAft>
            </a:pPr>
            <a:r>
              <a:rPr lang="en-GB" sz="1200" b="1" dirty="0">
                <a:solidFill>
                  <a:srgbClr val="0D0D0D"/>
                </a:solidFill>
                <a:latin typeface="Garamond" panose="02020404030301010803"/>
              </a:rPr>
              <a:t>Operation Allied Solace</a:t>
            </a:r>
          </a:p>
        </p:txBody>
      </p:sp>
      <p:grpSp>
        <p:nvGrpSpPr>
          <p:cNvPr id="205" name="Group 3">
            <a:extLst>
              <a:ext uri="{FF2B5EF4-FFF2-40B4-BE49-F238E27FC236}">
                <a16:creationId xmlns:a16="http://schemas.microsoft.com/office/drawing/2014/main" id="{1CD2DEA8-0AAB-47EC-93D9-FD3CEAD58A35}"/>
              </a:ext>
            </a:extLst>
          </p:cNvPr>
          <p:cNvGrpSpPr>
            <a:grpSpLocks/>
          </p:cNvGrpSpPr>
          <p:nvPr/>
        </p:nvGrpSpPr>
        <p:grpSpPr bwMode="auto">
          <a:xfrm>
            <a:off x="2433933" y="2263236"/>
            <a:ext cx="857638" cy="797139"/>
            <a:chOff x="475794" y="4192588"/>
            <a:chExt cx="1614487" cy="1690687"/>
          </a:xfrm>
        </p:grpSpPr>
        <p:sp>
          <p:nvSpPr>
            <p:cNvPr id="206" name="AutoShape 4" descr="Freeform 9">
              <a:extLst>
                <a:ext uri="{FF2B5EF4-FFF2-40B4-BE49-F238E27FC236}">
                  <a16:creationId xmlns:a16="http://schemas.microsoft.com/office/drawing/2014/main" id="{7A0552A7-D7B1-4F86-8D2A-83BACFD7A06C}"/>
                </a:ext>
              </a:extLst>
            </p:cNvPr>
            <p:cNvSpPr>
              <a:spLocks/>
            </p:cNvSpPr>
            <p:nvPr/>
          </p:nvSpPr>
          <p:spPr bwMode="auto">
            <a:xfrm>
              <a:off x="475794" y="4192588"/>
              <a:ext cx="1614487" cy="1690687"/>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167" y="0"/>
                  </a:moveTo>
                  <a:lnTo>
                    <a:pt x="2350" y="310"/>
                  </a:lnTo>
                  <a:lnTo>
                    <a:pt x="3581" y="536"/>
                  </a:lnTo>
                  <a:lnTo>
                    <a:pt x="4189" y="620"/>
                  </a:lnTo>
                  <a:lnTo>
                    <a:pt x="4812" y="649"/>
                  </a:lnTo>
                  <a:lnTo>
                    <a:pt x="5996" y="719"/>
                  </a:lnTo>
                  <a:lnTo>
                    <a:pt x="7227" y="649"/>
                  </a:lnTo>
                  <a:lnTo>
                    <a:pt x="7834" y="620"/>
                  </a:lnTo>
                  <a:lnTo>
                    <a:pt x="8410" y="536"/>
                  </a:lnTo>
                  <a:lnTo>
                    <a:pt x="9641" y="310"/>
                  </a:lnTo>
                  <a:lnTo>
                    <a:pt x="10808" y="0"/>
                  </a:lnTo>
                  <a:lnTo>
                    <a:pt x="11991" y="310"/>
                  </a:lnTo>
                  <a:lnTo>
                    <a:pt x="13158" y="536"/>
                  </a:lnTo>
                  <a:lnTo>
                    <a:pt x="14341" y="649"/>
                  </a:lnTo>
                  <a:lnTo>
                    <a:pt x="15572" y="719"/>
                  </a:lnTo>
                  <a:lnTo>
                    <a:pt x="16788" y="649"/>
                  </a:lnTo>
                  <a:lnTo>
                    <a:pt x="17411" y="592"/>
                  </a:lnTo>
                  <a:lnTo>
                    <a:pt x="17987" y="536"/>
                  </a:lnTo>
                  <a:lnTo>
                    <a:pt x="19218" y="310"/>
                  </a:lnTo>
                  <a:lnTo>
                    <a:pt x="19825" y="155"/>
                  </a:lnTo>
                  <a:lnTo>
                    <a:pt x="20401" y="0"/>
                  </a:lnTo>
                  <a:lnTo>
                    <a:pt x="20721" y="874"/>
                  </a:lnTo>
                  <a:lnTo>
                    <a:pt x="20992" y="1734"/>
                  </a:lnTo>
                  <a:lnTo>
                    <a:pt x="21376" y="3454"/>
                  </a:lnTo>
                  <a:lnTo>
                    <a:pt x="21504" y="4328"/>
                  </a:lnTo>
                  <a:lnTo>
                    <a:pt x="21568" y="5189"/>
                  </a:lnTo>
                  <a:lnTo>
                    <a:pt x="21600" y="6049"/>
                  </a:lnTo>
                  <a:lnTo>
                    <a:pt x="21600" y="6909"/>
                  </a:lnTo>
                  <a:lnTo>
                    <a:pt x="21536" y="7740"/>
                  </a:lnTo>
                  <a:lnTo>
                    <a:pt x="21440" y="8586"/>
                  </a:lnTo>
                  <a:lnTo>
                    <a:pt x="21312" y="9418"/>
                  </a:lnTo>
                  <a:lnTo>
                    <a:pt x="21120" y="10208"/>
                  </a:lnTo>
                  <a:lnTo>
                    <a:pt x="20881" y="11011"/>
                  </a:lnTo>
                  <a:lnTo>
                    <a:pt x="20657" y="11787"/>
                  </a:lnTo>
                  <a:lnTo>
                    <a:pt x="20337" y="12562"/>
                  </a:lnTo>
                  <a:lnTo>
                    <a:pt x="20017" y="13296"/>
                  </a:lnTo>
                  <a:lnTo>
                    <a:pt x="19665" y="14043"/>
                  </a:lnTo>
                  <a:lnTo>
                    <a:pt x="19250" y="14748"/>
                  </a:lnTo>
                  <a:lnTo>
                    <a:pt x="18786" y="15425"/>
                  </a:lnTo>
                  <a:lnTo>
                    <a:pt x="18338" y="16073"/>
                  </a:lnTo>
                  <a:lnTo>
                    <a:pt x="17859" y="16693"/>
                  </a:lnTo>
                  <a:lnTo>
                    <a:pt x="17315" y="17272"/>
                  </a:lnTo>
                  <a:lnTo>
                    <a:pt x="16756" y="17836"/>
                  </a:lnTo>
                  <a:lnTo>
                    <a:pt x="16180" y="18385"/>
                  </a:lnTo>
                  <a:lnTo>
                    <a:pt x="15604" y="18879"/>
                  </a:lnTo>
                  <a:lnTo>
                    <a:pt x="14997" y="19372"/>
                  </a:lnTo>
                  <a:lnTo>
                    <a:pt x="14341" y="19809"/>
                  </a:lnTo>
                  <a:lnTo>
                    <a:pt x="13670" y="20232"/>
                  </a:lnTo>
                  <a:lnTo>
                    <a:pt x="12998" y="20613"/>
                  </a:lnTo>
                  <a:lnTo>
                    <a:pt x="12279" y="20980"/>
                  </a:lnTo>
                  <a:lnTo>
                    <a:pt x="11575" y="21290"/>
                  </a:lnTo>
                  <a:lnTo>
                    <a:pt x="10840" y="21600"/>
                  </a:lnTo>
                  <a:lnTo>
                    <a:pt x="10089" y="21318"/>
                  </a:lnTo>
                  <a:lnTo>
                    <a:pt x="9385" y="20980"/>
                  </a:lnTo>
                  <a:lnTo>
                    <a:pt x="8666" y="20641"/>
                  </a:lnTo>
                  <a:lnTo>
                    <a:pt x="7994" y="20275"/>
                  </a:lnTo>
                  <a:lnTo>
                    <a:pt x="7323" y="19838"/>
                  </a:lnTo>
                  <a:lnTo>
                    <a:pt x="6667" y="19401"/>
                  </a:lnTo>
                  <a:lnTo>
                    <a:pt x="6060" y="18935"/>
                  </a:lnTo>
                  <a:lnTo>
                    <a:pt x="5484" y="18414"/>
                  </a:lnTo>
                  <a:lnTo>
                    <a:pt x="4876" y="17892"/>
                  </a:lnTo>
                  <a:lnTo>
                    <a:pt x="4349" y="17342"/>
                  </a:lnTo>
                  <a:lnTo>
                    <a:pt x="3805" y="16750"/>
                  </a:lnTo>
                  <a:lnTo>
                    <a:pt x="3326" y="16130"/>
                  </a:lnTo>
                  <a:lnTo>
                    <a:pt x="2846" y="15481"/>
                  </a:lnTo>
                  <a:lnTo>
                    <a:pt x="2414" y="14804"/>
                  </a:lnTo>
                  <a:lnTo>
                    <a:pt x="1999" y="14127"/>
                  </a:lnTo>
                  <a:lnTo>
                    <a:pt x="1615" y="13422"/>
                  </a:lnTo>
                  <a:lnTo>
                    <a:pt x="1295" y="12647"/>
                  </a:lnTo>
                  <a:lnTo>
                    <a:pt x="1007" y="11886"/>
                  </a:lnTo>
                  <a:lnTo>
                    <a:pt x="719" y="11110"/>
                  </a:lnTo>
                  <a:lnTo>
                    <a:pt x="512" y="10335"/>
                  </a:lnTo>
                  <a:lnTo>
                    <a:pt x="320" y="9503"/>
                  </a:lnTo>
                  <a:lnTo>
                    <a:pt x="160" y="8699"/>
                  </a:lnTo>
                  <a:lnTo>
                    <a:pt x="64" y="7867"/>
                  </a:lnTo>
                  <a:lnTo>
                    <a:pt x="0" y="7036"/>
                  </a:lnTo>
                  <a:lnTo>
                    <a:pt x="0" y="5344"/>
                  </a:lnTo>
                  <a:lnTo>
                    <a:pt x="64" y="4484"/>
                  </a:lnTo>
                  <a:lnTo>
                    <a:pt x="192" y="3609"/>
                  </a:lnTo>
                  <a:lnTo>
                    <a:pt x="352" y="2749"/>
                  </a:lnTo>
                  <a:lnTo>
                    <a:pt x="544" y="1889"/>
                  </a:lnTo>
                  <a:lnTo>
                    <a:pt x="815" y="1029"/>
                  </a:lnTo>
                  <a:lnTo>
                    <a:pt x="1103" y="155"/>
                  </a:lnTo>
                  <a:lnTo>
                    <a:pt x="1167" y="0"/>
                  </a:lnTo>
                  <a:close/>
                </a:path>
              </a:pathLst>
            </a:custGeom>
            <a:solidFill>
              <a:srgbClr val="FFFF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07" name="AutoShape 5" descr="Freeform 10">
              <a:extLst>
                <a:ext uri="{FF2B5EF4-FFF2-40B4-BE49-F238E27FC236}">
                  <a16:creationId xmlns:a16="http://schemas.microsoft.com/office/drawing/2014/main" id="{6845B96F-5D79-4C4F-9472-A304CF5FB22B}"/>
                </a:ext>
              </a:extLst>
            </p:cNvPr>
            <p:cNvSpPr>
              <a:spLocks/>
            </p:cNvSpPr>
            <p:nvPr/>
          </p:nvSpPr>
          <p:spPr bwMode="auto">
            <a:xfrm>
              <a:off x="475794" y="4192588"/>
              <a:ext cx="1614487" cy="1690687"/>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167" y="0"/>
                  </a:moveTo>
                  <a:lnTo>
                    <a:pt x="2350" y="310"/>
                  </a:lnTo>
                  <a:lnTo>
                    <a:pt x="3581" y="536"/>
                  </a:lnTo>
                  <a:lnTo>
                    <a:pt x="4189" y="620"/>
                  </a:lnTo>
                  <a:lnTo>
                    <a:pt x="4812" y="649"/>
                  </a:lnTo>
                  <a:lnTo>
                    <a:pt x="5996" y="719"/>
                  </a:lnTo>
                  <a:lnTo>
                    <a:pt x="7227" y="649"/>
                  </a:lnTo>
                  <a:lnTo>
                    <a:pt x="7834" y="620"/>
                  </a:lnTo>
                  <a:lnTo>
                    <a:pt x="8410" y="536"/>
                  </a:lnTo>
                  <a:lnTo>
                    <a:pt x="9641" y="310"/>
                  </a:lnTo>
                  <a:lnTo>
                    <a:pt x="10808" y="0"/>
                  </a:lnTo>
                  <a:lnTo>
                    <a:pt x="11991" y="310"/>
                  </a:lnTo>
                  <a:lnTo>
                    <a:pt x="13158" y="536"/>
                  </a:lnTo>
                  <a:lnTo>
                    <a:pt x="14341" y="649"/>
                  </a:lnTo>
                  <a:lnTo>
                    <a:pt x="15572" y="719"/>
                  </a:lnTo>
                  <a:lnTo>
                    <a:pt x="16788" y="649"/>
                  </a:lnTo>
                  <a:lnTo>
                    <a:pt x="17411" y="592"/>
                  </a:lnTo>
                  <a:lnTo>
                    <a:pt x="17987" y="536"/>
                  </a:lnTo>
                  <a:lnTo>
                    <a:pt x="19218" y="310"/>
                  </a:lnTo>
                  <a:lnTo>
                    <a:pt x="19825" y="155"/>
                  </a:lnTo>
                  <a:lnTo>
                    <a:pt x="20401" y="0"/>
                  </a:lnTo>
                  <a:lnTo>
                    <a:pt x="20721" y="874"/>
                  </a:lnTo>
                  <a:lnTo>
                    <a:pt x="20992" y="1734"/>
                  </a:lnTo>
                  <a:lnTo>
                    <a:pt x="21376" y="3454"/>
                  </a:lnTo>
                  <a:lnTo>
                    <a:pt x="21504" y="4328"/>
                  </a:lnTo>
                  <a:lnTo>
                    <a:pt x="21568" y="5189"/>
                  </a:lnTo>
                  <a:lnTo>
                    <a:pt x="21600" y="6049"/>
                  </a:lnTo>
                  <a:lnTo>
                    <a:pt x="21600" y="6909"/>
                  </a:lnTo>
                  <a:lnTo>
                    <a:pt x="21536" y="7740"/>
                  </a:lnTo>
                  <a:lnTo>
                    <a:pt x="21440" y="8586"/>
                  </a:lnTo>
                  <a:lnTo>
                    <a:pt x="21312" y="9418"/>
                  </a:lnTo>
                  <a:lnTo>
                    <a:pt x="21120" y="10208"/>
                  </a:lnTo>
                  <a:lnTo>
                    <a:pt x="20881" y="11011"/>
                  </a:lnTo>
                  <a:lnTo>
                    <a:pt x="20657" y="11787"/>
                  </a:lnTo>
                  <a:lnTo>
                    <a:pt x="20337" y="12562"/>
                  </a:lnTo>
                  <a:lnTo>
                    <a:pt x="20017" y="13296"/>
                  </a:lnTo>
                  <a:lnTo>
                    <a:pt x="19665" y="14043"/>
                  </a:lnTo>
                  <a:lnTo>
                    <a:pt x="19250" y="14748"/>
                  </a:lnTo>
                  <a:lnTo>
                    <a:pt x="18786" y="15425"/>
                  </a:lnTo>
                  <a:lnTo>
                    <a:pt x="18338" y="16073"/>
                  </a:lnTo>
                  <a:lnTo>
                    <a:pt x="17859" y="16693"/>
                  </a:lnTo>
                  <a:lnTo>
                    <a:pt x="17315" y="17272"/>
                  </a:lnTo>
                  <a:lnTo>
                    <a:pt x="16756" y="17836"/>
                  </a:lnTo>
                  <a:lnTo>
                    <a:pt x="16180" y="18385"/>
                  </a:lnTo>
                  <a:lnTo>
                    <a:pt x="15604" y="18879"/>
                  </a:lnTo>
                  <a:lnTo>
                    <a:pt x="14997" y="19372"/>
                  </a:lnTo>
                  <a:lnTo>
                    <a:pt x="14341" y="19809"/>
                  </a:lnTo>
                  <a:lnTo>
                    <a:pt x="13670" y="20232"/>
                  </a:lnTo>
                  <a:lnTo>
                    <a:pt x="12998" y="20613"/>
                  </a:lnTo>
                  <a:lnTo>
                    <a:pt x="12279" y="20980"/>
                  </a:lnTo>
                  <a:lnTo>
                    <a:pt x="11575" y="21290"/>
                  </a:lnTo>
                  <a:lnTo>
                    <a:pt x="10840" y="21600"/>
                  </a:lnTo>
                  <a:lnTo>
                    <a:pt x="10089" y="21318"/>
                  </a:lnTo>
                  <a:lnTo>
                    <a:pt x="9385" y="20980"/>
                  </a:lnTo>
                  <a:lnTo>
                    <a:pt x="8666" y="20641"/>
                  </a:lnTo>
                  <a:lnTo>
                    <a:pt x="7994" y="20275"/>
                  </a:lnTo>
                  <a:lnTo>
                    <a:pt x="7323" y="19838"/>
                  </a:lnTo>
                  <a:lnTo>
                    <a:pt x="6667" y="19401"/>
                  </a:lnTo>
                  <a:lnTo>
                    <a:pt x="6060" y="18935"/>
                  </a:lnTo>
                  <a:lnTo>
                    <a:pt x="5484" y="18414"/>
                  </a:lnTo>
                  <a:lnTo>
                    <a:pt x="4876" y="17892"/>
                  </a:lnTo>
                  <a:lnTo>
                    <a:pt x="4349" y="17342"/>
                  </a:lnTo>
                  <a:lnTo>
                    <a:pt x="3805" y="16750"/>
                  </a:lnTo>
                  <a:lnTo>
                    <a:pt x="3326" y="16130"/>
                  </a:lnTo>
                  <a:lnTo>
                    <a:pt x="2846" y="15481"/>
                  </a:lnTo>
                  <a:lnTo>
                    <a:pt x="2414" y="14804"/>
                  </a:lnTo>
                  <a:lnTo>
                    <a:pt x="1999" y="14127"/>
                  </a:lnTo>
                  <a:lnTo>
                    <a:pt x="1615" y="13422"/>
                  </a:lnTo>
                  <a:lnTo>
                    <a:pt x="1295" y="12647"/>
                  </a:lnTo>
                  <a:lnTo>
                    <a:pt x="1007" y="11886"/>
                  </a:lnTo>
                  <a:lnTo>
                    <a:pt x="719" y="11110"/>
                  </a:lnTo>
                  <a:lnTo>
                    <a:pt x="512" y="10335"/>
                  </a:lnTo>
                  <a:lnTo>
                    <a:pt x="320" y="9503"/>
                  </a:lnTo>
                  <a:lnTo>
                    <a:pt x="160" y="8699"/>
                  </a:lnTo>
                  <a:lnTo>
                    <a:pt x="64" y="7867"/>
                  </a:lnTo>
                  <a:lnTo>
                    <a:pt x="0" y="7036"/>
                  </a:lnTo>
                  <a:lnTo>
                    <a:pt x="0" y="5344"/>
                  </a:lnTo>
                  <a:lnTo>
                    <a:pt x="64" y="4484"/>
                  </a:lnTo>
                  <a:lnTo>
                    <a:pt x="192" y="3609"/>
                  </a:lnTo>
                  <a:lnTo>
                    <a:pt x="352" y="2749"/>
                  </a:lnTo>
                  <a:lnTo>
                    <a:pt x="544" y="1889"/>
                  </a:lnTo>
                  <a:lnTo>
                    <a:pt x="815" y="1029"/>
                  </a:lnTo>
                  <a:lnTo>
                    <a:pt x="1103" y="155"/>
                  </a:lnTo>
                  <a:lnTo>
                    <a:pt x="1167" y="0"/>
                  </a:lnTo>
                  <a:close/>
                </a:path>
              </a:pathLst>
            </a:custGeom>
            <a:noFill/>
            <a:ln w="3175" cap="flat" cmpd="sng">
              <a:solidFill>
                <a:srgbClr val="FFFF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08" name="AutoShape 6" descr="Freeform 11">
              <a:extLst>
                <a:ext uri="{FF2B5EF4-FFF2-40B4-BE49-F238E27FC236}">
                  <a16:creationId xmlns:a16="http://schemas.microsoft.com/office/drawing/2014/main" id="{250C294D-A176-4001-831B-093EA1BFC3A0}"/>
                </a:ext>
              </a:extLst>
            </p:cNvPr>
            <p:cNvSpPr>
              <a:spLocks/>
            </p:cNvSpPr>
            <p:nvPr/>
          </p:nvSpPr>
          <p:spPr bwMode="auto">
            <a:xfrm>
              <a:off x="502084" y="4214660"/>
              <a:ext cx="1561908" cy="1632198"/>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173" y="29"/>
                  </a:moveTo>
                  <a:lnTo>
                    <a:pt x="2413" y="321"/>
                  </a:lnTo>
                  <a:lnTo>
                    <a:pt x="3603" y="540"/>
                  </a:lnTo>
                  <a:lnTo>
                    <a:pt x="4842" y="672"/>
                  </a:lnTo>
                  <a:lnTo>
                    <a:pt x="6032" y="730"/>
                  </a:lnTo>
                  <a:lnTo>
                    <a:pt x="7239" y="672"/>
                  </a:lnTo>
                  <a:lnTo>
                    <a:pt x="8428" y="540"/>
                  </a:lnTo>
                  <a:lnTo>
                    <a:pt x="9635" y="321"/>
                  </a:lnTo>
                  <a:lnTo>
                    <a:pt x="10841" y="29"/>
                  </a:lnTo>
                  <a:lnTo>
                    <a:pt x="11998" y="321"/>
                  </a:lnTo>
                  <a:lnTo>
                    <a:pt x="13205" y="540"/>
                  </a:lnTo>
                  <a:lnTo>
                    <a:pt x="14361" y="672"/>
                  </a:lnTo>
                  <a:lnTo>
                    <a:pt x="15006" y="701"/>
                  </a:lnTo>
                  <a:lnTo>
                    <a:pt x="16196" y="701"/>
                  </a:lnTo>
                  <a:lnTo>
                    <a:pt x="16791" y="672"/>
                  </a:lnTo>
                  <a:lnTo>
                    <a:pt x="17997" y="540"/>
                  </a:lnTo>
                  <a:lnTo>
                    <a:pt x="19187" y="321"/>
                  </a:lnTo>
                  <a:lnTo>
                    <a:pt x="20394" y="0"/>
                  </a:lnTo>
                  <a:lnTo>
                    <a:pt x="20724" y="862"/>
                  </a:lnTo>
                  <a:lnTo>
                    <a:pt x="20989" y="1753"/>
                  </a:lnTo>
                  <a:lnTo>
                    <a:pt x="21187" y="2614"/>
                  </a:lnTo>
                  <a:lnTo>
                    <a:pt x="21369" y="3490"/>
                  </a:lnTo>
                  <a:lnTo>
                    <a:pt x="21501" y="4352"/>
                  </a:lnTo>
                  <a:lnTo>
                    <a:pt x="21567" y="5214"/>
                  </a:lnTo>
                  <a:lnTo>
                    <a:pt x="21600" y="6075"/>
                  </a:lnTo>
                  <a:lnTo>
                    <a:pt x="21600" y="6937"/>
                  </a:lnTo>
                  <a:lnTo>
                    <a:pt x="21534" y="7770"/>
                  </a:lnTo>
                  <a:lnTo>
                    <a:pt x="21435" y="8602"/>
                  </a:lnTo>
                  <a:lnTo>
                    <a:pt x="21286" y="9420"/>
                  </a:lnTo>
                  <a:lnTo>
                    <a:pt x="21121" y="10223"/>
                  </a:lnTo>
                  <a:lnTo>
                    <a:pt x="20889" y="11026"/>
                  </a:lnTo>
                  <a:lnTo>
                    <a:pt x="20658" y="11815"/>
                  </a:lnTo>
                  <a:lnTo>
                    <a:pt x="20361" y="12589"/>
                  </a:lnTo>
                  <a:lnTo>
                    <a:pt x="20030" y="13319"/>
                  </a:lnTo>
                  <a:lnTo>
                    <a:pt x="19666" y="14064"/>
                  </a:lnTo>
                  <a:lnTo>
                    <a:pt x="19270" y="14765"/>
                  </a:lnTo>
                  <a:lnTo>
                    <a:pt x="18791" y="15437"/>
                  </a:lnTo>
                  <a:lnTo>
                    <a:pt x="18328" y="16109"/>
                  </a:lnTo>
                  <a:lnTo>
                    <a:pt x="17832" y="16708"/>
                  </a:lnTo>
                  <a:lnTo>
                    <a:pt x="17336" y="17321"/>
                  </a:lnTo>
                  <a:lnTo>
                    <a:pt x="16758" y="17861"/>
                  </a:lnTo>
                  <a:lnTo>
                    <a:pt x="16196" y="18402"/>
                  </a:lnTo>
                  <a:lnTo>
                    <a:pt x="15601" y="18913"/>
                  </a:lnTo>
                  <a:lnTo>
                    <a:pt x="15006" y="19395"/>
                  </a:lnTo>
                  <a:lnTo>
                    <a:pt x="14361" y="19804"/>
                  </a:lnTo>
                  <a:lnTo>
                    <a:pt x="13700" y="20256"/>
                  </a:lnTo>
                  <a:lnTo>
                    <a:pt x="13006" y="20636"/>
                  </a:lnTo>
                  <a:lnTo>
                    <a:pt x="12296" y="20987"/>
                  </a:lnTo>
                  <a:lnTo>
                    <a:pt x="11602" y="21308"/>
                  </a:lnTo>
                  <a:lnTo>
                    <a:pt x="10874" y="21600"/>
                  </a:lnTo>
                  <a:lnTo>
                    <a:pt x="10098" y="21308"/>
                  </a:lnTo>
                  <a:lnTo>
                    <a:pt x="8709" y="20665"/>
                  </a:lnTo>
                  <a:lnTo>
                    <a:pt x="7999" y="20286"/>
                  </a:lnTo>
                  <a:lnTo>
                    <a:pt x="7338" y="19877"/>
                  </a:lnTo>
                  <a:lnTo>
                    <a:pt x="6710" y="19424"/>
                  </a:lnTo>
                  <a:lnTo>
                    <a:pt x="6098" y="18942"/>
                  </a:lnTo>
                  <a:lnTo>
                    <a:pt x="4908" y="17920"/>
                  </a:lnTo>
                  <a:lnTo>
                    <a:pt x="4363" y="17350"/>
                  </a:lnTo>
                  <a:lnTo>
                    <a:pt x="3834" y="16766"/>
                  </a:lnTo>
                  <a:lnTo>
                    <a:pt x="3338" y="16138"/>
                  </a:lnTo>
                  <a:lnTo>
                    <a:pt x="2876" y="15495"/>
                  </a:lnTo>
                  <a:lnTo>
                    <a:pt x="2446" y="14824"/>
                  </a:lnTo>
                  <a:lnTo>
                    <a:pt x="2033" y="14152"/>
                  </a:lnTo>
                  <a:lnTo>
                    <a:pt x="1636" y="13422"/>
                  </a:lnTo>
                  <a:lnTo>
                    <a:pt x="1306" y="12677"/>
                  </a:lnTo>
                  <a:lnTo>
                    <a:pt x="1008" y="11917"/>
                  </a:lnTo>
                  <a:lnTo>
                    <a:pt x="777" y="11143"/>
                  </a:lnTo>
                  <a:lnTo>
                    <a:pt x="545" y="10355"/>
                  </a:lnTo>
                  <a:lnTo>
                    <a:pt x="347" y="9522"/>
                  </a:lnTo>
                  <a:lnTo>
                    <a:pt x="198" y="8719"/>
                  </a:lnTo>
                  <a:lnTo>
                    <a:pt x="99" y="7886"/>
                  </a:lnTo>
                  <a:lnTo>
                    <a:pt x="33" y="7069"/>
                  </a:lnTo>
                  <a:lnTo>
                    <a:pt x="0" y="6192"/>
                  </a:lnTo>
                  <a:lnTo>
                    <a:pt x="33" y="5331"/>
                  </a:lnTo>
                  <a:lnTo>
                    <a:pt x="99" y="4469"/>
                  </a:lnTo>
                  <a:lnTo>
                    <a:pt x="248" y="3637"/>
                  </a:lnTo>
                  <a:lnTo>
                    <a:pt x="380" y="2746"/>
                  </a:lnTo>
                  <a:lnTo>
                    <a:pt x="578" y="1884"/>
                  </a:lnTo>
                  <a:lnTo>
                    <a:pt x="843" y="1022"/>
                  </a:lnTo>
                  <a:lnTo>
                    <a:pt x="1140" y="190"/>
                  </a:lnTo>
                  <a:lnTo>
                    <a:pt x="1173" y="29"/>
                  </a:lnTo>
                  <a:close/>
                </a:path>
              </a:pathLst>
            </a:custGeom>
            <a:solidFill>
              <a:srgbClr val="C000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09" name="AutoShape 7" descr="Freeform 12">
              <a:extLst>
                <a:ext uri="{FF2B5EF4-FFF2-40B4-BE49-F238E27FC236}">
                  <a16:creationId xmlns:a16="http://schemas.microsoft.com/office/drawing/2014/main" id="{08207CEB-FC25-4D35-A54B-5454B027F109}"/>
                </a:ext>
              </a:extLst>
            </p:cNvPr>
            <p:cNvSpPr>
              <a:spLocks/>
            </p:cNvSpPr>
            <p:nvPr/>
          </p:nvSpPr>
          <p:spPr bwMode="auto">
            <a:xfrm>
              <a:off x="502084" y="4214660"/>
              <a:ext cx="1561908" cy="1632198"/>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173" y="29"/>
                  </a:moveTo>
                  <a:lnTo>
                    <a:pt x="2413" y="321"/>
                  </a:lnTo>
                  <a:lnTo>
                    <a:pt x="3603" y="540"/>
                  </a:lnTo>
                  <a:lnTo>
                    <a:pt x="4842" y="672"/>
                  </a:lnTo>
                  <a:lnTo>
                    <a:pt x="6032" y="730"/>
                  </a:lnTo>
                  <a:lnTo>
                    <a:pt x="7239" y="672"/>
                  </a:lnTo>
                  <a:lnTo>
                    <a:pt x="8428" y="540"/>
                  </a:lnTo>
                  <a:lnTo>
                    <a:pt x="9635" y="321"/>
                  </a:lnTo>
                  <a:lnTo>
                    <a:pt x="10841" y="29"/>
                  </a:lnTo>
                  <a:lnTo>
                    <a:pt x="11998" y="321"/>
                  </a:lnTo>
                  <a:lnTo>
                    <a:pt x="13205" y="540"/>
                  </a:lnTo>
                  <a:lnTo>
                    <a:pt x="14361" y="672"/>
                  </a:lnTo>
                  <a:lnTo>
                    <a:pt x="15006" y="701"/>
                  </a:lnTo>
                  <a:lnTo>
                    <a:pt x="16196" y="701"/>
                  </a:lnTo>
                  <a:lnTo>
                    <a:pt x="16791" y="672"/>
                  </a:lnTo>
                  <a:lnTo>
                    <a:pt x="17997" y="540"/>
                  </a:lnTo>
                  <a:lnTo>
                    <a:pt x="19187" y="321"/>
                  </a:lnTo>
                  <a:lnTo>
                    <a:pt x="20394" y="0"/>
                  </a:lnTo>
                  <a:lnTo>
                    <a:pt x="20724" y="862"/>
                  </a:lnTo>
                  <a:lnTo>
                    <a:pt x="20989" y="1753"/>
                  </a:lnTo>
                  <a:lnTo>
                    <a:pt x="21187" y="2614"/>
                  </a:lnTo>
                  <a:lnTo>
                    <a:pt x="21369" y="3490"/>
                  </a:lnTo>
                  <a:lnTo>
                    <a:pt x="21501" y="4352"/>
                  </a:lnTo>
                  <a:lnTo>
                    <a:pt x="21567" y="5214"/>
                  </a:lnTo>
                  <a:lnTo>
                    <a:pt x="21600" y="6075"/>
                  </a:lnTo>
                  <a:lnTo>
                    <a:pt x="21600" y="6937"/>
                  </a:lnTo>
                  <a:lnTo>
                    <a:pt x="21534" y="7770"/>
                  </a:lnTo>
                  <a:lnTo>
                    <a:pt x="21435" y="8602"/>
                  </a:lnTo>
                  <a:lnTo>
                    <a:pt x="21286" y="9420"/>
                  </a:lnTo>
                  <a:lnTo>
                    <a:pt x="21121" y="10223"/>
                  </a:lnTo>
                  <a:lnTo>
                    <a:pt x="20889" y="11026"/>
                  </a:lnTo>
                  <a:lnTo>
                    <a:pt x="20658" y="11815"/>
                  </a:lnTo>
                  <a:lnTo>
                    <a:pt x="20361" y="12589"/>
                  </a:lnTo>
                  <a:lnTo>
                    <a:pt x="20030" y="13319"/>
                  </a:lnTo>
                  <a:lnTo>
                    <a:pt x="19666" y="14064"/>
                  </a:lnTo>
                  <a:lnTo>
                    <a:pt x="19270" y="14765"/>
                  </a:lnTo>
                  <a:lnTo>
                    <a:pt x="18791" y="15437"/>
                  </a:lnTo>
                  <a:lnTo>
                    <a:pt x="18328" y="16109"/>
                  </a:lnTo>
                  <a:lnTo>
                    <a:pt x="17832" y="16708"/>
                  </a:lnTo>
                  <a:lnTo>
                    <a:pt x="17336" y="17321"/>
                  </a:lnTo>
                  <a:lnTo>
                    <a:pt x="16758" y="17861"/>
                  </a:lnTo>
                  <a:lnTo>
                    <a:pt x="16196" y="18402"/>
                  </a:lnTo>
                  <a:lnTo>
                    <a:pt x="15601" y="18913"/>
                  </a:lnTo>
                  <a:lnTo>
                    <a:pt x="15006" y="19395"/>
                  </a:lnTo>
                  <a:lnTo>
                    <a:pt x="14361" y="19804"/>
                  </a:lnTo>
                  <a:lnTo>
                    <a:pt x="13700" y="20256"/>
                  </a:lnTo>
                  <a:lnTo>
                    <a:pt x="13006" y="20636"/>
                  </a:lnTo>
                  <a:lnTo>
                    <a:pt x="12296" y="20987"/>
                  </a:lnTo>
                  <a:lnTo>
                    <a:pt x="11602" y="21308"/>
                  </a:lnTo>
                  <a:lnTo>
                    <a:pt x="10874" y="21600"/>
                  </a:lnTo>
                  <a:lnTo>
                    <a:pt x="10098" y="21308"/>
                  </a:lnTo>
                  <a:lnTo>
                    <a:pt x="8709" y="20665"/>
                  </a:lnTo>
                  <a:lnTo>
                    <a:pt x="7999" y="20286"/>
                  </a:lnTo>
                  <a:lnTo>
                    <a:pt x="7338" y="19877"/>
                  </a:lnTo>
                  <a:lnTo>
                    <a:pt x="6710" y="19424"/>
                  </a:lnTo>
                  <a:lnTo>
                    <a:pt x="6098" y="18942"/>
                  </a:lnTo>
                  <a:lnTo>
                    <a:pt x="4908" y="17920"/>
                  </a:lnTo>
                  <a:lnTo>
                    <a:pt x="4363" y="17350"/>
                  </a:lnTo>
                  <a:lnTo>
                    <a:pt x="3834" y="16766"/>
                  </a:lnTo>
                  <a:lnTo>
                    <a:pt x="3338" y="16138"/>
                  </a:lnTo>
                  <a:lnTo>
                    <a:pt x="2876" y="15495"/>
                  </a:lnTo>
                  <a:lnTo>
                    <a:pt x="2446" y="14824"/>
                  </a:lnTo>
                  <a:lnTo>
                    <a:pt x="2033" y="14152"/>
                  </a:lnTo>
                  <a:lnTo>
                    <a:pt x="1636" y="13422"/>
                  </a:lnTo>
                  <a:lnTo>
                    <a:pt x="1306" y="12677"/>
                  </a:lnTo>
                  <a:lnTo>
                    <a:pt x="1008" y="11917"/>
                  </a:lnTo>
                  <a:lnTo>
                    <a:pt x="777" y="11143"/>
                  </a:lnTo>
                  <a:lnTo>
                    <a:pt x="545" y="10355"/>
                  </a:lnTo>
                  <a:lnTo>
                    <a:pt x="347" y="9522"/>
                  </a:lnTo>
                  <a:lnTo>
                    <a:pt x="198" y="8719"/>
                  </a:lnTo>
                  <a:lnTo>
                    <a:pt x="99" y="7886"/>
                  </a:lnTo>
                  <a:lnTo>
                    <a:pt x="33" y="7069"/>
                  </a:lnTo>
                  <a:lnTo>
                    <a:pt x="0" y="6192"/>
                  </a:lnTo>
                  <a:lnTo>
                    <a:pt x="33" y="5331"/>
                  </a:lnTo>
                  <a:lnTo>
                    <a:pt x="99" y="4469"/>
                  </a:lnTo>
                  <a:lnTo>
                    <a:pt x="248" y="3637"/>
                  </a:lnTo>
                  <a:lnTo>
                    <a:pt x="380" y="2746"/>
                  </a:lnTo>
                  <a:lnTo>
                    <a:pt x="578" y="1884"/>
                  </a:lnTo>
                  <a:lnTo>
                    <a:pt x="843" y="1022"/>
                  </a:lnTo>
                  <a:lnTo>
                    <a:pt x="1140" y="190"/>
                  </a:lnTo>
                  <a:lnTo>
                    <a:pt x="1173" y="29"/>
                  </a:lnTo>
                  <a:close/>
                </a:path>
              </a:pathLst>
            </a:custGeom>
            <a:noFill/>
            <a:ln w="3175"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10" name="Rectangle 8" descr="Rectangle 13">
              <a:extLst>
                <a:ext uri="{FF2B5EF4-FFF2-40B4-BE49-F238E27FC236}">
                  <a16:creationId xmlns:a16="http://schemas.microsoft.com/office/drawing/2014/main" id="{A42EC9C1-AFC8-4047-9DA5-21C33E763D67}"/>
                </a:ext>
              </a:extLst>
            </p:cNvPr>
            <p:cNvSpPr>
              <a:spLocks/>
            </p:cNvSpPr>
            <p:nvPr/>
          </p:nvSpPr>
          <p:spPr bwMode="auto">
            <a:xfrm>
              <a:off x="769771" y="5281823"/>
              <a:ext cx="1024142" cy="75044"/>
            </a:xfrm>
            <a:prstGeom prst="rect">
              <a:avLst/>
            </a:prstGeom>
            <a:solidFill>
              <a:srgbClr val="FFFF00"/>
            </a:solidFill>
            <a:ln>
              <a:noFill/>
            </a:ln>
            <a:effectLst/>
            <a:extLs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lvl1pPr>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defTabSz="685800" fontAlgn="auto">
                <a:spcBef>
                  <a:spcPct val="0"/>
                </a:spcBef>
                <a:spcAft>
                  <a:spcPts val="0"/>
                </a:spcAft>
                <a:buSzTx/>
                <a:buNone/>
              </a:pPr>
              <a:endParaRPr lang="en-US" altLang="en-US" sz="2100" dirty="0"/>
            </a:p>
          </p:txBody>
        </p:sp>
        <p:sp>
          <p:nvSpPr>
            <p:cNvPr id="211" name="Rectangle 9" descr="Rectangle 14">
              <a:extLst>
                <a:ext uri="{FF2B5EF4-FFF2-40B4-BE49-F238E27FC236}">
                  <a16:creationId xmlns:a16="http://schemas.microsoft.com/office/drawing/2014/main" id="{74AD261F-F83A-47BA-9C82-AE86E1580334}"/>
                </a:ext>
              </a:extLst>
            </p:cNvPr>
            <p:cNvSpPr>
              <a:spLocks/>
            </p:cNvSpPr>
            <p:nvPr/>
          </p:nvSpPr>
          <p:spPr bwMode="auto">
            <a:xfrm>
              <a:off x="769771" y="5281823"/>
              <a:ext cx="1024142" cy="7504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lvl1pPr>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defTabSz="685800" fontAlgn="auto">
                <a:spcBef>
                  <a:spcPct val="0"/>
                </a:spcBef>
                <a:spcAft>
                  <a:spcPts val="0"/>
                </a:spcAft>
                <a:buSzTx/>
                <a:buNone/>
              </a:pPr>
              <a:endParaRPr lang="en-US" altLang="en-US" sz="2100" dirty="0"/>
            </a:p>
          </p:txBody>
        </p:sp>
        <p:sp>
          <p:nvSpPr>
            <p:cNvPr id="212" name="AutoShape 10" descr="Freeform 15">
              <a:extLst>
                <a:ext uri="{FF2B5EF4-FFF2-40B4-BE49-F238E27FC236}">
                  <a16:creationId xmlns:a16="http://schemas.microsoft.com/office/drawing/2014/main" id="{1E1F28F5-1A3C-4EA5-B49F-8250E0190E32}"/>
                </a:ext>
              </a:extLst>
            </p:cNvPr>
            <p:cNvSpPr>
              <a:spLocks/>
            </p:cNvSpPr>
            <p:nvPr/>
          </p:nvSpPr>
          <p:spPr bwMode="auto">
            <a:xfrm>
              <a:off x="1379237" y="4879016"/>
              <a:ext cx="229447" cy="291346"/>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5513" y="1391"/>
                  </a:moveTo>
                  <a:lnTo>
                    <a:pt x="4950" y="4418"/>
                  </a:lnTo>
                  <a:lnTo>
                    <a:pt x="5288" y="5155"/>
                  </a:lnTo>
                  <a:lnTo>
                    <a:pt x="5963" y="6218"/>
                  </a:lnTo>
                  <a:lnTo>
                    <a:pt x="7313" y="7855"/>
                  </a:lnTo>
                  <a:lnTo>
                    <a:pt x="10463" y="9491"/>
                  </a:lnTo>
                  <a:lnTo>
                    <a:pt x="12263" y="10391"/>
                  </a:lnTo>
                  <a:lnTo>
                    <a:pt x="13388" y="10882"/>
                  </a:lnTo>
                  <a:lnTo>
                    <a:pt x="13388" y="11618"/>
                  </a:lnTo>
                  <a:lnTo>
                    <a:pt x="12938" y="12682"/>
                  </a:lnTo>
                  <a:lnTo>
                    <a:pt x="10688" y="15709"/>
                  </a:lnTo>
                  <a:lnTo>
                    <a:pt x="8663" y="17345"/>
                  </a:lnTo>
                  <a:lnTo>
                    <a:pt x="5963" y="18409"/>
                  </a:lnTo>
                  <a:lnTo>
                    <a:pt x="3825" y="18736"/>
                  </a:lnTo>
                  <a:lnTo>
                    <a:pt x="2025" y="18900"/>
                  </a:lnTo>
                  <a:lnTo>
                    <a:pt x="675" y="19636"/>
                  </a:lnTo>
                  <a:lnTo>
                    <a:pt x="0" y="20536"/>
                  </a:lnTo>
                  <a:lnTo>
                    <a:pt x="225" y="21600"/>
                  </a:lnTo>
                  <a:lnTo>
                    <a:pt x="11813" y="21600"/>
                  </a:lnTo>
                  <a:lnTo>
                    <a:pt x="13838" y="19473"/>
                  </a:lnTo>
                  <a:lnTo>
                    <a:pt x="14288" y="18573"/>
                  </a:lnTo>
                  <a:lnTo>
                    <a:pt x="13838" y="17345"/>
                  </a:lnTo>
                  <a:lnTo>
                    <a:pt x="14513" y="18245"/>
                  </a:lnTo>
                  <a:lnTo>
                    <a:pt x="14963" y="17836"/>
                  </a:lnTo>
                  <a:lnTo>
                    <a:pt x="14513" y="16773"/>
                  </a:lnTo>
                  <a:lnTo>
                    <a:pt x="14963" y="17509"/>
                  </a:lnTo>
                  <a:lnTo>
                    <a:pt x="15413" y="17182"/>
                  </a:lnTo>
                  <a:lnTo>
                    <a:pt x="15188" y="16445"/>
                  </a:lnTo>
                  <a:lnTo>
                    <a:pt x="15638" y="16773"/>
                  </a:lnTo>
                  <a:lnTo>
                    <a:pt x="16088" y="16609"/>
                  </a:lnTo>
                  <a:lnTo>
                    <a:pt x="15638" y="15382"/>
                  </a:lnTo>
                  <a:lnTo>
                    <a:pt x="16313" y="16036"/>
                  </a:lnTo>
                  <a:lnTo>
                    <a:pt x="16763" y="15709"/>
                  </a:lnTo>
                  <a:lnTo>
                    <a:pt x="16988" y="15382"/>
                  </a:lnTo>
                  <a:lnTo>
                    <a:pt x="16763" y="14645"/>
                  </a:lnTo>
                  <a:lnTo>
                    <a:pt x="17438" y="14973"/>
                  </a:lnTo>
                  <a:lnTo>
                    <a:pt x="18338" y="13909"/>
                  </a:lnTo>
                  <a:lnTo>
                    <a:pt x="19013" y="13173"/>
                  </a:lnTo>
                  <a:lnTo>
                    <a:pt x="18563" y="12109"/>
                  </a:lnTo>
                  <a:lnTo>
                    <a:pt x="18338" y="10882"/>
                  </a:lnTo>
                  <a:lnTo>
                    <a:pt x="17888" y="9818"/>
                  </a:lnTo>
                  <a:lnTo>
                    <a:pt x="18113" y="8918"/>
                  </a:lnTo>
                  <a:lnTo>
                    <a:pt x="19013" y="7527"/>
                  </a:lnTo>
                  <a:lnTo>
                    <a:pt x="19575" y="5891"/>
                  </a:lnTo>
                  <a:lnTo>
                    <a:pt x="21600" y="4664"/>
                  </a:lnTo>
                  <a:lnTo>
                    <a:pt x="21375" y="2455"/>
                  </a:lnTo>
                  <a:lnTo>
                    <a:pt x="7763" y="0"/>
                  </a:lnTo>
                  <a:lnTo>
                    <a:pt x="5513" y="1391"/>
                  </a:lnTo>
                  <a:close/>
                </a:path>
              </a:pathLst>
            </a:custGeom>
            <a:solidFill>
              <a:srgbClr val="FFFF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13" name="AutoShape 11" descr="Freeform 16">
              <a:extLst>
                <a:ext uri="{FF2B5EF4-FFF2-40B4-BE49-F238E27FC236}">
                  <a16:creationId xmlns:a16="http://schemas.microsoft.com/office/drawing/2014/main" id="{DA822C8A-FD5D-459F-A304-DCE444B26A70}"/>
                </a:ext>
              </a:extLst>
            </p:cNvPr>
            <p:cNvSpPr>
              <a:spLocks/>
            </p:cNvSpPr>
            <p:nvPr/>
          </p:nvSpPr>
          <p:spPr bwMode="auto">
            <a:xfrm>
              <a:off x="1379237" y="4879016"/>
              <a:ext cx="229447" cy="291346"/>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5513" y="1391"/>
                  </a:moveTo>
                  <a:lnTo>
                    <a:pt x="4950" y="4418"/>
                  </a:lnTo>
                  <a:lnTo>
                    <a:pt x="5288" y="5155"/>
                  </a:lnTo>
                  <a:lnTo>
                    <a:pt x="5963" y="6218"/>
                  </a:lnTo>
                  <a:lnTo>
                    <a:pt x="7313" y="7855"/>
                  </a:lnTo>
                  <a:lnTo>
                    <a:pt x="10463" y="9491"/>
                  </a:lnTo>
                  <a:lnTo>
                    <a:pt x="12263" y="10391"/>
                  </a:lnTo>
                  <a:lnTo>
                    <a:pt x="13388" y="10882"/>
                  </a:lnTo>
                  <a:lnTo>
                    <a:pt x="13388" y="11618"/>
                  </a:lnTo>
                  <a:lnTo>
                    <a:pt x="12938" y="12682"/>
                  </a:lnTo>
                  <a:lnTo>
                    <a:pt x="10688" y="15709"/>
                  </a:lnTo>
                  <a:lnTo>
                    <a:pt x="8663" y="17345"/>
                  </a:lnTo>
                  <a:lnTo>
                    <a:pt x="5963" y="18409"/>
                  </a:lnTo>
                  <a:lnTo>
                    <a:pt x="3825" y="18736"/>
                  </a:lnTo>
                  <a:lnTo>
                    <a:pt x="2025" y="18900"/>
                  </a:lnTo>
                  <a:lnTo>
                    <a:pt x="675" y="19636"/>
                  </a:lnTo>
                  <a:lnTo>
                    <a:pt x="0" y="20536"/>
                  </a:lnTo>
                  <a:lnTo>
                    <a:pt x="225" y="21600"/>
                  </a:lnTo>
                  <a:lnTo>
                    <a:pt x="11813" y="21600"/>
                  </a:lnTo>
                  <a:lnTo>
                    <a:pt x="13838" y="19473"/>
                  </a:lnTo>
                  <a:lnTo>
                    <a:pt x="14288" y="18573"/>
                  </a:lnTo>
                  <a:lnTo>
                    <a:pt x="13838" y="17345"/>
                  </a:lnTo>
                  <a:lnTo>
                    <a:pt x="14513" y="18245"/>
                  </a:lnTo>
                  <a:lnTo>
                    <a:pt x="14963" y="17836"/>
                  </a:lnTo>
                  <a:lnTo>
                    <a:pt x="14513" y="16773"/>
                  </a:lnTo>
                  <a:lnTo>
                    <a:pt x="14963" y="17509"/>
                  </a:lnTo>
                  <a:lnTo>
                    <a:pt x="15413" y="17182"/>
                  </a:lnTo>
                  <a:lnTo>
                    <a:pt x="15188" y="16445"/>
                  </a:lnTo>
                  <a:lnTo>
                    <a:pt x="15638" y="16773"/>
                  </a:lnTo>
                  <a:lnTo>
                    <a:pt x="16088" y="16609"/>
                  </a:lnTo>
                  <a:lnTo>
                    <a:pt x="15638" y="15382"/>
                  </a:lnTo>
                  <a:lnTo>
                    <a:pt x="16313" y="16036"/>
                  </a:lnTo>
                  <a:lnTo>
                    <a:pt x="16763" y="15709"/>
                  </a:lnTo>
                  <a:lnTo>
                    <a:pt x="16988" y="15382"/>
                  </a:lnTo>
                  <a:lnTo>
                    <a:pt x="16763" y="14645"/>
                  </a:lnTo>
                  <a:lnTo>
                    <a:pt x="17438" y="14973"/>
                  </a:lnTo>
                  <a:lnTo>
                    <a:pt x="18338" y="13909"/>
                  </a:lnTo>
                  <a:lnTo>
                    <a:pt x="19013" y="13173"/>
                  </a:lnTo>
                  <a:lnTo>
                    <a:pt x="18563" y="12109"/>
                  </a:lnTo>
                  <a:lnTo>
                    <a:pt x="18338" y="10882"/>
                  </a:lnTo>
                  <a:lnTo>
                    <a:pt x="17888" y="9818"/>
                  </a:lnTo>
                  <a:lnTo>
                    <a:pt x="18113" y="8918"/>
                  </a:lnTo>
                  <a:lnTo>
                    <a:pt x="19013" y="7527"/>
                  </a:lnTo>
                  <a:lnTo>
                    <a:pt x="19575" y="5891"/>
                  </a:lnTo>
                  <a:lnTo>
                    <a:pt x="21600" y="4664"/>
                  </a:lnTo>
                  <a:lnTo>
                    <a:pt x="21375" y="2455"/>
                  </a:lnTo>
                  <a:lnTo>
                    <a:pt x="7763" y="0"/>
                  </a:lnTo>
                  <a:lnTo>
                    <a:pt x="5513" y="1391"/>
                  </a:lnTo>
                  <a:close/>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14" name="AutoShape 12" descr="Freeform 17">
              <a:extLst>
                <a:ext uri="{FF2B5EF4-FFF2-40B4-BE49-F238E27FC236}">
                  <a16:creationId xmlns:a16="http://schemas.microsoft.com/office/drawing/2014/main" id="{1690603B-8FFB-4438-AC04-4FA304CE75EC}"/>
                </a:ext>
              </a:extLst>
            </p:cNvPr>
            <p:cNvSpPr>
              <a:spLocks/>
            </p:cNvSpPr>
            <p:nvPr/>
          </p:nvSpPr>
          <p:spPr bwMode="auto">
            <a:xfrm>
              <a:off x="681339" y="4366954"/>
              <a:ext cx="1238054" cy="80561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3865" y="9202"/>
                  </a:moveTo>
                  <a:lnTo>
                    <a:pt x="14324" y="9113"/>
                  </a:lnTo>
                  <a:lnTo>
                    <a:pt x="15366" y="9113"/>
                  </a:lnTo>
                  <a:lnTo>
                    <a:pt x="15700" y="9261"/>
                  </a:lnTo>
                  <a:lnTo>
                    <a:pt x="15971" y="9380"/>
                  </a:lnTo>
                  <a:lnTo>
                    <a:pt x="16221" y="9587"/>
                  </a:lnTo>
                  <a:lnTo>
                    <a:pt x="16388" y="9705"/>
                  </a:lnTo>
                  <a:lnTo>
                    <a:pt x="16596" y="9912"/>
                  </a:lnTo>
                  <a:lnTo>
                    <a:pt x="16721" y="10031"/>
                  </a:lnTo>
                  <a:lnTo>
                    <a:pt x="16971" y="10415"/>
                  </a:lnTo>
                  <a:lnTo>
                    <a:pt x="17180" y="10948"/>
                  </a:lnTo>
                  <a:lnTo>
                    <a:pt x="17430" y="11333"/>
                  </a:lnTo>
                  <a:lnTo>
                    <a:pt x="17722" y="11984"/>
                  </a:lnTo>
                  <a:lnTo>
                    <a:pt x="18056" y="13078"/>
                  </a:lnTo>
                  <a:lnTo>
                    <a:pt x="18535" y="14558"/>
                  </a:lnTo>
                  <a:lnTo>
                    <a:pt x="19036" y="16304"/>
                  </a:lnTo>
                  <a:lnTo>
                    <a:pt x="19661" y="18108"/>
                  </a:lnTo>
                  <a:lnTo>
                    <a:pt x="20036" y="19085"/>
                  </a:lnTo>
                  <a:lnTo>
                    <a:pt x="20203" y="19470"/>
                  </a:lnTo>
                  <a:lnTo>
                    <a:pt x="20537" y="20002"/>
                  </a:lnTo>
                  <a:lnTo>
                    <a:pt x="20829" y="20387"/>
                  </a:lnTo>
                  <a:lnTo>
                    <a:pt x="20995" y="20328"/>
                  </a:lnTo>
                  <a:lnTo>
                    <a:pt x="21141" y="20387"/>
                  </a:lnTo>
                  <a:lnTo>
                    <a:pt x="21266" y="20446"/>
                  </a:lnTo>
                  <a:lnTo>
                    <a:pt x="21600" y="20653"/>
                  </a:lnTo>
                  <a:lnTo>
                    <a:pt x="21266" y="20890"/>
                  </a:lnTo>
                  <a:lnTo>
                    <a:pt x="21079" y="21038"/>
                  </a:lnTo>
                  <a:lnTo>
                    <a:pt x="20870" y="20979"/>
                  </a:lnTo>
                  <a:lnTo>
                    <a:pt x="20787" y="20890"/>
                  </a:lnTo>
                  <a:lnTo>
                    <a:pt x="20745" y="20772"/>
                  </a:lnTo>
                  <a:lnTo>
                    <a:pt x="20412" y="20446"/>
                  </a:lnTo>
                  <a:lnTo>
                    <a:pt x="20078" y="20002"/>
                  </a:lnTo>
                  <a:lnTo>
                    <a:pt x="19828" y="19470"/>
                  </a:lnTo>
                  <a:lnTo>
                    <a:pt x="19453" y="18375"/>
                  </a:lnTo>
                  <a:lnTo>
                    <a:pt x="18827" y="16570"/>
                  </a:lnTo>
                  <a:lnTo>
                    <a:pt x="18389" y="15268"/>
                  </a:lnTo>
                  <a:lnTo>
                    <a:pt x="17764" y="13197"/>
                  </a:lnTo>
                  <a:lnTo>
                    <a:pt x="17472" y="12487"/>
                  </a:lnTo>
                  <a:lnTo>
                    <a:pt x="17013" y="11569"/>
                  </a:lnTo>
                  <a:lnTo>
                    <a:pt x="16680" y="11066"/>
                  </a:lnTo>
                  <a:lnTo>
                    <a:pt x="16429" y="10741"/>
                  </a:lnTo>
                  <a:lnTo>
                    <a:pt x="16096" y="10297"/>
                  </a:lnTo>
                  <a:lnTo>
                    <a:pt x="16429" y="10741"/>
                  </a:lnTo>
                  <a:lnTo>
                    <a:pt x="17013" y="11569"/>
                  </a:lnTo>
                  <a:lnTo>
                    <a:pt x="17263" y="12043"/>
                  </a:lnTo>
                  <a:lnTo>
                    <a:pt x="17472" y="12487"/>
                  </a:lnTo>
                  <a:lnTo>
                    <a:pt x="17764" y="13197"/>
                  </a:lnTo>
                  <a:lnTo>
                    <a:pt x="18014" y="14232"/>
                  </a:lnTo>
                  <a:lnTo>
                    <a:pt x="18452" y="15860"/>
                  </a:lnTo>
                  <a:lnTo>
                    <a:pt x="18785" y="17221"/>
                  </a:lnTo>
                  <a:lnTo>
                    <a:pt x="18994" y="17665"/>
                  </a:lnTo>
                  <a:lnTo>
                    <a:pt x="19036" y="17931"/>
                  </a:lnTo>
                  <a:lnTo>
                    <a:pt x="19578" y="18967"/>
                  </a:lnTo>
                  <a:lnTo>
                    <a:pt x="19703" y="19470"/>
                  </a:lnTo>
                  <a:lnTo>
                    <a:pt x="19494" y="19351"/>
                  </a:lnTo>
                  <a:lnTo>
                    <a:pt x="19703" y="19470"/>
                  </a:lnTo>
                  <a:lnTo>
                    <a:pt x="19703" y="19795"/>
                  </a:lnTo>
                  <a:lnTo>
                    <a:pt x="19494" y="19677"/>
                  </a:lnTo>
                  <a:lnTo>
                    <a:pt x="19619" y="19943"/>
                  </a:lnTo>
                  <a:lnTo>
                    <a:pt x="19619" y="20180"/>
                  </a:lnTo>
                  <a:lnTo>
                    <a:pt x="19494" y="20061"/>
                  </a:lnTo>
                  <a:lnTo>
                    <a:pt x="19619" y="20387"/>
                  </a:lnTo>
                  <a:lnTo>
                    <a:pt x="19619" y="20564"/>
                  </a:lnTo>
                  <a:lnTo>
                    <a:pt x="19453" y="20446"/>
                  </a:lnTo>
                  <a:lnTo>
                    <a:pt x="19578" y="20831"/>
                  </a:lnTo>
                  <a:lnTo>
                    <a:pt x="19411" y="20712"/>
                  </a:lnTo>
                  <a:lnTo>
                    <a:pt x="19536" y="21038"/>
                  </a:lnTo>
                  <a:lnTo>
                    <a:pt x="19494" y="21215"/>
                  </a:lnTo>
                  <a:lnTo>
                    <a:pt x="19327" y="21038"/>
                  </a:lnTo>
                  <a:lnTo>
                    <a:pt x="19369" y="21541"/>
                  </a:lnTo>
                  <a:lnTo>
                    <a:pt x="19411" y="21422"/>
                  </a:lnTo>
                  <a:lnTo>
                    <a:pt x="19369" y="21541"/>
                  </a:lnTo>
                  <a:lnTo>
                    <a:pt x="19161" y="21600"/>
                  </a:lnTo>
                  <a:lnTo>
                    <a:pt x="16888" y="21600"/>
                  </a:lnTo>
                  <a:lnTo>
                    <a:pt x="16805" y="21363"/>
                  </a:lnTo>
                  <a:lnTo>
                    <a:pt x="16805" y="21038"/>
                  </a:lnTo>
                  <a:lnTo>
                    <a:pt x="16888" y="20979"/>
                  </a:lnTo>
                  <a:lnTo>
                    <a:pt x="16930" y="20979"/>
                  </a:lnTo>
                  <a:lnTo>
                    <a:pt x="16888" y="20979"/>
                  </a:lnTo>
                  <a:lnTo>
                    <a:pt x="17013" y="20564"/>
                  </a:lnTo>
                  <a:lnTo>
                    <a:pt x="17138" y="20505"/>
                  </a:lnTo>
                  <a:lnTo>
                    <a:pt x="17347" y="20387"/>
                  </a:lnTo>
                  <a:lnTo>
                    <a:pt x="17972" y="20268"/>
                  </a:lnTo>
                  <a:lnTo>
                    <a:pt x="18097" y="20121"/>
                  </a:lnTo>
                  <a:lnTo>
                    <a:pt x="18097" y="19795"/>
                  </a:lnTo>
                  <a:lnTo>
                    <a:pt x="18014" y="19292"/>
                  </a:lnTo>
                  <a:lnTo>
                    <a:pt x="17931" y="19085"/>
                  </a:lnTo>
                  <a:lnTo>
                    <a:pt x="17847" y="18907"/>
                  </a:lnTo>
                  <a:lnTo>
                    <a:pt x="17764" y="18582"/>
                  </a:lnTo>
                  <a:lnTo>
                    <a:pt x="17555" y="18256"/>
                  </a:lnTo>
                  <a:lnTo>
                    <a:pt x="17305" y="17990"/>
                  </a:lnTo>
                  <a:lnTo>
                    <a:pt x="16763" y="17605"/>
                  </a:lnTo>
                  <a:lnTo>
                    <a:pt x="16179" y="17280"/>
                  </a:lnTo>
                  <a:lnTo>
                    <a:pt x="15887" y="17073"/>
                  </a:lnTo>
                  <a:lnTo>
                    <a:pt x="15575" y="16836"/>
                  </a:lnTo>
                  <a:lnTo>
                    <a:pt x="15324" y="16570"/>
                  </a:lnTo>
                  <a:lnTo>
                    <a:pt x="14991" y="15801"/>
                  </a:lnTo>
                  <a:lnTo>
                    <a:pt x="14824" y="15327"/>
                  </a:lnTo>
                  <a:lnTo>
                    <a:pt x="14699" y="14942"/>
                  </a:lnTo>
                  <a:lnTo>
                    <a:pt x="14574" y="14942"/>
                  </a:lnTo>
                  <a:lnTo>
                    <a:pt x="14574" y="15002"/>
                  </a:lnTo>
                  <a:lnTo>
                    <a:pt x="14490" y="15090"/>
                  </a:lnTo>
                  <a:lnTo>
                    <a:pt x="14324" y="15327"/>
                  </a:lnTo>
                  <a:lnTo>
                    <a:pt x="14073" y="15475"/>
                  </a:lnTo>
                  <a:lnTo>
                    <a:pt x="13948" y="15534"/>
                  </a:lnTo>
                  <a:lnTo>
                    <a:pt x="13823" y="15327"/>
                  </a:lnTo>
                  <a:lnTo>
                    <a:pt x="13656" y="15801"/>
                  </a:lnTo>
                  <a:lnTo>
                    <a:pt x="13406" y="15860"/>
                  </a:lnTo>
                  <a:lnTo>
                    <a:pt x="13239" y="15978"/>
                  </a:lnTo>
                  <a:lnTo>
                    <a:pt x="13198" y="15593"/>
                  </a:lnTo>
                  <a:lnTo>
                    <a:pt x="13010" y="16037"/>
                  </a:lnTo>
                  <a:lnTo>
                    <a:pt x="12718" y="16126"/>
                  </a:lnTo>
                  <a:lnTo>
                    <a:pt x="12760" y="15801"/>
                  </a:lnTo>
                  <a:lnTo>
                    <a:pt x="12468" y="16185"/>
                  </a:lnTo>
                  <a:lnTo>
                    <a:pt x="12301" y="16244"/>
                  </a:lnTo>
                  <a:lnTo>
                    <a:pt x="12176" y="16244"/>
                  </a:lnTo>
                  <a:lnTo>
                    <a:pt x="11926" y="16363"/>
                  </a:lnTo>
                  <a:lnTo>
                    <a:pt x="11926" y="15978"/>
                  </a:lnTo>
                  <a:lnTo>
                    <a:pt x="11634" y="16452"/>
                  </a:lnTo>
                  <a:lnTo>
                    <a:pt x="11467" y="16363"/>
                  </a:lnTo>
                  <a:lnTo>
                    <a:pt x="10842" y="16452"/>
                  </a:lnTo>
                  <a:lnTo>
                    <a:pt x="10758" y="16126"/>
                  </a:lnTo>
                  <a:lnTo>
                    <a:pt x="10404" y="16452"/>
                  </a:lnTo>
                  <a:lnTo>
                    <a:pt x="10070" y="16363"/>
                  </a:lnTo>
                  <a:lnTo>
                    <a:pt x="9486" y="16244"/>
                  </a:lnTo>
                  <a:lnTo>
                    <a:pt x="9486" y="15919"/>
                  </a:lnTo>
                  <a:lnTo>
                    <a:pt x="9111" y="16244"/>
                  </a:lnTo>
                  <a:lnTo>
                    <a:pt x="8903" y="16185"/>
                  </a:lnTo>
                  <a:lnTo>
                    <a:pt x="8277" y="16037"/>
                  </a:lnTo>
                  <a:lnTo>
                    <a:pt x="7985" y="15860"/>
                  </a:lnTo>
                  <a:lnTo>
                    <a:pt x="7985" y="15801"/>
                  </a:lnTo>
                  <a:lnTo>
                    <a:pt x="8027" y="15801"/>
                  </a:lnTo>
                  <a:lnTo>
                    <a:pt x="8152" y="15860"/>
                  </a:lnTo>
                  <a:lnTo>
                    <a:pt x="8027" y="15801"/>
                  </a:lnTo>
                  <a:lnTo>
                    <a:pt x="7985" y="15860"/>
                  </a:lnTo>
                  <a:lnTo>
                    <a:pt x="7902" y="16037"/>
                  </a:lnTo>
                  <a:lnTo>
                    <a:pt x="7985" y="16244"/>
                  </a:lnTo>
                  <a:lnTo>
                    <a:pt x="8027" y="16363"/>
                  </a:lnTo>
                  <a:lnTo>
                    <a:pt x="8110" y="16836"/>
                  </a:lnTo>
                  <a:lnTo>
                    <a:pt x="8110" y="17280"/>
                  </a:lnTo>
                  <a:lnTo>
                    <a:pt x="7819" y="16688"/>
                  </a:lnTo>
                  <a:lnTo>
                    <a:pt x="7256" y="15860"/>
                  </a:lnTo>
                  <a:lnTo>
                    <a:pt x="7589" y="16629"/>
                  </a:lnTo>
                  <a:lnTo>
                    <a:pt x="8027" y="17546"/>
                  </a:lnTo>
                  <a:lnTo>
                    <a:pt x="8110" y="18197"/>
                  </a:lnTo>
                  <a:lnTo>
                    <a:pt x="8110" y="18759"/>
                  </a:lnTo>
                  <a:lnTo>
                    <a:pt x="7985" y="18759"/>
                  </a:lnTo>
                  <a:lnTo>
                    <a:pt x="7860" y="18197"/>
                  </a:lnTo>
                  <a:lnTo>
                    <a:pt x="7631" y="17783"/>
                  </a:lnTo>
                  <a:lnTo>
                    <a:pt x="7464" y="17605"/>
                  </a:lnTo>
                  <a:lnTo>
                    <a:pt x="8027" y="19026"/>
                  </a:lnTo>
                  <a:lnTo>
                    <a:pt x="8110" y="19144"/>
                  </a:lnTo>
                  <a:lnTo>
                    <a:pt x="8069" y="19351"/>
                  </a:lnTo>
                  <a:lnTo>
                    <a:pt x="7985" y="19292"/>
                  </a:lnTo>
                  <a:lnTo>
                    <a:pt x="7944" y="19085"/>
                  </a:lnTo>
                  <a:lnTo>
                    <a:pt x="7547" y="18375"/>
                  </a:lnTo>
                  <a:lnTo>
                    <a:pt x="7464" y="18316"/>
                  </a:lnTo>
                  <a:lnTo>
                    <a:pt x="7464" y="18434"/>
                  </a:lnTo>
                  <a:lnTo>
                    <a:pt x="7506" y="18434"/>
                  </a:lnTo>
                  <a:lnTo>
                    <a:pt x="7547" y="18582"/>
                  </a:lnTo>
                  <a:lnTo>
                    <a:pt x="7985" y="19351"/>
                  </a:lnTo>
                  <a:lnTo>
                    <a:pt x="8069" y="19736"/>
                  </a:lnTo>
                  <a:lnTo>
                    <a:pt x="8110" y="20121"/>
                  </a:lnTo>
                  <a:lnTo>
                    <a:pt x="7944" y="20002"/>
                  </a:lnTo>
                  <a:lnTo>
                    <a:pt x="7756" y="19677"/>
                  </a:lnTo>
                  <a:lnTo>
                    <a:pt x="7673" y="19529"/>
                  </a:lnTo>
                  <a:lnTo>
                    <a:pt x="7589" y="19470"/>
                  </a:lnTo>
                  <a:lnTo>
                    <a:pt x="7631" y="19677"/>
                  </a:lnTo>
                  <a:lnTo>
                    <a:pt x="7819" y="19854"/>
                  </a:lnTo>
                  <a:lnTo>
                    <a:pt x="8027" y="20328"/>
                  </a:lnTo>
                  <a:lnTo>
                    <a:pt x="8110" y="20505"/>
                  </a:lnTo>
                  <a:lnTo>
                    <a:pt x="8069" y="20505"/>
                  </a:lnTo>
                  <a:lnTo>
                    <a:pt x="7902" y="20387"/>
                  </a:lnTo>
                  <a:lnTo>
                    <a:pt x="7714" y="20268"/>
                  </a:lnTo>
                  <a:lnTo>
                    <a:pt x="7714" y="20387"/>
                  </a:lnTo>
                  <a:lnTo>
                    <a:pt x="7860" y="20564"/>
                  </a:lnTo>
                  <a:lnTo>
                    <a:pt x="7944" y="20890"/>
                  </a:lnTo>
                  <a:lnTo>
                    <a:pt x="7944" y="21156"/>
                  </a:lnTo>
                  <a:lnTo>
                    <a:pt x="7860" y="21097"/>
                  </a:lnTo>
                  <a:lnTo>
                    <a:pt x="7819" y="21097"/>
                  </a:lnTo>
                  <a:lnTo>
                    <a:pt x="7819" y="21215"/>
                  </a:lnTo>
                  <a:lnTo>
                    <a:pt x="7860" y="21363"/>
                  </a:lnTo>
                  <a:lnTo>
                    <a:pt x="7944" y="21422"/>
                  </a:lnTo>
                  <a:lnTo>
                    <a:pt x="7902" y="21422"/>
                  </a:lnTo>
                  <a:lnTo>
                    <a:pt x="7944" y="21422"/>
                  </a:lnTo>
                  <a:lnTo>
                    <a:pt x="7819" y="21541"/>
                  </a:lnTo>
                  <a:lnTo>
                    <a:pt x="7673" y="21600"/>
                  </a:lnTo>
                  <a:lnTo>
                    <a:pt x="5671" y="21600"/>
                  </a:lnTo>
                  <a:lnTo>
                    <a:pt x="5671" y="21097"/>
                  </a:lnTo>
                  <a:lnTo>
                    <a:pt x="5713" y="20890"/>
                  </a:lnTo>
                  <a:lnTo>
                    <a:pt x="5796" y="20831"/>
                  </a:lnTo>
                  <a:lnTo>
                    <a:pt x="5963" y="20772"/>
                  </a:lnTo>
                  <a:lnTo>
                    <a:pt x="6213" y="20564"/>
                  </a:lnTo>
                  <a:lnTo>
                    <a:pt x="6505" y="20387"/>
                  </a:lnTo>
                  <a:lnTo>
                    <a:pt x="6588" y="20328"/>
                  </a:lnTo>
                  <a:lnTo>
                    <a:pt x="6630" y="20268"/>
                  </a:lnTo>
                  <a:lnTo>
                    <a:pt x="6630" y="19854"/>
                  </a:lnTo>
                  <a:lnTo>
                    <a:pt x="6672" y="19144"/>
                  </a:lnTo>
                  <a:lnTo>
                    <a:pt x="6588" y="18759"/>
                  </a:lnTo>
                  <a:lnTo>
                    <a:pt x="6338" y="18108"/>
                  </a:lnTo>
                  <a:lnTo>
                    <a:pt x="6046" y="17398"/>
                  </a:lnTo>
                  <a:lnTo>
                    <a:pt x="5671" y="16304"/>
                  </a:lnTo>
                  <a:lnTo>
                    <a:pt x="5546" y="15712"/>
                  </a:lnTo>
                  <a:lnTo>
                    <a:pt x="5546" y="14439"/>
                  </a:lnTo>
                  <a:lnTo>
                    <a:pt x="5025" y="14439"/>
                  </a:lnTo>
                  <a:lnTo>
                    <a:pt x="4149" y="14499"/>
                  </a:lnTo>
                  <a:lnTo>
                    <a:pt x="2773" y="14558"/>
                  </a:lnTo>
                  <a:lnTo>
                    <a:pt x="751" y="14558"/>
                  </a:lnTo>
                  <a:lnTo>
                    <a:pt x="500" y="14439"/>
                  </a:lnTo>
                  <a:lnTo>
                    <a:pt x="334" y="14292"/>
                  </a:lnTo>
                  <a:lnTo>
                    <a:pt x="250" y="14114"/>
                  </a:lnTo>
                  <a:lnTo>
                    <a:pt x="167" y="13463"/>
                  </a:lnTo>
                  <a:lnTo>
                    <a:pt x="208" y="13345"/>
                  </a:lnTo>
                  <a:lnTo>
                    <a:pt x="292" y="13197"/>
                  </a:lnTo>
                  <a:lnTo>
                    <a:pt x="167" y="13138"/>
                  </a:lnTo>
                  <a:lnTo>
                    <a:pt x="167" y="12812"/>
                  </a:lnTo>
                  <a:lnTo>
                    <a:pt x="208" y="12753"/>
                  </a:lnTo>
                  <a:lnTo>
                    <a:pt x="250" y="12546"/>
                  </a:lnTo>
                  <a:lnTo>
                    <a:pt x="167" y="12546"/>
                  </a:lnTo>
                  <a:lnTo>
                    <a:pt x="125" y="12427"/>
                  </a:lnTo>
                  <a:lnTo>
                    <a:pt x="42" y="12102"/>
                  </a:lnTo>
                  <a:lnTo>
                    <a:pt x="0" y="11836"/>
                  </a:lnTo>
                  <a:lnTo>
                    <a:pt x="0" y="11658"/>
                  </a:lnTo>
                  <a:lnTo>
                    <a:pt x="42" y="11451"/>
                  </a:lnTo>
                  <a:lnTo>
                    <a:pt x="167" y="11510"/>
                  </a:lnTo>
                  <a:lnTo>
                    <a:pt x="417" y="11569"/>
                  </a:lnTo>
                  <a:lnTo>
                    <a:pt x="709" y="11658"/>
                  </a:lnTo>
                  <a:lnTo>
                    <a:pt x="709" y="10415"/>
                  </a:lnTo>
                  <a:lnTo>
                    <a:pt x="167" y="2190"/>
                  </a:lnTo>
                  <a:lnTo>
                    <a:pt x="417" y="1746"/>
                  </a:lnTo>
                  <a:lnTo>
                    <a:pt x="625" y="1302"/>
                  </a:lnTo>
                  <a:lnTo>
                    <a:pt x="876" y="710"/>
                  </a:lnTo>
                  <a:lnTo>
                    <a:pt x="959" y="444"/>
                  </a:lnTo>
                  <a:lnTo>
                    <a:pt x="1168" y="0"/>
                  </a:lnTo>
                  <a:lnTo>
                    <a:pt x="1334" y="444"/>
                  </a:lnTo>
                  <a:lnTo>
                    <a:pt x="1418" y="710"/>
                  </a:lnTo>
                  <a:lnTo>
                    <a:pt x="1668" y="1361"/>
                  </a:lnTo>
                  <a:lnTo>
                    <a:pt x="1876" y="1746"/>
                  </a:lnTo>
                  <a:lnTo>
                    <a:pt x="2127" y="2130"/>
                  </a:lnTo>
                  <a:lnTo>
                    <a:pt x="1585" y="10356"/>
                  </a:lnTo>
                  <a:lnTo>
                    <a:pt x="1585" y="11658"/>
                  </a:lnTo>
                  <a:lnTo>
                    <a:pt x="1835" y="11658"/>
                  </a:lnTo>
                  <a:lnTo>
                    <a:pt x="2210" y="11510"/>
                  </a:lnTo>
                  <a:lnTo>
                    <a:pt x="2335" y="11392"/>
                  </a:lnTo>
                  <a:lnTo>
                    <a:pt x="2377" y="11658"/>
                  </a:lnTo>
                  <a:lnTo>
                    <a:pt x="2377" y="12309"/>
                  </a:lnTo>
                  <a:lnTo>
                    <a:pt x="2335" y="12487"/>
                  </a:lnTo>
                  <a:lnTo>
                    <a:pt x="2690" y="12427"/>
                  </a:lnTo>
                  <a:lnTo>
                    <a:pt x="2815" y="12427"/>
                  </a:lnTo>
                  <a:lnTo>
                    <a:pt x="2981" y="12368"/>
                  </a:lnTo>
                  <a:lnTo>
                    <a:pt x="3107" y="12309"/>
                  </a:lnTo>
                  <a:lnTo>
                    <a:pt x="3107" y="12161"/>
                  </a:lnTo>
                  <a:lnTo>
                    <a:pt x="2898" y="11717"/>
                  </a:lnTo>
                  <a:lnTo>
                    <a:pt x="2856" y="11333"/>
                  </a:lnTo>
                  <a:lnTo>
                    <a:pt x="2856" y="10534"/>
                  </a:lnTo>
                  <a:lnTo>
                    <a:pt x="2981" y="10297"/>
                  </a:lnTo>
                  <a:lnTo>
                    <a:pt x="3107" y="9824"/>
                  </a:lnTo>
                  <a:lnTo>
                    <a:pt x="2940" y="10090"/>
                  </a:lnTo>
                  <a:lnTo>
                    <a:pt x="2856" y="10090"/>
                  </a:lnTo>
                  <a:lnTo>
                    <a:pt x="2731" y="9764"/>
                  </a:lnTo>
                  <a:lnTo>
                    <a:pt x="2773" y="9321"/>
                  </a:lnTo>
                  <a:lnTo>
                    <a:pt x="2898" y="8936"/>
                  </a:lnTo>
                  <a:lnTo>
                    <a:pt x="2981" y="8610"/>
                  </a:lnTo>
                  <a:lnTo>
                    <a:pt x="2773" y="8936"/>
                  </a:lnTo>
                  <a:lnTo>
                    <a:pt x="2731" y="8729"/>
                  </a:lnTo>
                  <a:lnTo>
                    <a:pt x="2606" y="8226"/>
                  </a:lnTo>
                  <a:lnTo>
                    <a:pt x="2648" y="7693"/>
                  </a:lnTo>
                  <a:lnTo>
                    <a:pt x="2815" y="7308"/>
                  </a:lnTo>
                  <a:lnTo>
                    <a:pt x="2648" y="7427"/>
                  </a:lnTo>
                  <a:lnTo>
                    <a:pt x="2690" y="6983"/>
                  </a:lnTo>
                  <a:lnTo>
                    <a:pt x="2731" y="6598"/>
                  </a:lnTo>
                  <a:lnTo>
                    <a:pt x="3148" y="5947"/>
                  </a:lnTo>
                  <a:lnTo>
                    <a:pt x="2773" y="6273"/>
                  </a:lnTo>
                  <a:lnTo>
                    <a:pt x="2815" y="5888"/>
                  </a:lnTo>
                  <a:lnTo>
                    <a:pt x="2856" y="5622"/>
                  </a:lnTo>
                  <a:lnTo>
                    <a:pt x="2981" y="5296"/>
                  </a:lnTo>
                  <a:lnTo>
                    <a:pt x="2815" y="5504"/>
                  </a:lnTo>
                  <a:lnTo>
                    <a:pt x="2856" y="5178"/>
                  </a:lnTo>
                  <a:lnTo>
                    <a:pt x="3023" y="4912"/>
                  </a:lnTo>
                  <a:lnTo>
                    <a:pt x="2898" y="4912"/>
                  </a:lnTo>
                  <a:lnTo>
                    <a:pt x="3107" y="4468"/>
                  </a:lnTo>
                  <a:lnTo>
                    <a:pt x="3190" y="4261"/>
                  </a:lnTo>
                  <a:lnTo>
                    <a:pt x="3107" y="3935"/>
                  </a:lnTo>
                  <a:lnTo>
                    <a:pt x="3107" y="3551"/>
                  </a:lnTo>
                  <a:lnTo>
                    <a:pt x="3190" y="3284"/>
                  </a:lnTo>
                  <a:lnTo>
                    <a:pt x="3357" y="3225"/>
                  </a:lnTo>
                  <a:lnTo>
                    <a:pt x="3524" y="3225"/>
                  </a:lnTo>
                  <a:lnTo>
                    <a:pt x="3690" y="3284"/>
                  </a:lnTo>
                  <a:lnTo>
                    <a:pt x="3774" y="3373"/>
                  </a:lnTo>
                  <a:lnTo>
                    <a:pt x="3899" y="3610"/>
                  </a:lnTo>
                  <a:lnTo>
                    <a:pt x="4066" y="3492"/>
                  </a:lnTo>
                  <a:lnTo>
                    <a:pt x="4274" y="3492"/>
                  </a:lnTo>
                  <a:lnTo>
                    <a:pt x="4566" y="3373"/>
                  </a:lnTo>
                  <a:lnTo>
                    <a:pt x="4816" y="3373"/>
                  </a:lnTo>
                  <a:lnTo>
                    <a:pt x="5025" y="3225"/>
                  </a:lnTo>
                  <a:lnTo>
                    <a:pt x="5212" y="3284"/>
                  </a:lnTo>
                  <a:lnTo>
                    <a:pt x="5296" y="3284"/>
                  </a:lnTo>
                  <a:lnTo>
                    <a:pt x="5421" y="3225"/>
                  </a:lnTo>
                  <a:lnTo>
                    <a:pt x="5588" y="3284"/>
                  </a:lnTo>
                  <a:lnTo>
                    <a:pt x="5754" y="3284"/>
                  </a:lnTo>
                  <a:lnTo>
                    <a:pt x="5838" y="3373"/>
                  </a:lnTo>
                  <a:lnTo>
                    <a:pt x="6297" y="3373"/>
                  </a:lnTo>
                  <a:lnTo>
                    <a:pt x="6505" y="3432"/>
                  </a:lnTo>
                  <a:lnTo>
                    <a:pt x="6630" y="3432"/>
                  </a:lnTo>
                  <a:lnTo>
                    <a:pt x="6672" y="3373"/>
                  </a:lnTo>
                  <a:lnTo>
                    <a:pt x="6755" y="3284"/>
                  </a:lnTo>
                  <a:lnTo>
                    <a:pt x="6964" y="3166"/>
                  </a:lnTo>
                  <a:lnTo>
                    <a:pt x="7089" y="3107"/>
                  </a:lnTo>
                  <a:lnTo>
                    <a:pt x="7214" y="3166"/>
                  </a:lnTo>
                  <a:lnTo>
                    <a:pt x="7381" y="3284"/>
                  </a:lnTo>
                  <a:lnTo>
                    <a:pt x="7422" y="3492"/>
                  </a:lnTo>
                  <a:lnTo>
                    <a:pt x="7422" y="3551"/>
                  </a:lnTo>
                  <a:lnTo>
                    <a:pt x="7464" y="3699"/>
                  </a:lnTo>
                  <a:lnTo>
                    <a:pt x="7422" y="3876"/>
                  </a:lnTo>
                  <a:lnTo>
                    <a:pt x="7381" y="4202"/>
                  </a:lnTo>
                  <a:lnTo>
                    <a:pt x="7297" y="4409"/>
                  </a:lnTo>
                  <a:lnTo>
                    <a:pt x="7381" y="4586"/>
                  </a:lnTo>
                  <a:lnTo>
                    <a:pt x="7464" y="4853"/>
                  </a:lnTo>
                  <a:lnTo>
                    <a:pt x="7506" y="4971"/>
                  </a:lnTo>
                  <a:lnTo>
                    <a:pt x="7506" y="6273"/>
                  </a:lnTo>
                  <a:lnTo>
                    <a:pt x="7631" y="6391"/>
                  </a:lnTo>
                  <a:lnTo>
                    <a:pt x="7714" y="6805"/>
                  </a:lnTo>
                  <a:lnTo>
                    <a:pt x="7714" y="7190"/>
                  </a:lnTo>
                  <a:lnTo>
                    <a:pt x="7631" y="7575"/>
                  </a:lnTo>
                  <a:lnTo>
                    <a:pt x="7714" y="7693"/>
                  </a:lnTo>
                  <a:lnTo>
                    <a:pt x="7902" y="8610"/>
                  </a:lnTo>
                  <a:lnTo>
                    <a:pt x="8027" y="8729"/>
                  </a:lnTo>
                  <a:lnTo>
                    <a:pt x="8152" y="8877"/>
                  </a:lnTo>
                  <a:lnTo>
                    <a:pt x="8319" y="8936"/>
                  </a:lnTo>
                  <a:lnTo>
                    <a:pt x="8527" y="8995"/>
                  </a:lnTo>
                  <a:lnTo>
                    <a:pt x="8694" y="8936"/>
                  </a:lnTo>
                  <a:lnTo>
                    <a:pt x="8986" y="8788"/>
                  </a:lnTo>
                  <a:lnTo>
                    <a:pt x="9153" y="8670"/>
                  </a:lnTo>
                  <a:lnTo>
                    <a:pt x="9320" y="8403"/>
                  </a:lnTo>
                  <a:lnTo>
                    <a:pt x="9445" y="8167"/>
                  </a:lnTo>
                  <a:lnTo>
                    <a:pt x="9486" y="7959"/>
                  </a:lnTo>
                  <a:lnTo>
                    <a:pt x="9486" y="7693"/>
                  </a:lnTo>
                  <a:lnTo>
                    <a:pt x="9445" y="7516"/>
                  </a:lnTo>
                  <a:lnTo>
                    <a:pt x="9278" y="7308"/>
                  </a:lnTo>
                  <a:lnTo>
                    <a:pt x="9069" y="6924"/>
                  </a:lnTo>
                  <a:lnTo>
                    <a:pt x="8944" y="6805"/>
                  </a:lnTo>
                  <a:lnTo>
                    <a:pt x="8861" y="6598"/>
                  </a:lnTo>
                  <a:lnTo>
                    <a:pt x="8694" y="6332"/>
                  </a:lnTo>
                  <a:lnTo>
                    <a:pt x="8527" y="6007"/>
                  </a:lnTo>
                  <a:lnTo>
                    <a:pt x="8402" y="5681"/>
                  </a:lnTo>
                  <a:lnTo>
                    <a:pt x="8361" y="5504"/>
                  </a:lnTo>
                  <a:lnTo>
                    <a:pt x="8277" y="5178"/>
                  </a:lnTo>
                  <a:lnTo>
                    <a:pt x="8236" y="4971"/>
                  </a:lnTo>
                  <a:lnTo>
                    <a:pt x="8277" y="4734"/>
                  </a:lnTo>
                  <a:lnTo>
                    <a:pt x="8319" y="4527"/>
                  </a:lnTo>
                  <a:lnTo>
                    <a:pt x="8402" y="4409"/>
                  </a:lnTo>
                  <a:lnTo>
                    <a:pt x="8569" y="4261"/>
                  </a:lnTo>
                  <a:lnTo>
                    <a:pt x="8736" y="4083"/>
                  </a:lnTo>
                  <a:lnTo>
                    <a:pt x="9111" y="4024"/>
                  </a:lnTo>
                  <a:lnTo>
                    <a:pt x="10112" y="3817"/>
                  </a:lnTo>
                  <a:lnTo>
                    <a:pt x="11050" y="3610"/>
                  </a:lnTo>
                  <a:lnTo>
                    <a:pt x="11759" y="3551"/>
                  </a:lnTo>
                  <a:lnTo>
                    <a:pt x="12218" y="3492"/>
                  </a:lnTo>
                  <a:lnTo>
                    <a:pt x="12885" y="3492"/>
                  </a:lnTo>
                  <a:lnTo>
                    <a:pt x="13823" y="3432"/>
                  </a:lnTo>
                  <a:lnTo>
                    <a:pt x="14657" y="3432"/>
                  </a:lnTo>
                  <a:lnTo>
                    <a:pt x="16304" y="3551"/>
                  </a:lnTo>
                  <a:lnTo>
                    <a:pt x="17722" y="3373"/>
                  </a:lnTo>
                  <a:lnTo>
                    <a:pt x="17263" y="3699"/>
                  </a:lnTo>
                  <a:lnTo>
                    <a:pt x="17055" y="3758"/>
                  </a:lnTo>
                  <a:lnTo>
                    <a:pt x="16930" y="3817"/>
                  </a:lnTo>
                  <a:lnTo>
                    <a:pt x="16805" y="3817"/>
                  </a:lnTo>
                  <a:lnTo>
                    <a:pt x="16680" y="3935"/>
                  </a:lnTo>
                  <a:lnTo>
                    <a:pt x="16805" y="3935"/>
                  </a:lnTo>
                  <a:lnTo>
                    <a:pt x="16888" y="4142"/>
                  </a:lnTo>
                  <a:lnTo>
                    <a:pt x="16846" y="4202"/>
                  </a:lnTo>
                  <a:lnTo>
                    <a:pt x="16763" y="4202"/>
                  </a:lnTo>
                  <a:lnTo>
                    <a:pt x="16346" y="4320"/>
                  </a:lnTo>
                  <a:lnTo>
                    <a:pt x="16513" y="4468"/>
                  </a:lnTo>
                  <a:lnTo>
                    <a:pt x="16554" y="4586"/>
                  </a:lnTo>
                  <a:lnTo>
                    <a:pt x="16513" y="4734"/>
                  </a:lnTo>
                  <a:lnTo>
                    <a:pt x="16429" y="4734"/>
                  </a:lnTo>
                  <a:lnTo>
                    <a:pt x="15804" y="4912"/>
                  </a:lnTo>
                  <a:lnTo>
                    <a:pt x="15929" y="4971"/>
                  </a:lnTo>
                  <a:lnTo>
                    <a:pt x="15971" y="5119"/>
                  </a:lnTo>
                  <a:lnTo>
                    <a:pt x="15971" y="5178"/>
                  </a:lnTo>
                  <a:lnTo>
                    <a:pt x="15658" y="5356"/>
                  </a:lnTo>
                  <a:lnTo>
                    <a:pt x="15324" y="5504"/>
                  </a:lnTo>
                  <a:lnTo>
                    <a:pt x="15449" y="5622"/>
                  </a:lnTo>
                  <a:lnTo>
                    <a:pt x="15491" y="5681"/>
                  </a:lnTo>
                  <a:lnTo>
                    <a:pt x="15449" y="5888"/>
                  </a:lnTo>
                  <a:lnTo>
                    <a:pt x="14949" y="6273"/>
                  </a:lnTo>
                  <a:lnTo>
                    <a:pt x="14365" y="6539"/>
                  </a:lnTo>
                  <a:lnTo>
                    <a:pt x="13615" y="6865"/>
                  </a:lnTo>
                  <a:lnTo>
                    <a:pt x="13406" y="6983"/>
                  </a:lnTo>
                  <a:lnTo>
                    <a:pt x="13990" y="7042"/>
                  </a:lnTo>
                  <a:lnTo>
                    <a:pt x="14198" y="7131"/>
                  </a:lnTo>
                  <a:lnTo>
                    <a:pt x="14240" y="7308"/>
                  </a:lnTo>
                  <a:lnTo>
                    <a:pt x="14240" y="7516"/>
                  </a:lnTo>
                  <a:lnTo>
                    <a:pt x="14198" y="7634"/>
                  </a:lnTo>
                  <a:lnTo>
                    <a:pt x="13740" y="7693"/>
                  </a:lnTo>
                  <a:lnTo>
                    <a:pt x="13448" y="7841"/>
                  </a:lnTo>
                  <a:lnTo>
                    <a:pt x="13156" y="7841"/>
                  </a:lnTo>
                  <a:lnTo>
                    <a:pt x="13406" y="8019"/>
                  </a:lnTo>
                  <a:lnTo>
                    <a:pt x="13448" y="8167"/>
                  </a:lnTo>
                  <a:lnTo>
                    <a:pt x="13531" y="8285"/>
                  </a:lnTo>
                  <a:lnTo>
                    <a:pt x="13490" y="8462"/>
                  </a:lnTo>
                  <a:lnTo>
                    <a:pt x="13406" y="8610"/>
                  </a:lnTo>
                  <a:lnTo>
                    <a:pt x="13156" y="8610"/>
                  </a:lnTo>
                  <a:lnTo>
                    <a:pt x="12760" y="8551"/>
                  </a:lnTo>
                  <a:lnTo>
                    <a:pt x="12218" y="8462"/>
                  </a:lnTo>
                  <a:lnTo>
                    <a:pt x="12301" y="8551"/>
                  </a:lnTo>
                  <a:lnTo>
                    <a:pt x="12385" y="8729"/>
                  </a:lnTo>
                  <a:lnTo>
                    <a:pt x="12426" y="8788"/>
                  </a:lnTo>
                  <a:lnTo>
                    <a:pt x="12426" y="8995"/>
                  </a:lnTo>
                  <a:lnTo>
                    <a:pt x="12385" y="9113"/>
                  </a:lnTo>
                  <a:lnTo>
                    <a:pt x="12301" y="9261"/>
                  </a:lnTo>
                  <a:lnTo>
                    <a:pt x="12259" y="9321"/>
                  </a:lnTo>
                  <a:lnTo>
                    <a:pt x="11884" y="9321"/>
                  </a:lnTo>
                  <a:lnTo>
                    <a:pt x="11217" y="8877"/>
                  </a:lnTo>
                  <a:lnTo>
                    <a:pt x="11425" y="9321"/>
                  </a:lnTo>
                  <a:lnTo>
                    <a:pt x="11467" y="9498"/>
                  </a:lnTo>
                  <a:lnTo>
                    <a:pt x="12301" y="9498"/>
                  </a:lnTo>
                  <a:lnTo>
                    <a:pt x="12927" y="9321"/>
                  </a:lnTo>
                  <a:lnTo>
                    <a:pt x="13865" y="9202"/>
                  </a:lnTo>
                  <a:close/>
                </a:path>
              </a:pathLst>
            </a:custGeom>
            <a:solidFill>
              <a:srgbClr val="FFFF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15" name="AutoShape 13" descr="Freeform 18">
              <a:extLst>
                <a:ext uri="{FF2B5EF4-FFF2-40B4-BE49-F238E27FC236}">
                  <a16:creationId xmlns:a16="http://schemas.microsoft.com/office/drawing/2014/main" id="{51821B4F-7314-4B55-A2B7-8F50AC844951}"/>
                </a:ext>
              </a:extLst>
            </p:cNvPr>
            <p:cNvSpPr>
              <a:spLocks/>
            </p:cNvSpPr>
            <p:nvPr/>
          </p:nvSpPr>
          <p:spPr bwMode="auto">
            <a:xfrm>
              <a:off x="681339" y="4366954"/>
              <a:ext cx="1238054" cy="80561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3865" y="9202"/>
                  </a:moveTo>
                  <a:lnTo>
                    <a:pt x="14324" y="9113"/>
                  </a:lnTo>
                  <a:lnTo>
                    <a:pt x="15366" y="9113"/>
                  </a:lnTo>
                  <a:lnTo>
                    <a:pt x="15700" y="9261"/>
                  </a:lnTo>
                  <a:lnTo>
                    <a:pt x="15971" y="9380"/>
                  </a:lnTo>
                  <a:lnTo>
                    <a:pt x="16221" y="9587"/>
                  </a:lnTo>
                  <a:lnTo>
                    <a:pt x="16388" y="9705"/>
                  </a:lnTo>
                  <a:lnTo>
                    <a:pt x="16596" y="9912"/>
                  </a:lnTo>
                  <a:lnTo>
                    <a:pt x="16721" y="10031"/>
                  </a:lnTo>
                  <a:lnTo>
                    <a:pt x="16971" y="10415"/>
                  </a:lnTo>
                  <a:lnTo>
                    <a:pt x="17180" y="10948"/>
                  </a:lnTo>
                  <a:lnTo>
                    <a:pt x="17430" y="11333"/>
                  </a:lnTo>
                  <a:lnTo>
                    <a:pt x="17722" y="11984"/>
                  </a:lnTo>
                  <a:lnTo>
                    <a:pt x="18056" y="13078"/>
                  </a:lnTo>
                  <a:lnTo>
                    <a:pt x="18535" y="14558"/>
                  </a:lnTo>
                  <a:lnTo>
                    <a:pt x="19036" y="16304"/>
                  </a:lnTo>
                  <a:lnTo>
                    <a:pt x="19661" y="18108"/>
                  </a:lnTo>
                  <a:lnTo>
                    <a:pt x="20036" y="19085"/>
                  </a:lnTo>
                  <a:lnTo>
                    <a:pt x="20203" y="19470"/>
                  </a:lnTo>
                  <a:lnTo>
                    <a:pt x="20537" y="20002"/>
                  </a:lnTo>
                  <a:lnTo>
                    <a:pt x="20829" y="20387"/>
                  </a:lnTo>
                  <a:lnTo>
                    <a:pt x="20995" y="20328"/>
                  </a:lnTo>
                  <a:lnTo>
                    <a:pt x="21141" y="20387"/>
                  </a:lnTo>
                  <a:lnTo>
                    <a:pt x="21266" y="20446"/>
                  </a:lnTo>
                  <a:lnTo>
                    <a:pt x="21600" y="20653"/>
                  </a:lnTo>
                  <a:lnTo>
                    <a:pt x="21266" y="20890"/>
                  </a:lnTo>
                  <a:lnTo>
                    <a:pt x="21079" y="21038"/>
                  </a:lnTo>
                  <a:lnTo>
                    <a:pt x="20870" y="20979"/>
                  </a:lnTo>
                  <a:lnTo>
                    <a:pt x="20787" y="20890"/>
                  </a:lnTo>
                  <a:lnTo>
                    <a:pt x="20745" y="20772"/>
                  </a:lnTo>
                  <a:lnTo>
                    <a:pt x="20412" y="20446"/>
                  </a:lnTo>
                  <a:lnTo>
                    <a:pt x="20078" y="20002"/>
                  </a:lnTo>
                  <a:lnTo>
                    <a:pt x="19828" y="19470"/>
                  </a:lnTo>
                  <a:lnTo>
                    <a:pt x="19453" y="18375"/>
                  </a:lnTo>
                  <a:lnTo>
                    <a:pt x="18827" y="16570"/>
                  </a:lnTo>
                  <a:lnTo>
                    <a:pt x="18389" y="15268"/>
                  </a:lnTo>
                  <a:lnTo>
                    <a:pt x="17764" y="13197"/>
                  </a:lnTo>
                  <a:lnTo>
                    <a:pt x="17472" y="12487"/>
                  </a:lnTo>
                  <a:lnTo>
                    <a:pt x="17013" y="11569"/>
                  </a:lnTo>
                  <a:lnTo>
                    <a:pt x="16680" y="11066"/>
                  </a:lnTo>
                  <a:lnTo>
                    <a:pt x="16429" y="10741"/>
                  </a:lnTo>
                  <a:lnTo>
                    <a:pt x="16096" y="10297"/>
                  </a:lnTo>
                  <a:lnTo>
                    <a:pt x="16429" y="10741"/>
                  </a:lnTo>
                  <a:lnTo>
                    <a:pt x="17013" y="11569"/>
                  </a:lnTo>
                  <a:lnTo>
                    <a:pt x="17263" y="12043"/>
                  </a:lnTo>
                  <a:lnTo>
                    <a:pt x="17472" y="12487"/>
                  </a:lnTo>
                  <a:lnTo>
                    <a:pt x="17764" y="13197"/>
                  </a:lnTo>
                  <a:lnTo>
                    <a:pt x="18014" y="14232"/>
                  </a:lnTo>
                  <a:lnTo>
                    <a:pt x="18452" y="15860"/>
                  </a:lnTo>
                  <a:lnTo>
                    <a:pt x="18785" y="17221"/>
                  </a:lnTo>
                  <a:lnTo>
                    <a:pt x="18994" y="17665"/>
                  </a:lnTo>
                  <a:lnTo>
                    <a:pt x="19036" y="17931"/>
                  </a:lnTo>
                  <a:lnTo>
                    <a:pt x="19578" y="18967"/>
                  </a:lnTo>
                  <a:lnTo>
                    <a:pt x="19703" y="19470"/>
                  </a:lnTo>
                  <a:lnTo>
                    <a:pt x="19494" y="19351"/>
                  </a:lnTo>
                  <a:lnTo>
                    <a:pt x="19703" y="19470"/>
                  </a:lnTo>
                  <a:lnTo>
                    <a:pt x="19703" y="19795"/>
                  </a:lnTo>
                  <a:lnTo>
                    <a:pt x="19494" y="19677"/>
                  </a:lnTo>
                  <a:lnTo>
                    <a:pt x="19619" y="19943"/>
                  </a:lnTo>
                  <a:lnTo>
                    <a:pt x="19619" y="20180"/>
                  </a:lnTo>
                  <a:lnTo>
                    <a:pt x="19494" y="20061"/>
                  </a:lnTo>
                  <a:lnTo>
                    <a:pt x="19619" y="20387"/>
                  </a:lnTo>
                  <a:lnTo>
                    <a:pt x="19619" y="20564"/>
                  </a:lnTo>
                  <a:lnTo>
                    <a:pt x="19453" y="20446"/>
                  </a:lnTo>
                  <a:lnTo>
                    <a:pt x="19578" y="20831"/>
                  </a:lnTo>
                  <a:lnTo>
                    <a:pt x="19411" y="20712"/>
                  </a:lnTo>
                  <a:lnTo>
                    <a:pt x="19536" y="21038"/>
                  </a:lnTo>
                  <a:lnTo>
                    <a:pt x="19494" y="21215"/>
                  </a:lnTo>
                  <a:lnTo>
                    <a:pt x="19327" y="21038"/>
                  </a:lnTo>
                  <a:lnTo>
                    <a:pt x="19369" y="21541"/>
                  </a:lnTo>
                  <a:lnTo>
                    <a:pt x="19411" y="21422"/>
                  </a:lnTo>
                  <a:lnTo>
                    <a:pt x="19369" y="21541"/>
                  </a:lnTo>
                  <a:lnTo>
                    <a:pt x="19161" y="21600"/>
                  </a:lnTo>
                  <a:lnTo>
                    <a:pt x="16888" y="21600"/>
                  </a:lnTo>
                  <a:lnTo>
                    <a:pt x="16805" y="21363"/>
                  </a:lnTo>
                  <a:lnTo>
                    <a:pt x="16805" y="21038"/>
                  </a:lnTo>
                  <a:lnTo>
                    <a:pt x="16888" y="20979"/>
                  </a:lnTo>
                  <a:lnTo>
                    <a:pt x="16930" y="20979"/>
                  </a:lnTo>
                  <a:lnTo>
                    <a:pt x="16888" y="20979"/>
                  </a:lnTo>
                  <a:lnTo>
                    <a:pt x="17013" y="20564"/>
                  </a:lnTo>
                  <a:lnTo>
                    <a:pt x="17138" y="20505"/>
                  </a:lnTo>
                  <a:lnTo>
                    <a:pt x="17347" y="20387"/>
                  </a:lnTo>
                  <a:lnTo>
                    <a:pt x="17972" y="20268"/>
                  </a:lnTo>
                  <a:lnTo>
                    <a:pt x="18097" y="20121"/>
                  </a:lnTo>
                  <a:lnTo>
                    <a:pt x="18097" y="19795"/>
                  </a:lnTo>
                  <a:lnTo>
                    <a:pt x="18014" y="19292"/>
                  </a:lnTo>
                  <a:lnTo>
                    <a:pt x="17931" y="19085"/>
                  </a:lnTo>
                  <a:lnTo>
                    <a:pt x="17847" y="18907"/>
                  </a:lnTo>
                  <a:lnTo>
                    <a:pt x="17764" y="18582"/>
                  </a:lnTo>
                  <a:lnTo>
                    <a:pt x="17555" y="18256"/>
                  </a:lnTo>
                  <a:lnTo>
                    <a:pt x="17305" y="17990"/>
                  </a:lnTo>
                  <a:lnTo>
                    <a:pt x="16763" y="17605"/>
                  </a:lnTo>
                  <a:lnTo>
                    <a:pt x="16179" y="17280"/>
                  </a:lnTo>
                  <a:lnTo>
                    <a:pt x="15887" y="17073"/>
                  </a:lnTo>
                  <a:lnTo>
                    <a:pt x="15575" y="16836"/>
                  </a:lnTo>
                  <a:lnTo>
                    <a:pt x="15324" y="16570"/>
                  </a:lnTo>
                  <a:lnTo>
                    <a:pt x="14991" y="15801"/>
                  </a:lnTo>
                  <a:lnTo>
                    <a:pt x="14824" y="15327"/>
                  </a:lnTo>
                  <a:lnTo>
                    <a:pt x="14699" y="14942"/>
                  </a:lnTo>
                  <a:lnTo>
                    <a:pt x="14574" y="14942"/>
                  </a:lnTo>
                  <a:lnTo>
                    <a:pt x="14574" y="15002"/>
                  </a:lnTo>
                  <a:lnTo>
                    <a:pt x="14490" y="15090"/>
                  </a:lnTo>
                  <a:lnTo>
                    <a:pt x="14324" y="15327"/>
                  </a:lnTo>
                  <a:lnTo>
                    <a:pt x="14073" y="15475"/>
                  </a:lnTo>
                  <a:lnTo>
                    <a:pt x="13948" y="15534"/>
                  </a:lnTo>
                  <a:lnTo>
                    <a:pt x="13823" y="15327"/>
                  </a:lnTo>
                  <a:lnTo>
                    <a:pt x="13656" y="15801"/>
                  </a:lnTo>
                  <a:lnTo>
                    <a:pt x="13406" y="15860"/>
                  </a:lnTo>
                  <a:lnTo>
                    <a:pt x="13239" y="15978"/>
                  </a:lnTo>
                  <a:lnTo>
                    <a:pt x="13198" y="15593"/>
                  </a:lnTo>
                  <a:lnTo>
                    <a:pt x="13010" y="16037"/>
                  </a:lnTo>
                  <a:lnTo>
                    <a:pt x="12718" y="16126"/>
                  </a:lnTo>
                  <a:lnTo>
                    <a:pt x="12760" y="15801"/>
                  </a:lnTo>
                  <a:lnTo>
                    <a:pt x="12468" y="16185"/>
                  </a:lnTo>
                  <a:lnTo>
                    <a:pt x="12301" y="16244"/>
                  </a:lnTo>
                  <a:lnTo>
                    <a:pt x="12176" y="16244"/>
                  </a:lnTo>
                  <a:lnTo>
                    <a:pt x="11926" y="16363"/>
                  </a:lnTo>
                  <a:lnTo>
                    <a:pt x="11926" y="15978"/>
                  </a:lnTo>
                  <a:lnTo>
                    <a:pt x="11634" y="16452"/>
                  </a:lnTo>
                  <a:lnTo>
                    <a:pt x="11467" y="16363"/>
                  </a:lnTo>
                  <a:lnTo>
                    <a:pt x="10842" y="16452"/>
                  </a:lnTo>
                  <a:lnTo>
                    <a:pt x="10758" y="16126"/>
                  </a:lnTo>
                  <a:lnTo>
                    <a:pt x="10404" y="16452"/>
                  </a:lnTo>
                  <a:lnTo>
                    <a:pt x="10070" y="16363"/>
                  </a:lnTo>
                  <a:lnTo>
                    <a:pt x="9486" y="16244"/>
                  </a:lnTo>
                  <a:lnTo>
                    <a:pt x="9486" y="15919"/>
                  </a:lnTo>
                  <a:lnTo>
                    <a:pt x="9111" y="16244"/>
                  </a:lnTo>
                  <a:lnTo>
                    <a:pt x="8903" y="16185"/>
                  </a:lnTo>
                  <a:lnTo>
                    <a:pt x="8277" y="16037"/>
                  </a:lnTo>
                  <a:lnTo>
                    <a:pt x="7985" y="15860"/>
                  </a:lnTo>
                  <a:lnTo>
                    <a:pt x="7985" y="15801"/>
                  </a:lnTo>
                  <a:lnTo>
                    <a:pt x="8027" y="15801"/>
                  </a:lnTo>
                  <a:lnTo>
                    <a:pt x="8152" y="15860"/>
                  </a:lnTo>
                  <a:lnTo>
                    <a:pt x="8027" y="15801"/>
                  </a:lnTo>
                  <a:lnTo>
                    <a:pt x="7985" y="15860"/>
                  </a:lnTo>
                  <a:lnTo>
                    <a:pt x="7902" y="16037"/>
                  </a:lnTo>
                  <a:lnTo>
                    <a:pt x="7985" y="16244"/>
                  </a:lnTo>
                  <a:lnTo>
                    <a:pt x="8027" y="16363"/>
                  </a:lnTo>
                  <a:lnTo>
                    <a:pt x="8110" y="16836"/>
                  </a:lnTo>
                  <a:lnTo>
                    <a:pt x="8110" y="17280"/>
                  </a:lnTo>
                  <a:lnTo>
                    <a:pt x="7819" y="16688"/>
                  </a:lnTo>
                  <a:lnTo>
                    <a:pt x="7256" y="15860"/>
                  </a:lnTo>
                  <a:lnTo>
                    <a:pt x="7589" y="16629"/>
                  </a:lnTo>
                  <a:lnTo>
                    <a:pt x="8027" y="17546"/>
                  </a:lnTo>
                  <a:lnTo>
                    <a:pt x="8110" y="18197"/>
                  </a:lnTo>
                  <a:lnTo>
                    <a:pt x="8110" y="18759"/>
                  </a:lnTo>
                  <a:lnTo>
                    <a:pt x="7985" y="18759"/>
                  </a:lnTo>
                  <a:lnTo>
                    <a:pt x="7860" y="18197"/>
                  </a:lnTo>
                  <a:lnTo>
                    <a:pt x="7631" y="17783"/>
                  </a:lnTo>
                  <a:lnTo>
                    <a:pt x="7464" y="17605"/>
                  </a:lnTo>
                  <a:lnTo>
                    <a:pt x="8027" y="19026"/>
                  </a:lnTo>
                  <a:lnTo>
                    <a:pt x="8110" y="19144"/>
                  </a:lnTo>
                  <a:lnTo>
                    <a:pt x="8069" y="19351"/>
                  </a:lnTo>
                  <a:lnTo>
                    <a:pt x="7985" y="19292"/>
                  </a:lnTo>
                  <a:lnTo>
                    <a:pt x="7944" y="19085"/>
                  </a:lnTo>
                  <a:lnTo>
                    <a:pt x="7547" y="18375"/>
                  </a:lnTo>
                  <a:lnTo>
                    <a:pt x="7464" y="18316"/>
                  </a:lnTo>
                  <a:lnTo>
                    <a:pt x="7464" y="18434"/>
                  </a:lnTo>
                  <a:lnTo>
                    <a:pt x="7506" y="18434"/>
                  </a:lnTo>
                  <a:lnTo>
                    <a:pt x="7547" y="18582"/>
                  </a:lnTo>
                  <a:lnTo>
                    <a:pt x="7985" y="19351"/>
                  </a:lnTo>
                  <a:lnTo>
                    <a:pt x="8069" y="19736"/>
                  </a:lnTo>
                  <a:lnTo>
                    <a:pt x="8110" y="20121"/>
                  </a:lnTo>
                  <a:lnTo>
                    <a:pt x="7944" y="20002"/>
                  </a:lnTo>
                  <a:lnTo>
                    <a:pt x="7756" y="19677"/>
                  </a:lnTo>
                  <a:lnTo>
                    <a:pt x="7673" y="19529"/>
                  </a:lnTo>
                  <a:lnTo>
                    <a:pt x="7589" y="19470"/>
                  </a:lnTo>
                  <a:lnTo>
                    <a:pt x="7631" y="19677"/>
                  </a:lnTo>
                  <a:lnTo>
                    <a:pt x="7819" y="19854"/>
                  </a:lnTo>
                  <a:lnTo>
                    <a:pt x="8027" y="20328"/>
                  </a:lnTo>
                  <a:lnTo>
                    <a:pt x="8110" y="20505"/>
                  </a:lnTo>
                  <a:lnTo>
                    <a:pt x="8069" y="20505"/>
                  </a:lnTo>
                  <a:lnTo>
                    <a:pt x="7902" y="20387"/>
                  </a:lnTo>
                  <a:lnTo>
                    <a:pt x="7714" y="20268"/>
                  </a:lnTo>
                  <a:lnTo>
                    <a:pt x="7714" y="20387"/>
                  </a:lnTo>
                  <a:lnTo>
                    <a:pt x="7860" y="20564"/>
                  </a:lnTo>
                  <a:lnTo>
                    <a:pt x="7944" y="20890"/>
                  </a:lnTo>
                  <a:lnTo>
                    <a:pt x="7944" y="21156"/>
                  </a:lnTo>
                  <a:lnTo>
                    <a:pt x="7860" y="21097"/>
                  </a:lnTo>
                  <a:lnTo>
                    <a:pt x="7819" y="21097"/>
                  </a:lnTo>
                  <a:lnTo>
                    <a:pt x="7819" y="21215"/>
                  </a:lnTo>
                  <a:lnTo>
                    <a:pt x="7860" y="21363"/>
                  </a:lnTo>
                  <a:lnTo>
                    <a:pt x="7944" y="21422"/>
                  </a:lnTo>
                  <a:lnTo>
                    <a:pt x="7902" y="21422"/>
                  </a:lnTo>
                  <a:lnTo>
                    <a:pt x="7944" y="21422"/>
                  </a:lnTo>
                  <a:lnTo>
                    <a:pt x="7819" y="21541"/>
                  </a:lnTo>
                  <a:lnTo>
                    <a:pt x="7673" y="21600"/>
                  </a:lnTo>
                  <a:lnTo>
                    <a:pt x="5671" y="21600"/>
                  </a:lnTo>
                  <a:lnTo>
                    <a:pt x="5671" y="21097"/>
                  </a:lnTo>
                  <a:lnTo>
                    <a:pt x="5713" y="20890"/>
                  </a:lnTo>
                  <a:lnTo>
                    <a:pt x="5796" y="20831"/>
                  </a:lnTo>
                  <a:lnTo>
                    <a:pt x="5963" y="20772"/>
                  </a:lnTo>
                  <a:lnTo>
                    <a:pt x="6213" y="20564"/>
                  </a:lnTo>
                  <a:lnTo>
                    <a:pt x="6505" y="20387"/>
                  </a:lnTo>
                  <a:lnTo>
                    <a:pt x="6588" y="20328"/>
                  </a:lnTo>
                  <a:lnTo>
                    <a:pt x="6630" y="20268"/>
                  </a:lnTo>
                  <a:lnTo>
                    <a:pt x="6630" y="19854"/>
                  </a:lnTo>
                  <a:lnTo>
                    <a:pt x="6672" y="19144"/>
                  </a:lnTo>
                  <a:lnTo>
                    <a:pt x="6588" y="18759"/>
                  </a:lnTo>
                  <a:lnTo>
                    <a:pt x="6338" y="18108"/>
                  </a:lnTo>
                  <a:lnTo>
                    <a:pt x="6046" y="17398"/>
                  </a:lnTo>
                  <a:lnTo>
                    <a:pt x="5671" y="16304"/>
                  </a:lnTo>
                  <a:lnTo>
                    <a:pt x="5546" y="15712"/>
                  </a:lnTo>
                  <a:lnTo>
                    <a:pt x="5546" y="14439"/>
                  </a:lnTo>
                  <a:lnTo>
                    <a:pt x="5025" y="14439"/>
                  </a:lnTo>
                  <a:lnTo>
                    <a:pt x="4149" y="14499"/>
                  </a:lnTo>
                  <a:lnTo>
                    <a:pt x="2773" y="14558"/>
                  </a:lnTo>
                  <a:lnTo>
                    <a:pt x="751" y="14558"/>
                  </a:lnTo>
                  <a:lnTo>
                    <a:pt x="500" y="14439"/>
                  </a:lnTo>
                  <a:lnTo>
                    <a:pt x="334" y="14292"/>
                  </a:lnTo>
                  <a:lnTo>
                    <a:pt x="250" y="14114"/>
                  </a:lnTo>
                  <a:lnTo>
                    <a:pt x="167" y="13463"/>
                  </a:lnTo>
                  <a:lnTo>
                    <a:pt x="208" y="13345"/>
                  </a:lnTo>
                  <a:lnTo>
                    <a:pt x="292" y="13197"/>
                  </a:lnTo>
                  <a:lnTo>
                    <a:pt x="167" y="13138"/>
                  </a:lnTo>
                  <a:lnTo>
                    <a:pt x="167" y="12812"/>
                  </a:lnTo>
                  <a:lnTo>
                    <a:pt x="208" y="12753"/>
                  </a:lnTo>
                  <a:lnTo>
                    <a:pt x="250" y="12546"/>
                  </a:lnTo>
                  <a:lnTo>
                    <a:pt x="167" y="12546"/>
                  </a:lnTo>
                  <a:lnTo>
                    <a:pt x="125" y="12427"/>
                  </a:lnTo>
                  <a:lnTo>
                    <a:pt x="42" y="12102"/>
                  </a:lnTo>
                  <a:lnTo>
                    <a:pt x="0" y="11836"/>
                  </a:lnTo>
                  <a:lnTo>
                    <a:pt x="0" y="11658"/>
                  </a:lnTo>
                  <a:lnTo>
                    <a:pt x="42" y="11451"/>
                  </a:lnTo>
                  <a:lnTo>
                    <a:pt x="167" y="11510"/>
                  </a:lnTo>
                  <a:lnTo>
                    <a:pt x="417" y="11569"/>
                  </a:lnTo>
                  <a:lnTo>
                    <a:pt x="709" y="11658"/>
                  </a:lnTo>
                  <a:lnTo>
                    <a:pt x="709" y="10415"/>
                  </a:lnTo>
                  <a:lnTo>
                    <a:pt x="167" y="2190"/>
                  </a:lnTo>
                  <a:lnTo>
                    <a:pt x="417" y="1746"/>
                  </a:lnTo>
                  <a:lnTo>
                    <a:pt x="625" y="1302"/>
                  </a:lnTo>
                  <a:lnTo>
                    <a:pt x="876" y="710"/>
                  </a:lnTo>
                  <a:lnTo>
                    <a:pt x="959" y="444"/>
                  </a:lnTo>
                  <a:lnTo>
                    <a:pt x="1168" y="0"/>
                  </a:lnTo>
                  <a:lnTo>
                    <a:pt x="1334" y="444"/>
                  </a:lnTo>
                  <a:lnTo>
                    <a:pt x="1418" y="710"/>
                  </a:lnTo>
                  <a:lnTo>
                    <a:pt x="1668" y="1361"/>
                  </a:lnTo>
                  <a:lnTo>
                    <a:pt x="1876" y="1746"/>
                  </a:lnTo>
                  <a:lnTo>
                    <a:pt x="2127" y="2130"/>
                  </a:lnTo>
                  <a:lnTo>
                    <a:pt x="1585" y="10356"/>
                  </a:lnTo>
                  <a:lnTo>
                    <a:pt x="1585" y="11658"/>
                  </a:lnTo>
                  <a:lnTo>
                    <a:pt x="1835" y="11658"/>
                  </a:lnTo>
                  <a:lnTo>
                    <a:pt x="2210" y="11510"/>
                  </a:lnTo>
                  <a:lnTo>
                    <a:pt x="2335" y="11392"/>
                  </a:lnTo>
                  <a:lnTo>
                    <a:pt x="2377" y="11658"/>
                  </a:lnTo>
                  <a:lnTo>
                    <a:pt x="2377" y="12309"/>
                  </a:lnTo>
                  <a:lnTo>
                    <a:pt x="2335" y="12487"/>
                  </a:lnTo>
                  <a:lnTo>
                    <a:pt x="2690" y="12427"/>
                  </a:lnTo>
                  <a:lnTo>
                    <a:pt x="2815" y="12427"/>
                  </a:lnTo>
                  <a:lnTo>
                    <a:pt x="2981" y="12368"/>
                  </a:lnTo>
                  <a:lnTo>
                    <a:pt x="3107" y="12309"/>
                  </a:lnTo>
                  <a:lnTo>
                    <a:pt x="3107" y="12161"/>
                  </a:lnTo>
                  <a:lnTo>
                    <a:pt x="2898" y="11717"/>
                  </a:lnTo>
                  <a:lnTo>
                    <a:pt x="2856" y="11333"/>
                  </a:lnTo>
                  <a:lnTo>
                    <a:pt x="2856" y="10534"/>
                  </a:lnTo>
                  <a:lnTo>
                    <a:pt x="2981" y="10297"/>
                  </a:lnTo>
                  <a:lnTo>
                    <a:pt x="3107" y="9824"/>
                  </a:lnTo>
                  <a:lnTo>
                    <a:pt x="2940" y="10090"/>
                  </a:lnTo>
                  <a:lnTo>
                    <a:pt x="2856" y="10090"/>
                  </a:lnTo>
                  <a:lnTo>
                    <a:pt x="2731" y="9764"/>
                  </a:lnTo>
                  <a:lnTo>
                    <a:pt x="2773" y="9321"/>
                  </a:lnTo>
                  <a:lnTo>
                    <a:pt x="2898" y="8936"/>
                  </a:lnTo>
                  <a:lnTo>
                    <a:pt x="2981" y="8610"/>
                  </a:lnTo>
                  <a:lnTo>
                    <a:pt x="2773" y="8936"/>
                  </a:lnTo>
                  <a:lnTo>
                    <a:pt x="2731" y="8729"/>
                  </a:lnTo>
                  <a:lnTo>
                    <a:pt x="2606" y="8226"/>
                  </a:lnTo>
                  <a:lnTo>
                    <a:pt x="2648" y="7693"/>
                  </a:lnTo>
                  <a:lnTo>
                    <a:pt x="2815" y="7308"/>
                  </a:lnTo>
                  <a:lnTo>
                    <a:pt x="2648" y="7427"/>
                  </a:lnTo>
                  <a:lnTo>
                    <a:pt x="2690" y="6983"/>
                  </a:lnTo>
                  <a:lnTo>
                    <a:pt x="2731" y="6598"/>
                  </a:lnTo>
                  <a:lnTo>
                    <a:pt x="3148" y="5947"/>
                  </a:lnTo>
                  <a:lnTo>
                    <a:pt x="2773" y="6273"/>
                  </a:lnTo>
                  <a:lnTo>
                    <a:pt x="2815" y="5888"/>
                  </a:lnTo>
                  <a:lnTo>
                    <a:pt x="2856" y="5622"/>
                  </a:lnTo>
                  <a:lnTo>
                    <a:pt x="2981" y="5296"/>
                  </a:lnTo>
                  <a:lnTo>
                    <a:pt x="2815" y="5504"/>
                  </a:lnTo>
                  <a:lnTo>
                    <a:pt x="2856" y="5178"/>
                  </a:lnTo>
                  <a:lnTo>
                    <a:pt x="3023" y="4912"/>
                  </a:lnTo>
                  <a:lnTo>
                    <a:pt x="2898" y="4912"/>
                  </a:lnTo>
                  <a:lnTo>
                    <a:pt x="3107" y="4468"/>
                  </a:lnTo>
                  <a:lnTo>
                    <a:pt x="3190" y="4261"/>
                  </a:lnTo>
                  <a:lnTo>
                    <a:pt x="3107" y="3935"/>
                  </a:lnTo>
                  <a:lnTo>
                    <a:pt x="3107" y="3551"/>
                  </a:lnTo>
                  <a:lnTo>
                    <a:pt x="3190" y="3284"/>
                  </a:lnTo>
                  <a:lnTo>
                    <a:pt x="3357" y="3225"/>
                  </a:lnTo>
                  <a:lnTo>
                    <a:pt x="3524" y="3225"/>
                  </a:lnTo>
                  <a:lnTo>
                    <a:pt x="3690" y="3284"/>
                  </a:lnTo>
                  <a:lnTo>
                    <a:pt x="3774" y="3373"/>
                  </a:lnTo>
                  <a:lnTo>
                    <a:pt x="3899" y="3610"/>
                  </a:lnTo>
                  <a:lnTo>
                    <a:pt x="4066" y="3492"/>
                  </a:lnTo>
                  <a:lnTo>
                    <a:pt x="4274" y="3492"/>
                  </a:lnTo>
                  <a:lnTo>
                    <a:pt x="4566" y="3373"/>
                  </a:lnTo>
                  <a:lnTo>
                    <a:pt x="4816" y="3373"/>
                  </a:lnTo>
                  <a:lnTo>
                    <a:pt x="5025" y="3225"/>
                  </a:lnTo>
                  <a:lnTo>
                    <a:pt x="5212" y="3284"/>
                  </a:lnTo>
                  <a:lnTo>
                    <a:pt x="5296" y="3284"/>
                  </a:lnTo>
                  <a:lnTo>
                    <a:pt x="5421" y="3225"/>
                  </a:lnTo>
                  <a:lnTo>
                    <a:pt x="5588" y="3284"/>
                  </a:lnTo>
                  <a:lnTo>
                    <a:pt x="5754" y="3284"/>
                  </a:lnTo>
                  <a:lnTo>
                    <a:pt x="5838" y="3373"/>
                  </a:lnTo>
                  <a:lnTo>
                    <a:pt x="6297" y="3373"/>
                  </a:lnTo>
                  <a:lnTo>
                    <a:pt x="6505" y="3432"/>
                  </a:lnTo>
                  <a:lnTo>
                    <a:pt x="6630" y="3432"/>
                  </a:lnTo>
                  <a:lnTo>
                    <a:pt x="6672" y="3373"/>
                  </a:lnTo>
                  <a:lnTo>
                    <a:pt x="6755" y="3284"/>
                  </a:lnTo>
                  <a:lnTo>
                    <a:pt x="6964" y="3166"/>
                  </a:lnTo>
                  <a:lnTo>
                    <a:pt x="7089" y="3107"/>
                  </a:lnTo>
                  <a:lnTo>
                    <a:pt x="7214" y="3166"/>
                  </a:lnTo>
                  <a:lnTo>
                    <a:pt x="7381" y="3284"/>
                  </a:lnTo>
                  <a:lnTo>
                    <a:pt x="7422" y="3492"/>
                  </a:lnTo>
                  <a:lnTo>
                    <a:pt x="7422" y="3551"/>
                  </a:lnTo>
                  <a:lnTo>
                    <a:pt x="7464" y="3699"/>
                  </a:lnTo>
                  <a:lnTo>
                    <a:pt x="7422" y="3876"/>
                  </a:lnTo>
                  <a:lnTo>
                    <a:pt x="7381" y="4202"/>
                  </a:lnTo>
                  <a:lnTo>
                    <a:pt x="7297" y="4409"/>
                  </a:lnTo>
                  <a:lnTo>
                    <a:pt x="7381" y="4586"/>
                  </a:lnTo>
                  <a:lnTo>
                    <a:pt x="7464" y="4853"/>
                  </a:lnTo>
                  <a:lnTo>
                    <a:pt x="7506" y="4971"/>
                  </a:lnTo>
                  <a:lnTo>
                    <a:pt x="7506" y="6273"/>
                  </a:lnTo>
                  <a:lnTo>
                    <a:pt x="7631" y="6391"/>
                  </a:lnTo>
                  <a:lnTo>
                    <a:pt x="7714" y="6805"/>
                  </a:lnTo>
                  <a:lnTo>
                    <a:pt x="7714" y="7190"/>
                  </a:lnTo>
                  <a:lnTo>
                    <a:pt x="7631" y="7575"/>
                  </a:lnTo>
                  <a:lnTo>
                    <a:pt x="7714" y="7693"/>
                  </a:lnTo>
                  <a:lnTo>
                    <a:pt x="7902" y="8610"/>
                  </a:lnTo>
                  <a:lnTo>
                    <a:pt x="8027" y="8729"/>
                  </a:lnTo>
                  <a:lnTo>
                    <a:pt x="8152" y="8877"/>
                  </a:lnTo>
                  <a:lnTo>
                    <a:pt x="8319" y="8936"/>
                  </a:lnTo>
                  <a:lnTo>
                    <a:pt x="8527" y="8995"/>
                  </a:lnTo>
                  <a:lnTo>
                    <a:pt x="8694" y="8936"/>
                  </a:lnTo>
                  <a:lnTo>
                    <a:pt x="8986" y="8788"/>
                  </a:lnTo>
                  <a:lnTo>
                    <a:pt x="9153" y="8670"/>
                  </a:lnTo>
                  <a:lnTo>
                    <a:pt x="9320" y="8403"/>
                  </a:lnTo>
                  <a:lnTo>
                    <a:pt x="9445" y="8167"/>
                  </a:lnTo>
                  <a:lnTo>
                    <a:pt x="9486" y="7959"/>
                  </a:lnTo>
                  <a:lnTo>
                    <a:pt x="9486" y="7693"/>
                  </a:lnTo>
                  <a:lnTo>
                    <a:pt x="9445" y="7516"/>
                  </a:lnTo>
                  <a:lnTo>
                    <a:pt x="9278" y="7308"/>
                  </a:lnTo>
                  <a:lnTo>
                    <a:pt x="9069" y="6924"/>
                  </a:lnTo>
                  <a:lnTo>
                    <a:pt x="8944" y="6805"/>
                  </a:lnTo>
                  <a:lnTo>
                    <a:pt x="8861" y="6598"/>
                  </a:lnTo>
                  <a:lnTo>
                    <a:pt x="8694" y="6332"/>
                  </a:lnTo>
                  <a:lnTo>
                    <a:pt x="8527" y="6007"/>
                  </a:lnTo>
                  <a:lnTo>
                    <a:pt x="8402" y="5681"/>
                  </a:lnTo>
                  <a:lnTo>
                    <a:pt x="8361" y="5504"/>
                  </a:lnTo>
                  <a:lnTo>
                    <a:pt x="8277" y="5178"/>
                  </a:lnTo>
                  <a:lnTo>
                    <a:pt x="8236" y="4971"/>
                  </a:lnTo>
                  <a:lnTo>
                    <a:pt x="8277" y="4734"/>
                  </a:lnTo>
                  <a:lnTo>
                    <a:pt x="8319" y="4527"/>
                  </a:lnTo>
                  <a:lnTo>
                    <a:pt x="8402" y="4409"/>
                  </a:lnTo>
                  <a:lnTo>
                    <a:pt x="8569" y="4261"/>
                  </a:lnTo>
                  <a:lnTo>
                    <a:pt x="8736" y="4083"/>
                  </a:lnTo>
                  <a:lnTo>
                    <a:pt x="9111" y="4024"/>
                  </a:lnTo>
                  <a:lnTo>
                    <a:pt x="10112" y="3817"/>
                  </a:lnTo>
                  <a:lnTo>
                    <a:pt x="11050" y="3610"/>
                  </a:lnTo>
                  <a:lnTo>
                    <a:pt x="11759" y="3551"/>
                  </a:lnTo>
                  <a:lnTo>
                    <a:pt x="12218" y="3492"/>
                  </a:lnTo>
                  <a:lnTo>
                    <a:pt x="12885" y="3492"/>
                  </a:lnTo>
                  <a:lnTo>
                    <a:pt x="13823" y="3432"/>
                  </a:lnTo>
                  <a:lnTo>
                    <a:pt x="14657" y="3432"/>
                  </a:lnTo>
                  <a:lnTo>
                    <a:pt x="16304" y="3551"/>
                  </a:lnTo>
                  <a:lnTo>
                    <a:pt x="17722" y="3373"/>
                  </a:lnTo>
                  <a:lnTo>
                    <a:pt x="17263" y="3699"/>
                  </a:lnTo>
                  <a:lnTo>
                    <a:pt x="17055" y="3758"/>
                  </a:lnTo>
                  <a:lnTo>
                    <a:pt x="16930" y="3817"/>
                  </a:lnTo>
                  <a:lnTo>
                    <a:pt x="16805" y="3817"/>
                  </a:lnTo>
                  <a:lnTo>
                    <a:pt x="16680" y="3935"/>
                  </a:lnTo>
                  <a:lnTo>
                    <a:pt x="16805" y="3935"/>
                  </a:lnTo>
                  <a:lnTo>
                    <a:pt x="16888" y="4142"/>
                  </a:lnTo>
                  <a:lnTo>
                    <a:pt x="16846" y="4202"/>
                  </a:lnTo>
                  <a:lnTo>
                    <a:pt x="16763" y="4202"/>
                  </a:lnTo>
                  <a:lnTo>
                    <a:pt x="16346" y="4320"/>
                  </a:lnTo>
                  <a:lnTo>
                    <a:pt x="16513" y="4468"/>
                  </a:lnTo>
                  <a:lnTo>
                    <a:pt x="16554" y="4586"/>
                  </a:lnTo>
                  <a:lnTo>
                    <a:pt x="16513" y="4734"/>
                  </a:lnTo>
                  <a:lnTo>
                    <a:pt x="16429" y="4734"/>
                  </a:lnTo>
                  <a:lnTo>
                    <a:pt x="15804" y="4912"/>
                  </a:lnTo>
                  <a:lnTo>
                    <a:pt x="15929" y="4971"/>
                  </a:lnTo>
                  <a:lnTo>
                    <a:pt x="15971" y="5119"/>
                  </a:lnTo>
                  <a:lnTo>
                    <a:pt x="15971" y="5178"/>
                  </a:lnTo>
                  <a:lnTo>
                    <a:pt x="15658" y="5356"/>
                  </a:lnTo>
                  <a:lnTo>
                    <a:pt x="15324" y="5504"/>
                  </a:lnTo>
                  <a:lnTo>
                    <a:pt x="15449" y="5622"/>
                  </a:lnTo>
                  <a:lnTo>
                    <a:pt x="15491" y="5681"/>
                  </a:lnTo>
                  <a:lnTo>
                    <a:pt x="15449" y="5888"/>
                  </a:lnTo>
                  <a:lnTo>
                    <a:pt x="14949" y="6273"/>
                  </a:lnTo>
                  <a:lnTo>
                    <a:pt x="14365" y="6539"/>
                  </a:lnTo>
                  <a:lnTo>
                    <a:pt x="13615" y="6865"/>
                  </a:lnTo>
                  <a:lnTo>
                    <a:pt x="13406" y="6983"/>
                  </a:lnTo>
                  <a:lnTo>
                    <a:pt x="13990" y="7042"/>
                  </a:lnTo>
                  <a:lnTo>
                    <a:pt x="14198" y="7131"/>
                  </a:lnTo>
                  <a:lnTo>
                    <a:pt x="14240" y="7308"/>
                  </a:lnTo>
                  <a:lnTo>
                    <a:pt x="14240" y="7516"/>
                  </a:lnTo>
                  <a:lnTo>
                    <a:pt x="14198" y="7634"/>
                  </a:lnTo>
                  <a:lnTo>
                    <a:pt x="13740" y="7693"/>
                  </a:lnTo>
                  <a:lnTo>
                    <a:pt x="13448" y="7841"/>
                  </a:lnTo>
                  <a:lnTo>
                    <a:pt x="13156" y="7841"/>
                  </a:lnTo>
                  <a:lnTo>
                    <a:pt x="13406" y="8019"/>
                  </a:lnTo>
                  <a:lnTo>
                    <a:pt x="13448" y="8167"/>
                  </a:lnTo>
                  <a:lnTo>
                    <a:pt x="13531" y="8285"/>
                  </a:lnTo>
                  <a:lnTo>
                    <a:pt x="13490" y="8462"/>
                  </a:lnTo>
                  <a:lnTo>
                    <a:pt x="13406" y="8610"/>
                  </a:lnTo>
                  <a:lnTo>
                    <a:pt x="13156" y="8610"/>
                  </a:lnTo>
                  <a:lnTo>
                    <a:pt x="12760" y="8551"/>
                  </a:lnTo>
                  <a:lnTo>
                    <a:pt x="12218" y="8462"/>
                  </a:lnTo>
                  <a:lnTo>
                    <a:pt x="12301" y="8551"/>
                  </a:lnTo>
                  <a:lnTo>
                    <a:pt x="12385" y="8729"/>
                  </a:lnTo>
                  <a:lnTo>
                    <a:pt x="12426" y="8788"/>
                  </a:lnTo>
                  <a:lnTo>
                    <a:pt x="12426" y="8995"/>
                  </a:lnTo>
                  <a:lnTo>
                    <a:pt x="12385" y="9113"/>
                  </a:lnTo>
                  <a:lnTo>
                    <a:pt x="12301" y="9261"/>
                  </a:lnTo>
                  <a:lnTo>
                    <a:pt x="12259" y="9321"/>
                  </a:lnTo>
                  <a:lnTo>
                    <a:pt x="11884" y="9321"/>
                  </a:lnTo>
                  <a:lnTo>
                    <a:pt x="11217" y="8877"/>
                  </a:lnTo>
                  <a:lnTo>
                    <a:pt x="11425" y="9321"/>
                  </a:lnTo>
                  <a:lnTo>
                    <a:pt x="11467" y="9498"/>
                  </a:lnTo>
                  <a:lnTo>
                    <a:pt x="12301" y="9498"/>
                  </a:lnTo>
                  <a:lnTo>
                    <a:pt x="12927" y="9321"/>
                  </a:lnTo>
                  <a:lnTo>
                    <a:pt x="13865" y="9202"/>
                  </a:lnTo>
                  <a:close/>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16" name="AutoShape 14" descr="Freeform 19">
              <a:extLst>
                <a:ext uri="{FF2B5EF4-FFF2-40B4-BE49-F238E27FC236}">
                  <a16:creationId xmlns:a16="http://schemas.microsoft.com/office/drawing/2014/main" id="{4E804295-E4B3-4600-A006-7041D96CEABA}"/>
                </a:ext>
              </a:extLst>
            </p:cNvPr>
            <p:cNvSpPr>
              <a:spLocks/>
            </p:cNvSpPr>
            <p:nvPr/>
          </p:nvSpPr>
          <p:spPr bwMode="auto">
            <a:xfrm>
              <a:off x="698069" y="4825211"/>
              <a:ext cx="40633" cy="12700"/>
            </a:xfrm>
            <a:custGeom>
              <a:avLst/>
              <a:gdLst>
                <a:gd name="T0" fmla="*/ 1692193 w 21600"/>
                <a:gd name="T1" fmla="*/ 154 h 21600"/>
                <a:gd name="T2" fmla="*/ 1692193 w 21600"/>
                <a:gd name="T3" fmla="*/ 154 h 21600"/>
                <a:gd name="T4" fmla="*/ 1692193 w 21600"/>
                <a:gd name="T5" fmla="*/ 154 h 21600"/>
                <a:gd name="T6" fmla="*/ 1692193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1271" y="7200"/>
                  </a:lnTo>
                  <a:lnTo>
                    <a:pt x="5082" y="7200"/>
                  </a:lnTo>
                  <a:lnTo>
                    <a:pt x="10165" y="0"/>
                  </a:lnTo>
                  <a:lnTo>
                    <a:pt x="16518" y="0"/>
                  </a:lnTo>
                  <a:lnTo>
                    <a:pt x="2160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17" name="AutoShape 15" descr="Freeform 20">
              <a:extLst>
                <a:ext uri="{FF2B5EF4-FFF2-40B4-BE49-F238E27FC236}">
                  <a16:creationId xmlns:a16="http://schemas.microsoft.com/office/drawing/2014/main" id="{9D558745-7517-4B5E-A1AB-433F024A7063}"/>
                </a:ext>
              </a:extLst>
            </p:cNvPr>
            <p:cNvSpPr>
              <a:spLocks/>
            </p:cNvSpPr>
            <p:nvPr/>
          </p:nvSpPr>
          <p:spPr bwMode="auto">
            <a:xfrm>
              <a:off x="698069" y="4853353"/>
              <a:ext cx="40633" cy="12700"/>
            </a:xfrm>
            <a:custGeom>
              <a:avLst/>
              <a:gdLst>
                <a:gd name="T0" fmla="*/ 1692193 w 21600"/>
                <a:gd name="T1" fmla="*/ 154 h 21600"/>
                <a:gd name="T2" fmla="*/ 1692193 w 21600"/>
                <a:gd name="T3" fmla="*/ 154 h 21600"/>
                <a:gd name="T4" fmla="*/ 1692193 w 21600"/>
                <a:gd name="T5" fmla="*/ 154 h 21600"/>
                <a:gd name="T6" fmla="*/ 1692193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9600"/>
                  </a:moveTo>
                  <a:lnTo>
                    <a:pt x="5082" y="0"/>
                  </a:lnTo>
                  <a:lnTo>
                    <a:pt x="11435" y="0"/>
                  </a:lnTo>
                  <a:lnTo>
                    <a:pt x="16518" y="4800"/>
                  </a:lnTo>
                  <a:lnTo>
                    <a:pt x="2160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18" name="AutoShape 16" descr="Freeform 21">
              <a:extLst>
                <a:ext uri="{FF2B5EF4-FFF2-40B4-BE49-F238E27FC236}">
                  <a16:creationId xmlns:a16="http://schemas.microsoft.com/office/drawing/2014/main" id="{BD0E45D0-FB53-41F3-94B0-289F68B31DE5}"/>
                </a:ext>
              </a:extLst>
            </p:cNvPr>
            <p:cNvSpPr>
              <a:spLocks/>
            </p:cNvSpPr>
            <p:nvPr/>
          </p:nvSpPr>
          <p:spPr bwMode="auto">
            <a:xfrm>
              <a:off x="731530" y="4832665"/>
              <a:ext cx="62142" cy="58491"/>
            </a:xfrm>
            <a:custGeom>
              <a:avLst/>
              <a:gdLst>
                <a:gd name="T0" fmla="*/ 50645747 w 21600"/>
                <a:gd name="T1" fmla="*/ 31238868 h 21600"/>
                <a:gd name="T2" fmla="*/ 50645747 w 21600"/>
                <a:gd name="T3" fmla="*/ 31238868 h 21600"/>
                <a:gd name="T4" fmla="*/ 50645747 w 21600"/>
                <a:gd name="T5" fmla="*/ 31238868 h 21600"/>
                <a:gd name="T6" fmla="*/ 50645747 w 21600"/>
                <a:gd name="T7" fmla="*/ 3123886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2853"/>
                  </a:moveTo>
                  <a:lnTo>
                    <a:pt x="11631" y="815"/>
                  </a:lnTo>
                  <a:lnTo>
                    <a:pt x="4154" y="0"/>
                  </a:lnTo>
                  <a:lnTo>
                    <a:pt x="831" y="1630"/>
                  </a:lnTo>
                  <a:lnTo>
                    <a:pt x="0" y="6113"/>
                  </a:lnTo>
                  <a:lnTo>
                    <a:pt x="2492" y="9781"/>
                  </a:lnTo>
                  <a:lnTo>
                    <a:pt x="831" y="13449"/>
                  </a:lnTo>
                  <a:lnTo>
                    <a:pt x="831" y="15894"/>
                  </a:lnTo>
                  <a:lnTo>
                    <a:pt x="0" y="19562"/>
                  </a:lnTo>
                  <a:lnTo>
                    <a:pt x="2492" y="21600"/>
                  </a:lnTo>
                  <a:lnTo>
                    <a:pt x="3323" y="21600"/>
                  </a:lnTo>
                  <a:lnTo>
                    <a:pt x="6646" y="19562"/>
                  </a:lnTo>
                  <a:lnTo>
                    <a:pt x="8308" y="17932"/>
                  </a:lnTo>
                  <a:lnTo>
                    <a:pt x="9969" y="11819"/>
                  </a:lnTo>
                  <a:lnTo>
                    <a:pt x="9138" y="9781"/>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19" name="AutoShape 17" descr="Freeform 22">
              <a:extLst>
                <a:ext uri="{FF2B5EF4-FFF2-40B4-BE49-F238E27FC236}">
                  <a16:creationId xmlns:a16="http://schemas.microsoft.com/office/drawing/2014/main" id="{4CB7605B-FA0A-47C5-8D8F-6DE638E903A0}"/>
                </a:ext>
              </a:extLst>
            </p:cNvPr>
            <p:cNvSpPr>
              <a:spLocks/>
            </p:cNvSpPr>
            <p:nvPr/>
          </p:nvSpPr>
          <p:spPr bwMode="auto">
            <a:xfrm>
              <a:off x="833108" y="4852529"/>
              <a:ext cx="57363" cy="33108"/>
            </a:xfrm>
            <a:custGeom>
              <a:avLst/>
              <a:gdLst>
                <a:gd name="T0" fmla="*/ 26698716 w 21600"/>
                <a:gd name="T1" fmla="*/ 329175 h 21600"/>
                <a:gd name="T2" fmla="*/ 26698716 w 21600"/>
                <a:gd name="T3" fmla="*/ 329175 h 21600"/>
                <a:gd name="T4" fmla="*/ 26698716 w 21600"/>
                <a:gd name="T5" fmla="*/ 329175 h 21600"/>
                <a:gd name="T6" fmla="*/ 26698716 w 21600"/>
                <a:gd name="T7" fmla="*/ 32917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7280"/>
                  </a:moveTo>
                  <a:lnTo>
                    <a:pt x="0" y="18720"/>
                  </a:lnTo>
                  <a:lnTo>
                    <a:pt x="2700" y="21600"/>
                  </a:lnTo>
                  <a:lnTo>
                    <a:pt x="5400" y="21600"/>
                  </a:lnTo>
                  <a:lnTo>
                    <a:pt x="8100" y="18720"/>
                  </a:lnTo>
                  <a:lnTo>
                    <a:pt x="9000" y="13680"/>
                  </a:lnTo>
                  <a:lnTo>
                    <a:pt x="9000" y="10800"/>
                  </a:lnTo>
                  <a:lnTo>
                    <a:pt x="13500" y="17280"/>
                  </a:lnTo>
                  <a:lnTo>
                    <a:pt x="18900" y="17280"/>
                  </a:lnTo>
                  <a:lnTo>
                    <a:pt x="21600" y="12240"/>
                  </a:lnTo>
                  <a:lnTo>
                    <a:pt x="21600" y="5760"/>
                  </a:lnTo>
                  <a:lnTo>
                    <a:pt x="20700" y="1440"/>
                  </a:lnTo>
                  <a:lnTo>
                    <a:pt x="207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20" name="AutoShape 18" descr="Freeform 23">
              <a:extLst>
                <a:ext uri="{FF2B5EF4-FFF2-40B4-BE49-F238E27FC236}">
                  <a16:creationId xmlns:a16="http://schemas.microsoft.com/office/drawing/2014/main" id="{AE968017-B0D0-4F67-8B52-9A60C61FCB95}"/>
                </a:ext>
              </a:extLst>
            </p:cNvPr>
            <p:cNvSpPr>
              <a:spLocks/>
            </p:cNvSpPr>
            <p:nvPr/>
          </p:nvSpPr>
          <p:spPr bwMode="auto">
            <a:xfrm>
              <a:off x="895249" y="4866877"/>
              <a:ext cx="38242" cy="16555"/>
            </a:xfrm>
            <a:custGeom>
              <a:avLst/>
              <a:gdLst>
                <a:gd name="T0" fmla="*/ 1041804 w 21600"/>
                <a:gd name="T1" fmla="*/ 1286 h 21600"/>
                <a:gd name="T2" fmla="*/ 1041804 w 21600"/>
                <a:gd name="T3" fmla="*/ 1286 h 21600"/>
                <a:gd name="T4" fmla="*/ 1041804 w 21600"/>
                <a:gd name="T5" fmla="*/ 1286 h 21600"/>
                <a:gd name="T6" fmla="*/ 1041804 w 21600"/>
                <a:gd name="T7" fmla="*/ 128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4050" y="8640"/>
                  </a:lnTo>
                  <a:lnTo>
                    <a:pt x="8100" y="18720"/>
                  </a:lnTo>
                  <a:lnTo>
                    <a:pt x="13500" y="21600"/>
                  </a:lnTo>
                  <a:lnTo>
                    <a:pt x="18900" y="21600"/>
                  </a:lnTo>
                  <a:lnTo>
                    <a:pt x="21600" y="1872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21" name="AutoShape 19" descr="Freeform 24">
              <a:extLst>
                <a:ext uri="{FF2B5EF4-FFF2-40B4-BE49-F238E27FC236}">
                  <a16:creationId xmlns:a16="http://schemas.microsoft.com/office/drawing/2014/main" id="{8818C6B7-3EA0-424D-B054-939474D6D6BC}"/>
                </a:ext>
              </a:extLst>
            </p:cNvPr>
            <p:cNvSpPr>
              <a:spLocks/>
            </p:cNvSpPr>
            <p:nvPr/>
          </p:nvSpPr>
          <p:spPr bwMode="auto">
            <a:xfrm>
              <a:off x="1087649" y="4914329"/>
              <a:ext cx="51387" cy="56284"/>
            </a:xfrm>
            <a:custGeom>
              <a:avLst/>
              <a:gdLst>
                <a:gd name="T0" fmla="*/ 11072985 w 21600"/>
                <a:gd name="T1" fmla="*/ 22964505 h 21600"/>
                <a:gd name="T2" fmla="*/ 11072985 w 21600"/>
                <a:gd name="T3" fmla="*/ 22964505 h 21600"/>
                <a:gd name="T4" fmla="*/ 11072985 w 21600"/>
                <a:gd name="T5" fmla="*/ 22964505 h 21600"/>
                <a:gd name="T6" fmla="*/ 11072985 w 21600"/>
                <a:gd name="T7" fmla="*/ 2296450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21600"/>
                  </a:moveTo>
                  <a:lnTo>
                    <a:pt x="19591" y="16094"/>
                  </a:lnTo>
                  <a:lnTo>
                    <a:pt x="16074" y="13129"/>
                  </a:lnTo>
                  <a:lnTo>
                    <a:pt x="15070" y="11435"/>
                  </a:lnTo>
                  <a:lnTo>
                    <a:pt x="11051" y="7624"/>
                  </a:lnTo>
                  <a:lnTo>
                    <a:pt x="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22" name="Line 20" descr="Line 25">
              <a:extLst>
                <a:ext uri="{FF2B5EF4-FFF2-40B4-BE49-F238E27FC236}">
                  <a16:creationId xmlns:a16="http://schemas.microsoft.com/office/drawing/2014/main" id="{D226A39C-9F4A-435F-A46E-0C61189D9331}"/>
                </a:ext>
              </a:extLst>
            </p:cNvPr>
            <p:cNvSpPr>
              <a:spLocks noChangeShapeType="1"/>
            </p:cNvSpPr>
            <p:nvPr/>
          </p:nvSpPr>
          <p:spPr bwMode="auto">
            <a:xfrm flipH="1" flipV="1">
              <a:off x="1061360" y="4895570"/>
              <a:ext cx="19121" cy="9933"/>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23" name="AutoShape 21" descr="Freeform 26">
              <a:extLst>
                <a:ext uri="{FF2B5EF4-FFF2-40B4-BE49-F238E27FC236}">
                  <a16:creationId xmlns:a16="http://schemas.microsoft.com/office/drawing/2014/main" id="{F72FE8EC-7D13-46F8-91C2-0444418550E3}"/>
                </a:ext>
              </a:extLst>
            </p:cNvPr>
            <p:cNvSpPr>
              <a:spLocks/>
            </p:cNvSpPr>
            <p:nvPr/>
          </p:nvSpPr>
          <p:spPr bwMode="auto">
            <a:xfrm>
              <a:off x="1167716" y="4919848"/>
              <a:ext cx="43022" cy="30901"/>
            </a:xfrm>
            <a:custGeom>
              <a:avLst/>
              <a:gdLst>
                <a:gd name="T0" fmla="*/ 2672734 w 21600"/>
                <a:gd name="T1" fmla="*/ 189562 h 21600"/>
                <a:gd name="T2" fmla="*/ 2672734 w 21600"/>
                <a:gd name="T3" fmla="*/ 189562 h 21600"/>
                <a:gd name="T4" fmla="*/ 2672734 w 21600"/>
                <a:gd name="T5" fmla="*/ 189562 h 21600"/>
                <a:gd name="T6" fmla="*/ 2672734 w 21600"/>
                <a:gd name="T7" fmla="*/ 18956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0" y="3086"/>
                  </a:lnTo>
                  <a:lnTo>
                    <a:pt x="1200" y="13114"/>
                  </a:lnTo>
                  <a:lnTo>
                    <a:pt x="1200" y="21600"/>
                  </a:lnTo>
                  <a:lnTo>
                    <a:pt x="18000" y="21600"/>
                  </a:lnTo>
                  <a:lnTo>
                    <a:pt x="21600" y="20057"/>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24" name="AutoShape 22" descr="Freeform 27">
              <a:extLst>
                <a:ext uri="{FF2B5EF4-FFF2-40B4-BE49-F238E27FC236}">
                  <a16:creationId xmlns:a16="http://schemas.microsoft.com/office/drawing/2014/main" id="{1341C470-9622-4768-9995-DCD58E148688}"/>
                </a:ext>
              </a:extLst>
            </p:cNvPr>
            <p:cNvSpPr>
              <a:spLocks/>
            </p:cNvSpPr>
            <p:nvPr/>
          </p:nvSpPr>
          <p:spPr bwMode="auto">
            <a:xfrm>
              <a:off x="1367287" y="4887844"/>
              <a:ext cx="99188" cy="50766"/>
            </a:xfrm>
            <a:custGeom>
              <a:avLst/>
              <a:gdLst>
                <a:gd name="T0" fmla="*/ 2133528980 w 21600"/>
                <a:gd name="T1" fmla="*/ 10058641 h 21600"/>
                <a:gd name="T2" fmla="*/ 2133528980 w 21600"/>
                <a:gd name="T3" fmla="*/ 10058641 h 21600"/>
                <a:gd name="T4" fmla="*/ 2133528980 w 21600"/>
                <a:gd name="T5" fmla="*/ 10058641 h 21600"/>
                <a:gd name="T6" fmla="*/ 2133528980 w 21600"/>
                <a:gd name="T7" fmla="*/ 1005864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13617"/>
                  </a:moveTo>
                  <a:lnTo>
                    <a:pt x="17957" y="17843"/>
                  </a:lnTo>
                  <a:lnTo>
                    <a:pt x="16395" y="17843"/>
                  </a:lnTo>
                  <a:lnTo>
                    <a:pt x="14053" y="19722"/>
                  </a:lnTo>
                  <a:lnTo>
                    <a:pt x="9889" y="21600"/>
                  </a:lnTo>
                  <a:lnTo>
                    <a:pt x="7287" y="19722"/>
                  </a:lnTo>
                  <a:lnTo>
                    <a:pt x="5205" y="15496"/>
                  </a:lnTo>
                  <a:lnTo>
                    <a:pt x="2082" y="6574"/>
                  </a:lnTo>
                  <a:lnTo>
                    <a:pt x="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25" name="AutoShape 23" descr="Freeform 28">
              <a:extLst>
                <a:ext uri="{FF2B5EF4-FFF2-40B4-BE49-F238E27FC236}">
                  <a16:creationId xmlns:a16="http://schemas.microsoft.com/office/drawing/2014/main" id="{24067E00-EC52-431B-B429-96CF8760C881}"/>
                </a:ext>
              </a:extLst>
            </p:cNvPr>
            <p:cNvSpPr>
              <a:spLocks/>
            </p:cNvSpPr>
            <p:nvPr/>
          </p:nvSpPr>
          <p:spPr bwMode="auto">
            <a:xfrm>
              <a:off x="1270489" y="4926470"/>
              <a:ext cx="80068" cy="32005"/>
            </a:xfrm>
            <a:custGeom>
              <a:avLst/>
              <a:gdLst>
                <a:gd name="T0" fmla="*/ 384691703 w 21600"/>
                <a:gd name="T1" fmla="*/ 251026 h 21600"/>
                <a:gd name="T2" fmla="*/ 384691703 w 21600"/>
                <a:gd name="T3" fmla="*/ 251026 h 21600"/>
                <a:gd name="T4" fmla="*/ 384691703 w 21600"/>
                <a:gd name="T5" fmla="*/ 251026 h 21600"/>
                <a:gd name="T6" fmla="*/ 384691703 w 21600"/>
                <a:gd name="T7" fmla="*/ 25102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645" y="0"/>
                  </a:moveTo>
                  <a:lnTo>
                    <a:pt x="0" y="5214"/>
                  </a:lnTo>
                  <a:lnTo>
                    <a:pt x="1290" y="14897"/>
                  </a:lnTo>
                  <a:lnTo>
                    <a:pt x="1290" y="20110"/>
                  </a:lnTo>
                  <a:lnTo>
                    <a:pt x="4836" y="21600"/>
                  </a:lnTo>
                  <a:lnTo>
                    <a:pt x="11284" y="21600"/>
                  </a:lnTo>
                  <a:lnTo>
                    <a:pt x="21600" y="14897"/>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26" name="AutoShape 24" descr="Freeform 29">
              <a:extLst>
                <a:ext uri="{FF2B5EF4-FFF2-40B4-BE49-F238E27FC236}">
                  <a16:creationId xmlns:a16="http://schemas.microsoft.com/office/drawing/2014/main" id="{B3D9A6D2-D421-405F-B5C5-B04A3BA26B1C}"/>
                </a:ext>
              </a:extLst>
            </p:cNvPr>
            <p:cNvSpPr>
              <a:spLocks/>
            </p:cNvSpPr>
            <p:nvPr/>
          </p:nvSpPr>
          <p:spPr bwMode="auto">
            <a:xfrm>
              <a:off x="1170107" y="4935018"/>
              <a:ext cx="28682" cy="12700"/>
            </a:xfrm>
            <a:custGeom>
              <a:avLst/>
              <a:gdLst>
                <a:gd name="T0" fmla="*/ 104306 w 21600"/>
                <a:gd name="T1" fmla="*/ 154 h 21600"/>
                <a:gd name="T2" fmla="*/ 104306 w 21600"/>
                <a:gd name="T3" fmla="*/ 154 h 21600"/>
                <a:gd name="T4" fmla="*/ 104306 w 21600"/>
                <a:gd name="T5" fmla="*/ 154 h 21600"/>
                <a:gd name="T6" fmla="*/ 104306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5400" y="12960"/>
                  </a:lnTo>
                  <a:lnTo>
                    <a:pt x="12600" y="21600"/>
                  </a:lnTo>
                  <a:lnTo>
                    <a:pt x="18000" y="12960"/>
                  </a:lnTo>
                  <a:lnTo>
                    <a:pt x="21600" y="1296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27" name="AutoShape 25" descr="Freeform 30">
              <a:extLst>
                <a:ext uri="{FF2B5EF4-FFF2-40B4-BE49-F238E27FC236}">
                  <a16:creationId xmlns:a16="http://schemas.microsoft.com/office/drawing/2014/main" id="{F6F7BD56-BB00-462B-9530-6D21490CFF9B}"/>
                </a:ext>
              </a:extLst>
            </p:cNvPr>
            <p:cNvSpPr>
              <a:spLocks/>
            </p:cNvSpPr>
            <p:nvPr/>
          </p:nvSpPr>
          <p:spPr bwMode="auto">
            <a:xfrm>
              <a:off x="1170107" y="4927845"/>
              <a:ext cx="21512" cy="12700"/>
            </a:xfrm>
            <a:custGeom>
              <a:avLst/>
              <a:gdLst>
                <a:gd name="T0" fmla="*/ 10444 w 21600"/>
                <a:gd name="T1" fmla="*/ 154 h 21600"/>
                <a:gd name="T2" fmla="*/ 10444 w 21600"/>
                <a:gd name="T3" fmla="*/ 154 h 21600"/>
                <a:gd name="T4" fmla="*/ 10444 w 21600"/>
                <a:gd name="T5" fmla="*/ 154 h 21600"/>
                <a:gd name="T6" fmla="*/ 10444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9600" y="21600"/>
                  </a:lnTo>
                  <a:lnTo>
                    <a:pt x="2160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28" name="AutoShape 26" descr="Freeform 31">
              <a:extLst>
                <a:ext uri="{FF2B5EF4-FFF2-40B4-BE49-F238E27FC236}">
                  <a16:creationId xmlns:a16="http://schemas.microsoft.com/office/drawing/2014/main" id="{71E6176F-AA25-4264-ABA0-C42A807350DF}"/>
                </a:ext>
              </a:extLst>
            </p:cNvPr>
            <p:cNvSpPr>
              <a:spLocks/>
            </p:cNvSpPr>
            <p:nvPr/>
          </p:nvSpPr>
          <p:spPr bwMode="auto">
            <a:xfrm>
              <a:off x="1167716" y="4921775"/>
              <a:ext cx="16731" cy="12700"/>
            </a:xfrm>
            <a:custGeom>
              <a:avLst/>
              <a:gdLst>
                <a:gd name="T0" fmla="*/ 1399 w 21600"/>
                <a:gd name="T1" fmla="*/ 154 h 21600"/>
                <a:gd name="T2" fmla="*/ 1399 w 21600"/>
                <a:gd name="T3" fmla="*/ 154 h 21600"/>
                <a:gd name="T4" fmla="*/ 1399 w 21600"/>
                <a:gd name="T5" fmla="*/ 154 h 21600"/>
                <a:gd name="T6" fmla="*/ 1399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6171" y="21600"/>
                  </a:lnTo>
                  <a:lnTo>
                    <a:pt x="2160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29" name="Line 27" descr="Line 32">
              <a:extLst>
                <a:ext uri="{FF2B5EF4-FFF2-40B4-BE49-F238E27FC236}">
                  <a16:creationId xmlns:a16="http://schemas.microsoft.com/office/drawing/2014/main" id="{B15E6F86-7524-41C7-95D8-D0E7BF0A1BD9}"/>
                </a:ext>
              </a:extLst>
            </p:cNvPr>
            <p:cNvSpPr>
              <a:spLocks noChangeShapeType="1"/>
            </p:cNvSpPr>
            <p:nvPr/>
          </p:nvSpPr>
          <p:spPr bwMode="auto">
            <a:xfrm>
              <a:off x="1163755" y="4919485"/>
              <a:ext cx="12703" cy="2934"/>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30" name="AutoShape 28" descr="Freeform 33">
              <a:extLst>
                <a:ext uri="{FF2B5EF4-FFF2-40B4-BE49-F238E27FC236}">
                  <a16:creationId xmlns:a16="http://schemas.microsoft.com/office/drawing/2014/main" id="{5B3004A1-ECE4-421D-966F-6F21E1CBC392}"/>
                </a:ext>
              </a:extLst>
            </p:cNvPr>
            <p:cNvSpPr>
              <a:spLocks/>
            </p:cNvSpPr>
            <p:nvPr/>
          </p:nvSpPr>
          <p:spPr bwMode="auto">
            <a:xfrm>
              <a:off x="1275269" y="4938881"/>
              <a:ext cx="48997" cy="12700"/>
            </a:xfrm>
            <a:custGeom>
              <a:avLst/>
              <a:gdLst>
                <a:gd name="T0" fmla="*/ 7564443 w 21600"/>
                <a:gd name="T1" fmla="*/ 154 h 21600"/>
                <a:gd name="T2" fmla="*/ 7564443 w 21600"/>
                <a:gd name="T3" fmla="*/ 154 h 21600"/>
                <a:gd name="T4" fmla="*/ 7564443 w 21600"/>
                <a:gd name="T5" fmla="*/ 154 h 21600"/>
                <a:gd name="T6" fmla="*/ 7564443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4400"/>
                  </a:moveTo>
                  <a:lnTo>
                    <a:pt x="5795" y="21600"/>
                  </a:lnTo>
                  <a:lnTo>
                    <a:pt x="13171" y="14400"/>
                  </a:lnTo>
                  <a:lnTo>
                    <a:pt x="18439" y="7200"/>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31" name="AutoShape 29" descr="Freeform 34">
              <a:extLst>
                <a:ext uri="{FF2B5EF4-FFF2-40B4-BE49-F238E27FC236}">
                  <a16:creationId xmlns:a16="http://schemas.microsoft.com/office/drawing/2014/main" id="{48C7E7A3-848C-4C90-BC20-33ACC1070D81}"/>
                </a:ext>
              </a:extLst>
            </p:cNvPr>
            <p:cNvSpPr>
              <a:spLocks/>
            </p:cNvSpPr>
            <p:nvPr/>
          </p:nvSpPr>
          <p:spPr bwMode="auto">
            <a:xfrm>
              <a:off x="1275269" y="4943296"/>
              <a:ext cx="56168" cy="12700"/>
            </a:xfrm>
            <a:custGeom>
              <a:avLst/>
              <a:gdLst>
                <a:gd name="T0" fmla="*/ 22559794 w 21600"/>
                <a:gd name="T1" fmla="*/ 154 h 21600"/>
                <a:gd name="T2" fmla="*/ 22559794 w 21600"/>
                <a:gd name="T3" fmla="*/ 154 h 21600"/>
                <a:gd name="T4" fmla="*/ 22559794 w 21600"/>
                <a:gd name="T5" fmla="*/ 154 h 21600"/>
                <a:gd name="T6" fmla="*/ 22559794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4400"/>
                  </a:moveTo>
                  <a:lnTo>
                    <a:pt x="5974" y="21600"/>
                  </a:lnTo>
                  <a:lnTo>
                    <a:pt x="8732" y="21600"/>
                  </a:lnTo>
                  <a:lnTo>
                    <a:pt x="12409" y="14400"/>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32" name="AutoShape 30" descr="Freeform 35">
              <a:extLst>
                <a:ext uri="{FF2B5EF4-FFF2-40B4-BE49-F238E27FC236}">
                  <a16:creationId xmlns:a16="http://schemas.microsoft.com/office/drawing/2014/main" id="{3E63FC3F-F0C5-4427-8D6F-B393C97F1EE1}"/>
                </a:ext>
              </a:extLst>
            </p:cNvPr>
            <p:cNvSpPr>
              <a:spLocks/>
            </p:cNvSpPr>
            <p:nvPr/>
          </p:nvSpPr>
          <p:spPr bwMode="auto">
            <a:xfrm>
              <a:off x="1275269" y="4932811"/>
              <a:ext cx="37047" cy="12700"/>
            </a:xfrm>
            <a:custGeom>
              <a:avLst/>
              <a:gdLst>
                <a:gd name="T0" fmla="*/ 808108 w 21600"/>
                <a:gd name="T1" fmla="*/ 154 h 21600"/>
                <a:gd name="T2" fmla="*/ 808108 w 21600"/>
                <a:gd name="T3" fmla="*/ 154 h 21600"/>
                <a:gd name="T4" fmla="*/ 808108 w 21600"/>
                <a:gd name="T5" fmla="*/ 154 h 21600"/>
                <a:gd name="T6" fmla="*/ 808108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7665" y="21600"/>
                  </a:lnTo>
                  <a:lnTo>
                    <a:pt x="14632" y="8640"/>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33" name="AutoShape 31" descr="Freeform 36">
              <a:extLst>
                <a:ext uri="{FF2B5EF4-FFF2-40B4-BE49-F238E27FC236}">
                  <a16:creationId xmlns:a16="http://schemas.microsoft.com/office/drawing/2014/main" id="{38330785-DB15-4D58-9C00-0AA9FC504ED1}"/>
                </a:ext>
              </a:extLst>
            </p:cNvPr>
            <p:cNvSpPr>
              <a:spLocks/>
            </p:cNvSpPr>
            <p:nvPr/>
          </p:nvSpPr>
          <p:spPr bwMode="auto">
            <a:xfrm>
              <a:off x="1272880" y="4925638"/>
              <a:ext cx="34657" cy="12700"/>
            </a:xfrm>
            <a:custGeom>
              <a:avLst/>
              <a:gdLst>
                <a:gd name="T0" fmla="*/ 473954 w 21600"/>
                <a:gd name="T1" fmla="*/ 154 h 21600"/>
                <a:gd name="T2" fmla="*/ 473954 w 21600"/>
                <a:gd name="T3" fmla="*/ 154 h 21600"/>
                <a:gd name="T4" fmla="*/ 473954 w 21600"/>
                <a:gd name="T5" fmla="*/ 154 h 21600"/>
                <a:gd name="T6" fmla="*/ 473954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0110" y="21600"/>
                  </a:moveTo>
                  <a:lnTo>
                    <a:pt x="21600" y="0"/>
                  </a:lnTo>
                  <a:lnTo>
                    <a:pt x="17131" y="21600"/>
                  </a:lnTo>
                  <a:lnTo>
                    <a:pt x="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34" name="AutoShape 32" descr="Freeform 37">
              <a:extLst>
                <a:ext uri="{FF2B5EF4-FFF2-40B4-BE49-F238E27FC236}">
                  <a16:creationId xmlns:a16="http://schemas.microsoft.com/office/drawing/2014/main" id="{0EBA7CC4-143E-417B-9EC1-52DD5305DA19}"/>
                </a:ext>
              </a:extLst>
            </p:cNvPr>
            <p:cNvSpPr>
              <a:spLocks/>
            </p:cNvSpPr>
            <p:nvPr/>
          </p:nvSpPr>
          <p:spPr bwMode="auto">
            <a:xfrm>
              <a:off x="1405528" y="4914329"/>
              <a:ext cx="44217" cy="22073"/>
            </a:xfrm>
            <a:custGeom>
              <a:avLst/>
              <a:gdLst>
                <a:gd name="T0" fmla="*/ 3327884 w 21600"/>
                <a:gd name="T1" fmla="*/ 12847 h 21600"/>
                <a:gd name="T2" fmla="*/ 3327884 w 21600"/>
                <a:gd name="T3" fmla="*/ 12847 h 21600"/>
                <a:gd name="T4" fmla="*/ 3327884 w 21600"/>
                <a:gd name="T5" fmla="*/ 12847 h 21600"/>
                <a:gd name="T6" fmla="*/ 3327884 w 21600"/>
                <a:gd name="T7" fmla="*/ 1284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9341" y="15120"/>
                  </a:lnTo>
                  <a:lnTo>
                    <a:pt x="15762" y="7560"/>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35" name="AutoShape 33" descr="Freeform 38">
              <a:extLst>
                <a:ext uri="{FF2B5EF4-FFF2-40B4-BE49-F238E27FC236}">
                  <a16:creationId xmlns:a16="http://schemas.microsoft.com/office/drawing/2014/main" id="{7BD8DD2C-ABF4-49A4-9820-85720C2A5CA1}"/>
                </a:ext>
              </a:extLst>
            </p:cNvPr>
            <p:cNvSpPr>
              <a:spLocks/>
            </p:cNvSpPr>
            <p:nvPr/>
          </p:nvSpPr>
          <p:spPr bwMode="auto">
            <a:xfrm>
              <a:off x="1393578" y="4909916"/>
              <a:ext cx="41827" cy="19866"/>
            </a:xfrm>
            <a:custGeom>
              <a:avLst/>
              <a:gdLst>
                <a:gd name="T0" fmla="*/ 2133442 w 21600"/>
                <a:gd name="T1" fmla="*/ 5532 h 21600"/>
                <a:gd name="T2" fmla="*/ 2133442 w 21600"/>
                <a:gd name="T3" fmla="*/ 5532 h 21600"/>
                <a:gd name="T4" fmla="*/ 2133442 w 21600"/>
                <a:gd name="T5" fmla="*/ 5532 h 21600"/>
                <a:gd name="T6" fmla="*/ 2133442 w 21600"/>
                <a:gd name="T7" fmla="*/ 553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8640" y="13200"/>
                  </a:lnTo>
                  <a:lnTo>
                    <a:pt x="12343" y="10800"/>
                  </a:lnTo>
                  <a:lnTo>
                    <a:pt x="16046" y="4800"/>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36" name="AutoShape 34" descr="Freeform 39">
              <a:extLst>
                <a:ext uri="{FF2B5EF4-FFF2-40B4-BE49-F238E27FC236}">
                  <a16:creationId xmlns:a16="http://schemas.microsoft.com/office/drawing/2014/main" id="{7F63977F-B732-4D52-80CD-188FAAB1A44F}"/>
                </a:ext>
              </a:extLst>
            </p:cNvPr>
            <p:cNvSpPr>
              <a:spLocks/>
            </p:cNvSpPr>
            <p:nvPr/>
          </p:nvSpPr>
          <p:spPr bwMode="auto">
            <a:xfrm>
              <a:off x="1386408" y="4903294"/>
              <a:ext cx="38241" cy="16555"/>
            </a:xfrm>
            <a:custGeom>
              <a:avLst/>
              <a:gdLst>
                <a:gd name="T0" fmla="*/ 1041556 w 21600"/>
                <a:gd name="T1" fmla="*/ 1286 h 21600"/>
                <a:gd name="T2" fmla="*/ 1041556 w 21600"/>
                <a:gd name="T3" fmla="*/ 1286 h 21600"/>
                <a:gd name="T4" fmla="*/ 1041556 w 21600"/>
                <a:gd name="T5" fmla="*/ 1286 h 21600"/>
                <a:gd name="T6" fmla="*/ 1041556 w 21600"/>
                <a:gd name="T7" fmla="*/ 128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5400" y="18720"/>
                  </a:lnTo>
                  <a:lnTo>
                    <a:pt x="14850" y="8640"/>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37" name="AutoShape 35" descr="Freeform 40">
              <a:extLst>
                <a:ext uri="{FF2B5EF4-FFF2-40B4-BE49-F238E27FC236}">
                  <a16:creationId xmlns:a16="http://schemas.microsoft.com/office/drawing/2014/main" id="{9A7B1BA6-53AC-4F7B-BC6E-90C49606DFC2}"/>
                </a:ext>
              </a:extLst>
            </p:cNvPr>
            <p:cNvSpPr>
              <a:spLocks/>
            </p:cNvSpPr>
            <p:nvPr/>
          </p:nvSpPr>
          <p:spPr bwMode="auto">
            <a:xfrm>
              <a:off x="1376848" y="4895290"/>
              <a:ext cx="40632" cy="12700"/>
            </a:xfrm>
            <a:custGeom>
              <a:avLst/>
              <a:gdLst>
                <a:gd name="T0" fmla="*/ 1691802 w 21600"/>
                <a:gd name="T1" fmla="*/ 154 h 21600"/>
                <a:gd name="T2" fmla="*/ 1691802 w 21600"/>
                <a:gd name="T3" fmla="*/ 154 h 21600"/>
                <a:gd name="T4" fmla="*/ 1691802 w 21600"/>
                <a:gd name="T5" fmla="*/ 154 h 21600"/>
                <a:gd name="T6" fmla="*/ 1691802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11435" y="21600"/>
                  </a:lnTo>
                  <a:lnTo>
                    <a:pt x="16518" y="15429"/>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38" name="AutoShape 36" descr="Freeform 41">
              <a:extLst>
                <a:ext uri="{FF2B5EF4-FFF2-40B4-BE49-F238E27FC236}">
                  <a16:creationId xmlns:a16="http://schemas.microsoft.com/office/drawing/2014/main" id="{48ADBA2C-FBF5-43EA-B5AC-89260ED2E09A}"/>
                </a:ext>
              </a:extLst>
            </p:cNvPr>
            <p:cNvSpPr>
              <a:spLocks/>
            </p:cNvSpPr>
            <p:nvPr/>
          </p:nvSpPr>
          <p:spPr bwMode="auto">
            <a:xfrm>
              <a:off x="1372067" y="4889220"/>
              <a:ext cx="28682" cy="12700"/>
            </a:xfrm>
            <a:custGeom>
              <a:avLst/>
              <a:gdLst>
                <a:gd name="T0" fmla="*/ 104306 w 21600"/>
                <a:gd name="T1" fmla="*/ 154 h 21600"/>
                <a:gd name="T2" fmla="*/ 104306 w 21600"/>
                <a:gd name="T3" fmla="*/ 154 h 21600"/>
                <a:gd name="T4" fmla="*/ 104306 w 21600"/>
                <a:gd name="T5" fmla="*/ 154 h 21600"/>
                <a:gd name="T6" fmla="*/ 104306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14400" y="10800"/>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39" name="AutoShape 37" descr="Freeform 42">
              <a:extLst>
                <a:ext uri="{FF2B5EF4-FFF2-40B4-BE49-F238E27FC236}">
                  <a16:creationId xmlns:a16="http://schemas.microsoft.com/office/drawing/2014/main" id="{D7DCDAAF-39D8-432A-B160-FC32194EBEE2}"/>
                </a:ext>
              </a:extLst>
            </p:cNvPr>
            <p:cNvSpPr>
              <a:spLocks/>
            </p:cNvSpPr>
            <p:nvPr/>
          </p:nvSpPr>
          <p:spPr bwMode="auto">
            <a:xfrm>
              <a:off x="1367287" y="4880391"/>
              <a:ext cx="14341" cy="12700"/>
            </a:xfrm>
            <a:custGeom>
              <a:avLst/>
              <a:gdLst>
                <a:gd name="T0" fmla="*/ 408 w 21600"/>
                <a:gd name="T1" fmla="*/ 154 h 21600"/>
                <a:gd name="T2" fmla="*/ 408 w 21600"/>
                <a:gd name="T3" fmla="*/ 154 h 21600"/>
                <a:gd name="T4" fmla="*/ 408 w 21600"/>
                <a:gd name="T5" fmla="*/ 154 h 21600"/>
                <a:gd name="T6" fmla="*/ 408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14400" y="21600"/>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40" name="Line 38" descr="Line 43">
              <a:extLst>
                <a:ext uri="{FF2B5EF4-FFF2-40B4-BE49-F238E27FC236}">
                  <a16:creationId xmlns:a16="http://schemas.microsoft.com/office/drawing/2014/main" id="{B705F566-6B30-4806-9341-0807BC2F2D8F}"/>
                </a:ext>
              </a:extLst>
            </p:cNvPr>
            <p:cNvSpPr>
              <a:spLocks noChangeShapeType="1"/>
            </p:cNvSpPr>
            <p:nvPr/>
          </p:nvSpPr>
          <p:spPr bwMode="auto">
            <a:xfrm flipV="1">
              <a:off x="1369677" y="4891155"/>
              <a:ext cx="21511" cy="4415"/>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41" name="AutoShape 39" descr="Freeform 44">
              <a:extLst>
                <a:ext uri="{FF2B5EF4-FFF2-40B4-BE49-F238E27FC236}">
                  <a16:creationId xmlns:a16="http://schemas.microsoft.com/office/drawing/2014/main" id="{DC115309-F5EE-4C49-945E-012D11E4FC06}"/>
                </a:ext>
              </a:extLst>
            </p:cNvPr>
            <p:cNvSpPr>
              <a:spLocks/>
            </p:cNvSpPr>
            <p:nvPr/>
          </p:nvSpPr>
          <p:spPr bwMode="auto">
            <a:xfrm>
              <a:off x="1384018" y="4902462"/>
              <a:ext cx="35852" cy="12700"/>
            </a:xfrm>
            <a:custGeom>
              <a:avLst/>
              <a:gdLst>
                <a:gd name="T0" fmla="*/ 621649 w 21600"/>
                <a:gd name="T1" fmla="*/ 154 h 21600"/>
                <a:gd name="T2" fmla="*/ 621649 w 21600"/>
                <a:gd name="T3" fmla="*/ 154 h 21600"/>
                <a:gd name="T4" fmla="*/ 621649 w 21600"/>
                <a:gd name="T5" fmla="*/ 154 h 21600"/>
                <a:gd name="T6" fmla="*/ 621649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10080" y="12960"/>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42" name="AutoShape 40" descr="Freeform 45">
              <a:extLst>
                <a:ext uri="{FF2B5EF4-FFF2-40B4-BE49-F238E27FC236}">
                  <a16:creationId xmlns:a16="http://schemas.microsoft.com/office/drawing/2014/main" id="{3F98FAA0-3E19-4B6D-B03F-25E1CBA21FE9}"/>
                </a:ext>
              </a:extLst>
            </p:cNvPr>
            <p:cNvSpPr>
              <a:spLocks/>
            </p:cNvSpPr>
            <p:nvPr/>
          </p:nvSpPr>
          <p:spPr bwMode="auto">
            <a:xfrm>
              <a:off x="1376848" y="4893083"/>
              <a:ext cx="31071" cy="12700"/>
            </a:xfrm>
            <a:custGeom>
              <a:avLst/>
              <a:gdLst>
                <a:gd name="T0" fmla="*/ 197836 w 21600"/>
                <a:gd name="T1" fmla="*/ 154 h 21600"/>
                <a:gd name="T2" fmla="*/ 197836 w 21600"/>
                <a:gd name="T3" fmla="*/ 154 h 21600"/>
                <a:gd name="T4" fmla="*/ 197836 w 21600"/>
                <a:gd name="T5" fmla="*/ 154 h 21600"/>
                <a:gd name="T6" fmla="*/ 197836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9969" y="12343"/>
                  </a:lnTo>
                  <a:lnTo>
                    <a:pt x="14954" y="6171"/>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43" name="AutoShape 41" descr="Freeform 46">
              <a:extLst>
                <a:ext uri="{FF2B5EF4-FFF2-40B4-BE49-F238E27FC236}">
                  <a16:creationId xmlns:a16="http://schemas.microsoft.com/office/drawing/2014/main" id="{67641499-BD24-4C8C-960E-CCB601CFA176}"/>
                </a:ext>
              </a:extLst>
            </p:cNvPr>
            <p:cNvSpPr>
              <a:spLocks/>
            </p:cNvSpPr>
            <p:nvPr/>
          </p:nvSpPr>
          <p:spPr bwMode="auto">
            <a:xfrm>
              <a:off x="1391188" y="4907708"/>
              <a:ext cx="35852" cy="16555"/>
            </a:xfrm>
            <a:custGeom>
              <a:avLst/>
              <a:gdLst>
                <a:gd name="T0" fmla="*/ 621649 w 21600"/>
                <a:gd name="T1" fmla="*/ 1286 h 21600"/>
                <a:gd name="T2" fmla="*/ 621649 w 21600"/>
                <a:gd name="T3" fmla="*/ 1286 h 21600"/>
                <a:gd name="T4" fmla="*/ 621649 w 21600"/>
                <a:gd name="T5" fmla="*/ 1286 h 21600"/>
                <a:gd name="T6" fmla="*/ 621649 w 21600"/>
                <a:gd name="T7" fmla="*/ 128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5760" y="18720"/>
                  </a:lnTo>
                  <a:lnTo>
                    <a:pt x="11520" y="12960"/>
                  </a:lnTo>
                  <a:lnTo>
                    <a:pt x="17280" y="2880"/>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44" name="AutoShape 42" descr="Freeform 47">
              <a:extLst>
                <a:ext uri="{FF2B5EF4-FFF2-40B4-BE49-F238E27FC236}">
                  <a16:creationId xmlns:a16="http://schemas.microsoft.com/office/drawing/2014/main" id="{2622ED94-123E-4FE2-B1A3-E0730B647BDC}"/>
                </a:ext>
              </a:extLst>
            </p:cNvPr>
            <p:cNvSpPr>
              <a:spLocks/>
            </p:cNvSpPr>
            <p:nvPr/>
          </p:nvSpPr>
          <p:spPr bwMode="auto">
            <a:xfrm>
              <a:off x="1478425" y="4798454"/>
              <a:ext cx="47803" cy="128017"/>
            </a:xfrm>
            <a:custGeom>
              <a:avLst/>
              <a:gdLst>
                <a:gd name="T0" fmla="*/ 6209466 w 21600"/>
                <a:gd name="T1" fmla="*/ 2147483646 h 21600"/>
                <a:gd name="T2" fmla="*/ 6209466 w 21600"/>
                <a:gd name="T3" fmla="*/ 2147483646 h 21600"/>
                <a:gd name="T4" fmla="*/ 6209466 w 21600"/>
                <a:gd name="T5" fmla="*/ 2147483646 h 21600"/>
                <a:gd name="T6" fmla="*/ 620946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 y="0"/>
                  </a:moveTo>
                  <a:lnTo>
                    <a:pt x="0" y="4655"/>
                  </a:lnTo>
                  <a:lnTo>
                    <a:pt x="0" y="6145"/>
                  </a:lnTo>
                  <a:lnTo>
                    <a:pt x="1080" y="8193"/>
                  </a:lnTo>
                  <a:lnTo>
                    <a:pt x="3240" y="11172"/>
                  </a:lnTo>
                  <a:lnTo>
                    <a:pt x="14040" y="17690"/>
                  </a:lnTo>
                  <a:lnTo>
                    <a:pt x="17280" y="19552"/>
                  </a:lnTo>
                  <a:lnTo>
                    <a:pt x="2160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45" name="Line 43" descr="Line 48">
              <a:extLst>
                <a:ext uri="{FF2B5EF4-FFF2-40B4-BE49-F238E27FC236}">
                  <a16:creationId xmlns:a16="http://schemas.microsoft.com/office/drawing/2014/main" id="{D695D63A-397C-4A07-869B-7CD692FFDE8C}"/>
                </a:ext>
              </a:extLst>
            </p:cNvPr>
            <p:cNvSpPr>
              <a:spLocks noChangeShapeType="1"/>
            </p:cNvSpPr>
            <p:nvPr/>
          </p:nvSpPr>
          <p:spPr bwMode="auto">
            <a:xfrm flipH="1" flipV="1">
              <a:off x="1779197" y="5143954"/>
              <a:ext cx="12703" cy="9775"/>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46" name="Line 44" descr="Line 49">
              <a:extLst>
                <a:ext uri="{FF2B5EF4-FFF2-40B4-BE49-F238E27FC236}">
                  <a16:creationId xmlns:a16="http://schemas.microsoft.com/office/drawing/2014/main" id="{6E20E61D-F456-41BA-9C87-102787380D04}"/>
                </a:ext>
              </a:extLst>
            </p:cNvPr>
            <p:cNvSpPr>
              <a:spLocks noChangeShapeType="1"/>
            </p:cNvSpPr>
            <p:nvPr/>
          </p:nvSpPr>
          <p:spPr bwMode="auto">
            <a:xfrm flipH="1" flipV="1">
              <a:off x="1787595" y="5131455"/>
              <a:ext cx="7857" cy="12700"/>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47" name="Line 45" descr="Line 50">
              <a:extLst>
                <a:ext uri="{FF2B5EF4-FFF2-40B4-BE49-F238E27FC236}">
                  <a16:creationId xmlns:a16="http://schemas.microsoft.com/office/drawing/2014/main" id="{75C782D7-9592-4F02-AE03-27F24A8E4CAC}"/>
                </a:ext>
              </a:extLst>
            </p:cNvPr>
            <p:cNvSpPr>
              <a:spLocks noChangeShapeType="1"/>
            </p:cNvSpPr>
            <p:nvPr/>
          </p:nvSpPr>
          <p:spPr bwMode="auto">
            <a:xfrm flipH="1" flipV="1">
              <a:off x="1785411" y="5118212"/>
              <a:ext cx="12224" cy="12700"/>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48" name="Line 46" descr="Line 51">
              <a:extLst>
                <a:ext uri="{FF2B5EF4-FFF2-40B4-BE49-F238E27FC236}">
                  <a16:creationId xmlns:a16="http://schemas.microsoft.com/office/drawing/2014/main" id="{41033D67-211A-436A-BAD3-69782BDD1AFD}"/>
                </a:ext>
              </a:extLst>
            </p:cNvPr>
            <p:cNvSpPr>
              <a:spLocks noChangeShapeType="1"/>
            </p:cNvSpPr>
            <p:nvPr/>
          </p:nvSpPr>
          <p:spPr bwMode="auto">
            <a:xfrm flipH="1" flipV="1">
              <a:off x="1787802" y="5106074"/>
              <a:ext cx="12224" cy="12700"/>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49" name="Line 47" descr="Line 52">
              <a:extLst>
                <a:ext uri="{FF2B5EF4-FFF2-40B4-BE49-F238E27FC236}">
                  <a16:creationId xmlns:a16="http://schemas.microsoft.com/office/drawing/2014/main" id="{B7FD8CE0-8063-47D5-928B-EC75E500A6EA}"/>
                </a:ext>
              </a:extLst>
            </p:cNvPr>
            <p:cNvSpPr>
              <a:spLocks noChangeShapeType="1"/>
            </p:cNvSpPr>
            <p:nvPr/>
          </p:nvSpPr>
          <p:spPr bwMode="auto">
            <a:xfrm flipH="1" flipV="1">
              <a:off x="1787802" y="5091727"/>
              <a:ext cx="12224" cy="12700"/>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50" name="Line 48" descr="Line 53">
              <a:extLst>
                <a:ext uri="{FF2B5EF4-FFF2-40B4-BE49-F238E27FC236}">
                  <a16:creationId xmlns:a16="http://schemas.microsoft.com/office/drawing/2014/main" id="{BE2C0E62-F85D-40C4-9C21-B985470264E0}"/>
                </a:ext>
              </a:extLst>
            </p:cNvPr>
            <p:cNvSpPr>
              <a:spLocks noChangeShapeType="1"/>
            </p:cNvSpPr>
            <p:nvPr/>
          </p:nvSpPr>
          <p:spPr bwMode="auto">
            <a:xfrm flipH="1" flipV="1">
              <a:off x="1790192" y="5077381"/>
              <a:ext cx="12224" cy="12700"/>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51" name="Line 49" descr="Line 54">
              <a:extLst>
                <a:ext uri="{FF2B5EF4-FFF2-40B4-BE49-F238E27FC236}">
                  <a16:creationId xmlns:a16="http://schemas.microsoft.com/office/drawing/2014/main" id="{1BF17017-92BB-4955-A7BC-A18379F3DA62}"/>
                </a:ext>
              </a:extLst>
            </p:cNvPr>
            <p:cNvSpPr>
              <a:spLocks noChangeShapeType="1"/>
            </p:cNvSpPr>
            <p:nvPr/>
          </p:nvSpPr>
          <p:spPr bwMode="auto">
            <a:xfrm flipH="1" flipV="1">
              <a:off x="1088710" y="4949365"/>
              <a:ext cx="12223" cy="12700"/>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52" name="Line 50" descr="Line 55">
              <a:extLst>
                <a:ext uri="{FF2B5EF4-FFF2-40B4-BE49-F238E27FC236}">
                  <a16:creationId xmlns:a16="http://schemas.microsoft.com/office/drawing/2014/main" id="{2035C575-CD5E-4B0C-904C-FFC5D3055B07}"/>
                </a:ext>
              </a:extLst>
            </p:cNvPr>
            <p:cNvSpPr>
              <a:spLocks noChangeShapeType="1"/>
            </p:cNvSpPr>
            <p:nvPr/>
          </p:nvSpPr>
          <p:spPr bwMode="auto">
            <a:xfrm flipH="1" flipV="1">
              <a:off x="1099325" y="5013372"/>
              <a:ext cx="12502" cy="12700"/>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53" name="Line 51" descr="Line 56">
              <a:extLst>
                <a:ext uri="{FF2B5EF4-FFF2-40B4-BE49-F238E27FC236}">
                  <a16:creationId xmlns:a16="http://schemas.microsoft.com/office/drawing/2014/main" id="{7F62167C-4773-4073-A4C2-C3FEA0AC5517}"/>
                </a:ext>
              </a:extLst>
            </p:cNvPr>
            <p:cNvSpPr>
              <a:spLocks noChangeShapeType="1"/>
            </p:cNvSpPr>
            <p:nvPr/>
          </p:nvSpPr>
          <p:spPr bwMode="auto">
            <a:xfrm flipH="1" flipV="1">
              <a:off x="1099325" y="5042065"/>
              <a:ext cx="12502" cy="12700"/>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54" name="Line 52" descr="Line 57">
              <a:extLst>
                <a:ext uri="{FF2B5EF4-FFF2-40B4-BE49-F238E27FC236}">
                  <a16:creationId xmlns:a16="http://schemas.microsoft.com/office/drawing/2014/main" id="{DFFC1BDD-00B0-4577-9EDF-24B6A0843F4B}"/>
                </a:ext>
              </a:extLst>
            </p:cNvPr>
            <p:cNvSpPr>
              <a:spLocks noChangeShapeType="1"/>
            </p:cNvSpPr>
            <p:nvPr/>
          </p:nvSpPr>
          <p:spPr bwMode="auto">
            <a:xfrm flipH="1" flipV="1">
              <a:off x="1104382" y="5078764"/>
              <a:ext cx="11951" cy="16555"/>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55" name="Line 53" descr="Line 58">
              <a:extLst>
                <a:ext uri="{FF2B5EF4-FFF2-40B4-BE49-F238E27FC236}">
                  <a16:creationId xmlns:a16="http://schemas.microsoft.com/office/drawing/2014/main" id="{8FC658BD-B8FA-43F8-8CAD-5FE409F4597E}"/>
                </a:ext>
              </a:extLst>
            </p:cNvPr>
            <p:cNvSpPr>
              <a:spLocks noChangeShapeType="1"/>
            </p:cNvSpPr>
            <p:nvPr/>
          </p:nvSpPr>
          <p:spPr bwMode="auto">
            <a:xfrm flipH="1" flipV="1">
              <a:off x="1106770" y="5107457"/>
              <a:ext cx="16731" cy="15451"/>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56" name="AutoShape 54" descr="Freeform 59">
              <a:extLst>
                <a:ext uri="{FF2B5EF4-FFF2-40B4-BE49-F238E27FC236}">
                  <a16:creationId xmlns:a16="http://schemas.microsoft.com/office/drawing/2014/main" id="{5DF1398C-E902-48E9-AB69-F0E188697617}"/>
                </a:ext>
              </a:extLst>
            </p:cNvPr>
            <p:cNvSpPr>
              <a:spLocks/>
            </p:cNvSpPr>
            <p:nvPr/>
          </p:nvSpPr>
          <p:spPr bwMode="auto">
            <a:xfrm>
              <a:off x="1075700" y="4494969"/>
              <a:ext cx="23901" cy="24279"/>
            </a:xfrm>
            <a:custGeom>
              <a:avLst/>
              <a:gdLst>
                <a:gd name="T0" fmla="*/ 24254 w 21600"/>
                <a:gd name="T1" fmla="*/ 27534 h 21600"/>
                <a:gd name="T2" fmla="*/ 24254 w 21600"/>
                <a:gd name="T3" fmla="*/ 27534 h 21600"/>
                <a:gd name="T4" fmla="*/ 24254 w 21600"/>
                <a:gd name="T5" fmla="*/ 27534 h 21600"/>
                <a:gd name="T6" fmla="*/ 24254 w 21600"/>
                <a:gd name="T7" fmla="*/ 2753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 y="1964"/>
                  </a:moveTo>
                  <a:lnTo>
                    <a:pt x="6480" y="0"/>
                  </a:lnTo>
                  <a:lnTo>
                    <a:pt x="10800" y="0"/>
                  </a:lnTo>
                  <a:lnTo>
                    <a:pt x="15120" y="1964"/>
                  </a:lnTo>
                  <a:lnTo>
                    <a:pt x="17280" y="5891"/>
                  </a:lnTo>
                  <a:lnTo>
                    <a:pt x="19440" y="8836"/>
                  </a:lnTo>
                  <a:lnTo>
                    <a:pt x="21600" y="12764"/>
                  </a:lnTo>
                  <a:lnTo>
                    <a:pt x="19440" y="14727"/>
                  </a:lnTo>
                  <a:lnTo>
                    <a:pt x="19440" y="19636"/>
                  </a:lnTo>
                  <a:lnTo>
                    <a:pt x="17280" y="21600"/>
                  </a:lnTo>
                  <a:lnTo>
                    <a:pt x="17280" y="19636"/>
                  </a:lnTo>
                  <a:lnTo>
                    <a:pt x="15120" y="16691"/>
                  </a:lnTo>
                  <a:lnTo>
                    <a:pt x="12960" y="16691"/>
                  </a:lnTo>
                  <a:lnTo>
                    <a:pt x="10800" y="14727"/>
                  </a:lnTo>
                  <a:lnTo>
                    <a:pt x="10800" y="8836"/>
                  </a:lnTo>
                  <a:lnTo>
                    <a:pt x="8640" y="5891"/>
                  </a:lnTo>
                  <a:lnTo>
                    <a:pt x="0" y="5891"/>
                  </a:lnTo>
                  <a:lnTo>
                    <a:pt x="2160" y="1964"/>
                  </a:lnTo>
                  <a:close/>
                </a:path>
              </a:pathLst>
            </a:custGeom>
            <a:solidFill>
              <a:srgbClr val="0000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57" name="AutoShape 55" descr="Freeform 60">
              <a:extLst>
                <a:ext uri="{FF2B5EF4-FFF2-40B4-BE49-F238E27FC236}">
                  <a16:creationId xmlns:a16="http://schemas.microsoft.com/office/drawing/2014/main" id="{B735B25B-34C2-438E-89D8-F457CA88A305}"/>
                </a:ext>
              </a:extLst>
            </p:cNvPr>
            <p:cNvSpPr>
              <a:spLocks/>
            </p:cNvSpPr>
            <p:nvPr/>
          </p:nvSpPr>
          <p:spPr bwMode="auto">
            <a:xfrm>
              <a:off x="1075700" y="4494969"/>
              <a:ext cx="23901" cy="24279"/>
            </a:xfrm>
            <a:custGeom>
              <a:avLst/>
              <a:gdLst>
                <a:gd name="T0" fmla="*/ 24254 w 21600"/>
                <a:gd name="T1" fmla="*/ 27534 h 21600"/>
                <a:gd name="T2" fmla="*/ 24254 w 21600"/>
                <a:gd name="T3" fmla="*/ 27534 h 21600"/>
                <a:gd name="T4" fmla="*/ 24254 w 21600"/>
                <a:gd name="T5" fmla="*/ 27534 h 21600"/>
                <a:gd name="T6" fmla="*/ 24254 w 21600"/>
                <a:gd name="T7" fmla="*/ 2753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 y="1964"/>
                  </a:moveTo>
                  <a:lnTo>
                    <a:pt x="6480" y="0"/>
                  </a:lnTo>
                  <a:lnTo>
                    <a:pt x="10800" y="0"/>
                  </a:lnTo>
                  <a:lnTo>
                    <a:pt x="15120" y="1964"/>
                  </a:lnTo>
                  <a:lnTo>
                    <a:pt x="17280" y="5891"/>
                  </a:lnTo>
                  <a:lnTo>
                    <a:pt x="19440" y="8836"/>
                  </a:lnTo>
                  <a:lnTo>
                    <a:pt x="21600" y="12764"/>
                  </a:lnTo>
                  <a:lnTo>
                    <a:pt x="19440" y="14727"/>
                  </a:lnTo>
                  <a:lnTo>
                    <a:pt x="19440" y="19636"/>
                  </a:lnTo>
                  <a:lnTo>
                    <a:pt x="17280" y="21600"/>
                  </a:lnTo>
                  <a:lnTo>
                    <a:pt x="17280" y="19636"/>
                  </a:lnTo>
                  <a:lnTo>
                    <a:pt x="15120" y="16691"/>
                  </a:lnTo>
                  <a:lnTo>
                    <a:pt x="12960" y="16691"/>
                  </a:lnTo>
                  <a:lnTo>
                    <a:pt x="10800" y="14727"/>
                  </a:lnTo>
                  <a:lnTo>
                    <a:pt x="10800" y="8836"/>
                  </a:lnTo>
                  <a:lnTo>
                    <a:pt x="8640" y="5891"/>
                  </a:lnTo>
                  <a:lnTo>
                    <a:pt x="0" y="5891"/>
                  </a:lnTo>
                  <a:lnTo>
                    <a:pt x="2160" y="1964"/>
                  </a:lnTo>
                  <a:close/>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58" name="AutoShape 56" descr="Freeform 61">
              <a:extLst>
                <a:ext uri="{FF2B5EF4-FFF2-40B4-BE49-F238E27FC236}">
                  <a16:creationId xmlns:a16="http://schemas.microsoft.com/office/drawing/2014/main" id="{FA64CD6D-D29A-49C9-AE57-1C76D477AF7D}"/>
                </a:ext>
              </a:extLst>
            </p:cNvPr>
            <p:cNvSpPr>
              <a:spLocks/>
            </p:cNvSpPr>
            <p:nvPr/>
          </p:nvSpPr>
          <p:spPr bwMode="auto">
            <a:xfrm>
              <a:off x="919149" y="4509316"/>
              <a:ext cx="111139" cy="14348"/>
            </a:xfrm>
            <a:custGeom>
              <a:avLst/>
              <a:gdLst>
                <a:gd name="T0" fmla="*/ 2147483646 w 21600"/>
                <a:gd name="T1" fmla="*/ 409 h 21600"/>
                <a:gd name="T2" fmla="*/ 2147483646 w 21600"/>
                <a:gd name="T3" fmla="*/ 409 h 21600"/>
                <a:gd name="T4" fmla="*/ 2147483646 w 21600"/>
                <a:gd name="T5" fmla="*/ 409 h 21600"/>
                <a:gd name="T6" fmla="*/ 2147483646 w 21600"/>
                <a:gd name="T7" fmla="*/ 40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1858" y="14954"/>
                  </a:lnTo>
                  <a:lnTo>
                    <a:pt x="1858" y="18277"/>
                  </a:lnTo>
                  <a:lnTo>
                    <a:pt x="2323" y="18277"/>
                  </a:lnTo>
                  <a:lnTo>
                    <a:pt x="3252" y="11631"/>
                  </a:lnTo>
                  <a:lnTo>
                    <a:pt x="3716" y="14954"/>
                  </a:lnTo>
                  <a:lnTo>
                    <a:pt x="5110" y="14954"/>
                  </a:lnTo>
                  <a:lnTo>
                    <a:pt x="5574" y="6646"/>
                  </a:lnTo>
                  <a:lnTo>
                    <a:pt x="6039" y="11631"/>
                  </a:lnTo>
                  <a:lnTo>
                    <a:pt x="6968" y="11631"/>
                  </a:lnTo>
                  <a:lnTo>
                    <a:pt x="6968" y="3323"/>
                  </a:lnTo>
                  <a:lnTo>
                    <a:pt x="7432" y="11631"/>
                  </a:lnTo>
                  <a:lnTo>
                    <a:pt x="8826" y="11631"/>
                  </a:lnTo>
                  <a:lnTo>
                    <a:pt x="9755" y="0"/>
                  </a:lnTo>
                  <a:lnTo>
                    <a:pt x="10684" y="11631"/>
                  </a:lnTo>
                  <a:lnTo>
                    <a:pt x="11845" y="6646"/>
                  </a:lnTo>
                  <a:lnTo>
                    <a:pt x="12774" y="3323"/>
                  </a:lnTo>
                  <a:lnTo>
                    <a:pt x="12774" y="11631"/>
                  </a:lnTo>
                  <a:lnTo>
                    <a:pt x="14168" y="11631"/>
                  </a:lnTo>
                  <a:lnTo>
                    <a:pt x="14168" y="3323"/>
                  </a:lnTo>
                  <a:lnTo>
                    <a:pt x="14632" y="6646"/>
                  </a:lnTo>
                  <a:lnTo>
                    <a:pt x="16026" y="6646"/>
                  </a:lnTo>
                  <a:lnTo>
                    <a:pt x="16490" y="3323"/>
                  </a:lnTo>
                  <a:lnTo>
                    <a:pt x="16955" y="6646"/>
                  </a:lnTo>
                  <a:lnTo>
                    <a:pt x="17884" y="11631"/>
                  </a:lnTo>
                  <a:lnTo>
                    <a:pt x="18348" y="3323"/>
                  </a:lnTo>
                  <a:lnTo>
                    <a:pt x="18348" y="11631"/>
                  </a:lnTo>
                  <a:lnTo>
                    <a:pt x="19742" y="11631"/>
                  </a:lnTo>
                  <a:lnTo>
                    <a:pt x="20206" y="6646"/>
                  </a:lnTo>
                  <a:lnTo>
                    <a:pt x="20206" y="11631"/>
                  </a:lnTo>
                  <a:lnTo>
                    <a:pt x="20671" y="11631"/>
                  </a:lnTo>
                  <a:lnTo>
                    <a:pt x="21600" y="6646"/>
                  </a:lnTo>
                  <a:lnTo>
                    <a:pt x="21600" y="14954"/>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59" name="AutoShape 57" descr="Freeform 62">
              <a:extLst>
                <a:ext uri="{FF2B5EF4-FFF2-40B4-BE49-F238E27FC236}">
                  <a16:creationId xmlns:a16="http://schemas.microsoft.com/office/drawing/2014/main" id="{31DED211-F9E7-45D2-9D29-5A0FA93F4EB4}"/>
                </a:ext>
              </a:extLst>
            </p:cNvPr>
            <p:cNvSpPr>
              <a:spLocks/>
            </p:cNvSpPr>
            <p:nvPr/>
          </p:nvSpPr>
          <p:spPr bwMode="auto">
            <a:xfrm>
              <a:off x="864178" y="4492762"/>
              <a:ext cx="33463" cy="26487"/>
            </a:xfrm>
            <a:custGeom>
              <a:avLst/>
              <a:gdLst>
                <a:gd name="T0" fmla="*/ 358039 w 21600"/>
                <a:gd name="T1" fmla="*/ 55243 h 21600"/>
                <a:gd name="T2" fmla="*/ 358039 w 21600"/>
                <a:gd name="T3" fmla="*/ 55243 h 21600"/>
                <a:gd name="T4" fmla="*/ 358039 w 21600"/>
                <a:gd name="T5" fmla="*/ 55243 h 21600"/>
                <a:gd name="T6" fmla="*/ 358039 w 21600"/>
                <a:gd name="T7" fmla="*/ 5524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9900"/>
                  </a:moveTo>
                  <a:lnTo>
                    <a:pt x="20057" y="7200"/>
                  </a:lnTo>
                  <a:lnTo>
                    <a:pt x="18514" y="5400"/>
                  </a:lnTo>
                  <a:lnTo>
                    <a:pt x="16971" y="1800"/>
                  </a:lnTo>
                  <a:lnTo>
                    <a:pt x="13886" y="0"/>
                  </a:lnTo>
                  <a:lnTo>
                    <a:pt x="9257" y="0"/>
                  </a:lnTo>
                  <a:lnTo>
                    <a:pt x="3086" y="7200"/>
                  </a:lnTo>
                  <a:lnTo>
                    <a:pt x="1543" y="9900"/>
                  </a:lnTo>
                  <a:lnTo>
                    <a:pt x="1543" y="17100"/>
                  </a:lnTo>
                  <a:lnTo>
                    <a:pt x="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60" name="AutoShape 58" descr="Freeform 63">
              <a:extLst>
                <a:ext uri="{FF2B5EF4-FFF2-40B4-BE49-F238E27FC236}">
                  <a16:creationId xmlns:a16="http://schemas.microsoft.com/office/drawing/2014/main" id="{548556D3-78B3-4B8B-9232-8BA5CE8186D5}"/>
                </a:ext>
              </a:extLst>
            </p:cNvPr>
            <p:cNvSpPr>
              <a:spLocks/>
            </p:cNvSpPr>
            <p:nvPr/>
          </p:nvSpPr>
          <p:spPr bwMode="auto">
            <a:xfrm>
              <a:off x="868959" y="4499383"/>
              <a:ext cx="21512" cy="17659"/>
            </a:xfrm>
            <a:custGeom>
              <a:avLst/>
              <a:gdLst>
                <a:gd name="T0" fmla="*/ 10444 w 21600"/>
                <a:gd name="T1" fmla="*/ 2156 h 21600"/>
                <a:gd name="T2" fmla="*/ 10444 w 21600"/>
                <a:gd name="T3" fmla="*/ 2156 h 21600"/>
                <a:gd name="T4" fmla="*/ 10444 w 21600"/>
                <a:gd name="T5" fmla="*/ 2156 h 21600"/>
                <a:gd name="T6" fmla="*/ 10444 w 21600"/>
                <a:gd name="T7" fmla="*/ 215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6750"/>
                  </a:moveTo>
                  <a:lnTo>
                    <a:pt x="19200" y="2700"/>
                  </a:lnTo>
                  <a:lnTo>
                    <a:pt x="16800" y="0"/>
                  </a:lnTo>
                  <a:lnTo>
                    <a:pt x="9600" y="0"/>
                  </a:lnTo>
                  <a:lnTo>
                    <a:pt x="7200" y="2700"/>
                  </a:lnTo>
                  <a:lnTo>
                    <a:pt x="4800" y="6750"/>
                  </a:lnTo>
                  <a:lnTo>
                    <a:pt x="2400" y="12150"/>
                  </a:lnTo>
                  <a:lnTo>
                    <a:pt x="0" y="14850"/>
                  </a:lnTo>
                  <a:lnTo>
                    <a:pt x="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61" name="Line 59" descr="Line 64">
              <a:extLst>
                <a:ext uri="{FF2B5EF4-FFF2-40B4-BE49-F238E27FC236}">
                  <a16:creationId xmlns:a16="http://schemas.microsoft.com/office/drawing/2014/main" id="{A2838CDC-CF5E-4713-B291-8EABC8419C1C}"/>
                </a:ext>
              </a:extLst>
            </p:cNvPr>
            <p:cNvSpPr>
              <a:spLocks noChangeShapeType="1"/>
            </p:cNvSpPr>
            <p:nvPr/>
          </p:nvSpPr>
          <p:spPr bwMode="auto">
            <a:xfrm flipH="1">
              <a:off x="869795" y="4548765"/>
              <a:ext cx="5500" cy="12700"/>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62" name="AutoShape 60" descr="Freeform 65">
              <a:extLst>
                <a:ext uri="{FF2B5EF4-FFF2-40B4-BE49-F238E27FC236}">
                  <a16:creationId xmlns:a16="http://schemas.microsoft.com/office/drawing/2014/main" id="{C4B52FCB-FEF0-472B-ADA8-F979671AB242}"/>
                </a:ext>
              </a:extLst>
            </p:cNvPr>
            <p:cNvSpPr>
              <a:spLocks/>
            </p:cNvSpPr>
            <p:nvPr/>
          </p:nvSpPr>
          <p:spPr bwMode="auto">
            <a:xfrm>
              <a:off x="892859" y="4524487"/>
              <a:ext cx="14342" cy="12700"/>
            </a:xfrm>
            <a:custGeom>
              <a:avLst/>
              <a:gdLst>
                <a:gd name="T0" fmla="*/ 408 w 21600"/>
                <a:gd name="T1" fmla="*/ 154 h 21600"/>
                <a:gd name="T2" fmla="*/ 408 w 21600"/>
                <a:gd name="T3" fmla="*/ 154 h 21600"/>
                <a:gd name="T4" fmla="*/ 408 w 21600"/>
                <a:gd name="T5" fmla="*/ 154 h 21600"/>
                <a:gd name="T6" fmla="*/ 408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0"/>
                  </a:moveTo>
                  <a:lnTo>
                    <a:pt x="14400" y="4800"/>
                  </a:lnTo>
                  <a:lnTo>
                    <a:pt x="3600" y="16800"/>
                  </a:lnTo>
                  <a:lnTo>
                    <a:pt x="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63" name="AutoShape 61" descr="Freeform 66">
              <a:extLst>
                <a:ext uri="{FF2B5EF4-FFF2-40B4-BE49-F238E27FC236}">
                  <a16:creationId xmlns:a16="http://schemas.microsoft.com/office/drawing/2014/main" id="{9A618091-6A80-4A29-836D-96DDA923590C}"/>
                </a:ext>
              </a:extLst>
            </p:cNvPr>
            <p:cNvSpPr>
              <a:spLocks/>
            </p:cNvSpPr>
            <p:nvPr/>
          </p:nvSpPr>
          <p:spPr bwMode="auto">
            <a:xfrm>
              <a:off x="878144" y="4534419"/>
              <a:ext cx="12703" cy="12700"/>
            </a:xfrm>
            <a:custGeom>
              <a:avLst/>
              <a:gdLst>
                <a:gd name="T0" fmla="*/ 154 w 21600"/>
                <a:gd name="T1" fmla="*/ 154 h 21600"/>
                <a:gd name="T2" fmla="*/ 154 w 21600"/>
                <a:gd name="T3" fmla="*/ 154 h 21600"/>
                <a:gd name="T4" fmla="*/ 154 w 21600"/>
                <a:gd name="T5" fmla="*/ 154 h 21600"/>
                <a:gd name="T6" fmla="*/ 154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0"/>
                  </a:moveTo>
                  <a:lnTo>
                    <a:pt x="12960" y="9600"/>
                  </a:lnTo>
                  <a:lnTo>
                    <a:pt x="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64" name="AutoShape 62" descr="Freeform 67">
              <a:extLst>
                <a:ext uri="{FF2B5EF4-FFF2-40B4-BE49-F238E27FC236}">
                  <a16:creationId xmlns:a16="http://schemas.microsoft.com/office/drawing/2014/main" id="{B71B1C00-A018-4A2E-8903-5D2D14494268}"/>
                </a:ext>
              </a:extLst>
            </p:cNvPr>
            <p:cNvSpPr>
              <a:spLocks/>
            </p:cNvSpPr>
            <p:nvPr/>
          </p:nvSpPr>
          <p:spPr bwMode="auto">
            <a:xfrm>
              <a:off x="943051" y="4566702"/>
              <a:ext cx="37046" cy="60698"/>
            </a:xfrm>
            <a:custGeom>
              <a:avLst/>
              <a:gdLst>
                <a:gd name="T0" fmla="*/ 807956 w 21600"/>
                <a:gd name="T1" fmla="*/ 42010943 h 21600"/>
                <a:gd name="T2" fmla="*/ 807956 w 21600"/>
                <a:gd name="T3" fmla="*/ 42010943 h 21600"/>
                <a:gd name="T4" fmla="*/ 807956 w 21600"/>
                <a:gd name="T5" fmla="*/ 42010943 h 21600"/>
                <a:gd name="T6" fmla="*/ 807956 w 21600"/>
                <a:gd name="T7" fmla="*/ 4201094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6968" y="1178"/>
                  </a:moveTo>
                  <a:lnTo>
                    <a:pt x="5574" y="2749"/>
                  </a:lnTo>
                  <a:lnTo>
                    <a:pt x="5574" y="4320"/>
                  </a:lnTo>
                  <a:lnTo>
                    <a:pt x="4181" y="7855"/>
                  </a:lnTo>
                  <a:lnTo>
                    <a:pt x="1394" y="16495"/>
                  </a:lnTo>
                  <a:lnTo>
                    <a:pt x="0" y="19244"/>
                  </a:lnTo>
                  <a:lnTo>
                    <a:pt x="1394" y="20029"/>
                  </a:lnTo>
                  <a:lnTo>
                    <a:pt x="4181" y="20815"/>
                  </a:lnTo>
                  <a:lnTo>
                    <a:pt x="13935" y="20815"/>
                  </a:lnTo>
                  <a:lnTo>
                    <a:pt x="18116" y="21600"/>
                  </a:lnTo>
                  <a:lnTo>
                    <a:pt x="20206" y="20815"/>
                  </a:lnTo>
                  <a:lnTo>
                    <a:pt x="21600" y="20029"/>
                  </a:lnTo>
                  <a:lnTo>
                    <a:pt x="21600" y="16495"/>
                  </a:lnTo>
                  <a:lnTo>
                    <a:pt x="20206" y="12175"/>
                  </a:lnTo>
                  <a:lnTo>
                    <a:pt x="18116" y="8640"/>
                  </a:lnTo>
                  <a:lnTo>
                    <a:pt x="18116" y="4320"/>
                  </a:lnTo>
                  <a:lnTo>
                    <a:pt x="20206"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65" name="AutoShape 63" descr="Freeform 68">
              <a:extLst>
                <a:ext uri="{FF2B5EF4-FFF2-40B4-BE49-F238E27FC236}">
                  <a16:creationId xmlns:a16="http://schemas.microsoft.com/office/drawing/2014/main" id="{501284E9-4C00-46C8-AE01-9A04C438CA38}"/>
                </a:ext>
              </a:extLst>
            </p:cNvPr>
            <p:cNvSpPr>
              <a:spLocks/>
            </p:cNvSpPr>
            <p:nvPr/>
          </p:nvSpPr>
          <p:spPr bwMode="auto">
            <a:xfrm>
              <a:off x="980097" y="4564495"/>
              <a:ext cx="45412" cy="19866"/>
            </a:xfrm>
            <a:custGeom>
              <a:avLst/>
              <a:gdLst>
                <a:gd name="T0" fmla="*/ 4119245 w 21600"/>
                <a:gd name="T1" fmla="*/ 5532 h 21600"/>
                <a:gd name="T2" fmla="*/ 4119245 w 21600"/>
                <a:gd name="T3" fmla="*/ 5532 h 21600"/>
                <a:gd name="T4" fmla="*/ 4119245 w 21600"/>
                <a:gd name="T5" fmla="*/ 5532 h 21600"/>
                <a:gd name="T6" fmla="*/ 4119245 w 21600"/>
                <a:gd name="T7" fmla="*/ 553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137" y="6000"/>
                  </a:moveTo>
                  <a:lnTo>
                    <a:pt x="4547" y="0"/>
                  </a:lnTo>
                  <a:lnTo>
                    <a:pt x="6821" y="0"/>
                  </a:lnTo>
                  <a:lnTo>
                    <a:pt x="10232" y="6000"/>
                  </a:lnTo>
                  <a:lnTo>
                    <a:pt x="13642" y="8400"/>
                  </a:lnTo>
                  <a:lnTo>
                    <a:pt x="14779" y="10800"/>
                  </a:lnTo>
                  <a:lnTo>
                    <a:pt x="15916" y="10800"/>
                  </a:lnTo>
                  <a:lnTo>
                    <a:pt x="21600" y="15600"/>
                  </a:lnTo>
                  <a:lnTo>
                    <a:pt x="18189" y="15600"/>
                  </a:lnTo>
                  <a:lnTo>
                    <a:pt x="14779" y="13200"/>
                  </a:lnTo>
                  <a:lnTo>
                    <a:pt x="12505" y="15600"/>
                  </a:lnTo>
                  <a:lnTo>
                    <a:pt x="7958" y="19200"/>
                  </a:lnTo>
                  <a:lnTo>
                    <a:pt x="5684" y="21600"/>
                  </a:lnTo>
                  <a:lnTo>
                    <a:pt x="2274" y="19200"/>
                  </a:lnTo>
                  <a:lnTo>
                    <a:pt x="1137" y="19200"/>
                  </a:lnTo>
                  <a:lnTo>
                    <a:pt x="0" y="13200"/>
                  </a:lnTo>
                  <a:lnTo>
                    <a:pt x="0" y="6000"/>
                  </a:lnTo>
                  <a:lnTo>
                    <a:pt x="1137" y="6000"/>
                  </a:lnTo>
                  <a:close/>
                </a:path>
              </a:pathLst>
            </a:custGeom>
            <a:solidFill>
              <a:srgbClr val="0000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66" name="AutoShape 64" descr="Freeform 69">
              <a:extLst>
                <a:ext uri="{FF2B5EF4-FFF2-40B4-BE49-F238E27FC236}">
                  <a16:creationId xmlns:a16="http://schemas.microsoft.com/office/drawing/2014/main" id="{FF64EA3B-CCD1-458E-B38D-2DF6D5E211E9}"/>
                </a:ext>
              </a:extLst>
            </p:cNvPr>
            <p:cNvSpPr>
              <a:spLocks/>
            </p:cNvSpPr>
            <p:nvPr/>
          </p:nvSpPr>
          <p:spPr bwMode="auto">
            <a:xfrm>
              <a:off x="980097" y="4564495"/>
              <a:ext cx="45412" cy="19866"/>
            </a:xfrm>
            <a:custGeom>
              <a:avLst/>
              <a:gdLst>
                <a:gd name="T0" fmla="*/ 4119245 w 21600"/>
                <a:gd name="T1" fmla="*/ 5532 h 21600"/>
                <a:gd name="T2" fmla="*/ 4119245 w 21600"/>
                <a:gd name="T3" fmla="*/ 5532 h 21600"/>
                <a:gd name="T4" fmla="*/ 4119245 w 21600"/>
                <a:gd name="T5" fmla="*/ 5532 h 21600"/>
                <a:gd name="T6" fmla="*/ 4119245 w 21600"/>
                <a:gd name="T7" fmla="*/ 553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137" y="6000"/>
                  </a:moveTo>
                  <a:lnTo>
                    <a:pt x="4547" y="0"/>
                  </a:lnTo>
                  <a:lnTo>
                    <a:pt x="6821" y="0"/>
                  </a:lnTo>
                  <a:lnTo>
                    <a:pt x="10232" y="6000"/>
                  </a:lnTo>
                  <a:lnTo>
                    <a:pt x="13642" y="8400"/>
                  </a:lnTo>
                  <a:lnTo>
                    <a:pt x="14779" y="10800"/>
                  </a:lnTo>
                  <a:lnTo>
                    <a:pt x="15916" y="10800"/>
                  </a:lnTo>
                  <a:lnTo>
                    <a:pt x="21600" y="15600"/>
                  </a:lnTo>
                  <a:lnTo>
                    <a:pt x="18189" y="15600"/>
                  </a:lnTo>
                  <a:lnTo>
                    <a:pt x="14779" y="13200"/>
                  </a:lnTo>
                  <a:lnTo>
                    <a:pt x="12505" y="15600"/>
                  </a:lnTo>
                  <a:lnTo>
                    <a:pt x="7958" y="19200"/>
                  </a:lnTo>
                  <a:lnTo>
                    <a:pt x="5684" y="21600"/>
                  </a:lnTo>
                  <a:lnTo>
                    <a:pt x="2274" y="19200"/>
                  </a:lnTo>
                  <a:lnTo>
                    <a:pt x="1137" y="19200"/>
                  </a:lnTo>
                  <a:lnTo>
                    <a:pt x="0" y="13200"/>
                  </a:lnTo>
                  <a:lnTo>
                    <a:pt x="0" y="6000"/>
                  </a:lnTo>
                  <a:lnTo>
                    <a:pt x="1137" y="6000"/>
                  </a:lnTo>
                  <a:close/>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67" name="AutoShape 65" descr="Freeform 70">
              <a:extLst>
                <a:ext uri="{FF2B5EF4-FFF2-40B4-BE49-F238E27FC236}">
                  <a16:creationId xmlns:a16="http://schemas.microsoft.com/office/drawing/2014/main" id="{804C0ACB-E67D-426C-A406-0E8AE7E4BE91}"/>
                </a:ext>
              </a:extLst>
            </p:cNvPr>
            <p:cNvSpPr>
              <a:spLocks/>
            </p:cNvSpPr>
            <p:nvPr/>
          </p:nvSpPr>
          <p:spPr bwMode="auto">
            <a:xfrm>
              <a:off x="909589" y="4564495"/>
              <a:ext cx="33463" cy="14348"/>
            </a:xfrm>
            <a:custGeom>
              <a:avLst/>
              <a:gdLst>
                <a:gd name="T0" fmla="*/ 358039 w 21600"/>
                <a:gd name="T1" fmla="*/ 409 h 21600"/>
                <a:gd name="T2" fmla="*/ 358039 w 21600"/>
                <a:gd name="T3" fmla="*/ 409 h 21600"/>
                <a:gd name="T4" fmla="*/ 358039 w 21600"/>
                <a:gd name="T5" fmla="*/ 409 h 21600"/>
                <a:gd name="T6" fmla="*/ 358039 w 21600"/>
                <a:gd name="T7" fmla="*/ 40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0057" y="8308"/>
                  </a:moveTo>
                  <a:lnTo>
                    <a:pt x="16971" y="3323"/>
                  </a:lnTo>
                  <a:lnTo>
                    <a:pt x="12343" y="0"/>
                  </a:lnTo>
                  <a:lnTo>
                    <a:pt x="6171" y="3323"/>
                  </a:lnTo>
                  <a:lnTo>
                    <a:pt x="0" y="8308"/>
                  </a:lnTo>
                  <a:lnTo>
                    <a:pt x="0" y="14954"/>
                  </a:lnTo>
                  <a:lnTo>
                    <a:pt x="9257" y="21600"/>
                  </a:lnTo>
                  <a:lnTo>
                    <a:pt x="15429" y="18277"/>
                  </a:lnTo>
                  <a:lnTo>
                    <a:pt x="18514" y="18277"/>
                  </a:lnTo>
                  <a:lnTo>
                    <a:pt x="21600" y="14954"/>
                  </a:lnTo>
                  <a:lnTo>
                    <a:pt x="20057" y="8308"/>
                  </a:lnTo>
                  <a:close/>
                </a:path>
              </a:pathLst>
            </a:custGeom>
            <a:solidFill>
              <a:srgbClr val="0000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68" name="AutoShape 66" descr="Freeform 71">
              <a:extLst>
                <a:ext uri="{FF2B5EF4-FFF2-40B4-BE49-F238E27FC236}">
                  <a16:creationId xmlns:a16="http://schemas.microsoft.com/office/drawing/2014/main" id="{CBA2A56E-D1D9-4EDB-B027-E0A9141572A8}"/>
                </a:ext>
              </a:extLst>
            </p:cNvPr>
            <p:cNvSpPr>
              <a:spLocks/>
            </p:cNvSpPr>
            <p:nvPr/>
          </p:nvSpPr>
          <p:spPr bwMode="auto">
            <a:xfrm>
              <a:off x="909589" y="4564495"/>
              <a:ext cx="33463" cy="14348"/>
            </a:xfrm>
            <a:custGeom>
              <a:avLst/>
              <a:gdLst>
                <a:gd name="T0" fmla="*/ 358039 w 21600"/>
                <a:gd name="T1" fmla="*/ 409 h 21600"/>
                <a:gd name="T2" fmla="*/ 358039 w 21600"/>
                <a:gd name="T3" fmla="*/ 409 h 21600"/>
                <a:gd name="T4" fmla="*/ 358039 w 21600"/>
                <a:gd name="T5" fmla="*/ 409 h 21600"/>
                <a:gd name="T6" fmla="*/ 358039 w 21600"/>
                <a:gd name="T7" fmla="*/ 40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0057" y="8308"/>
                  </a:moveTo>
                  <a:lnTo>
                    <a:pt x="16971" y="3323"/>
                  </a:lnTo>
                  <a:lnTo>
                    <a:pt x="12343" y="0"/>
                  </a:lnTo>
                  <a:lnTo>
                    <a:pt x="6171" y="3323"/>
                  </a:lnTo>
                  <a:lnTo>
                    <a:pt x="0" y="8308"/>
                  </a:lnTo>
                  <a:lnTo>
                    <a:pt x="0" y="14954"/>
                  </a:lnTo>
                  <a:lnTo>
                    <a:pt x="9257" y="21600"/>
                  </a:lnTo>
                  <a:lnTo>
                    <a:pt x="15429" y="18277"/>
                  </a:lnTo>
                  <a:lnTo>
                    <a:pt x="18514" y="18277"/>
                  </a:lnTo>
                  <a:lnTo>
                    <a:pt x="21600" y="14954"/>
                  </a:lnTo>
                  <a:lnTo>
                    <a:pt x="20057" y="8308"/>
                  </a:lnTo>
                  <a:close/>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69" name="Line 67" descr="Line 72">
              <a:extLst>
                <a:ext uri="{FF2B5EF4-FFF2-40B4-BE49-F238E27FC236}">
                  <a16:creationId xmlns:a16="http://schemas.microsoft.com/office/drawing/2014/main" id="{0099C042-81F5-4782-ABCE-ABF6B0F2B2C4}"/>
                </a:ext>
              </a:extLst>
            </p:cNvPr>
            <p:cNvSpPr>
              <a:spLocks noChangeShapeType="1"/>
            </p:cNvSpPr>
            <p:nvPr/>
          </p:nvSpPr>
          <p:spPr bwMode="auto">
            <a:xfrm flipH="1">
              <a:off x="973622" y="4550972"/>
              <a:ext cx="4585" cy="12700"/>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70" name="Line 68" descr="Line 73">
              <a:extLst>
                <a:ext uri="{FF2B5EF4-FFF2-40B4-BE49-F238E27FC236}">
                  <a16:creationId xmlns:a16="http://schemas.microsoft.com/office/drawing/2014/main" id="{73F7581B-5EF7-4C53-B52A-B13680FCAEC9}"/>
                </a:ext>
              </a:extLst>
            </p:cNvPr>
            <p:cNvSpPr>
              <a:spLocks noChangeShapeType="1"/>
            </p:cNvSpPr>
            <p:nvPr/>
          </p:nvSpPr>
          <p:spPr bwMode="auto">
            <a:xfrm>
              <a:off x="952611" y="4543526"/>
              <a:ext cx="4781" cy="18762"/>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71" name="AutoShape 69" descr="Freeform 74">
              <a:extLst>
                <a:ext uri="{FF2B5EF4-FFF2-40B4-BE49-F238E27FC236}">
                  <a16:creationId xmlns:a16="http://schemas.microsoft.com/office/drawing/2014/main" id="{A70EAB9B-3C19-4347-BA7A-15C45FC2BB81}"/>
                </a:ext>
              </a:extLst>
            </p:cNvPr>
            <p:cNvSpPr>
              <a:spLocks/>
            </p:cNvSpPr>
            <p:nvPr/>
          </p:nvSpPr>
          <p:spPr bwMode="auto">
            <a:xfrm>
              <a:off x="1039849" y="4521455"/>
              <a:ext cx="43022" cy="40834"/>
            </a:xfrm>
            <a:custGeom>
              <a:avLst/>
              <a:gdLst>
                <a:gd name="T0" fmla="*/ 2672734 w 21600"/>
                <a:gd name="T1" fmla="*/ 1762677 h 21600"/>
                <a:gd name="T2" fmla="*/ 2672734 w 21600"/>
                <a:gd name="T3" fmla="*/ 1762677 h 21600"/>
                <a:gd name="T4" fmla="*/ 2672734 w 21600"/>
                <a:gd name="T5" fmla="*/ 1762677 h 21600"/>
                <a:gd name="T6" fmla="*/ 2672734 w 21600"/>
                <a:gd name="T7" fmla="*/ 176267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400" y="0"/>
                  </a:moveTo>
                  <a:lnTo>
                    <a:pt x="6000" y="5254"/>
                  </a:lnTo>
                  <a:lnTo>
                    <a:pt x="6000" y="7589"/>
                  </a:lnTo>
                  <a:lnTo>
                    <a:pt x="0" y="15178"/>
                  </a:lnTo>
                  <a:lnTo>
                    <a:pt x="3600" y="14011"/>
                  </a:lnTo>
                  <a:lnTo>
                    <a:pt x="8400" y="16346"/>
                  </a:lnTo>
                  <a:lnTo>
                    <a:pt x="12000" y="14011"/>
                  </a:lnTo>
                  <a:lnTo>
                    <a:pt x="6000" y="21600"/>
                  </a:lnTo>
                  <a:lnTo>
                    <a:pt x="8400" y="16346"/>
                  </a:lnTo>
                  <a:lnTo>
                    <a:pt x="13200" y="19265"/>
                  </a:lnTo>
                  <a:lnTo>
                    <a:pt x="21600" y="15178"/>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72" name="AutoShape 70" descr="Freeform 75">
              <a:extLst>
                <a:ext uri="{FF2B5EF4-FFF2-40B4-BE49-F238E27FC236}">
                  <a16:creationId xmlns:a16="http://schemas.microsoft.com/office/drawing/2014/main" id="{E0C398C2-7439-4CF0-A487-4CF11B22F176}"/>
                </a:ext>
              </a:extLst>
            </p:cNvPr>
            <p:cNvSpPr>
              <a:spLocks/>
            </p:cNvSpPr>
            <p:nvPr/>
          </p:nvSpPr>
          <p:spPr bwMode="auto">
            <a:xfrm>
              <a:off x="943051" y="4613053"/>
              <a:ext cx="37046" cy="16555"/>
            </a:xfrm>
            <a:custGeom>
              <a:avLst/>
              <a:gdLst>
                <a:gd name="T0" fmla="*/ 807956 w 21600"/>
                <a:gd name="T1" fmla="*/ 1286 h 21600"/>
                <a:gd name="T2" fmla="*/ 807956 w 21600"/>
                <a:gd name="T3" fmla="*/ 1286 h 21600"/>
                <a:gd name="T4" fmla="*/ 807956 w 21600"/>
                <a:gd name="T5" fmla="*/ 1286 h 21600"/>
                <a:gd name="T6" fmla="*/ 807956 w 21600"/>
                <a:gd name="T7" fmla="*/ 128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11148" y="0"/>
                  </a:lnTo>
                  <a:lnTo>
                    <a:pt x="20206" y="2880"/>
                  </a:lnTo>
                  <a:lnTo>
                    <a:pt x="21600" y="15840"/>
                  </a:lnTo>
                  <a:lnTo>
                    <a:pt x="20206" y="18720"/>
                  </a:lnTo>
                  <a:lnTo>
                    <a:pt x="18116" y="21600"/>
                  </a:lnTo>
                  <a:lnTo>
                    <a:pt x="12542" y="18720"/>
                  </a:lnTo>
                  <a:lnTo>
                    <a:pt x="6968" y="18720"/>
                  </a:lnTo>
                  <a:lnTo>
                    <a:pt x="4181" y="15840"/>
                  </a:lnTo>
                  <a:lnTo>
                    <a:pt x="0" y="15840"/>
                  </a:lnTo>
                  <a:lnTo>
                    <a:pt x="0" y="0"/>
                  </a:lnTo>
                  <a:close/>
                </a:path>
              </a:pathLst>
            </a:custGeom>
            <a:solidFill>
              <a:srgbClr val="0000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73" name="AutoShape 71" descr="Freeform 76">
              <a:extLst>
                <a:ext uri="{FF2B5EF4-FFF2-40B4-BE49-F238E27FC236}">
                  <a16:creationId xmlns:a16="http://schemas.microsoft.com/office/drawing/2014/main" id="{0706DB11-B847-4AA8-9D95-69340900B644}"/>
                </a:ext>
              </a:extLst>
            </p:cNvPr>
            <p:cNvSpPr>
              <a:spLocks/>
            </p:cNvSpPr>
            <p:nvPr/>
          </p:nvSpPr>
          <p:spPr bwMode="auto">
            <a:xfrm>
              <a:off x="943051" y="4613053"/>
              <a:ext cx="37046" cy="16555"/>
            </a:xfrm>
            <a:custGeom>
              <a:avLst/>
              <a:gdLst>
                <a:gd name="T0" fmla="*/ 807956 w 21600"/>
                <a:gd name="T1" fmla="*/ 1286 h 21600"/>
                <a:gd name="T2" fmla="*/ 807956 w 21600"/>
                <a:gd name="T3" fmla="*/ 1286 h 21600"/>
                <a:gd name="T4" fmla="*/ 807956 w 21600"/>
                <a:gd name="T5" fmla="*/ 1286 h 21600"/>
                <a:gd name="T6" fmla="*/ 807956 w 21600"/>
                <a:gd name="T7" fmla="*/ 128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11148" y="0"/>
                  </a:lnTo>
                  <a:lnTo>
                    <a:pt x="20206" y="2880"/>
                  </a:lnTo>
                  <a:lnTo>
                    <a:pt x="21600" y="15840"/>
                  </a:lnTo>
                  <a:lnTo>
                    <a:pt x="20206" y="18720"/>
                  </a:lnTo>
                  <a:lnTo>
                    <a:pt x="18116" y="21600"/>
                  </a:lnTo>
                  <a:lnTo>
                    <a:pt x="12542" y="18720"/>
                  </a:lnTo>
                  <a:lnTo>
                    <a:pt x="6968" y="18720"/>
                  </a:lnTo>
                  <a:lnTo>
                    <a:pt x="4181" y="15840"/>
                  </a:lnTo>
                  <a:lnTo>
                    <a:pt x="0" y="15840"/>
                  </a:lnTo>
                  <a:lnTo>
                    <a:pt x="0" y="0"/>
                  </a:lnTo>
                  <a:close/>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74" name="Line 72" descr="Line 77">
              <a:extLst>
                <a:ext uri="{FF2B5EF4-FFF2-40B4-BE49-F238E27FC236}">
                  <a16:creationId xmlns:a16="http://schemas.microsoft.com/office/drawing/2014/main" id="{82A5C6E9-8B72-46DE-AEF8-31598FBFE0BD}"/>
                </a:ext>
              </a:extLst>
            </p:cNvPr>
            <p:cNvSpPr>
              <a:spLocks noChangeShapeType="1"/>
            </p:cNvSpPr>
            <p:nvPr/>
          </p:nvSpPr>
          <p:spPr bwMode="auto">
            <a:xfrm flipV="1">
              <a:off x="844681" y="4632640"/>
              <a:ext cx="12703" cy="9385"/>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75" name="Line 73" descr="Line 78">
              <a:extLst>
                <a:ext uri="{FF2B5EF4-FFF2-40B4-BE49-F238E27FC236}">
                  <a16:creationId xmlns:a16="http://schemas.microsoft.com/office/drawing/2014/main" id="{2AC4D165-8A73-417C-92E7-18707426FF68}"/>
                </a:ext>
              </a:extLst>
            </p:cNvPr>
            <p:cNvSpPr>
              <a:spLocks noChangeShapeType="1"/>
            </p:cNvSpPr>
            <p:nvPr/>
          </p:nvSpPr>
          <p:spPr bwMode="auto">
            <a:xfrm flipV="1">
              <a:off x="854618" y="4673749"/>
              <a:ext cx="16731" cy="16555"/>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76" name="AutoShape 74" descr="Freeform 79">
              <a:extLst>
                <a:ext uri="{FF2B5EF4-FFF2-40B4-BE49-F238E27FC236}">
                  <a16:creationId xmlns:a16="http://schemas.microsoft.com/office/drawing/2014/main" id="{24DCB956-17A0-4757-86A9-489BF16BF82D}"/>
                </a:ext>
              </a:extLst>
            </p:cNvPr>
            <p:cNvSpPr>
              <a:spLocks/>
            </p:cNvSpPr>
            <p:nvPr/>
          </p:nvSpPr>
          <p:spPr bwMode="auto">
            <a:xfrm>
              <a:off x="861789" y="4716789"/>
              <a:ext cx="21511" cy="19866"/>
            </a:xfrm>
            <a:custGeom>
              <a:avLst/>
              <a:gdLst>
                <a:gd name="T0" fmla="*/ 10441 w 21600"/>
                <a:gd name="T1" fmla="*/ 5532 h 21600"/>
                <a:gd name="T2" fmla="*/ 10441 w 21600"/>
                <a:gd name="T3" fmla="*/ 5532 h 21600"/>
                <a:gd name="T4" fmla="*/ 10441 w 21600"/>
                <a:gd name="T5" fmla="*/ 5532 h 21600"/>
                <a:gd name="T6" fmla="*/ 10441 w 21600"/>
                <a:gd name="T7" fmla="*/ 553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14400" y="8400"/>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77" name="Line 75" descr="Line 80">
              <a:extLst>
                <a:ext uri="{FF2B5EF4-FFF2-40B4-BE49-F238E27FC236}">
                  <a16:creationId xmlns:a16="http://schemas.microsoft.com/office/drawing/2014/main" id="{95BA3843-4045-418E-B610-58147059261A}"/>
                </a:ext>
              </a:extLst>
            </p:cNvPr>
            <p:cNvSpPr>
              <a:spLocks noChangeShapeType="1"/>
            </p:cNvSpPr>
            <p:nvPr/>
          </p:nvSpPr>
          <p:spPr bwMode="auto">
            <a:xfrm flipV="1">
              <a:off x="863802" y="4578668"/>
              <a:ext cx="12703" cy="5866"/>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78" name="Line 76" descr="Line 81">
              <a:extLst>
                <a:ext uri="{FF2B5EF4-FFF2-40B4-BE49-F238E27FC236}">
                  <a16:creationId xmlns:a16="http://schemas.microsoft.com/office/drawing/2014/main" id="{03A73522-111A-44AF-B966-9D564CA1E32F}"/>
                </a:ext>
              </a:extLst>
            </p:cNvPr>
            <p:cNvSpPr>
              <a:spLocks noChangeShapeType="1"/>
            </p:cNvSpPr>
            <p:nvPr/>
          </p:nvSpPr>
          <p:spPr bwMode="auto">
            <a:xfrm flipV="1">
              <a:off x="850657" y="4560459"/>
              <a:ext cx="12703" cy="5866"/>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79" name="Line 77" descr="Line 82">
              <a:extLst>
                <a:ext uri="{FF2B5EF4-FFF2-40B4-BE49-F238E27FC236}">
                  <a16:creationId xmlns:a16="http://schemas.microsoft.com/office/drawing/2014/main" id="{606FDC27-654A-42C8-AC80-BAF77E6DA831}"/>
                </a:ext>
              </a:extLst>
            </p:cNvPr>
            <p:cNvSpPr>
              <a:spLocks noChangeShapeType="1"/>
            </p:cNvSpPr>
            <p:nvPr/>
          </p:nvSpPr>
          <p:spPr bwMode="auto">
            <a:xfrm flipV="1">
              <a:off x="851852" y="4547090"/>
              <a:ext cx="12703" cy="3910"/>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80" name="AutoShape 78" descr="Freeform 83">
              <a:extLst>
                <a:ext uri="{FF2B5EF4-FFF2-40B4-BE49-F238E27FC236}">
                  <a16:creationId xmlns:a16="http://schemas.microsoft.com/office/drawing/2014/main" id="{F2CB2B3A-0B27-4990-99CB-4F08E0F27429}"/>
                </a:ext>
              </a:extLst>
            </p:cNvPr>
            <p:cNvSpPr>
              <a:spLocks/>
            </p:cNvSpPr>
            <p:nvPr/>
          </p:nvSpPr>
          <p:spPr bwMode="auto">
            <a:xfrm>
              <a:off x="1099600" y="4649471"/>
              <a:ext cx="21512" cy="50766"/>
            </a:xfrm>
            <a:custGeom>
              <a:avLst/>
              <a:gdLst>
                <a:gd name="T0" fmla="*/ 10444 w 21600"/>
                <a:gd name="T1" fmla="*/ 10058641 h 21600"/>
                <a:gd name="T2" fmla="*/ 10444 w 21600"/>
                <a:gd name="T3" fmla="*/ 10058641 h 21600"/>
                <a:gd name="T4" fmla="*/ 10444 w 21600"/>
                <a:gd name="T5" fmla="*/ 10058641 h 21600"/>
                <a:gd name="T6" fmla="*/ 10444 w 21600"/>
                <a:gd name="T7" fmla="*/ 1005864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0"/>
                  </a:moveTo>
                  <a:lnTo>
                    <a:pt x="7200" y="15496"/>
                  </a:lnTo>
                  <a:lnTo>
                    <a:pt x="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81" name="AutoShape 79" descr="Freeform 84">
              <a:extLst>
                <a:ext uri="{FF2B5EF4-FFF2-40B4-BE49-F238E27FC236}">
                  <a16:creationId xmlns:a16="http://schemas.microsoft.com/office/drawing/2014/main" id="{0FE648C6-30C1-4719-99A8-1501CFA2231E}"/>
                </a:ext>
              </a:extLst>
            </p:cNvPr>
            <p:cNvSpPr>
              <a:spLocks/>
            </p:cNvSpPr>
            <p:nvPr/>
          </p:nvSpPr>
          <p:spPr bwMode="auto">
            <a:xfrm>
              <a:off x="1097210" y="4600913"/>
              <a:ext cx="14341" cy="40834"/>
            </a:xfrm>
            <a:custGeom>
              <a:avLst/>
              <a:gdLst>
                <a:gd name="T0" fmla="*/ 408 w 21600"/>
                <a:gd name="T1" fmla="*/ 1762677 h 21600"/>
                <a:gd name="T2" fmla="*/ 408 w 21600"/>
                <a:gd name="T3" fmla="*/ 1762677 h 21600"/>
                <a:gd name="T4" fmla="*/ 408 w 21600"/>
                <a:gd name="T5" fmla="*/ 1762677 h 21600"/>
                <a:gd name="T6" fmla="*/ 408 w 21600"/>
                <a:gd name="T7" fmla="*/ 176267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0"/>
                  </a:moveTo>
                  <a:lnTo>
                    <a:pt x="18000" y="7589"/>
                  </a:lnTo>
                  <a:lnTo>
                    <a:pt x="7200" y="14011"/>
                  </a:lnTo>
                  <a:lnTo>
                    <a:pt x="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82" name="AutoShape 80" descr="Freeform 85">
              <a:extLst>
                <a:ext uri="{FF2B5EF4-FFF2-40B4-BE49-F238E27FC236}">
                  <a16:creationId xmlns:a16="http://schemas.microsoft.com/office/drawing/2014/main" id="{E3389B56-58CB-4FE1-BFDB-1F4A19D9434C}"/>
                </a:ext>
              </a:extLst>
            </p:cNvPr>
            <p:cNvSpPr>
              <a:spLocks/>
            </p:cNvSpPr>
            <p:nvPr/>
          </p:nvSpPr>
          <p:spPr bwMode="auto">
            <a:xfrm>
              <a:off x="1061359" y="4531387"/>
              <a:ext cx="38242" cy="110360"/>
            </a:xfrm>
            <a:custGeom>
              <a:avLst/>
              <a:gdLst>
                <a:gd name="T0" fmla="*/ 1041804 w 21600"/>
                <a:gd name="T1" fmla="*/ 2147483646 h 21600"/>
                <a:gd name="T2" fmla="*/ 1041804 w 21600"/>
                <a:gd name="T3" fmla="*/ 2147483646 h 21600"/>
                <a:gd name="T4" fmla="*/ 1041804 w 21600"/>
                <a:gd name="T5" fmla="*/ 2147483646 h 21600"/>
                <a:gd name="T6" fmla="*/ 1041804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0"/>
                  </a:moveTo>
                  <a:lnTo>
                    <a:pt x="17550" y="3672"/>
                  </a:lnTo>
                  <a:lnTo>
                    <a:pt x="20250" y="5184"/>
                  </a:lnTo>
                  <a:lnTo>
                    <a:pt x="17550" y="6048"/>
                  </a:lnTo>
                  <a:lnTo>
                    <a:pt x="14850" y="5616"/>
                  </a:lnTo>
                  <a:lnTo>
                    <a:pt x="16200" y="8424"/>
                  </a:lnTo>
                  <a:lnTo>
                    <a:pt x="18900" y="11664"/>
                  </a:lnTo>
                  <a:lnTo>
                    <a:pt x="20250" y="15984"/>
                  </a:lnTo>
                  <a:lnTo>
                    <a:pt x="20250" y="21600"/>
                  </a:lnTo>
                  <a:lnTo>
                    <a:pt x="10800" y="15552"/>
                  </a:lnTo>
                  <a:lnTo>
                    <a:pt x="0" y="108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83" name="AutoShape 81" descr="Freeform 86">
              <a:extLst>
                <a:ext uri="{FF2B5EF4-FFF2-40B4-BE49-F238E27FC236}">
                  <a16:creationId xmlns:a16="http://schemas.microsoft.com/office/drawing/2014/main" id="{B1786FBF-DBDB-4BB3-8F5D-1934C18A92AD}"/>
                </a:ext>
              </a:extLst>
            </p:cNvPr>
            <p:cNvSpPr>
              <a:spLocks/>
            </p:cNvSpPr>
            <p:nvPr/>
          </p:nvSpPr>
          <p:spPr bwMode="auto">
            <a:xfrm>
              <a:off x="1037459" y="4617467"/>
              <a:ext cx="45412" cy="62906"/>
            </a:xfrm>
            <a:custGeom>
              <a:avLst/>
              <a:gdLst>
                <a:gd name="T0" fmla="*/ 4119245 w 21600"/>
                <a:gd name="T1" fmla="*/ 55911060 h 21600"/>
                <a:gd name="T2" fmla="*/ 4119245 w 21600"/>
                <a:gd name="T3" fmla="*/ 55911060 h 21600"/>
                <a:gd name="T4" fmla="*/ 4119245 w 21600"/>
                <a:gd name="T5" fmla="*/ 55911060 h 21600"/>
                <a:gd name="T6" fmla="*/ 4119245 w 21600"/>
                <a:gd name="T7" fmla="*/ 5591106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4547" y="4168"/>
                  </a:lnTo>
                  <a:lnTo>
                    <a:pt x="9095" y="10232"/>
                  </a:lnTo>
                  <a:lnTo>
                    <a:pt x="13642" y="11747"/>
                  </a:lnTo>
                  <a:lnTo>
                    <a:pt x="18189" y="15916"/>
                  </a:lnTo>
                  <a:lnTo>
                    <a:pt x="2160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84" name="AutoShape 82" descr="Freeform 87">
              <a:extLst>
                <a:ext uri="{FF2B5EF4-FFF2-40B4-BE49-F238E27FC236}">
                  <a16:creationId xmlns:a16="http://schemas.microsoft.com/office/drawing/2014/main" id="{3C8C561A-CEA6-44C5-9C22-5B0729FE6147}"/>
                </a:ext>
              </a:extLst>
            </p:cNvPr>
            <p:cNvSpPr>
              <a:spLocks/>
            </p:cNvSpPr>
            <p:nvPr/>
          </p:nvSpPr>
          <p:spPr bwMode="auto">
            <a:xfrm>
              <a:off x="1053813" y="4647263"/>
              <a:ext cx="12703" cy="59595"/>
            </a:xfrm>
            <a:custGeom>
              <a:avLst/>
              <a:gdLst>
                <a:gd name="T0" fmla="*/ 154 w 21600"/>
                <a:gd name="T1" fmla="*/ 36279085 h 21600"/>
                <a:gd name="T2" fmla="*/ 154 w 21600"/>
                <a:gd name="T3" fmla="*/ 36279085 h 21600"/>
                <a:gd name="T4" fmla="*/ 154 w 21600"/>
                <a:gd name="T5" fmla="*/ 36279085 h 21600"/>
                <a:gd name="T6" fmla="*/ 154 w 21600"/>
                <a:gd name="T7" fmla="*/ 3627908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4320" y="0"/>
                  </a:moveTo>
                  <a:lnTo>
                    <a:pt x="17280" y="8800"/>
                  </a:lnTo>
                  <a:lnTo>
                    <a:pt x="21600" y="14000"/>
                  </a:lnTo>
                  <a:lnTo>
                    <a:pt x="17280" y="18400"/>
                  </a:lnTo>
                  <a:lnTo>
                    <a:pt x="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85" name="AutoShape 83" descr="Freeform 88">
              <a:extLst>
                <a:ext uri="{FF2B5EF4-FFF2-40B4-BE49-F238E27FC236}">
                  <a16:creationId xmlns:a16="http://schemas.microsoft.com/office/drawing/2014/main" id="{38926EA4-2E0A-4ED0-A0AF-1615A66DE361}"/>
                </a:ext>
              </a:extLst>
            </p:cNvPr>
            <p:cNvSpPr>
              <a:spLocks/>
            </p:cNvSpPr>
            <p:nvPr/>
          </p:nvSpPr>
          <p:spPr bwMode="auto">
            <a:xfrm>
              <a:off x="1025508" y="4647263"/>
              <a:ext cx="28682" cy="59595"/>
            </a:xfrm>
            <a:custGeom>
              <a:avLst/>
              <a:gdLst>
                <a:gd name="T0" fmla="*/ 104306 w 21600"/>
                <a:gd name="T1" fmla="*/ 36279085 h 21600"/>
                <a:gd name="T2" fmla="*/ 104306 w 21600"/>
                <a:gd name="T3" fmla="*/ 36279085 h 21600"/>
                <a:gd name="T4" fmla="*/ 104306 w 21600"/>
                <a:gd name="T5" fmla="*/ 36279085 h 21600"/>
                <a:gd name="T6" fmla="*/ 104306 w 21600"/>
                <a:gd name="T7" fmla="*/ 3627908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9000" y="8800"/>
                  </a:lnTo>
                  <a:lnTo>
                    <a:pt x="10800" y="16400"/>
                  </a:lnTo>
                  <a:lnTo>
                    <a:pt x="16200" y="10400"/>
                  </a:lnTo>
                  <a:lnTo>
                    <a:pt x="2160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86" name="AutoShape 84" descr="Freeform 89">
              <a:extLst>
                <a:ext uri="{FF2B5EF4-FFF2-40B4-BE49-F238E27FC236}">
                  <a16:creationId xmlns:a16="http://schemas.microsoft.com/office/drawing/2014/main" id="{A35BF1B9-8F36-408A-84A1-2ADC97EC2CC7}"/>
                </a:ext>
              </a:extLst>
            </p:cNvPr>
            <p:cNvSpPr>
              <a:spLocks/>
            </p:cNvSpPr>
            <p:nvPr/>
          </p:nvSpPr>
          <p:spPr bwMode="auto">
            <a:xfrm>
              <a:off x="1035887" y="4637331"/>
              <a:ext cx="12703" cy="38627"/>
            </a:xfrm>
            <a:custGeom>
              <a:avLst/>
              <a:gdLst>
                <a:gd name="T0" fmla="*/ 154 w 21600"/>
                <a:gd name="T1" fmla="*/ 1129983 h 21600"/>
                <a:gd name="T2" fmla="*/ 154 w 21600"/>
                <a:gd name="T3" fmla="*/ 1129983 h 21600"/>
                <a:gd name="T4" fmla="*/ 154 w 21600"/>
                <a:gd name="T5" fmla="*/ 1129983 h 21600"/>
                <a:gd name="T6" fmla="*/ 154 w 21600"/>
                <a:gd name="T7" fmla="*/ 112998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10800" y="5554"/>
                  </a:lnTo>
                  <a:lnTo>
                    <a:pt x="16200" y="10491"/>
                  </a:lnTo>
                  <a:lnTo>
                    <a:pt x="2160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87" name="AutoShape 85" descr="Freeform 90">
              <a:extLst>
                <a:ext uri="{FF2B5EF4-FFF2-40B4-BE49-F238E27FC236}">
                  <a16:creationId xmlns:a16="http://schemas.microsoft.com/office/drawing/2014/main" id="{E6DAB96E-3F17-456F-B141-BD77271D81BE}"/>
                </a:ext>
              </a:extLst>
            </p:cNvPr>
            <p:cNvSpPr>
              <a:spLocks/>
            </p:cNvSpPr>
            <p:nvPr/>
          </p:nvSpPr>
          <p:spPr bwMode="auto">
            <a:xfrm>
              <a:off x="871349" y="4781900"/>
              <a:ext cx="35852" cy="46351"/>
            </a:xfrm>
            <a:custGeom>
              <a:avLst/>
              <a:gdLst>
                <a:gd name="T0" fmla="*/ 621649 w 21600"/>
                <a:gd name="T1" fmla="*/ 4857746 h 21600"/>
                <a:gd name="T2" fmla="*/ 621649 w 21600"/>
                <a:gd name="T3" fmla="*/ 4857746 h 21600"/>
                <a:gd name="T4" fmla="*/ 621649 w 21600"/>
                <a:gd name="T5" fmla="*/ 4857746 h 21600"/>
                <a:gd name="T6" fmla="*/ 621649 w 21600"/>
                <a:gd name="T7" fmla="*/ 48577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1440" y="4629"/>
                  </a:lnTo>
                  <a:lnTo>
                    <a:pt x="4320" y="10286"/>
                  </a:lnTo>
                  <a:lnTo>
                    <a:pt x="10080" y="16971"/>
                  </a:lnTo>
                  <a:lnTo>
                    <a:pt x="12960" y="21600"/>
                  </a:lnTo>
                  <a:lnTo>
                    <a:pt x="15840" y="19029"/>
                  </a:lnTo>
                  <a:lnTo>
                    <a:pt x="17280" y="14914"/>
                  </a:lnTo>
                  <a:lnTo>
                    <a:pt x="21600" y="11314"/>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88" name="AutoShape 86" descr="Freeform 91">
              <a:extLst>
                <a:ext uri="{FF2B5EF4-FFF2-40B4-BE49-F238E27FC236}">
                  <a16:creationId xmlns:a16="http://schemas.microsoft.com/office/drawing/2014/main" id="{0718B76F-DB98-49E4-9DE5-ED934263596A}"/>
                </a:ext>
              </a:extLst>
            </p:cNvPr>
            <p:cNvSpPr>
              <a:spLocks/>
            </p:cNvSpPr>
            <p:nvPr/>
          </p:nvSpPr>
          <p:spPr bwMode="auto">
            <a:xfrm>
              <a:off x="902419" y="4765347"/>
              <a:ext cx="45412" cy="79459"/>
            </a:xfrm>
            <a:custGeom>
              <a:avLst/>
              <a:gdLst>
                <a:gd name="T0" fmla="*/ 4119245 w 21600"/>
                <a:gd name="T1" fmla="*/ 362329361 h 21600"/>
                <a:gd name="T2" fmla="*/ 4119245 w 21600"/>
                <a:gd name="T3" fmla="*/ 362329361 h 21600"/>
                <a:gd name="T4" fmla="*/ 4119245 w 21600"/>
                <a:gd name="T5" fmla="*/ 362329361 h 21600"/>
                <a:gd name="T6" fmla="*/ 4119245 w 21600"/>
                <a:gd name="T7" fmla="*/ 36232936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4500"/>
                  </a:moveTo>
                  <a:lnTo>
                    <a:pt x="0" y="7800"/>
                  </a:lnTo>
                  <a:lnTo>
                    <a:pt x="2274" y="11100"/>
                  </a:lnTo>
                  <a:lnTo>
                    <a:pt x="3411" y="14400"/>
                  </a:lnTo>
                  <a:lnTo>
                    <a:pt x="7958" y="18300"/>
                  </a:lnTo>
                  <a:lnTo>
                    <a:pt x="10232" y="21600"/>
                  </a:lnTo>
                  <a:lnTo>
                    <a:pt x="12505" y="18900"/>
                  </a:lnTo>
                  <a:lnTo>
                    <a:pt x="14779" y="17100"/>
                  </a:lnTo>
                  <a:lnTo>
                    <a:pt x="19326" y="12300"/>
                  </a:lnTo>
                  <a:lnTo>
                    <a:pt x="21600" y="7200"/>
                  </a:lnTo>
                  <a:lnTo>
                    <a:pt x="21600" y="4500"/>
                  </a:lnTo>
                  <a:lnTo>
                    <a:pt x="19326"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89" name="AutoShape 87" descr="Freeform 92">
              <a:extLst>
                <a:ext uri="{FF2B5EF4-FFF2-40B4-BE49-F238E27FC236}">
                  <a16:creationId xmlns:a16="http://schemas.microsoft.com/office/drawing/2014/main" id="{1FF44D99-C009-4536-9435-02AA10BD9CD9}"/>
                </a:ext>
              </a:extLst>
            </p:cNvPr>
            <p:cNvSpPr>
              <a:spLocks/>
            </p:cNvSpPr>
            <p:nvPr/>
          </p:nvSpPr>
          <p:spPr bwMode="auto">
            <a:xfrm>
              <a:off x="947830" y="4779693"/>
              <a:ext cx="51387" cy="62905"/>
            </a:xfrm>
            <a:custGeom>
              <a:avLst/>
              <a:gdLst>
                <a:gd name="T0" fmla="*/ 11072985 w 21600"/>
                <a:gd name="T1" fmla="*/ 55904541 h 21600"/>
                <a:gd name="T2" fmla="*/ 11072985 w 21600"/>
                <a:gd name="T3" fmla="*/ 55904541 h 21600"/>
                <a:gd name="T4" fmla="*/ 11072985 w 21600"/>
                <a:gd name="T5" fmla="*/ 55904541 h 21600"/>
                <a:gd name="T6" fmla="*/ 11072985 w 21600"/>
                <a:gd name="T7" fmla="*/ 5590454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758"/>
                  </a:moveTo>
                  <a:lnTo>
                    <a:pt x="4019" y="4926"/>
                  </a:lnTo>
                  <a:lnTo>
                    <a:pt x="6028" y="7579"/>
                  </a:lnTo>
                  <a:lnTo>
                    <a:pt x="8037" y="9095"/>
                  </a:lnTo>
                  <a:lnTo>
                    <a:pt x="11051" y="13263"/>
                  </a:lnTo>
                  <a:lnTo>
                    <a:pt x="13563" y="17432"/>
                  </a:lnTo>
                  <a:lnTo>
                    <a:pt x="14567" y="21600"/>
                  </a:lnTo>
                  <a:lnTo>
                    <a:pt x="17581" y="17432"/>
                  </a:lnTo>
                  <a:lnTo>
                    <a:pt x="19591" y="14779"/>
                  </a:lnTo>
                  <a:lnTo>
                    <a:pt x="21600" y="9853"/>
                  </a:lnTo>
                  <a:lnTo>
                    <a:pt x="21600" y="4926"/>
                  </a:lnTo>
                  <a:lnTo>
                    <a:pt x="20595"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90" name="AutoShape 88" descr="Freeform 93">
              <a:extLst>
                <a:ext uri="{FF2B5EF4-FFF2-40B4-BE49-F238E27FC236}">
                  <a16:creationId xmlns:a16="http://schemas.microsoft.com/office/drawing/2014/main" id="{86925071-30A9-464E-8407-DB9F57993C37}"/>
                </a:ext>
              </a:extLst>
            </p:cNvPr>
            <p:cNvSpPr>
              <a:spLocks/>
            </p:cNvSpPr>
            <p:nvPr/>
          </p:nvSpPr>
          <p:spPr bwMode="auto">
            <a:xfrm>
              <a:off x="1061359" y="4586567"/>
              <a:ext cx="21512" cy="93806"/>
            </a:xfrm>
            <a:custGeom>
              <a:avLst/>
              <a:gdLst>
                <a:gd name="T0" fmla="*/ 10444 w 21600"/>
                <a:gd name="T1" fmla="*/ 1367117822 h 21600"/>
                <a:gd name="T2" fmla="*/ 10444 w 21600"/>
                <a:gd name="T3" fmla="*/ 1367117822 h 21600"/>
                <a:gd name="T4" fmla="*/ 10444 w 21600"/>
                <a:gd name="T5" fmla="*/ 1367117822 h 21600"/>
                <a:gd name="T6" fmla="*/ 10444 w 21600"/>
                <a:gd name="T7" fmla="*/ 136711782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0" y="3304"/>
                  </a:lnTo>
                  <a:lnTo>
                    <a:pt x="7200" y="6099"/>
                  </a:lnTo>
                  <a:lnTo>
                    <a:pt x="16800" y="9911"/>
                  </a:lnTo>
                  <a:lnTo>
                    <a:pt x="19200" y="13976"/>
                  </a:lnTo>
                  <a:lnTo>
                    <a:pt x="2160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91" name="AutoShape 89" descr="Freeform 94">
              <a:extLst>
                <a:ext uri="{FF2B5EF4-FFF2-40B4-BE49-F238E27FC236}">
                  <a16:creationId xmlns:a16="http://schemas.microsoft.com/office/drawing/2014/main" id="{C711233E-8997-4367-858C-6050ED395161}"/>
                </a:ext>
              </a:extLst>
            </p:cNvPr>
            <p:cNvSpPr>
              <a:spLocks/>
            </p:cNvSpPr>
            <p:nvPr/>
          </p:nvSpPr>
          <p:spPr bwMode="auto">
            <a:xfrm>
              <a:off x="880908" y="4714582"/>
              <a:ext cx="54972" cy="62905"/>
            </a:xfrm>
            <a:custGeom>
              <a:avLst/>
              <a:gdLst>
                <a:gd name="T0" fmla="*/ 18993312 w 21600"/>
                <a:gd name="T1" fmla="*/ 55904541 h 21600"/>
                <a:gd name="T2" fmla="*/ 18993312 w 21600"/>
                <a:gd name="T3" fmla="*/ 55904541 h 21600"/>
                <a:gd name="T4" fmla="*/ 18993312 w 21600"/>
                <a:gd name="T5" fmla="*/ 55904541 h 21600"/>
                <a:gd name="T6" fmla="*/ 18993312 w 21600"/>
                <a:gd name="T7" fmla="*/ 5590454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6574" y="0"/>
                  </a:moveTo>
                  <a:lnTo>
                    <a:pt x="2817" y="2274"/>
                  </a:lnTo>
                  <a:lnTo>
                    <a:pt x="939" y="4926"/>
                  </a:lnTo>
                  <a:lnTo>
                    <a:pt x="939" y="6442"/>
                  </a:lnTo>
                  <a:lnTo>
                    <a:pt x="0" y="9095"/>
                  </a:lnTo>
                  <a:lnTo>
                    <a:pt x="939" y="13263"/>
                  </a:lnTo>
                  <a:lnTo>
                    <a:pt x="2817" y="17432"/>
                  </a:lnTo>
                  <a:lnTo>
                    <a:pt x="3757" y="14779"/>
                  </a:lnTo>
                  <a:lnTo>
                    <a:pt x="5635" y="14021"/>
                  </a:lnTo>
                  <a:lnTo>
                    <a:pt x="6574" y="12505"/>
                  </a:lnTo>
                  <a:lnTo>
                    <a:pt x="9391" y="9095"/>
                  </a:lnTo>
                  <a:lnTo>
                    <a:pt x="10330" y="11747"/>
                  </a:lnTo>
                  <a:lnTo>
                    <a:pt x="10330" y="13263"/>
                  </a:lnTo>
                  <a:lnTo>
                    <a:pt x="11270" y="14779"/>
                  </a:lnTo>
                  <a:lnTo>
                    <a:pt x="12209" y="15537"/>
                  </a:lnTo>
                  <a:lnTo>
                    <a:pt x="13148" y="17432"/>
                  </a:lnTo>
                  <a:lnTo>
                    <a:pt x="14087" y="18189"/>
                  </a:lnTo>
                  <a:lnTo>
                    <a:pt x="14087" y="21600"/>
                  </a:lnTo>
                  <a:lnTo>
                    <a:pt x="16904" y="19705"/>
                  </a:lnTo>
                  <a:lnTo>
                    <a:pt x="18783" y="17432"/>
                  </a:lnTo>
                  <a:lnTo>
                    <a:pt x="20661" y="14779"/>
                  </a:lnTo>
                  <a:lnTo>
                    <a:pt x="21600" y="11747"/>
                  </a:lnTo>
                  <a:lnTo>
                    <a:pt x="20661" y="8337"/>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92" name="AutoShape 90" descr="Freeform 95">
              <a:extLst>
                <a:ext uri="{FF2B5EF4-FFF2-40B4-BE49-F238E27FC236}">
                  <a16:creationId xmlns:a16="http://schemas.microsoft.com/office/drawing/2014/main" id="{5BB9D37A-2DFA-4134-B07A-5443C910275E}"/>
                </a:ext>
              </a:extLst>
            </p:cNvPr>
            <p:cNvSpPr>
              <a:spLocks/>
            </p:cNvSpPr>
            <p:nvPr/>
          </p:nvSpPr>
          <p:spPr bwMode="auto">
            <a:xfrm>
              <a:off x="943051" y="4718996"/>
              <a:ext cx="41827" cy="52974"/>
            </a:xfrm>
            <a:custGeom>
              <a:avLst/>
              <a:gdLst>
                <a:gd name="T0" fmla="*/ 2133442 w 21600"/>
                <a:gd name="T1" fmla="*/ 14140085 h 21600"/>
                <a:gd name="T2" fmla="*/ 2133442 w 21600"/>
                <a:gd name="T3" fmla="*/ 14140085 h 21600"/>
                <a:gd name="T4" fmla="*/ 2133442 w 21600"/>
                <a:gd name="T5" fmla="*/ 14140085 h 21600"/>
                <a:gd name="T6" fmla="*/ 2133442 w 21600"/>
                <a:gd name="T7" fmla="*/ 1414008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4850"/>
                  </a:moveTo>
                  <a:lnTo>
                    <a:pt x="2469" y="18900"/>
                  </a:lnTo>
                  <a:lnTo>
                    <a:pt x="7406" y="20700"/>
                  </a:lnTo>
                  <a:lnTo>
                    <a:pt x="11109" y="21600"/>
                  </a:lnTo>
                  <a:lnTo>
                    <a:pt x="11109" y="18900"/>
                  </a:lnTo>
                  <a:lnTo>
                    <a:pt x="13577" y="15750"/>
                  </a:lnTo>
                  <a:lnTo>
                    <a:pt x="16046" y="13950"/>
                  </a:lnTo>
                  <a:lnTo>
                    <a:pt x="19131" y="10800"/>
                  </a:lnTo>
                  <a:lnTo>
                    <a:pt x="20366" y="5850"/>
                  </a:lnTo>
                  <a:lnTo>
                    <a:pt x="21600" y="3150"/>
                  </a:lnTo>
                  <a:lnTo>
                    <a:pt x="20366"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93" name="AutoShape 91" descr="Freeform 96">
              <a:extLst>
                <a:ext uri="{FF2B5EF4-FFF2-40B4-BE49-F238E27FC236}">
                  <a16:creationId xmlns:a16="http://schemas.microsoft.com/office/drawing/2014/main" id="{56A401A4-616A-455B-A15D-CC7B30946665}"/>
                </a:ext>
              </a:extLst>
            </p:cNvPr>
            <p:cNvSpPr>
              <a:spLocks/>
            </p:cNvSpPr>
            <p:nvPr/>
          </p:nvSpPr>
          <p:spPr bwMode="auto">
            <a:xfrm>
              <a:off x="989657" y="4712374"/>
              <a:ext cx="40633" cy="77252"/>
            </a:xfrm>
            <a:custGeom>
              <a:avLst/>
              <a:gdLst>
                <a:gd name="T0" fmla="*/ 1692193 w 21600"/>
                <a:gd name="T1" fmla="*/ 289232235 h 21600"/>
                <a:gd name="T2" fmla="*/ 1692193 w 21600"/>
                <a:gd name="T3" fmla="*/ 289232235 h 21600"/>
                <a:gd name="T4" fmla="*/ 1692193 w 21600"/>
                <a:gd name="T5" fmla="*/ 289232235 h 21600"/>
                <a:gd name="T6" fmla="*/ 1692193 w 21600"/>
                <a:gd name="T7" fmla="*/ 28923223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271" y="7406"/>
                  </a:moveTo>
                  <a:lnTo>
                    <a:pt x="0" y="8640"/>
                  </a:lnTo>
                  <a:lnTo>
                    <a:pt x="1271" y="11417"/>
                  </a:lnTo>
                  <a:lnTo>
                    <a:pt x="2541" y="12651"/>
                  </a:lnTo>
                  <a:lnTo>
                    <a:pt x="7624" y="14811"/>
                  </a:lnTo>
                  <a:lnTo>
                    <a:pt x="11435" y="16663"/>
                  </a:lnTo>
                  <a:lnTo>
                    <a:pt x="12706" y="19440"/>
                  </a:lnTo>
                  <a:lnTo>
                    <a:pt x="13976" y="21600"/>
                  </a:lnTo>
                  <a:lnTo>
                    <a:pt x="16518" y="19440"/>
                  </a:lnTo>
                  <a:lnTo>
                    <a:pt x="17788" y="17589"/>
                  </a:lnTo>
                  <a:lnTo>
                    <a:pt x="19059" y="16046"/>
                  </a:lnTo>
                  <a:lnTo>
                    <a:pt x="20329" y="14811"/>
                  </a:lnTo>
                  <a:lnTo>
                    <a:pt x="21600" y="12034"/>
                  </a:lnTo>
                  <a:lnTo>
                    <a:pt x="21600" y="9257"/>
                  </a:lnTo>
                  <a:lnTo>
                    <a:pt x="20329" y="5863"/>
                  </a:lnTo>
                  <a:lnTo>
                    <a:pt x="17788" y="2469"/>
                  </a:lnTo>
                  <a:lnTo>
                    <a:pt x="15247"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94" name="AutoShape 92" descr="Freeform 97">
              <a:extLst>
                <a:ext uri="{FF2B5EF4-FFF2-40B4-BE49-F238E27FC236}">
                  <a16:creationId xmlns:a16="http://schemas.microsoft.com/office/drawing/2014/main" id="{5FE93B12-CA2B-40EF-AFEB-94917A55F606}"/>
                </a:ext>
              </a:extLst>
            </p:cNvPr>
            <p:cNvSpPr>
              <a:spLocks/>
            </p:cNvSpPr>
            <p:nvPr/>
          </p:nvSpPr>
          <p:spPr bwMode="auto">
            <a:xfrm>
              <a:off x="1025508" y="4745482"/>
              <a:ext cx="45412" cy="91598"/>
            </a:xfrm>
            <a:custGeom>
              <a:avLst/>
              <a:gdLst>
                <a:gd name="T0" fmla="*/ 4119245 w 21600"/>
                <a:gd name="T1" fmla="*/ 1129932653 h 21600"/>
                <a:gd name="T2" fmla="*/ 4119245 w 21600"/>
                <a:gd name="T3" fmla="*/ 1129932653 h 21600"/>
                <a:gd name="T4" fmla="*/ 4119245 w 21600"/>
                <a:gd name="T5" fmla="*/ 1129932653 h 21600"/>
                <a:gd name="T6" fmla="*/ 4119245 w 21600"/>
                <a:gd name="T7" fmla="*/ 112993265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137" y="8067"/>
                  </a:moveTo>
                  <a:lnTo>
                    <a:pt x="0" y="9108"/>
                  </a:lnTo>
                  <a:lnTo>
                    <a:pt x="1137" y="11451"/>
                  </a:lnTo>
                  <a:lnTo>
                    <a:pt x="3411" y="13272"/>
                  </a:lnTo>
                  <a:lnTo>
                    <a:pt x="7958" y="14834"/>
                  </a:lnTo>
                  <a:lnTo>
                    <a:pt x="11368" y="17176"/>
                  </a:lnTo>
                  <a:lnTo>
                    <a:pt x="13642" y="19518"/>
                  </a:lnTo>
                  <a:lnTo>
                    <a:pt x="13642" y="21600"/>
                  </a:lnTo>
                  <a:lnTo>
                    <a:pt x="17053" y="19518"/>
                  </a:lnTo>
                  <a:lnTo>
                    <a:pt x="17053" y="17696"/>
                  </a:lnTo>
                  <a:lnTo>
                    <a:pt x="19326" y="16655"/>
                  </a:lnTo>
                  <a:lnTo>
                    <a:pt x="21600" y="14834"/>
                  </a:lnTo>
                  <a:lnTo>
                    <a:pt x="21600" y="7027"/>
                  </a:lnTo>
                  <a:lnTo>
                    <a:pt x="18189" y="3383"/>
                  </a:lnTo>
                  <a:lnTo>
                    <a:pt x="14779"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95" name="AutoShape 93" descr="Freeform 98">
              <a:extLst>
                <a:ext uri="{FF2B5EF4-FFF2-40B4-BE49-F238E27FC236}">
                  <a16:creationId xmlns:a16="http://schemas.microsoft.com/office/drawing/2014/main" id="{300B138C-6A0D-4608-B5B3-C925927675A0}"/>
                </a:ext>
              </a:extLst>
            </p:cNvPr>
            <p:cNvSpPr>
              <a:spLocks/>
            </p:cNvSpPr>
            <p:nvPr/>
          </p:nvSpPr>
          <p:spPr bwMode="auto">
            <a:xfrm>
              <a:off x="1058969" y="4700235"/>
              <a:ext cx="47803" cy="50766"/>
            </a:xfrm>
            <a:custGeom>
              <a:avLst/>
              <a:gdLst>
                <a:gd name="T0" fmla="*/ 6209466 w 21600"/>
                <a:gd name="T1" fmla="*/ 10058641 h 21600"/>
                <a:gd name="T2" fmla="*/ 6209466 w 21600"/>
                <a:gd name="T3" fmla="*/ 10058641 h 21600"/>
                <a:gd name="T4" fmla="*/ 6209466 w 21600"/>
                <a:gd name="T5" fmla="*/ 10058641 h 21600"/>
                <a:gd name="T6" fmla="*/ 6209466 w 21600"/>
                <a:gd name="T7" fmla="*/ 1005864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9252"/>
                  </a:moveTo>
                  <a:lnTo>
                    <a:pt x="3240" y="21600"/>
                  </a:lnTo>
                  <a:lnTo>
                    <a:pt x="4320" y="18313"/>
                  </a:lnTo>
                  <a:lnTo>
                    <a:pt x="4320" y="16435"/>
                  </a:lnTo>
                  <a:lnTo>
                    <a:pt x="7560" y="16435"/>
                  </a:lnTo>
                  <a:lnTo>
                    <a:pt x="9720" y="18313"/>
                  </a:lnTo>
                  <a:lnTo>
                    <a:pt x="10800" y="16435"/>
                  </a:lnTo>
                  <a:lnTo>
                    <a:pt x="9720" y="12209"/>
                  </a:lnTo>
                  <a:lnTo>
                    <a:pt x="10800" y="10330"/>
                  </a:lnTo>
                  <a:lnTo>
                    <a:pt x="14040" y="13148"/>
                  </a:lnTo>
                  <a:lnTo>
                    <a:pt x="16200" y="14087"/>
                  </a:lnTo>
                  <a:lnTo>
                    <a:pt x="16200" y="11270"/>
                  </a:lnTo>
                  <a:lnTo>
                    <a:pt x="14040" y="6104"/>
                  </a:lnTo>
                  <a:lnTo>
                    <a:pt x="12960" y="1878"/>
                  </a:lnTo>
                  <a:lnTo>
                    <a:pt x="20520" y="8922"/>
                  </a:lnTo>
                  <a:lnTo>
                    <a:pt x="21600" y="7043"/>
                  </a:lnTo>
                  <a:lnTo>
                    <a:pt x="1836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96" name="AutoShape 94" descr="Freeform 99">
              <a:extLst>
                <a:ext uri="{FF2B5EF4-FFF2-40B4-BE49-F238E27FC236}">
                  <a16:creationId xmlns:a16="http://schemas.microsoft.com/office/drawing/2014/main" id="{67771DC6-068A-4800-84E1-C0929E3731A9}"/>
                </a:ext>
              </a:extLst>
            </p:cNvPr>
            <p:cNvSpPr>
              <a:spLocks/>
            </p:cNvSpPr>
            <p:nvPr/>
          </p:nvSpPr>
          <p:spPr bwMode="auto">
            <a:xfrm>
              <a:off x="1111551" y="4718996"/>
              <a:ext cx="27486" cy="50766"/>
            </a:xfrm>
            <a:custGeom>
              <a:avLst/>
              <a:gdLst>
                <a:gd name="T0" fmla="*/ 74184 w 21600"/>
                <a:gd name="T1" fmla="*/ 10058641 h 21600"/>
                <a:gd name="T2" fmla="*/ 74184 w 21600"/>
                <a:gd name="T3" fmla="*/ 10058641 h 21600"/>
                <a:gd name="T4" fmla="*/ 74184 w 21600"/>
                <a:gd name="T5" fmla="*/ 10058641 h 21600"/>
                <a:gd name="T6" fmla="*/ 74184 w 21600"/>
                <a:gd name="T7" fmla="*/ 1005864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9391"/>
                  </a:moveTo>
                  <a:lnTo>
                    <a:pt x="0" y="12678"/>
                  </a:lnTo>
                  <a:lnTo>
                    <a:pt x="3757" y="13617"/>
                  </a:lnTo>
                  <a:lnTo>
                    <a:pt x="11270" y="17374"/>
                  </a:lnTo>
                  <a:lnTo>
                    <a:pt x="14087" y="19722"/>
                  </a:lnTo>
                  <a:lnTo>
                    <a:pt x="15965" y="21600"/>
                  </a:lnTo>
                  <a:lnTo>
                    <a:pt x="17843" y="18783"/>
                  </a:lnTo>
                  <a:lnTo>
                    <a:pt x="17843" y="17374"/>
                  </a:lnTo>
                  <a:lnTo>
                    <a:pt x="19722" y="15496"/>
                  </a:lnTo>
                  <a:lnTo>
                    <a:pt x="19722" y="14557"/>
                  </a:lnTo>
                  <a:lnTo>
                    <a:pt x="21600" y="12678"/>
                  </a:lnTo>
                  <a:lnTo>
                    <a:pt x="17843" y="6104"/>
                  </a:lnTo>
                  <a:lnTo>
                    <a:pt x="15965" y="3287"/>
                  </a:lnTo>
                  <a:lnTo>
                    <a:pt x="9391"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97" name="AutoShape 95" descr="Freeform 100">
              <a:extLst>
                <a:ext uri="{FF2B5EF4-FFF2-40B4-BE49-F238E27FC236}">
                  <a16:creationId xmlns:a16="http://schemas.microsoft.com/office/drawing/2014/main" id="{F24BCCAD-2D7C-423D-B5BE-C78F8249F021}"/>
                </a:ext>
              </a:extLst>
            </p:cNvPr>
            <p:cNvSpPr>
              <a:spLocks/>
            </p:cNvSpPr>
            <p:nvPr/>
          </p:nvSpPr>
          <p:spPr bwMode="auto">
            <a:xfrm>
              <a:off x="1080479" y="4753207"/>
              <a:ext cx="38242" cy="52974"/>
            </a:xfrm>
            <a:custGeom>
              <a:avLst/>
              <a:gdLst>
                <a:gd name="T0" fmla="*/ 1041804 w 21600"/>
                <a:gd name="T1" fmla="*/ 14140085 h 21600"/>
                <a:gd name="T2" fmla="*/ 1041804 w 21600"/>
                <a:gd name="T3" fmla="*/ 14140085 h 21600"/>
                <a:gd name="T4" fmla="*/ 1041804 w 21600"/>
                <a:gd name="T5" fmla="*/ 14140085 h 21600"/>
                <a:gd name="T6" fmla="*/ 1041804 w 21600"/>
                <a:gd name="T7" fmla="*/ 1414008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0250" y="0"/>
                  </a:moveTo>
                  <a:lnTo>
                    <a:pt x="21600" y="4950"/>
                  </a:lnTo>
                  <a:lnTo>
                    <a:pt x="20250" y="9000"/>
                  </a:lnTo>
                  <a:lnTo>
                    <a:pt x="16200" y="9000"/>
                  </a:lnTo>
                  <a:lnTo>
                    <a:pt x="10800" y="4050"/>
                  </a:lnTo>
                  <a:lnTo>
                    <a:pt x="9450" y="1800"/>
                  </a:lnTo>
                  <a:lnTo>
                    <a:pt x="10800" y="4050"/>
                  </a:lnTo>
                  <a:lnTo>
                    <a:pt x="14850" y="11700"/>
                  </a:lnTo>
                  <a:lnTo>
                    <a:pt x="13500" y="14850"/>
                  </a:lnTo>
                  <a:lnTo>
                    <a:pt x="4050" y="10800"/>
                  </a:lnTo>
                  <a:lnTo>
                    <a:pt x="9450" y="14850"/>
                  </a:lnTo>
                  <a:lnTo>
                    <a:pt x="9450" y="21600"/>
                  </a:lnTo>
                  <a:lnTo>
                    <a:pt x="5400" y="19800"/>
                  </a:lnTo>
                  <a:lnTo>
                    <a:pt x="2700" y="17550"/>
                  </a:lnTo>
                  <a:lnTo>
                    <a:pt x="0" y="207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98" name="AutoShape 96" descr="Freeform 101">
              <a:extLst>
                <a:ext uri="{FF2B5EF4-FFF2-40B4-BE49-F238E27FC236}">
                  <a16:creationId xmlns:a16="http://schemas.microsoft.com/office/drawing/2014/main" id="{6C2865F4-D4DA-47B7-BB6D-5B4C638AEF9E}"/>
                </a:ext>
              </a:extLst>
            </p:cNvPr>
            <p:cNvSpPr>
              <a:spLocks/>
            </p:cNvSpPr>
            <p:nvPr/>
          </p:nvSpPr>
          <p:spPr bwMode="auto">
            <a:xfrm>
              <a:off x="952611" y="4834872"/>
              <a:ext cx="27486" cy="50766"/>
            </a:xfrm>
            <a:custGeom>
              <a:avLst/>
              <a:gdLst>
                <a:gd name="T0" fmla="*/ 74184 w 21600"/>
                <a:gd name="T1" fmla="*/ 10058641 h 21600"/>
                <a:gd name="T2" fmla="*/ 74184 w 21600"/>
                <a:gd name="T3" fmla="*/ 10058641 h 21600"/>
                <a:gd name="T4" fmla="*/ 74184 w 21600"/>
                <a:gd name="T5" fmla="*/ 10058641 h 21600"/>
                <a:gd name="T6" fmla="*/ 74184 w 21600"/>
                <a:gd name="T7" fmla="*/ 1005864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8452"/>
                  </a:moveTo>
                  <a:lnTo>
                    <a:pt x="0" y="11270"/>
                  </a:lnTo>
                  <a:lnTo>
                    <a:pt x="1878" y="13617"/>
                  </a:lnTo>
                  <a:lnTo>
                    <a:pt x="7513" y="15496"/>
                  </a:lnTo>
                  <a:lnTo>
                    <a:pt x="9391" y="17374"/>
                  </a:lnTo>
                  <a:lnTo>
                    <a:pt x="13148" y="19722"/>
                  </a:lnTo>
                  <a:lnTo>
                    <a:pt x="13148" y="21600"/>
                  </a:lnTo>
                  <a:lnTo>
                    <a:pt x="15026" y="19722"/>
                  </a:lnTo>
                  <a:lnTo>
                    <a:pt x="15026" y="18783"/>
                  </a:lnTo>
                  <a:lnTo>
                    <a:pt x="19722" y="16435"/>
                  </a:lnTo>
                  <a:lnTo>
                    <a:pt x="19722" y="15496"/>
                  </a:lnTo>
                  <a:lnTo>
                    <a:pt x="21600" y="12678"/>
                  </a:lnTo>
                  <a:lnTo>
                    <a:pt x="21600" y="9391"/>
                  </a:lnTo>
                  <a:lnTo>
                    <a:pt x="19722" y="6104"/>
                  </a:lnTo>
                  <a:lnTo>
                    <a:pt x="16904" y="3287"/>
                  </a:lnTo>
                  <a:lnTo>
                    <a:pt x="13148"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299" name="AutoShape 97" descr="Freeform 102">
              <a:extLst>
                <a:ext uri="{FF2B5EF4-FFF2-40B4-BE49-F238E27FC236}">
                  <a16:creationId xmlns:a16="http://schemas.microsoft.com/office/drawing/2014/main" id="{534C89DE-F709-4859-83A0-187640E2F011}"/>
                </a:ext>
              </a:extLst>
            </p:cNvPr>
            <p:cNvSpPr>
              <a:spLocks/>
            </p:cNvSpPr>
            <p:nvPr/>
          </p:nvSpPr>
          <p:spPr bwMode="auto">
            <a:xfrm>
              <a:off x="980097" y="4859151"/>
              <a:ext cx="26292" cy="36419"/>
            </a:xfrm>
            <a:custGeom>
              <a:avLst/>
              <a:gdLst>
                <a:gd name="T0" fmla="*/ 51996 w 21600"/>
                <a:gd name="T1" fmla="*/ 705632 h 21600"/>
                <a:gd name="T2" fmla="*/ 51996 w 21600"/>
                <a:gd name="T3" fmla="*/ 705632 h 21600"/>
                <a:gd name="T4" fmla="*/ 51996 w 21600"/>
                <a:gd name="T5" fmla="*/ 705632 h 21600"/>
                <a:gd name="T6" fmla="*/ 51996 w 21600"/>
                <a:gd name="T7" fmla="*/ 70563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3927" y="7200"/>
                  </a:lnTo>
                  <a:lnTo>
                    <a:pt x="5891" y="11782"/>
                  </a:lnTo>
                  <a:lnTo>
                    <a:pt x="7855" y="13091"/>
                  </a:lnTo>
                  <a:lnTo>
                    <a:pt x="11782" y="14400"/>
                  </a:lnTo>
                  <a:lnTo>
                    <a:pt x="13745" y="15709"/>
                  </a:lnTo>
                  <a:lnTo>
                    <a:pt x="15709" y="18982"/>
                  </a:lnTo>
                  <a:lnTo>
                    <a:pt x="15709" y="21600"/>
                  </a:lnTo>
                  <a:lnTo>
                    <a:pt x="17673" y="18982"/>
                  </a:lnTo>
                  <a:lnTo>
                    <a:pt x="17673" y="15709"/>
                  </a:lnTo>
                  <a:lnTo>
                    <a:pt x="19636" y="14400"/>
                  </a:lnTo>
                  <a:lnTo>
                    <a:pt x="21600" y="11782"/>
                  </a:lnTo>
                  <a:lnTo>
                    <a:pt x="21600" y="8509"/>
                  </a:lnTo>
                  <a:lnTo>
                    <a:pt x="17673" y="3273"/>
                  </a:lnTo>
                  <a:lnTo>
                    <a:pt x="15709"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00" name="AutoShape 98" descr="Freeform 103">
              <a:extLst>
                <a:ext uri="{FF2B5EF4-FFF2-40B4-BE49-F238E27FC236}">
                  <a16:creationId xmlns:a16="http://schemas.microsoft.com/office/drawing/2014/main" id="{F2EFD772-3003-41E2-AA91-F4FFBD5F5DE5}"/>
                </a:ext>
              </a:extLst>
            </p:cNvPr>
            <p:cNvSpPr>
              <a:spLocks/>
            </p:cNvSpPr>
            <p:nvPr/>
          </p:nvSpPr>
          <p:spPr bwMode="auto">
            <a:xfrm>
              <a:off x="999217" y="4859151"/>
              <a:ext cx="19122" cy="22072"/>
            </a:xfrm>
            <a:custGeom>
              <a:avLst/>
              <a:gdLst>
                <a:gd name="T0" fmla="*/ 4071 w 21600"/>
                <a:gd name="T1" fmla="*/ 12844 h 21600"/>
                <a:gd name="T2" fmla="*/ 4071 w 21600"/>
                <a:gd name="T3" fmla="*/ 12844 h 21600"/>
                <a:gd name="T4" fmla="*/ 4071 w 21600"/>
                <a:gd name="T5" fmla="*/ 12844 h 21600"/>
                <a:gd name="T6" fmla="*/ 4071 w 21600"/>
                <a:gd name="T7" fmla="*/ 1284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13500" y="16200"/>
                  </a:lnTo>
                  <a:lnTo>
                    <a:pt x="2160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01" name="AutoShape 99" descr="Freeform 104">
              <a:extLst>
                <a:ext uri="{FF2B5EF4-FFF2-40B4-BE49-F238E27FC236}">
                  <a16:creationId xmlns:a16="http://schemas.microsoft.com/office/drawing/2014/main" id="{480595B9-898B-4D98-B761-5021852666BE}"/>
                </a:ext>
              </a:extLst>
            </p:cNvPr>
            <p:cNvSpPr>
              <a:spLocks/>
            </p:cNvSpPr>
            <p:nvPr/>
          </p:nvSpPr>
          <p:spPr bwMode="auto">
            <a:xfrm>
              <a:off x="1082870" y="4883149"/>
              <a:ext cx="31072" cy="12700"/>
            </a:xfrm>
            <a:custGeom>
              <a:avLst/>
              <a:gdLst>
                <a:gd name="T0" fmla="*/ 197888 w 21600"/>
                <a:gd name="T1" fmla="*/ 154 h 21600"/>
                <a:gd name="T2" fmla="*/ 197888 w 21600"/>
                <a:gd name="T3" fmla="*/ 154 h 21600"/>
                <a:gd name="T4" fmla="*/ 197888 w 21600"/>
                <a:gd name="T5" fmla="*/ 154 h 21600"/>
                <a:gd name="T6" fmla="*/ 197888 w 21600"/>
                <a:gd name="T7" fmla="*/ 1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5429"/>
                  </a:moveTo>
                  <a:lnTo>
                    <a:pt x="4985" y="21600"/>
                  </a:lnTo>
                  <a:lnTo>
                    <a:pt x="11631" y="21600"/>
                  </a:lnTo>
                  <a:lnTo>
                    <a:pt x="18277" y="15429"/>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02" name="Line 100" descr="Line 105">
              <a:extLst>
                <a:ext uri="{FF2B5EF4-FFF2-40B4-BE49-F238E27FC236}">
                  <a16:creationId xmlns:a16="http://schemas.microsoft.com/office/drawing/2014/main" id="{D923538F-D0F4-4126-AC51-DBA706210BAB}"/>
                </a:ext>
              </a:extLst>
            </p:cNvPr>
            <p:cNvSpPr>
              <a:spLocks noChangeShapeType="1"/>
            </p:cNvSpPr>
            <p:nvPr/>
          </p:nvSpPr>
          <p:spPr bwMode="auto">
            <a:xfrm>
              <a:off x="1106394" y="4869083"/>
              <a:ext cx="12703" cy="1"/>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03" name="Line 101" descr="Line 106">
              <a:extLst>
                <a:ext uri="{FF2B5EF4-FFF2-40B4-BE49-F238E27FC236}">
                  <a16:creationId xmlns:a16="http://schemas.microsoft.com/office/drawing/2014/main" id="{9B968BAF-4AEC-4326-ADD8-700D689768A1}"/>
                </a:ext>
              </a:extLst>
            </p:cNvPr>
            <p:cNvSpPr>
              <a:spLocks noChangeShapeType="1"/>
            </p:cNvSpPr>
            <p:nvPr/>
          </p:nvSpPr>
          <p:spPr bwMode="auto">
            <a:xfrm>
              <a:off x="1113564" y="4856943"/>
              <a:ext cx="12703" cy="1"/>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04" name="Line 102" descr="Line 107">
              <a:extLst>
                <a:ext uri="{FF2B5EF4-FFF2-40B4-BE49-F238E27FC236}">
                  <a16:creationId xmlns:a16="http://schemas.microsoft.com/office/drawing/2014/main" id="{E6A93DD2-CA5D-48C8-8A1B-63E73987B4DF}"/>
                </a:ext>
              </a:extLst>
            </p:cNvPr>
            <p:cNvSpPr>
              <a:spLocks noChangeShapeType="1"/>
            </p:cNvSpPr>
            <p:nvPr/>
          </p:nvSpPr>
          <p:spPr bwMode="auto">
            <a:xfrm>
              <a:off x="1122527" y="4842597"/>
              <a:ext cx="12703" cy="1"/>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05" name="AutoShape 103" descr="Freeform 108">
              <a:extLst>
                <a:ext uri="{FF2B5EF4-FFF2-40B4-BE49-F238E27FC236}">
                  <a16:creationId xmlns:a16="http://schemas.microsoft.com/office/drawing/2014/main" id="{BC55F12E-4615-4DA1-94D5-8E42527341DF}"/>
                </a:ext>
              </a:extLst>
            </p:cNvPr>
            <p:cNvSpPr>
              <a:spLocks/>
            </p:cNvSpPr>
            <p:nvPr/>
          </p:nvSpPr>
          <p:spPr bwMode="auto">
            <a:xfrm>
              <a:off x="1125891" y="4771968"/>
              <a:ext cx="32266" cy="56284"/>
            </a:xfrm>
            <a:custGeom>
              <a:avLst/>
              <a:gdLst>
                <a:gd name="T0" fmla="*/ 267564 w 21600"/>
                <a:gd name="T1" fmla="*/ 22964505 h 21600"/>
                <a:gd name="T2" fmla="*/ 267564 w 21600"/>
                <a:gd name="T3" fmla="*/ 22964505 h 21600"/>
                <a:gd name="T4" fmla="*/ 267564 w 21600"/>
                <a:gd name="T5" fmla="*/ 22964505 h 21600"/>
                <a:gd name="T6" fmla="*/ 267564 w 21600"/>
                <a:gd name="T7" fmla="*/ 2296450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8471"/>
                  </a:moveTo>
                  <a:lnTo>
                    <a:pt x="2400" y="10165"/>
                  </a:lnTo>
                  <a:lnTo>
                    <a:pt x="2400" y="12282"/>
                  </a:lnTo>
                  <a:lnTo>
                    <a:pt x="5600" y="13129"/>
                  </a:lnTo>
                  <a:lnTo>
                    <a:pt x="10400" y="14824"/>
                  </a:lnTo>
                  <a:lnTo>
                    <a:pt x="15200" y="16941"/>
                  </a:lnTo>
                  <a:lnTo>
                    <a:pt x="16800" y="19482"/>
                  </a:lnTo>
                  <a:lnTo>
                    <a:pt x="16800" y="21600"/>
                  </a:lnTo>
                  <a:lnTo>
                    <a:pt x="18400" y="18635"/>
                  </a:lnTo>
                  <a:lnTo>
                    <a:pt x="18400" y="16941"/>
                  </a:lnTo>
                  <a:lnTo>
                    <a:pt x="20000" y="14824"/>
                  </a:lnTo>
                  <a:lnTo>
                    <a:pt x="21600" y="13976"/>
                  </a:lnTo>
                  <a:lnTo>
                    <a:pt x="21600" y="11435"/>
                  </a:lnTo>
                  <a:lnTo>
                    <a:pt x="20000" y="8471"/>
                  </a:lnTo>
                  <a:lnTo>
                    <a:pt x="18400" y="5929"/>
                  </a:lnTo>
                  <a:lnTo>
                    <a:pt x="15200" y="2965"/>
                  </a:lnTo>
                  <a:lnTo>
                    <a:pt x="104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06" name="AutoShape 104" descr="Freeform 109">
              <a:extLst>
                <a:ext uri="{FF2B5EF4-FFF2-40B4-BE49-F238E27FC236}">
                  <a16:creationId xmlns:a16="http://schemas.microsoft.com/office/drawing/2014/main" id="{752BF39C-965B-4344-9AA4-1D1CAACDA9F6}"/>
                </a:ext>
              </a:extLst>
            </p:cNvPr>
            <p:cNvSpPr>
              <a:spLocks/>
            </p:cNvSpPr>
            <p:nvPr/>
          </p:nvSpPr>
          <p:spPr bwMode="auto">
            <a:xfrm>
              <a:off x="1111551" y="4796247"/>
              <a:ext cx="22706" cy="38627"/>
            </a:xfrm>
            <a:custGeom>
              <a:avLst/>
              <a:gdLst>
                <a:gd name="T0" fmla="*/ 16091 w 21600"/>
                <a:gd name="T1" fmla="*/ 1129983 h 21600"/>
                <a:gd name="T2" fmla="*/ 16091 w 21600"/>
                <a:gd name="T3" fmla="*/ 1129983 h 21600"/>
                <a:gd name="T4" fmla="*/ 16091 w 21600"/>
                <a:gd name="T5" fmla="*/ 1129983 h 21600"/>
                <a:gd name="T6" fmla="*/ 16091 w 21600"/>
                <a:gd name="T7" fmla="*/ 112998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8023"/>
                  </a:moveTo>
                  <a:lnTo>
                    <a:pt x="0" y="9874"/>
                  </a:lnTo>
                  <a:lnTo>
                    <a:pt x="2274" y="13577"/>
                  </a:lnTo>
                  <a:lnTo>
                    <a:pt x="4547" y="13577"/>
                  </a:lnTo>
                  <a:lnTo>
                    <a:pt x="6821" y="14811"/>
                  </a:lnTo>
                  <a:lnTo>
                    <a:pt x="13642" y="17897"/>
                  </a:lnTo>
                  <a:lnTo>
                    <a:pt x="13642" y="19131"/>
                  </a:lnTo>
                  <a:lnTo>
                    <a:pt x="17053" y="21600"/>
                  </a:lnTo>
                  <a:lnTo>
                    <a:pt x="19326" y="19131"/>
                  </a:lnTo>
                  <a:lnTo>
                    <a:pt x="19326" y="16663"/>
                  </a:lnTo>
                  <a:lnTo>
                    <a:pt x="21600" y="13577"/>
                  </a:lnTo>
                  <a:lnTo>
                    <a:pt x="21600" y="11109"/>
                  </a:lnTo>
                  <a:lnTo>
                    <a:pt x="19326" y="8023"/>
                  </a:lnTo>
                  <a:lnTo>
                    <a:pt x="19326" y="5554"/>
                  </a:lnTo>
                  <a:lnTo>
                    <a:pt x="17053" y="3086"/>
                  </a:lnTo>
                  <a:lnTo>
                    <a:pt x="11368"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07" name="AutoShape 105" descr="Freeform 110">
              <a:extLst>
                <a:ext uri="{FF2B5EF4-FFF2-40B4-BE49-F238E27FC236}">
                  <a16:creationId xmlns:a16="http://schemas.microsoft.com/office/drawing/2014/main" id="{0D139F34-387D-4F73-991E-E884D1A02FFD}"/>
                </a:ext>
              </a:extLst>
            </p:cNvPr>
            <p:cNvSpPr>
              <a:spLocks/>
            </p:cNvSpPr>
            <p:nvPr/>
          </p:nvSpPr>
          <p:spPr bwMode="auto">
            <a:xfrm>
              <a:off x="1097210" y="4818319"/>
              <a:ext cx="14341" cy="28694"/>
            </a:xfrm>
            <a:custGeom>
              <a:avLst/>
              <a:gdLst>
                <a:gd name="T0" fmla="*/ 408 w 21600"/>
                <a:gd name="T1" fmla="*/ 104785 h 21600"/>
                <a:gd name="T2" fmla="*/ 408 w 21600"/>
                <a:gd name="T3" fmla="*/ 104785 h 21600"/>
                <a:gd name="T4" fmla="*/ 408 w 21600"/>
                <a:gd name="T5" fmla="*/ 104785 h 21600"/>
                <a:gd name="T6" fmla="*/ 408 w 21600"/>
                <a:gd name="T7" fmla="*/ 10478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9138"/>
                  </a:moveTo>
                  <a:lnTo>
                    <a:pt x="3600" y="10800"/>
                  </a:lnTo>
                  <a:lnTo>
                    <a:pt x="0" y="10800"/>
                  </a:lnTo>
                  <a:lnTo>
                    <a:pt x="3600" y="14123"/>
                  </a:lnTo>
                  <a:lnTo>
                    <a:pt x="10800" y="16615"/>
                  </a:lnTo>
                  <a:lnTo>
                    <a:pt x="18000" y="19938"/>
                  </a:lnTo>
                  <a:lnTo>
                    <a:pt x="18000" y="21600"/>
                  </a:lnTo>
                  <a:lnTo>
                    <a:pt x="21600" y="19938"/>
                  </a:lnTo>
                  <a:lnTo>
                    <a:pt x="18000" y="18277"/>
                  </a:lnTo>
                  <a:lnTo>
                    <a:pt x="21600" y="16615"/>
                  </a:lnTo>
                  <a:lnTo>
                    <a:pt x="21600" y="9138"/>
                  </a:lnTo>
                  <a:lnTo>
                    <a:pt x="18000" y="5815"/>
                  </a:lnTo>
                  <a:lnTo>
                    <a:pt x="18000" y="1662"/>
                  </a:lnTo>
                  <a:lnTo>
                    <a:pt x="108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08" name="AutoShape 106" descr="Freeform 111">
              <a:extLst>
                <a:ext uri="{FF2B5EF4-FFF2-40B4-BE49-F238E27FC236}">
                  <a16:creationId xmlns:a16="http://schemas.microsoft.com/office/drawing/2014/main" id="{033A460B-665E-49C7-A7C9-8868DAD99F5E}"/>
                </a:ext>
              </a:extLst>
            </p:cNvPr>
            <p:cNvSpPr>
              <a:spLocks/>
            </p:cNvSpPr>
            <p:nvPr/>
          </p:nvSpPr>
          <p:spPr bwMode="auto">
            <a:xfrm>
              <a:off x="909589" y="4675956"/>
              <a:ext cx="19122" cy="30902"/>
            </a:xfrm>
            <a:custGeom>
              <a:avLst/>
              <a:gdLst>
                <a:gd name="T0" fmla="*/ 4071 w 21600"/>
                <a:gd name="T1" fmla="*/ 189611 h 21600"/>
                <a:gd name="T2" fmla="*/ 4071 w 21600"/>
                <a:gd name="T3" fmla="*/ 189611 h 21600"/>
                <a:gd name="T4" fmla="*/ 4071 w 21600"/>
                <a:gd name="T5" fmla="*/ 189611 h 21600"/>
                <a:gd name="T6" fmla="*/ 4071 w 21600"/>
                <a:gd name="T7" fmla="*/ 18961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10029"/>
                  </a:moveTo>
                  <a:lnTo>
                    <a:pt x="18900" y="8486"/>
                  </a:lnTo>
                  <a:lnTo>
                    <a:pt x="21600" y="10029"/>
                  </a:lnTo>
                  <a:lnTo>
                    <a:pt x="18900" y="11571"/>
                  </a:lnTo>
                  <a:lnTo>
                    <a:pt x="13500" y="13114"/>
                  </a:lnTo>
                  <a:lnTo>
                    <a:pt x="13500" y="21600"/>
                  </a:lnTo>
                  <a:lnTo>
                    <a:pt x="8100" y="20057"/>
                  </a:lnTo>
                  <a:lnTo>
                    <a:pt x="8100" y="18514"/>
                  </a:lnTo>
                  <a:lnTo>
                    <a:pt x="5400" y="16971"/>
                  </a:lnTo>
                  <a:lnTo>
                    <a:pt x="5400" y="15429"/>
                  </a:lnTo>
                  <a:lnTo>
                    <a:pt x="2700" y="11571"/>
                  </a:lnTo>
                  <a:lnTo>
                    <a:pt x="0" y="10029"/>
                  </a:lnTo>
                  <a:lnTo>
                    <a:pt x="2700" y="6943"/>
                  </a:lnTo>
                  <a:lnTo>
                    <a:pt x="2700" y="1543"/>
                  </a:lnTo>
                  <a:lnTo>
                    <a:pt x="54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09" name="AutoShape 107" descr="Freeform 112">
              <a:extLst>
                <a:ext uri="{FF2B5EF4-FFF2-40B4-BE49-F238E27FC236}">
                  <a16:creationId xmlns:a16="http://schemas.microsoft.com/office/drawing/2014/main" id="{9E0F98BF-EEA9-4BB9-9C55-BD8956F49835}"/>
                </a:ext>
              </a:extLst>
            </p:cNvPr>
            <p:cNvSpPr>
              <a:spLocks/>
            </p:cNvSpPr>
            <p:nvPr/>
          </p:nvSpPr>
          <p:spPr bwMode="auto">
            <a:xfrm>
              <a:off x="931100" y="4678164"/>
              <a:ext cx="19122" cy="38627"/>
            </a:xfrm>
            <a:custGeom>
              <a:avLst/>
              <a:gdLst>
                <a:gd name="T0" fmla="*/ 4071 w 21600"/>
                <a:gd name="T1" fmla="*/ 1129983 h 21600"/>
                <a:gd name="T2" fmla="*/ 4071 w 21600"/>
                <a:gd name="T3" fmla="*/ 1129983 h 21600"/>
                <a:gd name="T4" fmla="*/ 4071 w 21600"/>
                <a:gd name="T5" fmla="*/ 1129983 h 21600"/>
                <a:gd name="T6" fmla="*/ 4071 w 21600"/>
                <a:gd name="T7" fmla="*/ 112998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6789"/>
                  </a:moveTo>
                  <a:lnTo>
                    <a:pt x="21600" y="11109"/>
                  </a:lnTo>
                  <a:lnTo>
                    <a:pt x="18900" y="12343"/>
                  </a:lnTo>
                  <a:lnTo>
                    <a:pt x="13500" y="13577"/>
                  </a:lnTo>
                  <a:lnTo>
                    <a:pt x="10800" y="16046"/>
                  </a:lnTo>
                  <a:lnTo>
                    <a:pt x="10800" y="21600"/>
                  </a:lnTo>
                  <a:lnTo>
                    <a:pt x="5400" y="19131"/>
                  </a:lnTo>
                  <a:lnTo>
                    <a:pt x="5400" y="17897"/>
                  </a:lnTo>
                  <a:lnTo>
                    <a:pt x="2700" y="16046"/>
                  </a:lnTo>
                  <a:lnTo>
                    <a:pt x="0" y="14811"/>
                  </a:lnTo>
                  <a:lnTo>
                    <a:pt x="0" y="4320"/>
                  </a:lnTo>
                  <a:lnTo>
                    <a:pt x="27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10" name="AutoShape 108" descr="Freeform 113">
              <a:extLst>
                <a:ext uri="{FF2B5EF4-FFF2-40B4-BE49-F238E27FC236}">
                  <a16:creationId xmlns:a16="http://schemas.microsoft.com/office/drawing/2014/main" id="{1B9C4AD8-F087-480F-9410-E8F7C9140127}"/>
                </a:ext>
              </a:extLst>
            </p:cNvPr>
            <p:cNvSpPr>
              <a:spLocks/>
            </p:cNvSpPr>
            <p:nvPr/>
          </p:nvSpPr>
          <p:spPr bwMode="auto">
            <a:xfrm>
              <a:off x="952611" y="4673749"/>
              <a:ext cx="25096" cy="47455"/>
            </a:xfrm>
            <a:custGeom>
              <a:avLst/>
              <a:gdLst>
                <a:gd name="T0" fmla="*/ 35836 w 21600"/>
                <a:gd name="T1" fmla="*/ 5864331 h 21600"/>
                <a:gd name="T2" fmla="*/ 35836 w 21600"/>
                <a:gd name="T3" fmla="*/ 5864331 h 21600"/>
                <a:gd name="T4" fmla="*/ 35836 w 21600"/>
                <a:gd name="T5" fmla="*/ 5864331 h 21600"/>
                <a:gd name="T6" fmla="*/ 35836 w 21600"/>
                <a:gd name="T7" fmla="*/ 586433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7535"/>
                  </a:moveTo>
                  <a:lnTo>
                    <a:pt x="0" y="11051"/>
                  </a:lnTo>
                  <a:lnTo>
                    <a:pt x="2057" y="14065"/>
                  </a:lnTo>
                  <a:lnTo>
                    <a:pt x="6171" y="14065"/>
                  </a:lnTo>
                  <a:lnTo>
                    <a:pt x="8229" y="17581"/>
                  </a:lnTo>
                  <a:lnTo>
                    <a:pt x="10286" y="18586"/>
                  </a:lnTo>
                  <a:lnTo>
                    <a:pt x="10286" y="21600"/>
                  </a:lnTo>
                  <a:lnTo>
                    <a:pt x="14400" y="19591"/>
                  </a:lnTo>
                  <a:lnTo>
                    <a:pt x="14400" y="17581"/>
                  </a:lnTo>
                  <a:lnTo>
                    <a:pt x="16457" y="16577"/>
                  </a:lnTo>
                  <a:lnTo>
                    <a:pt x="18514" y="14065"/>
                  </a:lnTo>
                  <a:lnTo>
                    <a:pt x="21600" y="13060"/>
                  </a:lnTo>
                  <a:lnTo>
                    <a:pt x="21600" y="9544"/>
                  </a:lnTo>
                  <a:lnTo>
                    <a:pt x="18514" y="6530"/>
                  </a:lnTo>
                  <a:lnTo>
                    <a:pt x="16457" y="3014"/>
                  </a:lnTo>
                  <a:lnTo>
                    <a:pt x="144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11" name="AutoShape 109" descr="Freeform 114">
              <a:extLst>
                <a:ext uri="{FF2B5EF4-FFF2-40B4-BE49-F238E27FC236}">
                  <a16:creationId xmlns:a16="http://schemas.microsoft.com/office/drawing/2014/main" id="{FDEEEB60-DF27-46C2-A9A5-D6ADBFE565B5}"/>
                </a:ext>
              </a:extLst>
            </p:cNvPr>
            <p:cNvSpPr>
              <a:spLocks/>
            </p:cNvSpPr>
            <p:nvPr/>
          </p:nvSpPr>
          <p:spPr bwMode="auto">
            <a:xfrm>
              <a:off x="996827" y="4671542"/>
              <a:ext cx="16731" cy="33108"/>
            </a:xfrm>
            <a:custGeom>
              <a:avLst/>
              <a:gdLst>
                <a:gd name="T0" fmla="*/ 1399 w 21600"/>
                <a:gd name="T1" fmla="*/ 329175 h 21600"/>
                <a:gd name="T2" fmla="*/ 1399 w 21600"/>
                <a:gd name="T3" fmla="*/ 329175 h 21600"/>
                <a:gd name="T4" fmla="*/ 1399 w 21600"/>
                <a:gd name="T5" fmla="*/ 329175 h 21600"/>
                <a:gd name="T6" fmla="*/ 1399 w 21600"/>
                <a:gd name="T7" fmla="*/ 32917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7200"/>
                  </a:moveTo>
                  <a:lnTo>
                    <a:pt x="0" y="10800"/>
                  </a:lnTo>
                  <a:lnTo>
                    <a:pt x="6171" y="13680"/>
                  </a:lnTo>
                  <a:lnTo>
                    <a:pt x="9257" y="17280"/>
                  </a:lnTo>
                  <a:lnTo>
                    <a:pt x="12343" y="18720"/>
                  </a:lnTo>
                  <a:lnTo>
                    <a:pt x="12343" y="21600"/>
                  </a:lnTo>
                  <a:lnTo>
                    <a:pt x="15429" y="18720"/>
                  </a:lnTo>
                  <a:lnTo>
                    <a:pt x="15429" y="15120"/>
                  </a:lnTo>
                  <a:lnTo>
                    <a:pt x="21600" y="12240"/>
                  </a:lnTo>
                  <a:lnTo>
                    <a:pt x="21600" y="5760"/>
                  </a:lnTo>
                  <a:lnTo>
                    <a:pt x="15429"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12" name="AutoShape 110" descr="Freeform 115">
              <a:extLst>
                <a:ext uri="{FF2B5EF4-FFF2-40B4-BE49-F238E27FC236}">
                  <a16:creationId xmlns:a16="http://schemas.microsoft.com/office/drawing/2014/main" id="{B7FCF36D-D570-4679-B9A0-9EEA9AE5407C}"/>
                </a:ext>
              </a:extLst>
            </p:cNvPr>
            <p:cNvSpPr>
              <a:spLocks/>
            </p:cNvSpPr>
            <p:nvPr/>
          </p:nvSpPr>
          <p:spPr bwMode="auto">
            <a:xfrm>
              <a:off x="871349" y="4564495"/>
              <a:ext cx="16731" cy="38627"/>
            </a:xfrm>
            <a:custGeom>
              <a:avLst/>
              <a:gdLst>
                <a:gd name="T0" fmla="*/ 1399 w 21600"/>
                <a:gd name="T1" fmla="*/ 1129983 h 21600"/>
                <a:gd name="T2" fmla="*/ 1399 w 21600"/>
                <a:gd name="T3" fmla="*/ 1129983 h 21600"/>
                <a:gd name="T4" fmla="*/ 1399 w 21600"/>
                <a:gd name="T5" fmla="*/ 1129983 h 21600"/>
                <a:gd name="T6" fmla="*/ 1399 w 21600"/>
                <a:gd name="T7" fmla="*/ 112998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9257" y="13577"/>
                  </a:lnTo>
                  <a:lnTo>
                    <a:pt x="15429" y="19131"/>
                  </a:lnTo>
                  <a:lnTo>
                    <a:pt x="2160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13" name="AutoShape 111" descr="Freeform 116">
              <a:extLst>
                <a:ext uri="{FF2B5EF4-FFF2-40B4-BE49-F238E27FC236}">
                  <a16:creationId xmlns:a16="http://schemas.microsoft.com/office/drawing/2014/main" id="{850A42A0-0B7E-4CD5-AD71-442C98F891DD}"/>
                </a:ext>
              </a:extLst>
            </p:cNvPr>
            <p:cNvSpPr>
              <a:spLocks/>
            </p:cNvSpPr>
            <p:nvPr/>
          </p:nvSpPr>
          <p:spPr bwMode="auto">
            <a:xfrm>
              <a:off x="887704" y="4608638"/>
              <a:ext cx="12703" cy="28694"/>
            </a:xfrm>
            <a:custGeom>
              <a:avLst/>
              <a:gdLst>
                <a:gd name="T0" fmla="*/ 154 w 21600"/>
                <a:gd name="T1" fmla="*/ 104785 h 21600"/>
                <a:gd name="T2" fmla="*/ 154 w 21600"/>
                <a:gd name="T3" fmla="*/ 104785 h 21600"/>
                <a:gd name="T4" fmla="*/ 154 w 21600"/>
                <a:gd name="T5" fmla="*/ 104785 h 21600"/>
                <a:gd name="T6" fmla="*/ 154 w 21600"/>
                <a:gd name="T7" fmla="*/ 10478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0" y="9138"/>
                  </a:lnTo>
                  <a:lnTo>
                    <a:pt x="12960" y="18277"/>
                  </a:lnTo>
                  <a:lnTo>
                    <a:pt x="2160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14" name="AutoShape 112" descr="Freeform 117">
              <a:extLst>
                <a:ext uri="{FF2B5EF4-FFF2-40B4-BE49-F238E27FC236}">
                  <a16:creationId xmlns:a16="http://schemas.microsoft.com/office/drawing/2014/main" id="{59A01033-CD66-4372-9C77-1EF5FA557864}"/>
                </a:ext>
              </a:extLst>
            </p:cNvPr>
            <p:cNvSpPr>
              <a:spLocks/>
            </p:cNvSpPr>
            <p:nvPr/>
          </p:nvSpPr>
          <p:spPr bwMode="auto">
            <a:xfrm>
              <a:off x="892859" y="4596498"/>
              <a:ext cx="154160" cy="59595"/>
            </a:xfrm>
            <a:custGeom>
              <a:avLst/>
              <a:gdLst>
                <a:gd name="T0" fmla="*/ 2147483646 w 21600"/>
                <a:gd name="T1" fmla="*/ 36279085 h 21600"/>
                <a:gd name="T2" fmla="*/ 2147483646 w 21600"/>
                <a:gd name="T3" fmla="*/ 36279085 h 21600"/>
                <a:gd name="T4" fmla="*/ 2147483646 w 21600"/>
                <a:gd name="T5" fmla="*/ 36279085 h 21600"/>
                <a:gd name="T6" fmla="*/ 2147483646 w 21600"/>
                <a:gd name="T7" fmla="*/ 3627908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0400"/>
                  </a:moveTo>
                  <a:lnTo>
                    <a:pt x="335" y="13200"/>
                  </a:lnTo>
                  <a:lnTo>
                    <a:pt x="335" y="16400"/>
                  </a:lnTo>
                  <a:lnTo>
                    <a:pt x="670" y="20000"/>
                  </a:lnTo>
                  <a:lnTo>
                    <a:pt x="1340" y="20800"/>
                  </a:lnTo>
                  <a:lnTo>
                    <a:pt x="1674" y="21600"/>
                  </a:lnTo>
                  <a:lnTo>
                    <a:pt x="2679" y="21600"/>
                  </a:lnTo>
                  <a:lnTo>
                    <a:pt x="4353" y="20800"/>
                  </a:lnTo>
                  <a:lnTo>
                    <a:pt x="5358" y="20800"/>
                  </a:lnTo>
                  <a:lnTo>
                    <a:pt x="7367" y="19200"/>
                  </a:lnTo>
                  <a:lnTo>
                    <a:pt x="9042" y="20000"/>
                  </a:lnTo>
                  <a:lnTo>
                    <a:pt x="11051" y="20000"/>
                  </a:lnTo>
                  <a:lnTo>
                    <a:pt x="12893" y="20800"/>
                  </a:lnTo>
                  <a:lnTo>
                    <a:pt x="14233" y="20800"/>
                  </a:lnTo>
                  <a:lnTo>
                    <a:pt x="15237" y="21600"/>
                  </a:lnTo>
                  <a:lnTo>
                    <a:pt x="16577" y="20000"/>
                  </a:lnTo>
                  <a:lnTo>
                    <a:pt x="16912" y="16400"/>
                  </a:lnTo>
                  <a:lnTo>
                    <a:pt x="16912" y="14800"/>
                  </a:lnTo>
                  <a:lnTo>
                    <a:pt x="15572" y="14000"/>
                  </a:lnTo>
                  <a:lnTo>
                    <a:pt x="17916" y="14000"/>
                  </a:lnTo>
                  <a:lnTo>
                    <a:pt x="18921" y="11200"/>
                  </a:lnTo>
                  <a:lnTo>
                    <a:pt x="19256" y="8800"/>
                  </a:lnTo>
                  <a:lnTo>
                    <a:pt x="19256" y="5200"/>
                  </a:lnTo>
                  <a:lnTo>
                    <a:pt x="18921" y="4400"/>
                  </a:lnTo>
                  <a:lnTo>
                    <a:pt x="16912" y="4400"/>
                  </a:lnTo>
                  <a:lnTo>
                    <a:pt x="19256" y="5200"/>
                  </a:lnTo>
                  <a:lnTo>
                    <a:pt x="19926" y="2400"/>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15" name="AutoShape 113" descr="Freeform 118">
              <a:extLst>
                <a:ext uri="{FF2B5EF4-FFF2-40B4-BE49-F238E27FC236}">
                  <a16:creationId xmlns:a16="http://schemas.microsoft.com/office/drawing/2014/main" id="{7040CFC3-3CD3-4A5E-B09A-FDF3A8F91EFC}"/>
                </a:ext>
              </a:extLst>
            </p:cNvPr>
            <p:cNvSpPr>
              <a:spLocks/>
            </p:cNvSpPr>
            <p:nvPr/>
          </p:nvSpPr>
          <p:spPr bwMode="auto">
            <a:xfrm>
              <a:off x="907200" y="4635123"/>
              <a:ext cx="99188" cy="26487"/>
            </a:xfrm>
            <a:custGeom>
              <a:avLst/>
              <a:gdLst>
                <a:gd name="T0" fmla="*/ 2133528980 w 21600"/>
                <a:gd name="T1" fmla="*/ 55243 h 21600"/>
                <a:gd name="T2" fmla="*/ 2133528980 w 21600"/>
                <a:gd name="T3" fmla="*/ 55243 h 21600"/>
                <a:gd name="T4" fmla="*/ 2133528980 w 21600"/>
                <a:gd name="T5" fmla="*/ 55243 h 21600"/>
                <a:gd name="T6" fmla="*/ 2133528980 w 21600"/>
                <a:gd name="T7" fmla="*/ 5524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21600"/>
                  </a:moveTo>
                  <a:lnTo>
                    <a:pt x="18477" y="19800"/>
                  </a:lnTo>
                  <a:lnTo>
                    <a:pt x="14053" y="15300"/>
                  </a:lnTo>
                  <a:lnTo>
                    <a:pt x="10410" y="11700"/>
                  </a:lnTo>
                  <a:lnTo>
                    <a:pt x="3123" y="13500"/>
                  </a:lnTo>
                  <a:lnTo>
                    <a:pt x="520" y="13500"/>
                  </a:lnTo>
                  <a:lnTo>
                    <a:pt x="0" y="11700"/>
                  </a:lnTo>
                  <a:lnTo>
                    <a:pt x="2082" y="9900"/>
                  </a:lnTo>
                  <a:lnTo>
                    <a:pt x="4684" y="5400"/>
                  </a:lnTo>
                  <a:lnTo>
                    <a:pt x="6766" y="5400"/>
                  </a:lnTo>
                  <a:lnTo>
                    <a:pt x="9889" y="0"/>
                  </a:lnTo>
                  <a:lnTo>
                    <a:pt x="10930" y="3600"/>
                  </a:lnTo>
                  <a:lnTo>
                    <a:pt x="13533" y="7200"/>
                  </a:lnTo>
                  <a:lnTo>
                    <a:pt x="16916" y="11700"/>
                  </a:lnTo>
                  <a:lnTo>
                    <a:pt x="21600" y="15300"/>
                  </a:lnTo>
                  <a:lnTo>
                    <a:pt x="21600" y="21600"/>
                  </a:lnTo>
                  <a:close/>
                </a:path>
              </a:pathLst>
            </a:custGeom>
            <a:solidFill>
              <a:srgbClr val="0000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16" name="AutoShape 114" descr="Freeform 119">
              <a:extLst>
                <a:ext uri="{FF2B5EF4-FFF2-40B4-BE49-F238E27FC236}">
                  <a16:creationId xmlns:a16="http://schemas.microsoft.com/office/drawing/2014/main" id="{D73D06E1-C847-46A4-9D92-49C36F023B50}"/>
                </a:ext>
              </a:extLst>
            </p:cNvPr>
            <p:cNvSpPr>
              <a:spLocks/>
            </p:cNvSpPr>
            <p:nvPr/>
          </p:nvSpPr>
          <p:spPr bwMode="auto">
            <a:xfrm>
              <a:off x="907200" y="4635123"/>
              <a:ext cx="99188" cy="26487"/>
            </a:xfrm>
            <a:custGeom>
              <a:avLst/>
              <a:gdLst>
                <a:gd name="T0" fmla="*/ 2133528980 w 21600"/>
                <a:gd name="T1" fmla="*/ 55243 h 21600"/>
                <a:gd name="T2" fmla="*/ 2133528980 w 21600"/>
                <a:gd name="T3" fmla="*/ 55243 h 21600"/>
                <a:gd name="T4" fmla="*/ 2133528980 w 21600"/>
                <a:gd name="T5" fmla="*/ 55243 h 21600"/>
                <a:gd name="T6" fmla="*/ 2133528980 w 21600"/>
                <a:gd name="T7" fmla="*/ 5524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21600"/>
                  </a:moveTo>
                  <a:lnTo>
                    <a:pt x="18477" y="19800"/>
                  </a:lnTo>
                  <a:lnTo>
                    <a:pt x="14053" y="15300"/>
                  </a:lnTo>
                  <a:lnTo>
                    <a:pt x="10410" y="11700"/>
                  </a:lnTo>
                  <a:lnTo>
                    <a:pt x="3123" y="13500"/>
                  </a:lnTo>
                  <a:lnTo>
                    <a:pt x="520" y="13500"/>
                  </a:lnTo>
                  <a:lnTo>
                    <a:pt x="0" y="11700"/>
                  </a:lnTo>
                  <a:lnTo>
                    <a:pt x="2082" y="9900"/>
                  </a:lnTo>
                  <a:lnTo>
                    <a:pt x="4684" y="5400"/>
                  </a:lnTo>
                  <a:lnTo>
                    <a:pt x="6766" y="5400"/>
                  </a:lnTo>
                  <a:lnTo>
                    <a:pt x="9889" y="0"/>
                  </a:lnTo>
                  <a:lnTo>
                    <a:pt x="10930" y="3600"/>
                  </a:lnTo>
                  <a:lnTo>
                    <a:pt x="13533" y="7200"/>
                  </a:lnTo>
                  <a:lnTo>
                    <a:pt x="16916" y="11700"/>
                  </a:lnTo>
                  <a:lnTo>
                    <a:pt x="21600" y="15300"/>
                  </a:lnTo>
                  <a:lnTo>
                    <a:pt x="21600" y="21600"/>
                  </a:lnTo>
                  <a:close/>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17" name="AutoShape 115" descr="Freeform 120">
              <a:extLst>
                <a:ext uri="{FF2B5EF4-FFF2-40B4-BE49-F238E27FC236}">
                  <a16:creationId xmlns:a16="http://schemas.microsoft.com/office/drawing/2014/main" id="{CE4AB078-2535-44DD-82A9-63F21041A37F}"/>
                </a:ext>
              </a:extLst>
            </p:cNvPr>
            <p:cNvSpPr>
              <a:spLocks/>
            </p:cNvSpPr>
            <p:nvPr/>
          </p:nvSpPr>
          <p:spPr bwMode="auto">
            <a:xfrm>
              <a:off x="1003998" y="4594291"/>
              <a:ext cx="43022" cy="57387"/>
            </a:xfrm>
            <a:custGeom>
              <a:avLst/>
              <a:gdLst>
                <a:gd name="T0" fmla="*/ 2672734 w 21600"/>
                <a:gd name="T1" fmla="*/ 26821943 h 21600"/>
                <a:gd name="T2" fmla="*/ 2672734 w 21600"/>
                <a:gd name="T3" fmla="*/ 26821943 h 21600"/>
                <a:gd name="T4" fmla="*/ 2672734 w 21600"/>
                <a:gd name="T5" fmla="*/ 26821943 h 21600"/>
                <a:gd name="T6" fmla="*/ 2672734 w 21600"/>
                <a:gd name="T7" fmla="*/ 2682194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0"/>
                  </a:moveTo>
                  <a:lnTo>
                    <a:pt x="15600" y="3323"/>
                  </a:lnTo>
                  <a:lnTo>
                    <a:pt x="13200" y="6231"/>
                  </a:lnTo>
                  <a:lnTo>
                    <a:pt x="4800" y="5400"/>
                  </a:lnTo>
                  <a:lnTo>
                    <a:pt x="13200" y="6231"/>
                  </a:lnTo>
                  <a:lnTo>
                    <a:pt x="13200" y="9969"/>
                  </a:lnTo>
                  <a:lnTo>
                    <a:pt x="8400" y="14538"/>
                  </a:lnTo>
                  <a:lnTo>
                    <a:pt x="0" y="15369"/>
                  </a:lnTo>
                  <a:lnTo>
                    <a:pt x="8400" y="14538"/>
                  </a:lnTo>
                  <a:lnTo>
                    <a:pt x="360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18" name="AutoShape 116" descr="Freeform 121">
              <a:extLst>
                <a:ext uri="{FF2B5EF4-FFF2-40B4-BE49-F238E27FC236}">
                  <a16:creationId xmlns:a16="http://schemas.microsoft.com/office/drawing/2014/main" id="{6C80FDF4-38D0-49DE-95EB-E9C5B7FA30F5}"/>
                </a:ext>
              </a:extLst>
            </p:cNvPr>
            <p:cNvSpPr>
              <a:spLocks/>
            </p:cNvSpPr>
            <p:nvPr/>
          </p:nvSpPr>
          <p:spPr bwMode="auto">
            <a:xfrm>
              <a:off x="1526226" y="4881223"/>
              <a:ext cx="99188" cy="99324"/>
            </a:xfrm>
            <a:custGeom>
              <a:avLst/>
              <a:gdLst>
                <a:gd name="T0" fmla="*/ 2133528980 w 21600"/>
                <a:gd name="T1" fmla="*/ 2147483646 h 21600"/>
                <a:gd name="T2" fmla="*/ 2133528980 w 21600"/>
                <a:gd name="T3" fmla="*/ 2147483646 h 21600"/>
                <a:gd name="T4" fmla="*/ 2133528980 w 21600"/>
                <a:gd name="T5" fmla="*/ 2147483646 h 21600"/>
                <a:gd name="T6" fmla="*/ 2133528980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1561" y="3600"/>
                  </a:lnTo>
                  <a:lnTo>
                    <a:pt x="2602" y="2160"/>
                  </a:lnTo>
                  <a:lnTo>
                    <a:pt x="3123" y="6240"/>
                  </a:lnTo>
                  <a:lnTo>
                    <a:pt x="5725" y="4800"/>
                  </a:lnTo>
                  <a:lnTo>
                    <a:pt x="4684" y="9360"/>
                  </a:lnTo>
                  <a:lnTo>
                    <a:pt x="7287" y="7200"/>
                  </a:lnTo>
                  <a:lnTo>
                    <a:pt x="6766" y="12000"/>
                  </a:lnTo>
                  <a:lnTo>
                    <a:pt x="9369" y="9360"/>
                  </a:lnTo>
                  <a:lnTo>
                    <a:pt x="8328" y="14640"/>
                  </a:lnTo>
                  <a:lnTo>
                    <a:pt x="10410" y="12480"/>
                  </a:lnTo>
                  <a:lnTo>
                    <a:pt x="9369" y="16800"/>
                  </a:lnTo>
                  <a:lnTo>
                    <a:pt x="12492" y="14160"/>
                  </a:lnTo>
                  <a:lnTo>
                    <a:pt x="11451" y="17760"/>
                  </a:lnTo>
                  <a:lnTo>
                    <a:pt x="13793" y="15120"/>
                  </a:lnTo>
                  <a:lnTo>
                    <a:pt x="13272" y="18960"/>
                  </a:lnTo>
                  <a:lnTo>
                    <a:pt x="16395" y="15600"/>
                  </a:lnTo>
                  <a:lnTo>
                    <a:pt x="16395" y="19440"/>
                  </a:lnTo>
                  <a:lnTo>
                    <a:pt x="19518" y="17280"/>
                  </a:lnTo>
                  <a:lnTo>
                    <a:pt x="18998" y="20880"/>
                  </a:lnTo>
                  <a:lnTo>
                    <a:pt x="21600" y="17760"/>
                  </a:lnTo>
                  <a:lnTo>
                    <a:pt x="2108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19" name="AutoShape 117" descr="Freeform 122">
              <a:extLst>
                <a:ext uri="{FF2B5EF4-FFF2-40B4-BE49-F238E27FC236}">
                  <a16:creationId xmlns:a16="http://schemas.microsoft.com/office/drawing/2014/main" id="{067B3FE2-84C3-45EB-A1C5-3327BFFD2C8D}"/>
                </a:ext>
              </a:extLst>
            </p:cNvPr>
            <p:cNvSpPr>
              <a:spLocks/>
            </p:cNvSpPr>
            <p:nvPr/>
          </p:nvSpPr>
          <p:spPr bwMode="auto">
            <a:xfrm>
              <a:off x="1634974" y="4832665"/>
              <a:ext cx="43022" cy="58491"/>
            </a:xfrm>
            <a:custGeom>
              <a:avLst/>
              <a:gdLst>
                <a:gd name="T0" fmla="*/ 2672734 w 21600"/>
                <a:gd name="T1" fmla="*/ 31238868 h 21600"/>
                <a:gd name="T2" fmla="*/ 2672734 w 21600"/>
                <a:gd name="T3" fmla="*/ 31238868 h 21600"/>
                <a:gd name="T4" fmla="*/ 2672734 w 21600"/>
                <a:gd name="T5" fmla="*/ 31238868 h 21600"/>
                <a:gd name="T6" fmla="*/ 2672734 w 21600"/>
                <a:gd name="T7" fmla="*/ 3123886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3600" y="1630"/>
                  </a:lnTo>
                  <a:lnTo>
                    <a:pt x="10800" y="4483"/>
                  </a:lnTo>
                  <a:lnTo>
                    <a:pt x="12000" y="8966"/>
                  </a:lnTo>
                  <a:lnTo>
                    <a:pt x="21600" y="17117"/>
                  </a:lnTo>
                  <a:lnTo>
                    <a:pt x="2160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20" name="AutoShape 118" descr="Freeform 123">
              <a:extLst>
                <a:ext uri="{FF2B5EF4-FFF2-40B4-BE49-F238E27FC236}">
                  <a16:creationId xmlns:a16="http://schemas.microsoft.com/office/drawing/2014/main" id="{EBA74602-0017-4E3A-9BB4-3F9C1541F47B}"/>
                </a:ext>
              </a:extLst>
            </p:cNvPr>
            <p:cNvSpPr>
              <a:spLocks/>
            </p:cNvSpPr>
            <p:nvPr/>
          </p:nvSpPr>
          <p:spPr bwMode="auto">
            <a:xfrm>
              <a:off x="980097" y="4673749"/>
              <a:ext cx="21512" cy="40834"/>
            </a:xfrm>
            <a:custGeom>
              <a:avLst/>
              <a:gdLst>
                <a:gd name="T0" fmla="*/ 10444 w 21600"/>
                <a:gd name="T1" fmla="*/ 1762677 h 21600"/>
                <a:gd name="T2" fmla="*/ 10444 w 21600"/>
                <a:gd name="T3" fmla="*/ 1762677 h 21600"/>
                <a:gd name="T4" fmla="*/ 10444 w 21600"/>
                <a:gd name="T5" fmla="*/ 1762677 h 21600"/>
                <a:gd name="T6" fmla="*/ 10444 w 21600"/>
                <a:gd name="T7" fmla="*/ 176267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6422"/>
                  </a:moveTo>
                  <a:lnTo>
                    <a:pt x="0" y="9924"/>
                  </a:lnTo>
                  <a:lnTo>
                    <a:pt x="2400" y="11092"/>
                  </a:lnTo>
                  <a:lnTo>
                    <a:pt x="4800" y="12843"/>
                  </a:lnTo>
                  <a:lnTo>
                    <a:pt x="9600" y="15178"/>
                  </a:lnTo>
                  <a:lnTo>
                    <a:pt x="12000" y="17514"/>
                  </a:lnTo>
                  <a:lnTo>
                    <a:pt x="12000" y="21600"/>
                  </a:lnTo>
                  <a:lnTo>
                    <a:pt x="14400" y="17514"/>
                  </a:lnTo>
                  <a:lnTo>
                    <a:pt x="14400" y="16346"/>
                  </a:lnTo>
                  <a:lnTo>
                    <a:pt x="19200" y="14011"/>
                  </a:lnTo>
                  <a:lnTo>
                    <a:pt x="21600" y="11092"/>
                  </a:lnTo>
                  <a:lnTo>
                    <a:pt x="19200" y="8757"/>
                  </a:lnTo>
                  <a:lnTo>
                    <a:pt x="19200" y="2335"/>
                  </a:lnTo>
                  <a:lnTo>
                    <a:pt x="168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21" name="AutoShape 119" descr="Freeform 124">
              <a:extLst>
                <a:ext uri="{FF2B5EF4-FFF2-40B4-BE49-F238E27FC236}">
                  <a16:creationId xmlns:a16="http://schemas.microsoft.com/office/drawing/2014/main" id="{B1D0DFA8-A432-40D5-84D9-6EEC66AF284B}"/>
                </a:ext>
              </a:extLst>
            </p:cNvPr>
            <p:cNvSpPr>
              <a:spLocks/>
            </p:cNvSpPr>
            <p:nvPr/>
          </p:nvSpPr>
          <p:spPr bwMode="auto">
            <a:xfrm>
              <a:off x="1355337" y="4517041"/>
              <a:ext cx="156549" cy="33108"/>
            </a:xfrm>
            <a:custGeom>
              <a:avLst/>
              <a:gdLst>
                <a:gd name="T0" fmla="*/ 2147483646 w 21600"/>
                <a:gd name="T1" fmla="*/ 329175 h 21600"/>
                <a:gd name="T2" fmla="*/ 2147483646 w 21600"/>
                <a:gd name="T3" fmla="*/ 329175 h 21600"/>
                <a:gd name="T4" fmla="*/ 2147483646 w 21600"/>
                <a:gd name="T5" fmla="*/ 329175 h 21600"/>
                <a:gd name="T6" fmla="*/ 2147483646 w 21600"/>
                <a:gd name="T7" fmla="*/ 32917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270" y="0"/>
                  </a:moveTo>
                  <a:lnTo>
                    <a:pt x="21600" y="2880"/>
                  </a:lnTo>
                  <a:lnTo>
                    <a:pt x="21270" y="7200"/>
                  </a:lnTo>
                  <a:lnTo>
                    <a:pt x="19621" y="9360"/>
                  </a:lnTo>
                  <a:lnTo>
                    <a:pt x="17973" y="12240"/>
                  </a:lnTo>
                  <a:lnTo>
                    <a:pt x="14015" y="13680"/>
                  </a:lnTo>
                  <a:lnTo>
                    <a:pt x="9563" y="17280"/>
                  </a:lnTo>
                  <a:lnTo>
                    <a:pt x="3627" y="20160"/>
                  </a:lnTo>
                  <a:lnTo>
                    <a:pt x="989" y="21600"/>
                  </a:lnTo>
                  <a:lnTo>
                    <a:pt x="989" y="18720"/>
                  </a:lnTo>
                  <a:lnTo>
                    <a:pt x="1319" y="15120"/>
                  </a:lnTo>
                  <a:lnTo>
                    <a:pt x="989" y="10800"/>
                  </a:lnTo>
                  <a:lnTo>
                    <a:pt x="0" y="432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22" name="AutoShape 120" descr="Freeform 125">
              <a:extLst>
                <a:ext uri="{FF2B5EF4-FFF2-40B4-BE49-F238E27FC236}">
                  <a16:creationId xmlns:a16="http://schemas.microsoft.com/office/drawing/2014/main" id="{8EF57A4B-849A-46C5-9055-DD4CAC007142}"/>
                </a:ext>
              </a:extLst>
            </p:cNvPr>
            <p:cNvSpPr>
              <a:spLocks/>
            </p:cNvSpPr>
            <p:nvPr/>
          </p:nvSpPr>
          <p:spPr bwMode="auto">
            <a:xfrm>
              <a:off x="1345777" y="4535802"/>
              <a:ext cx="125479" cy="40833"/>
            </a:xfrm>
            <a:custGeom>
              <a:avLst/>
              <a:gdLst>
                <a:gd name="T0" fmla="*/ 2147483646 w 21600"/>
                <a:gd name="T1" fmla="*/ 1762254 h 21600"/>
                <a:gd name="T2" fmla="*/ 2147483646 w 21600"/>
                <a:gd name="T3" fmla="*/ 1762254 h 21600"/>
                <a:gd name="T4" fmla="*/ 2147483646 w 21600"/>
                <a:gd name="T5" fmla="*/ 1762254 h 21600"/>
                <a:gd name="T6" fmla="*/ 2147483646 w 21600"/>
                <a:gd name="T7" fmla="*/ 17622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9954" y="0"/>
                  </a:moveTo>
                  <a:lnTo>
                    <a:pt x="21600" y="4086"/>
                  </a:lnTo>
                  <a:lnTo>
                    <a:pt x="21600" y="6422"/>
                  </a:lnTo>
                  <a:lnTo>
                    <a:pt x="20777" y="7589"/>
                  </a:lnTo>
                  <a:lnTo>
                    <a:pt x="18720" y="8757"/>
                  </a:lnTo>
                  <a:lnTo>
                    <a:pt x="13577" y="12843"/>
                  </a:lnTo>
                  <a:lnTo>
                    <a:pt x="9463" y="16346"/>
                  </a:lnTo>
                  <a:lnTo>
                    <a:pt x="6583" y="19265"/>
                  </a:lnTo>
                  <a:lnTo>
                    <a:pt x="4937" y="19265"/>
                  </a:lnTo>
                  <a:lnTo>
                    <a:pt x="3291" y="20432"/>
                  </a:lnTo>
                  <a:lnTo>
                    <a:pt x="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23" name="AutoShape 121" descr="Freeform 126">
              <a:extLst>
                <a:ext uri="{FF2B5EF4-FFF2-40B4-BE49-F238E27FC236}">
                  <a16:creationId xmlns:a16="http://schemas.microsoft.com/office/drawing/2014/main" id="{E4504656-1003-4383-BAB2-E497DFBC08EF}"/>
                </a:ext>
              </a:extLst>
            </p:cNvPr>
            <p:cNvSpPr>
              <a:spLocks/>
            </p:cNvSpPr>
            <p:nvPr/>
          </p:nvSpPr>
          <p:spPr bwMode="auto">
            <a:xfrm>
              <a:off x="1471255" y="4513730"/>
              <a:ext cx="178060" cy="32005"/>
            </a:xfrm>
            <a:custGeom>
              <a:avLst/>
              <a:gdLst>
                <a:gd name="T0" fmla="*/ 2147483646 w 21600"/>
                <a:gd name="T1" fmla="*/ 251026 h 21600"/>
                <a:gd name="T2" fmla="*/ 2147483646 w 21600"/>
                <a:gd name="T3" fmla="*/ 251026 h 21600"/>
                <a:gd name="T4" fmla="*/ 2147483646 w 21600"/>
                <a:gd name="T5" fmla="*/ 251026 h 21600"/>
                <a:gd name="T6" fmla="*/ 2147483646 w 21600"/>
                <a:gd name="T7" fmla="*/ 25102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0150" y="0"/>
                  </a:moveTo>
                  <a:lnTo>
                    <a:pt x="21020" y="0"/>
                  </a:lnTo>
                  <a:lnTo>
                    <a:pt x="21600" y="5214"/>
                  </a:lnTo>
                  <a:lnTo>
                    <a:pt x="21310" y="6703"/>
                  </a:lnTo>
                  <a:lnTo>
                    <a:pt x="20730" y="6703"/>
                  </a:lnTo>
                  <a:lnTo>
                    <a:pt x="17831" y="9683"/>
                  </a:lnTo>
                  <a:lnTo>
                    <a:pt x="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24" name="AutoShape 122" descr="Freeform 127">
              <a:extLst>
                <a:ext uri="{FF2B5EF4-FFF2-40B4-BE49-F238E27FC236}">
                  <a16:creationId xmlns:a16="http://schemas.microsoft.com/office/drawing/2014/main" id="{8496F8D0-447F-477C-AC0E-4C5A91FC4E8E}"/>
                </a:ext>
              </a:extLst>
            </p:cNvPr>
            <p:cNvSpPr>
              <a:spLocks/>
            </p:cNvSpPr>
            <p:nvPr/>
          </p:nvSpPr>
          <p:spPr bwMode="auto">
            <a:xfrm>
              <a:off x="1203567" y="4538009"/>
              <a:ext cx="31072" cy="60698"/>
            </a:xfrm>
            <a:custGeom>
              <a:avLst/>
              <a:gdLst>
                <a:gd name="T0" fmla="*/ 197888 w 21600"/>
                <a:gd name="T1" fmla="*/ 42010943 h 21600"/>
                <a:gd name="T2" fmla="*/ 197888 w 21600"/>
                <a:gd name="T3" fmla="*/ 42010943 h 21600"/>
                <a:gd name="T4" fmla="*/ 197888 w 21600"/>
                <a:gd name="T5" fmla="*/ 42010943 h 21600"/>
                <a:gd name="T6" fmla="*/ 197888 w 21600"/>
                <a:gd name="T7" fmla="*/ 4201094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3323" y="21600"/>
                  </a:moveTo>
                  <a:lnTo>
                    <a:pt x="13292" y="20029"/>
                  </a:lnTo>
                  <a:lnTo>
                    <a:pt x="14954" y="18065"/>
                  </a:lnTo>
                  <a:lnTo>
                    <a:pt x="14954" y="16495"/>
                  </a:lnTo>
                  <a:lnTo>
                    <a:pt x="13292" y="14531"/>
                  </a:lnTo>
                  <a:lnTo>
                    <a:pt x="0" y="11389"/>
                  </a:lnTo>
                  <a:lnTo>
                    <a:pt x="8308" y="12175"/>
                  </a:lnTo>
                  <a:lnTo>
                    <a:pt x="14954" y="12175"/>
                  </a:lnTo>
                  <a:lnTo>
                    <a:pt x="19938" y="10211"/>
                  </a:lnTo>
                  <a:lnTo>
                    <a:pt x="21600" y="7855"/>
                  </a:lnTo>
                  <a:lnTo>
                    <a:pt x="21600" y="5105"/>
                  </a:lnTo>
                  <a:lnTo>
                    <a:pt x="18277" y="3535"/>
                  </a:lnTo>
                  <a:lnTo>
                    <a:pt x="14954" y="2749"/>
                  </a:lnTo>
                  <a:lnTo>
                    <a:pt x="0" y="785"/>
                  </a:lnTo>
                  <a:lnTo>
                    <a:pt x="1662"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25" name="AutoShape 123" descr="Freeform 128">
              <a:extLst>
                <a:ext uri="{FF2B5EF4-FFF2-40B4-BE49-F238E27FC236}">
                  <a16:creationId xmlns:a16="http://schemas.microsoft.com/office/drawing/2014/main" id="{A1226E53-0723-42FD-AC8F-59B3AAF6A88A}"/>
                </a:ext>
              </a:extLst>
            </p:cNvPr>
            <p:cNvSpPr>
              <a:spLocks/>
            </p:cNvSpPr>
            <p:nvPr/>
          </p:nvSpPr>
          <p:spPr bwMode="auto">
            <a:xfrm>
              <a:off x="1232248" y="4533595"/>
              <a:ext cx="43022" cy="26487"/>
            </a:xfrm>
            <a:custGeom>
              <a:avLst/>
              <a:gdLst>
                <a:gd name="T0" fmla="*/ 2672734 w 21600"/>
                <a:gd name="T1" fmla="*/ 55243 h 21600"/>
                <a:gd name="T2" fmla="*/ 2672734 w 21600"/>
                <a:gd name="T3" fmla="*/ 55243 h 21600"/>
                <a:gd name="T4" fmla="*/ 2672734 w 21600"/>
                <a:gd name="T5" fmla="*/ 55243 h 21600"/>
                <a:gd name="T6" fmla="*/ 2672734 w 21600"/>
                <a:gd name="T7" fmla="*/ 5524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4400" y="0"/>
                  </a:moveTo>
                  <a:lnTo>
                    <a:pt x="18000" y="1800"/>
                  </a:lnTo>
                  <a:lnTo>
                    <a:pt x="19200" y="3600"/>
                  </a:lnTo>
                  <a:lnTo>
                    <a:pt x="21600" y="8100"/>
                  </a:lnTo>
                  <a:lnTo>
                    <a:pt x="21600" y="15300"/>
                  </a:lnTo>
                  <a:lnTo>
                    <a:pt x="19200" y="19800"/>
                  </a:lnTo>
                  <a:lnTo>
                    <a:pt x="16800" y="21600"/>
                  </a:lnTo>
                  <a:lnTo>
                    <a:pt x="6000" y="21600"/>
                  </a:lnTo>
                  <a:lnTo>
                    <a:pt x="3600" y="19800"/>
                  </a:lnTo>
                  <a:lnTo>
                    <a:pt x="0" y="135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26" name="AutoShape 124" descr="Freeform 129">
              <a:extLst>
                <a:ext uri="{FF2B5EF4-FFF2-40B4-BE49-F238E27FC236}">
                  <a16:creationId xmlns:a16="http://schemas.microsoft.com/office/drawing/2014/main" id="{AB6445F3-BCA6-4B81-ACD4-B7033DB867CE}"/>
                </a:ext>
              </a:extLst>
            </p:cNvPr>
            <p:cNvSpPr>
              <a:spLocks/>
            </p:cNvSpPr>
            <p:nvPr/>
          </p:nvSpPr>
          <p:spPr bwMode="auto">
            <a:xfrm>
              <a:off x="1275269" y="4525870"/>
              <a:ext cx="53777" cy="26487"/>
            </a:xfrm>
            <a:custGeom>
              <a:avLst/>
              <a:gdLst>
                <a:gd name="T0" fmla="*/ 15930321 w 21600"/>
                <a:gd name="T1" fmla="*/ 55243 h 21600"/>
                <a:gd name="T2" fmla="*/ 15930321 w 21600"/>
                <a:gd name="T3" fmla="*/ 55243 h 21600"/>
                <a:gd name="T4" fmla="*/ 15930321 w 21600"/>
                <a:gd name="T5" fmla="*/ 55243 h 21600"/>
                <a:gd name="T6" fmla="*/ 15930321 w 21600"/>
                <a:gd name="T7" fmla="*/ 5524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2960" y="0"/>
                  </a:moveTo>
                  <a:lnTo>
                    <a:pt x="15840" y="1800"/>
                  </a:lnTo>
                  <a:lnTo>
                    <a:pt x="18720" y="6300"/>
                  </a:lnTo>
                  <a:lnTo>
                    <a:pt x="20640" y="9900"/>
                  </a:lnTo>
                  <a:lnTo>
                    <a:pt x="21600" y="14400"/>
                  </a:lnTo>
                  <a:lnTo>
                    <a:pt x="21600" y="18000"/>
                  </a:lnTo>
                  <a:lnTo>
                    <a:pt x="18720" y="19800"/>
                  </a:lnTo>
                  <a:lnTo>
                    <a:pt x="16800" y="21600"/>
                  </a:lnTo>
                  <a:lnTo>
                    <a:pt x="2400" y="21600"/>
                  </a:lnTo>
                  <a:lnTo>
                    <a:pt x="0" y="198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27" name="AutoShape 125" descr="Freeform 130">
              <a:extLst>
                <a:ext uri="{FF2B5EF4-FFF2-40B4-BE49-F238E27FC236}">
                  <a16:creationId xmlns:a16="http://schemas.microsoft.com/office/drawing/2014/main" id="{DDC6A8E3-23B2-4010-91AB-5BCF9054D97A}"/>
                </a:ext>
              </a:extLst>
            </p:cNvPr>
            <p:cNvSpPr>
              <a:spLocks/>
            </p:cNvSpPr>
            <p:nvPr/>
          </p:nvSpPr>
          <p:spPr bwMode="auto">
            <a:xfrm>
              <a:off x="1237028" y="4560080"/>
              <a:ext cx="38242" cy="24279"/>
            </a:xfrm>
            <a:custGeom>
              <a:avLst/>
              <a:gdLst>
                <a:gd name="T0" fmla="*/ 1041804 w 21600"/>
                <a:gd name="T1" fmla="*/ 27534 h 21600"/>
                <a:gd name="T2" fmla="*/ 1041804 w 21600"/>
                <a:gd name="T3" fmla="*/ 27534 h 21600"/>
                <a:gd name="T4" fmla="*/ 1041804 w 21600"/>
                <a:gd name="T5" fmla="*/ 27534 h 21600"/>
                <a:gd name="T6" fmla="*/ 1041804 w 21600"/>
                <a:gd name="T7" fmla="*/ 2753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6691"/>
                  </a:moveTo>
                  <a:lnTo>
                    <a:pt x="8100" y="19636"/>
                  </a:lnTo>
                  <a:lnTo>
                    <a:pt x="12150" y="21600"/>
                  </a:lnTo>
                  <a:lnTo>
                    <a:pt x="14850" y="21600"/>
                  </a:lnTo>
                  <a:lnTo>
                    <a:pt x="17550" y="19636"/>
                  </a:lnTo>
                  <a:lnTo>
                    <a:pt x="20250" y="16691"/>
                  </a:lnTo>
                  <a:lnTo>
                    <a:pt x="20250" y="14727"/>
                  </a:lnTo>
                  <a:lnTo>
                    <a:pt x="21600" y="10800"/>
                  </a:lnTo>
                  <a:lnTo>
                    <a:pt x="20250" y="8836"/>
                  </a:lnTo>
                  <a:lnTo>
                    <a:pt x="20250" y="3927"/>
                  </a:lnTo>
                  <a:lnTo>
                    <a:pt x="16200" y="0"/>
                  </a:lnTo>
                  <a:lnTo>
                    <a:pt x="135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28" name="AutoShape 126" descr="Freeform 131">
              <a:extLst>
                <a:ext uri="{FF2B5EF4-FFF2-40B4-BE49-F238E27FC236}">
                  <a16:creationId xmlns:a16="http://schemas.microsoft.com/office/drawing/2014/main" id="{175452F1-2A07-40E2-AC13-25A3F9F6722A}"/>
                </a:ext>
              </a:extLst>
            </p:cNvPr>
            <p:cNvSpPr>
              <a:spLocks/>
            </p:cNvSpPr>
            <p:nvPr/>
          </p:nvSpPr>
          <p:spPr bwMode="auto">
            <a:xfrm>
              <a:off x="1275269" y="4552356"/>
              <a:ext cx="39436" cy="26486"/>
            </a:xfrm>
            <a:custGeom>
              <a:avLst/>
              <a:gdLst>
                <a:gd name="T0" fmla="*/ 1332358 w 21600"/>
                <a:gd name="T1" fmla="*/ 55223 h 21600"/>
                <a:gd name="T2" fmla="*/ 1332358 w 21600"/>
                <a:gd name="T3" fmla="*/ 55223 h 21600"/>
                <a:gd name="T4" fmla="*/ 1332358 w 21600"/>
                <a:gd name="T5" fmla="*/ 55223 h 21600"/>
                <a:gd name="T6" fmla="*/ 1332358 w 21600"/>
                <a:gd name="T7" fmla="*/ 5522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8000"/>
                  </a:moveTo>
                  <a:lnTo>
                    <a:pt x="9818" y="19800"/>
                  </a:lnTo>
                  <a:lnTo>
                    <a:pt x="12436" y="21600"/>
                  </a:lnTo>
                  <a:lnTo>
                    <a:pt x="16364" y="21600"/>
                  </a:lnTo>
                  <a:lnTo>
                    <a:pt x="18982" y="19800"/>
                  </a:lnTo>
                  <a:lnTo>
                    <a:pt x="21600" y="16200"/>
                  </a:lnTo>
                  <a:lnTo>
                    <a:pt x="21600" y="9900"/>
                  </a:lnTo>
                  <a:lnTo>
                    <a:pt x="17673" y="4500"/>
                  </a:lnTo>
                  <a:lnTo>
                    <a:pt x="13745"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29" name="AutoShape 127" descr="Freeform 132">
              <a:extLst>
                <a:ext uri="{FF2B5EF4-FFF2-40B4-BE49-F238E27FC236}">
                  <a16:creationId xmlns:a16="http://schemas.microsoft.com/office/drawing/2014/main" id="{499FF5EB-F781-4FEE-B2E8-9F2D74502EF3}"/>
                </a:ext>
              </a:extLst>
            </p:cNvPr>
            <p:cNvSpPr>
              <a:spLocks/>
            </p:cNvSpPr>
            <p:nvPr/>
          </p:nvSpPr>
          <p:spPr bwMode="auto">
            <a:xfrm>
              <a:off x="1314706" y="4550148"/>
              <a:ext cx="38241" cy="28694"/>
            </a:xfrm>
            <a:custGeom>
              <a:avLst/>
              <a:gdLst>
                <a:gd name="T0" fmla="*/ 1041556 w 21600"/>
                <a:gd name="T1" fmla="*/ 104785 h 21600"/>
                <a:gd name="T2" fmla="*/ 1041556 w 21600"/>
                <a:gd name="T3" fmla="*/ 104785 h 21600"/>
                <a:gd name="T4" fmla="*/ 1041556 w 21600"/>
                <a:gd name="T5" fmla="*/ 104785 h 21600"/>
                <a:gd name="T6" fmla="*/ 1041556 w 21600"/>
                <a:gd name="T7" fmla="*/ 10478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8277"/>
                  </a:moveTo>
                  <a:lnTo>
                    <a:pt x="9450" y="19938"/>
                  </a:lnTo>
                  <a:lnTo>
                    <a:pt x="12150" y="21600"/>
                  </a:lnTo>
                  <a:lnTo>
                    <a:pt x="14850" y="21600"/>
                  </a:lnTo>
                  <a:lnTo>
                    <a:pt x="20250" y="18277"/>
                  </a:lnTo>
                  <a:lnTo>
                    <a:pt x="20250" y="16615"/>
                  </a:lnTo>
                  <a:lnTo>
                    <a:pt x="21600" y="12462"/>
                  </a:lnTo>
                  <a:lnTo>
                    <a:pt x="20250" y="10800"/>
                  </a:lnTo>
                  <a:lnTo>
                    <a:pt x="20250" y="7477"/>
                  </a:lnTo>
                  <a:lnTo>
                    <a:pt x="17550" y="5815"/>
                  </a:lnTo>
                  <a:lnTo>
                    <a:pt x="14850" y="1662"/>
                  </a:lnTo>
                  <a:lnTo>
                    <a:pt x="12150" y="0"/>
                  </a:lnTo>
                  <a:lnTo>
                    <a:pt x="675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30" name="AutoShape 128" descr="Freeform 133">
              <a:extLst>
                <a:ext uri="{FF2B5EF4-FFF2-40B4-BE49-F238E27FC236}">
                  <a16:creationId xmlns:a16="http://schemas.microsoft.com/office/drawing/2014/main" id="{7AFE81FC-32A9-478B-9AE8-40D847175D3C}"/>
                </a:ext>
              </a:extLst>
            </p:cNvPr>
            <p:cNvSpPr>
              <a:spLocks/>
            </p:cNvSpPr>
            <p:nvPr/>
          </p:nvSpPr>
          <p:spPr bwMode="auto">
            <a:xfrm>
              <a:off x="1268099" y="4578841"/>
              <a:ext cx="39436" cy="24279"/>
            </a:xfrm>
            <a:custGeom>
              <a:avLst/>
              <a:gdLst>
                <a:gd name="T0" fmla="*/ 1332358 w 21600"/>
                <a:gd name="T1" fmla="*/ 27534 h 21600"/>
                <a:gd name="T2" fmla="*/ 1332358 w 21600"/>
                <a:gd name="T3" fmla="*/ 27534 h 21600"/>
                <a:gd name="T4" fmla="*/ 1332358 w 21600"/>
                <a:gd name="T5" fmla="*/ 27534 h 21600"/>
                <a:gd name="T6" fmla="*/ 1332358 w 21600"/>
                <a:gd name="T7" fmla="*/ 2753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7673"/>
                  </a:moveTo>
                  <a:lnTo>
                    <a:pt x="9818" y="19636"/>
                  </a:lnTo>
                  <a:lnTo>
                    <a:pt x="12436" y="21600"/>
                  </a:lnTo>
                  <a:lnTo>
                    <a:pt x="15055" y="21600"/>
                  </a:lnTo>
                  <a:lnTo>
                    <a:pt x="17673" y="19636"/>
                  </a:lnTo>
                  <a:lnTo>
                    <a:pt x="20291" y="19636"/>
                  </a:lnTo>
                  <a:lnTo>
                    <a:pt x="20291" y="15709"/>
                  </a:lnTo>
                  <a:lnTo>
                    <a:pt x="21600" y="13745"/>
                  </a:lnTo>
                  <a:lnTo>
                    <a:pt x="20291" y="8836"/>
                  </a:lnTo>
                  <a:lnTo>
                    <a:pt x="18982" y="4909"/>
                  </a:lnTo>
                  <a:lnTo>
                    <a:pt x="16364" y="0"/>
                  </a:lnTo>
                  <a:lnTo>
                    <a:pt x="13745"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31" name="AutoShape 129" descr="Freeform 134">
              <a:extLst>
                <a:ext uri="{FF2B5EF4-FFF2-40B4-BE49-F238E27FC236}">
                  <a16:creationId xmlns:a16="http://schemas.microsoft.com/office/drawing/2014/main" id="{A93E581D-186D-4B4D-9B30-9CDF10BE1FEE}"/>
                </a:ext>
              </a:extLst>
            </p:cNvPr>
            <p:cNvSpPr>
              <a:spLocks/>
            </p:cNvSpPr>
            <p:nvPr/>
          </p:nvSpPr>
          <p:spPr bwMode="auto">
            <a:xfrm>
              <a:off x="1239418" y="4582152"/>
              <a:ext cx="26292" cy="26487"/>
            </a:xfrm>
            <a:custGeom>
              <a:avLst/>
              <a:gdLst>
                <a:gd name="T0" fmla="*/ 51996 w 21600"/>
                <a:gd name="T1" fmla="*/ 55243 h 21600"/>
                <a:gd name="T2" fmla="*/ 51996 w 21600"/>
                <a:gd name="T3" fmla="*/ 55243 h 21600"/>
                <a:gd name="T4" fmla="*/ 51996 w 21600"/>
                <a:gd name="T5" fmla="*/ 55243 h 21600"/>
                <a:gd name="T6" fmla="*/ 51996 w 21600"/>
                <a:gd name="T7" fmla="*/ 5524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17673" y="21600"/>
                  </a:lnTo>
                  <a:lnTo>
                    <a:pt x="21600" y="17100"/>
                  </a:lnTo>
                  <a:lnTo>
                    <a:pt x="21600" y="9900"/>
                  </a:lnTo>
                  <a:lnTo>
                    <a:pt x="19636" y="7200"/>
                  </a:lnTo>
                  <a:lnTo>
                    <a:pt x="15709" y="3600"/>
                  </a:lnTo>
                  <a:lnTo>
                    <a:pt x="9818"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32" name="AutoShape 130" descr="Freeform 135">
              <a:extLst>
                <a:ext uri="{FF2B5EF4-FFF2-40B4-BE49-F238E27FC236}">
                  <a16:creationId xmlns:a16="http://schemas.microsoft.com/office/drawing/2014/main" id="{D31D6225-A258-4793-BD09-157965FBB0AC}"/>
                </a:ext>
              </a:extLst>
            </p:cNvPr>
            <p:cNvSpPr>
              <a:spLocks/>
            </p:cNvSpPr>
            <p:nvPr/>
          </p:nvSpPr>
          <p:spPr bwMode="auto">
            <a:xfrm>
              <a:off x="1305146" y="4576634"/>
              <a:ext cx="38241" cy="26487"/>
            </a:xfrm>
            <a:custGeom>
              <a:avLst/>
              <a:gdLst>
                <a:gd name="T0" fmla="*/ 1041556 w 21600"/>
                <a:gd name="T1" fmla="*/ 55243 h 21600"/>
                <a:gd name="T2" fmla="*/ 1041556 w 21600"/>
                <a:gd name="T3" fmla="*/ 55243 h 21600"/>
                <a:gd name="T4" fmla="*/ 1041556 w 21600"/>
                <a:gd name="T5" fmla="*/ 55243 h 21600"/>
                <a:gd name="T6" fmla="*/ 1041556 w 21600"/>
                <a:gd name="T7" fmla="*/ 5524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8000"/>
                  </a:moveTo>
                  <a:lnTo>
                    <a:pt x="9450" y="19800"/>
                  </a:lnTo>
                  <a:lnTo>
                    <a:pt x="12150" y="21600"/>
                  </a:lnTo>
                  <a:lnTo>
                    <a:pt x="16200" y="21600"/>
                  </a:lnTo>
                  <a:lnTo>
                    <a:pt x="18900" y="19800"/>
                  </a:lnTo>
                  <a:lnTo>
                    <a:pt x="20250" y="18000"/>
                  </a:lnTo>
                  <a:lnTo>
                    <a:pt x="20250" y="16200"/>
                  </a:lnTo>
                  <a:lnTo>
                    <a:pt x="21600" y="14400"/>
                  </a:lnTo>
                  <a:lnTo>
                    <a:pt x="20250" y="9900"/>
                  </a:lnTo>
                  <a:lnTo>
                    <a:pt x="20250" y="6300"/>
                  </a:lnTo>
                  <a:lnTo>
                    <a:pt x="17550" y="1800"/>
                  </a:lnTo>
                  <a:lnTo>
                    <a:pt x="1485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33" name="AutoShape 131" descr="Freeform 136">
              <a:extLst>
                <a:ext uri="{FF2B5EF4-FFF2-40B4-BE49-F238E27FC236}">
                  <a16:creationId xmlns:a16="http://schemas.microsoft.com/office/drawing/2014/main" id="{4D40E2A4-8E3E-43A5-9546-02AA8CE3D16C}"/>
                </a:ext>
              </a:extLst>
            </p:cNvPr>
            <p:cNvSpPr>
              <a:spLocks/>
            </p:cNvSpPr>
            <p:nvPr/>
          </p:nvSpPr>
          <p:spPr bwMode="auto">
            <a:xfrm>
              <a:off x="1260929" y="4600913"/>
              <a:ext cx="32266" cy="28694"/>
            </a:xfrm>
            <a:custGeom>
              <a:avLst/>
              <a:gdLst>
                <a:gd name="T0" fmla="*/ 267564 w 21600"/>
                <a:gd name="T1" fmla="*/ 104785 h 21600"/>
                <a:gd name="T2" fmla="*/ 267564 w 21600"/>
                <a:gd name="T3" fmla="*/ 104785 h 21600"/>
                <a:gd name="T4" fmla="*/ 267564 w 21600"/>
                <a:gd name="T5" fmla="*/ 104785 h 21600"/>
                <a:gd name="T6" fmla="*/ 267564 w 21600"/>
                <a:gd name="T7" fmla="*/ 10478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9938"/>
                  </a:moveTo>
                  <a:lnTo>
                    <a:pt x="6400" y="19938"/>
                  </a:lnTo>
                  <a:lnTo>
                    <a:pt x="11200" y="21600"/>
                  </a:lnTo>
                  <a:lnTo>
                    <a:pt x="15200" y="19938"/>
                  </a:lnTo>
                  <a:lnTo>
                    <a:pt x="18400" y="19938"/>
                  </a:lnTo>
                  <a:lnTo>
                    <a:pt x="20000" y="16615"/>
                  </a:lnTo>
                  <a:lnTo>
                    <a:pt x="21600" y="14954"/>
                  </a:lnTo>
                  <a:lnTo>
                    <a:pt x="21600" y="9138"/>
                  </a:lnTo>
                  <a:lnTo>
                    <a:pt x="20000" y="5815"/>
                  </a:lnTo>
                  <a:lnTo>
                    <a:pt x="16800" y="3323"/>
                  </a:lnTo>
                  <a:lnTo>
                    <a:pt x="112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34" name="AutoShape 132" descr="Freeform 137">
              <a:extLst>
                <a:ext uri="{FF2B5EF4-FFF2-40B4-BE49-F238E27FC236}">
                  <a16:creationId xmlns:a16="http://schemas.microsoft.com/office/drawing/2014/main" id="{FB544E09-447A-45DF-95E6-35FD924C1F31}"/>
                </a:ext>
              </a:extLst>
            </p:cNvPr>
            <p:cNvSpPr>
              <a:spLocks/>
            </p:cNvSpPr>
            <p:nvPr/>
          </p:nvSpPr>
          <p:spPr bwMode="auto">
            <a:xfrm>
              <a:off x="1293195" y="4600913"/>
              <a:ext cx="35852" cy="26487"/>
            </a:xfrm>
            <a:custGeom>
              <a:avLst/>
              <a:gdLst>
                <a:gd name="T0" fmla="*/ 621649 w 21600"/>
                <a:gd name="T1" fmla="*/ 55243 h 21600"/>
                <a:gd name="T2" fmla="*/ 621649 w 21600"/>
                <a:gd name="T3" fmla="*/ 55243 h 21600"/>
                <a:gd name="T4" fmla="*/ 621649 w 21600"/>
                <a:gd name="T5" fmla="*/ 55243 h 21600"/>
                <a:gd name="T6" fmla="*/ 621649 w 21600"/>
                <a:gd name="T7" fmla="*/ 5524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8000"/>
                  </a:moveTo>
                  <a:lnTo>
                    <a:pt x="8640" y="21600"/>
                  </a:lnTo>
                  <a:lnTo>
                    <a:pt x="14400" y="21600"/>
                  </a:lnTo>
                  <a:lnTo>
                    <a:pt x="20160" y="18000"/>
                  </a:lnTo>
                  <a:lnTo>
                    <a:pt x="20160" y="16200"/>
                  </a:lnTo>
                  <a:lnTo>
                    <a:pt x="21600" y="11700"/>
                  </a:lnTo>
                  <a:lnTo>
                    <a:pt x="20160" y="9900"/>
                  </a:lnTo>
                  <a:lnTo>
                    <a:pt x="20160" y="6300"/>
                  </a:lnTo>
                  <a:lnTo>
                    <a:pt x="15840" y="1800"/>
                  </a:lnTo>
                  <a:lnTo>
                    <a:pt x="1296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35" name="AutoShape 133" descr="Freeform 138">
              <a:extLst>
                <a:ext uri="{FF2B5EF4-FFF2-40B4-BE49-F238E27FC236}">
                  <a16:creationId xmlns:a16="http://schemas.microsoft.com/office/drawing/2014/main" id="{172E59C4-0CE4-4ABF-A045-2AE36B0C019D}"/>
                </a:ext>
              </a:extLst>
            </p:cNvPr>
            <p:cNvSpPr>
              <a:spLocks/>
            </p:cNvSpPr>
            <p:nvPr/>
          </p:nvSpPr>
          <p:spPr bwMode="auto">
            <a:xfrm>
              <a:off x="1340997" y="4560080"/>
              <a:ext cx="108748" cy="36420"/>
            </a:xfrm>
            <a:custGeom>
              <a:avLst/>
              <a:gdLst>
                <a:gd name="T0" fmla="*/ 2147483646 w 21600"/>
                <a:gd name="T1" fmla="*/ 705742 h 21600"/>
                <a:gd name="T2" fmla="*/ 2147483646 w 21600"/>
                <a:gd name="T3" fmla="*/ 705742 h 21600"/>
                <a:gd name="T4" fmla="*/ 2147483646 w 21600"/>
                <a:gd name="T5" fmla="*/ 705742 h 21600"/>
                <a:gd name="T6" fmla="*/ 2147483646 w 21600"/>
                <a:gd name="T7" fmla="*/ 70574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9495" y="20291"/>
                  </a:lnTo>
                  <a:lnTo>
                    <a:pt x="12818" y="20291"/>
                  </a:lnTo>
                  <a:lnTo>
                    <a:pt x="15191" y="18327"/>
                  </a:lnTo>
                  <a:lnTo>
                    <a:pt x="18040" y="14400"/>
                  </a:lnTo>
                  <a:lnTo>
                    <a:pt x="20651" y="9818"/>
                  </a:lnTo>
                  <a:lnTo>
                    <a:pt x="21600" y="7200"/>
                  </a:lnTo>
                  <a:lnTo>
                    <a:pt x="21125" y="5891"/>
                  </a:lnTo>
                  <a:lnTo>
                    <a:pt x="20176" y="2618"/>
                  </a:lnTo>
                  <a:lnTo>
                    <a:pt x="19226" y="2618"/>
                  </a:lnTo>
                  <a:lnTo>
                    <a:pt x="1709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36" name="AutoShape 134" descr="Freeform 139">
              <a:extLst>
                <a:ext uri="{FF2B5EF4-FFF2-40B4-BE49-F238E27FC236}">
                  <a16:creationId xmlns:a16="http://schemas.microsoft.com/office/drawing/2014/main" id="{37C0E77B-2DD0-40CD-9DD7-9BD0CCCD1B10}"/>
                </a:ext>
              </a:extLst>
            </p:cNvPr>
            <p:cNvSpPr>
              <a:spLocks/>
            </p:cNvSpPr>
            <p:nvPr/>
          </p:nvSpPr>
          <p:spPr bwMode="auto">
            <a:xfrm>
              <a:off x="1329046" y="4594291"/>
              <a:ext cx="100384" cy="26487"/>
            </a:xfrm>
            <a:custGeom>
              <a:avLst/>
              <a:gdLst>
                <a:gd name="T0" fmla="*/ 2147483646 w 21600"/>
                <a:gd name="T1" fmla="*/ 55243 h 21600"/>
                <a:gd name="T2" fmla="*/ 2147483646 w 21600"/>
                <a:gd name="T3" fmla="*/ 55243 h 21600"/>
                <a:gd name="T4" fmla="*/ 2147483646 w 21600"/>
                <a:gd name="T5" fmla="*/ 55243 h 21600"/>
                <a:gd name="T6" fmla="*/ 2147483646 w 21600"/>
                <a:gd name="T7" fmla="*/ 5524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7100"/>
                  </a:moveTo>
                  <a:lnTo>
                    <a:pt x="6686" y="21600"/>
                  </a:lnTo>
                  <a:lnTo>
                    <a:pt x="12343" y="21600"/>
                  </a:lnTo>
                  <a:lnTo>
                    <a:pt x="16971" y="18900"/>
                  </a:lnTo>
                  <a:lnTo>
                    <a:pt x="20571" y="18900"/>
                  </a:lnTo>
                  <a:lnTo>
                    <a:pt x="21086" y="17100"/>
                  </a:lnTo>
                  <a:lnTo>
                    <a:pt x="21600" y="13500"/>
                  </a:lnTo>
                  <a:lnTo>
                    <a:pt x="21600" y="11700"/>
                  </a:lnTo>
                  <a:lnTo>
                    <a:pt x="21086" y="5400"/>
                  </a:lnTo>
                  <a:lnTo>
                    <a:pt x="20571" y="5400"/>
                  </a:lnTo>
                  <a:lnTo>
                    <a:pt x="19029" y="3600"/>
                  </a:lnTo>
                  <a:lnTo>
                    <a:pt x="16457"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37" name="AutoShape 135" descr="Freeform 140">
              <a:extLst>
                <a:ext uri="{FF2B5EF4-FFF2-40B4-BE49-F238E27FC236}">
                  <a16:creationId xmlns:a16="http://schemas.microsoft.com/office/drawing/2014/main" id="{E5F35016-A73F-4FC4-BC55-ADCD3AAD2AA5}"/>
                </a:ext>
              </a:extLst>
            </p:cNvPr>
            <p:cNvSpPr>
              <a:spLocks/>
            </p:cNvSpPr>
            <p:nvPr/>
          </p:nvSpPr>
          <p:spPr bwMode="auto">
            <a:xfrm>
              <a:off x="1307535" y="4617467"/>
              <a:ext cx="81263" cy="36420"/>
            </a:xfrm>
            <a:custGeom>
              <a:avLst/>
              <a:gdLst>
                <a:gd name="T0" fmla="*/ 433094526 w 21600"/>
                <a:gd name="T1" fmla="*/ 705742 h 21600"/>
                <a:gd name="T2" fmla="*/ 433094526 w 21600"/>
                <a:gd name="T3" fmla="*/ 705742 h 21600"/>
                <a:gd name="T4" fmla="*/ 433094526 w 21600"/>
                <a:gd name="T5" fmla="*/ 705742 h 21600"/>
                <a:gd name="T6" fmla="*/ 433094526 w 21600"/>
                <a:gd name="T7" fmla="*/ 70574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5891"/>
                  </a:moveTo>
                  <a:lnTo>
                    <a:pt x="5082" y="10473"/>
                  </a:lnTo>
                  <a:lnTo>
                    <a:pt x="13341" y="18982"/>
                  </a:lnTo>
                  <a:lnTo>
                    <a:pt x="16518" y="21600"/>
                  </a:lnTo>
                  <a:lnTo>
                    <a:pt x="19694" y="21600"/>
                  </a:lnTo>
                  <a:lnTo>
                    <a:pt x="20965" y="18982"/>
                  </a:lnTo>
                  <a:lnTo>
                    <a:pt x="21600" y="15709"/>
                  </a:lnTo>
                  <a:lnTo>
                    <a:pt x="21600" y="11782"/>
                  </a:lnTo>
                  <a:lnTo>
                    <a:pt x="20329" y="7200"/>
                  </a:lnTo>
                  <a:lnTo>
                    <a:pt x="16518"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38" name="AutoShape 136" descr="Freeform 141">
              <a:extLst>
                <a:ext uri="{FF2B5EF4-FFF2-40B4-BE49-F238E27FC236}">
                  <a16:creationId xmlns:a16="http://schemas.microsoft.com/office/drawing/2014/main" id="{72843E61-DFD1-49C1-84A3-FEB5367D3E2B}"/>
                </a:ext>
              </a:extLst>
            </p:cNvPr>
            <p:cNvSpPr>
              <a:spLocks/>
            </p:cNvSpPr>
            <p:nvPr/>
          </p:nvSpPr>
          <p:spPr bwMode="auto">
            <a:xfrm>
              <a:off x="1272880" y="4643953"/>
              <a:ext cx="77678" cy="34212"/>
            </a:xfrm>
            <a:custGeom>
              <a:avLst/>
              <a:gdLst>
                <a:gd name="T0" fmla="*/ 301865911 w 21600"/>
                <a:gd name="T1" fmla="*/ 427927 h 21600"/>
                <a:gd name="T2" fmla="*/ 301865911 w 21600"/>
                <a:gd name="T3" fmla="*/ 427927 h 21600"/>
                <a:gd name="T4" fmla="*/ 301865911 w 21600"/>
                <a:gd name="T5" fmla="*/ 427927 h 21600"/>
                <a:gd name="T6" fmla="*/ 301865911 w 21600"/>
                <a:gd name="T7" fmla="*/ 42792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5649" y="7665"/>
                  </a:lnTo>
                  <a:lnTo>
                    <a:pt x="11631" y="17419"/>
                  </a:lnTo>
                  <a:lnTo>
                    <a:pt x="14954" y="20206"/>
                  </a:lnTo>
                  <a:lnTo>
                    <a:pt x="16948" y="21600"/>
                  </a:lnTo>
                  <a:lnTo>
                    <a:pt x="20935" y="18813"/>
                  </a:lnTo>
                  <a:lnTo>
                    <a:pt x="21600" y="15329"/>
                  </a:lnTo>
                  <a:lnTo>
                    <a:pt x="21600" y="9755"/>
                  </a:lnTo>
                  <a:lnTo>
                    <a:pt x="20935" y="4877"/>
                  </a:lnTo>
                  <a:lnTo>
                    <a:pt x="20271" y="209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39" name="AutoShape 137" descr="Freeform 142">
              <a:extLst>
                <a:ext uri="{FF2B5EF4-FFF2-40B4-BE49-F238E27FC236}">
                  <a16:creationId xmlns:a16="http://schemas.microsoft.com/office/drawing/2014/main" id="{086B4B97-B9DB-4443-B83A-0B302F49EEFF}"/>
                </a:ext>
              </a:extLst>
            </p:cNvPr>
            <p:cNvSpPr>
              <a:spLocks/>
            </p:cNvSpPr>
            <p:nvPr/>
          </p:nvSpPr>
          <p:spPr bwMode="auto">
            <a:xfrm>
              <a:off x="1251369" y="4656092"/>
              <a:ext cx="53776" cy="41936"/>
            </a:xfrm>
            <a:custGeom>
              <a:avLst/>
              <a:gdLst>
                <a:gd name="T0" fmla="*/ 15928372 w 21600"/>
                <a:gd name="T1" fmla="*/ 2181169 h 21600"/>
                <a:gd name="T2" fmla="*/ 15928372 w 21600"/>
                <a:gd name="T3" fmla="*/ 2181169 h 21600"/>
                <a:gd name="T4" fmla="*/ 15928372 w 21600"/>
                <a:gd name="T5" fmla="*/ 2181169 h 21600"/>
                <a:gd name="T6" fmla="*/ 15928372 w 21600"/>
                <a:gd name="T7" fmla="*/ 218116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0232"/>
                  </a:moveTo>
                  <a:lnTo>
                    <a:pt x="6720" y="16484"/>
                  </a:lnTo>
                  <a:lnTo>
                    <a:pt x="9600" y="18758"/>
                  </a:lnTo>
                  <a:lnTo>
                    <a:pt x="14880" y="21600"/>
                  </a:lnTo>
                  <a:lnTo>
                    <a:pt x="16800" y="21600"/>
                  </a:lnTo>
                  <a:lnTo>
                    <a:pt x="19680" y="18758"/>
                  </a:lnTo>
                  <a:lnTo>
                    <a:pt x="21600" y="16484"/>
                  </a:lnTo>
                  <a:lnTo>
                    <a:pt x="21600" y="11368"/>
                  </a:lnTo>
                  <a:lnTo>
                    <a:pt x="20640" y="7958"/>
                  </a:lnTo>
                  <a:lnTo>
                    <a:pt x="168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40" name="AutoShape 138" descr="Freeform 143">
              <a:extLst>
                <a:ext uri="{FF2B5EF4-FFF2-40B4-BE49-F238E27FC236}">
                  <a16:creationId xmlns:a16="http://schemas.microsoft.com/office/drawing/2014/main" id="{301B662C-A80A-4AC4-AF51-64C470658DD2}"/>
                </a:ext>
              </a:extLst>
            </p:cNvPr>
            <p:cNvSpPr>
              <a:spLocks/>
            </p:cNvSpPr>
            <p:nvPr/>
          </p:nvSpPr>
          <p:spPr bwMode="auto">
            <a:xfrm>
              <a:off x="1447353" y="4528076"/>
              <a:ext cx="182840" cy="41937"/>
            </a:xfrm>
            <a:custGeom>
              <a:avLst/>
              <a:gdLst>
                <a:gd name="T0" fmla="*/ 2147483646 w 21600"/>
                <a:gd name="T1" fmla="*/ 2181530 h 21600"/>
                <a:gd name="T2" fmla="*/ 2147483646 w 21600"/>
                <a:gd name="T3" fmla="*/ 2181530 h 21600"/>
                <a:gd name="T4" fmla="*/ 2147483646 w 21600"/>
                <a:gd name="T5" fmla="*/ 2181530 h 21600"/>
                <a:gd name="T6" fmla="*/ 2147483646 w 21600"/>
                <a:gd name="T7" fmla="*/ 218153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1412" y="19895"/>
                  </a:lnTo>
                  <a:lnTo>
                    <a:pt x="20753" y="7958"/>
                  </a:lnTo>
                  <a:lnTo>
                    <a:pt x="21318" y="7958"/>
                  </a:lnTo>
                  <a:lnTo>
                    <a:pt x="21600" y="5116"/>
                  </a:lnTo>
                  <a:lnTo>
                    <a:pt x="21318" y="2842"/>
                  </a:lnTo>
                  <a:lnTo>
                    <a:pt x="20188"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41" name="AutoShape 139" descr="Freeform 144">
              <a:extLst>
                <a:ext uri="{FF2B5EF4-FFF2-40B4-BE49-F238E27FC236}">
                  <a16:creationId xmlns:a16="http://schemas.microsoft.com/office/drawing/2014/main" id="{D8CE35B4-3EFE-41FA-A928-D9C96D7863FA}"/>
                </a:ext>
              </a:extLst>
            </p:cNvPr>
            <p:cNvSpPr>
              <a:spLocks/>
            </p:cNvSpPr>
            <p:nvPr/>
          </p:nvSpPr>
          <p:spPr bwMode="auto">
            <a:xfrm>
              <a:off x="1427039" y="4550148"/>
              <a:ext cx="169695" cy="50766"/>
            </a:xfrm>
            <a:custGeom>
              <a:avLst/>
              <a:gdLst>
                <a:gd name="T0" fmla="*/ 2147483646 w 21600"/>
                <a:gd name="T1" fmla="*/ 10058641 h 21600"/>
                <a:gd name="T2" fmla="*/ 2147483646 w 21600"/>
                <a:gd name="T3" fmla="*/ 10058641 h 21600"/>
                <a:gd name="T4" fmla="*/ 2147483646 w 21600"/>
                <a:gd name="T5" fmla="*/ 10058641 h 21600"/>
                <a:gd name="T6" fmla="*/ 2147483646 w 21600"/>
                <a:gd name="T7" fmla="*/ 1005864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3499" y="20661"/>
                  </a:lnTo>
                  <a:lnTo>
                    <a:pt x="8975" y="15496"/>
                  </a:lnTo>
                  <a:lnTo>
                    <a:pt x="19318" y="7043"/>
                  </a:lnTo>
                  <a:lnTo>
                    <a:pt x="21600" y="4226"/>
                  </a:lnTo>
                  <a:lnTo>
                    <a:pt x="21600" y="3287"/>
                  </a:lnTo>
                  <a:lnTo>
                    <a:pt x="21296" y="939"/>
                  </a:lnTo>
                  <a:lnTo>
                    <a:pt x="20383"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42" name="AutoShape 140" descr="Freeform 145">
              <a:extLst>
                <a:ext uri="{FF2B5EF4-FFF2-40B4-BE49-F238E27FC236}">
                  <a16:creationId xmlns:a16="http://schemas.microsoft.com/office/drawing/2014/main" id="{015F5C29-E538-409C-83D3-0A701671FB04}"/>
                </a:ext>
              </a:extLst>
            </p:cNvPr>
            <p:cNvSpPr>
              <a:spLocks/>
            </p:cNvSpPr>
            <p:nvPr/>
          </p:nvSpPr>
          <p:spPr bwMode="auto">
            <a:xfrm>
              <a:off x="1388797" y="4572220"/>
              <a:ext cx="180451" cy="65113"/>
            </a:xfrm>
            <a:custGeom>
              <a:avLst/>
              <a:gdLst>
                <a:gd name="T0" fmla="*/ 2147483646 w 21600"/>
                <a:gd name="T1" fmla="*/ 73672224 h 21600"/>
                <a:gd name="T2" fmla="*/ 2147483646 w 21600"/>
                <a:gd name="T3" fmla="*/ 73672224 h 21600"/>
                <a:gd name="T4" fmla="*/ 2147483646 w 21600"/>
                <a:gd name="T5" fmla="*/ 73672224 h 21600"/>
                <a:gd name="T6" fmla="*/ 2147483646 w 21600"/>
                <a:gd name="T7" fmla="*/ 7367222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10728" y="15010"/>
                  </a:lnTo>
                  <a:lnTo>
                    <a:pt x="13875" y="12814"/>
                  </a:lnTo>
                  <a:lnTo>
                    <a:pt x="17881" y="9519"/>
                  </a:lnTo>
                  <a:lnTo>
                    <a:pt x="20456" y="5492"/>
                  </a:lnTo>
                  <a:lnTo>
                    <a:pt x="21314" y="4759"/>
                  </a:lnTo>
                  <a:lnTo>
                    <a:pt x="21314" y="4027"/>
                  </a:lnTo>
                  <a:lnTo>
                    <a:pt x="21600" y="2197"/>
                  </a:lnTo>
                  <a:lnTo>
                    <a:pt x="21314" y="1464"/>
                  </a:lnTo>
                  <a:lnTo>
                    <a:pt x="20456"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43" name="AutoShape 141" descr="Freeform 146">
              <a:extLst>
                <a:ext uri="{FF2B5EF4-FFF2-40B4-BE49-F238E27FC236}">
                  <a16:creationId xmlns:a16="http://schemas.microsoft.com/office/drawing/2014/main" id="{A578E34D-8426-4516-A981-8220990725F4}"/>
                </a:ext>
              </a:extLst>
            </p:cNvPr>
            <p:cNvSpPr>
              <a:spLocks/>
            </p:cNvSpPr>
            <p:nvPr/>
          </p:nvSpPr>
          <p:spPr bwMode="auto">
            <a:xfrm>
              <a:off x="1364897" y="4627399"/>
              <a:ext cx="132649" cy="34213"/>
            </a:xfrm>
            <a:custGeom>
              <a:avLst/>
              <a:gdLst>
                <a:gd name="T0" fmla="*/ 2147483646 w 21600"/>
                <a:gd name="T1" fmla="*/ 428052 h 21600"/>
                <a:gd name="T2" fmla="*/ 2147483646 w 21600"/>
                <a:gd name="T3" fmla="*/ 428052 h 21600"/>
                <a:gd name="T4" fmla="*/ 2147483646 w 21600"/>
                <a:gd name="T5" fmla="*/ 428052 h 21600"/>
                <a:gd name="T6" fmla="*/ 2147483646 w 21600"/>
                <a:gd name="T7" fmla="*/ 42805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9730" y="20206"/>
                  </a:lnTo>
                  <a:lnTo>
                    <a:pt x="14595" y="18116"/>
                  </a:lnTo>
                  <a:lnTo>
                    <a:pt x="21211" y="15329"/>
                  </a:lnTo>
                  <a:lnTo>
                    <a:pt x="21600" y="12542"/>
                  </a:lnTo>
                  <a:lnTo>
                    <a:pt x="21600" y="7665"/>
                  </a:lnTo>
                  <a:lnTo>
                    <a:pt x="21211" y="3484"/>
                  </a:lnTo>
                  <a:lnTo>
                    <a:pt x="19265" y="1394"/>
                  </a:lnTo>
                  <a:lnTo>
                    <a:pt x="13816"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44" name="AutoShape 142" descr="Freeform 147">
              <a:extLst>
                <a:ext uri="{FF2B5EF4-FFF2-40B4-BE49-F238E27FC236}">
                  <a16:creationId xmlns:a16="http://schemas.microsoft.com/office/drawing/2014/main" id="{722BD589-5DC1-417E-892E-3D156D4E990D}"/>
                </a:ext>
              </a:extLst>
            </p:cNvPr>
            <p:cNvSpPr>
              <a:spLocks/>
            </p:cNvSpPr>
            <p:nvPr/>
          </p:nvSpPr>
          <p:spPr bwMode="auto">
            <a:xfrm>
              <a:off x="1352947" y="4659403"/>
              <a:ext cx="103968" cy="28694"/>
            </a:xfrm>
            <a:custGeom>
              <a:avLst/>
              <a:gdLst>
                <a:gd name="T0" fmla="*/ 2147483646 w 21600"/>
                <a:gd name="T1" fmla="*/ 104785 h 21600"/>
                <a:gd name="T2" fmla="*/ 2147483646 w 21600"/>
                <a:gd name="T3" fmla="*/ 104785 h 21600"/>
                <a:gd name="T4" fmla="*/ 2147483646 w 21600"/>
                <a:gd name="T5" fmla="*/ 104785 h 21600"/>
                <a:gd name="T6" fmla="*/ 2147483646 w 21600"/>
                <a:gd name="T7" fmla="*/ 10478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7131" y="0"/>
                  </a:moveTo>
                  <a:lnTo>
                    <a:pt x="20110" y="4985"/>
                  </a:lnTo>
                  <a:lnTo>
                    <a:pt x="20607" y="9138"/>
                  </a:lnTo>
                  <a:lnTo>
                    <a:pt x="21600" y="12462"/>
                  </a:lnTo>
                  <a:lnTo>
                    <a:pt x="21103" y="17446"/>
                  </a:lnTo>
                  <a:lnTo>
                    <a:pt x="20607" y="19938"/>
                  </a:lnTo>
                  <a:lnTo>
                    <a:pt x="20110" y="21600"/>
                  </a:lnTo>
                  <a:lnTo>
                    <a:pt x="17628" y="21600"/>
                  </a:lnTo>
                  <a:lnTo>
                    <a:pt x="0" y="14123"/>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45" name="AutoShape 143" descr="Freeform 148">
              <a:extLst>
                <a:ext uri="{FF2B5EF4-FFF2-40B4-BE49-F238E27FC236}">
                  <a16:creationId xmlns:a16="http://schemas.microsoft.com/office/drawing/2014/main" id="{F1F62AA0-B432-455F-BF71-999420A3DDE0}"/>
                </a:ext>
              </a:extLst>
            </p:cNvPr>
            <p:cNvSpPr>
              <a:spLocks/>
            </p:cNvSpPr>
            <p:nvPr/>
          </p:nvSpPr>
          <p:spPr bwMode="auto">
            <a:xfrm>
              <a:off x="1309926" y="4682577"/>
              <a:ext cx="83653" cy="32006"/>
            </a:xfrm>
            <a:custGeom>
              <a:avLst/>
              <a:gdLst>
                <a:gd name="T0" fmla="*/ 546138680 w 21600"/>
                <a:gd name="T1" fmla="*/ 251084 h 21600"/>
                <a:gd name="T2" fmla="*/ 546138680 w 21600"/>
                <a:gd name="T3" fmla="*/ 251084 h 21600"/>
                <a:gd name="T4" fmla="*/ 546138680 w 21600"/>
                <a:gd name="T5" fmla="*/ 251084 h 21600"/>
                <a:gd name="T6" fmla="*/ 546138680 w 21600"/>
                <a:gd name="T7" fmla="*/ 25108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8514" y="0"/>
                  </a:moveTo>
                  <a:lnTo>
                    <a:pt x="19749" y="2234"/>
                  </a:lnTo>
                  <a:lnTo>
                    <a:pt x="20983" y="6703"/>
                  </a:lnTo>
                  <a:lnTo>
                    <a:pt x="21600" y="10428"/>
                  </a:lnTo>
                  <a:lnTo>
                    <a:pt x="21600" y="13407"/>
                  </a:lnTo>
                  <a:lnTo>
                    <a:pt x="20983" y="16386"/>
                  </a:lnTo>
                  <a:lnTo>
                    <a:pt x="19749" y="20110"/>
                  </a:lnTo>
                  <a:lnTo>
                    <a:pt x="19131" y="21600"/>
                  </a:lnTo>
                  <a:lnTo>
                    <a:pt x="15429" y="21600"/>
                  </a:lnTo>
                  <a:lnTo>
                    <a:pt x="11726" y="20110"/>
                  </a:lnTo>
                  <a:lnTo>
                    <a:pt x="0" y="5214"/>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46" name="AutoShape 144" descr="Freeform 149">
              <a:extLst>
                <a:ext uri="{FF2B5EF4-FFF2-40B4-BE49-F238E27FC236}">
                  <a16:creationId xmlns:a16="http://schemas.microsoft.com/office/drawing/2014/main" id="{F9D3688A-2AE1-4891-869D-72B505994B1A}"/>
                </a:ext>
              </a:extLst>
            </p:cNvPr>
            <p:cNvSpPr>
              <a:spLocks/>
            </p:cNvSpPr>
            <p:nvPr/>
          </p:nvSpPr>
          <p:spPr bwMode="auto">
            <a:xfrm>
              <a:off x="1272880" y="4694718"/>
              <a:ext cx="65727" cy="44144"/>
            </a:xfrm>
            <a:custGeom>
              <a:avLst/>
              <a:gdLst>
                <a:gd name="T0" fmla="*/ 79321245 w 21600"/>
                <a:gd name="T1" fmla="*/ 3288193 h 21600"/>
                <a:gd name="T2" fmla="*/ 79321245 w 21600"/>
                <a:gd name="T3" fmla="*/ 3288193 h 21600"/>
                <a:gd name="T4" fmla="*/ 79321245 w 21600"/>
                <a:gd name="T5" fmla="*/ 3288193 h 21600"/>
                <a:gd name="T6" fmla="*/ 79321245 w 21600"/>
                <a:gd name="T7" fmla="*/ 328819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6887" y="1620"/>
                  </a:moveTo>
                  <a:lnTo>
                    <a:pt x="20815" y="9720"/>
                  </a:lnTo>
                  <a:lnTo>
                    <a:pt x="21600" y="12960"/>
                  </a:lnTo>
                  <a:lnTo>
                    <a:pt x="20029" y="17820"/>
                  </a:lnTo>
                  <a:lnTo>
                    <a:pt x="18458" y="18900"/>
                  </a:lnTo>
                  <a:lnTo>
                    <a:pt x="16102" y="21600"/>
                  </a:lnTo>
                  <a:lnTo>
                    <a:pt x="13745" y="20520"/>
                  </a:lnTo>
                  <a:lnTo>
                    <a:pt x="10604" y="17820"/>
                  </a:lnTo>
                  <a:lnTo>
                    <a:pt x="6676" y="11880"/>
                  </a:lnTo>
                  <a:lnTo>
                    <a:pt x="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47" name="AutoShape 145" descr="Freeform 150">
              <a:extLst>
                <a:ext uri="{FF2B5EF4-FFF2-40B4-BE49-F238E27FC236}">
                  <a16:creationId xmlns:a16="http://schemas.microsoft.com/office/drawing/2014/main" id="{4612B5FD-0C24-4F05-B385-61FAB3D8E1EB}"/>
                </a:ext>
              </a:extLst>
            </p:cNvPr>
            <p:cNvSpPr>
              <a:spLocks/>
            </p:cNvSpPr>
            <p:nvPr/>
          </p:nvSpPr>
          <p:spPr bwMode="auto">
            <a:xfrm>
              <a:off x="1251369" y="4700235"/>
              <a:ext cx="41827" cy="43041"/>
            </a:xfrm>
            <a:custGeom>
              <a:avLst/>
              <a:gdLst>
                <a:gd name="T0" fmla="*/ 2133442 w 21600"/>
                <a:gd name="T1" fmla="*/ 2685581 h 21600"/>
                <a:gd name="T2" fmla="*/ 2133442 w 21600"/>
                <a:gd name="T3" fmla="*/ 2685581 h 21600"/>
                <a:gd name="T4" fmla="*/ 2133442 w 21600"/>
                <a:gd name="T5" fmla="*/ 2685581 h 21600"/>
                <a:gd name="T6" fmla="*/ 2133442 w 21600"/>
                <a:gd name="T7" fmla="*/ 268558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9415"/>
                  </a:moveTo>
                  <a:lnTo>
                    <a:pt x="21600" y="15508"/>
                  </a:lnTo>
                  <a:lnTo>
                    <a:pt x="20366" y="19385"/>
                  </a:lnTo>
                  <a:lnTo>
                    <a:pt x="19131" y="20492"/>
                  </a:lnTo>
                  <a:lnTo>
                    <a:pt x="16663" y="21600"/>
                  </a:lnTo>
                  <a:lnTo>
                    <a:pt x="12343" y="20492"/>
                  </a:lnTo>
                  <a:lnTo>
                    <a:pt x="11109" y="19385"/>
                  </a:lnTo>
                  <a:lnTo>
                    <a:pt x="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48" name="AutoShape 146" descr="Freeform 151">
              <a:extLst>
                <a:ext uri="{FF2B5EF4-FFF2-40B4-BE49-F238E27FC236}">
                  <a16:creationId xmlns:a16="http://schemas.microsoft.com/office/drawing/2014/main" id="{20EB2A3F-551A-4B0C-9AF1-258979300F60}"/>
                </a:ext>
              </a:extLst>
            </p:cNvPr>
            <p:cNvSpPr>
              <a:spLocks/>
            </p:cNvSpPr>
            <p:nvPr/>
          </p:nvSpPr>
          <p:spPr bwMode="auto">
            <a:xfrm>
              <a:off x="1237028" y="4714582"/>
              <a:ext cx="28682" cy="26486"/>
            </a:xfrm>
            <a:custGeom>
              <a:avLst/>
              <a:gdLst>
                <a:gd name="T0" fmla="*/ 104306 w 21600"/>
                <a:gd name="T1" fmla="*/ 55223 h 21600"/>
                <a:gd name="T2" fmla="*/ 104306 w 21600"/>
                <a:gd name="T3" fmla="*/ 55223 h 21600"/>
                <a:gd name="T4" fmla="*/ 104306 w 21600"/>
                <a:gd name="T5" fmla="*/ 55223 h 21600"/>
                <a:gd name="T6" fmla="*/ 104306 w 21600"/>
                <a:gd name="T7" fmla="*/ 55223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9800" y="8100"/>
                  </a:moveTo>
                  <a:lnTo>
                    <a:pt x="21600" y="13500"/>
                  </a:lnTo>
                  <a:lnTo>
                    <a:pt x="21600" y="15300"/>
                  </a:lnTo>
                  <a:lnTo>
                    <a:pt x="18000" y="21600"/>
                  </a:lnTo>
                  <a:lnTo>
                    <a:pt x="12600" y="21600"/>
                  </a:lnTo>
                  <a:lnTo>
                    <a:pt x="7200" y="19800"/>
                  </a:lnTo>
                  <a:lnTo>
                    <a:pt x="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49" name="AutoShape 147" descr="Freeform 152">
              <a:extLst>
                <a:ext uri="{FF2B5EF4-FFF2-40B4-BE49-F238E27FC236}">
                  <a16:creationId xmlns:a16="http://schemas.microsoft.com/office/drawing/2014/main" id="{8D0039CF-FBC1-4641-AB6F-1997EF434171}"/>
                </a:ext>
              </a:extLst>
            </p:cNvPr>
            <p:cNvSpPr>
              <a:spLocks/>
            </p:cNvSpPr>
            <p:nvPr/>
          </p:nvSpPr>
          <p:spPr bwMode="auto">
            <a:xfrm>
              <a:off x="1148596" y="4494969"/>
              <a:ext cx="488769" cy="236168"/>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1716"/>
                  </a:moveTo>
                  <a:lnTo>
                    <a:pt x="16266" y="1716"/>
                  </a:lnTo>
                  <a:lnTo>
                    <a:pt x="14048" y="2019"/>
                  </a:lnTo>
                  <a:lnTo>
                    <a:pt x="13837" y="2019"/>
                  </a:lnTo>
                  <a:lnTo>
                    <a:pt x="13625" y="1716"/>
                  </a:lnTo>
                  <a:lnTo>
                    <a:pt x="14682" y="0"/>
                  </a:lnTo>
                  <a:lnTo>
                    <a:pt x="13625" y="1716"/>
                  </a:lnTo>
                  <a:lnTo>
                    <a:pt x="13309" y="2019"/>
                  </a:lnTo>
                  <a:lnTo>
                    <a:pt x="12886" y="2019"/>
                  </a:lnTo>
                  <a:lnTo>
                    <a:pt x="8925" y="2624"/>
                  </a:lnTo>
                  <a:lnTo>
                    <a:pt x="7341" y="2624"/>
                  </a:lnTo>
                  <a:lnTo>
                    <a:pt x="5070" y="3331"/>
                  </a:lnTo>
                  <a:lnTo>
                    <a:pt x="2957" y="3735"/>
                  </a:lnTo>
                  <a:lnTo>
                    <a:pt x="2535" y="3936"/>
                  </a:lnTo>
                  <a:lnTo>
                    <a:pt x="2007" y="4138"/>
                  </a:lnTo>
                  <a:lnTo>
                    <a:pt x="1690" y="4845"/>
                  </a:lnTo>
                  <a:lnTo>
                    <a:pt x="1584" y="5047"/>
                  </a:lnTo>
                  <a:lnTo>
                    <a:pt x="1584" y="5955"/>
                  </a:lnTo>
                  <a:lnTo>
                    <a:pt x="1796" y="7065"/>
                  </a:lnTo>
                  <a:lnTo>
                    <a:pt x="2112" y="7974"/>
                  </a:lnTo>
                  <a:lnTo>
                    <a:pt x="2429" y="8781"/>
                  </a:lnTo>
                  <a:lnTo>
                    <a:pt x="3486" y="10598"/>
                  </a:lnTo>
                  <a:lnTo>
                    <a:pt x="3697" y="11002"/>
                  </a:lnTo>
                  <a:lnTo>
                    <a:pt x="4225" y="11910"/>
                  </a:lnTo>
                  <a:lnTo>
                    <a:pt x="4225" y="12314"/>
                  </a:lnTo>
                  <a:lnTo>
                    <a:pt x="4542" y="13222"/>
                  </a:lnTo>
                  <a:lnTo>
                    <a:pt x="4647" y="14333"/>
                  </a:lnTo>
                  <a:lnTo>
                    <a:pt x="4753" y="15039"/>
                  </a:lnTo>
                  <a:lnTo>
                    <a:pt x="4753" y="15847"/>
                  </a:lnTo>
                  <a:lnTo>
                    <a:pt x="4542" y="16553"/>
                  </a:lnTo>
                  <a:lnTo>
                    <a:pt x="4436" y="17462"/>
                  </a:lnTo>
                  <a:lnTo>
                    <a:pt x="4225" y="18067"/>
                  </a:lnTo>
                  <a:lnTo>
                    <a:pt x="3908" y="18774"/>
                  </a:lnTo>
                  <a:lnTo>
                    <a:pt x="3591" y="19178"/>
                  </a:lnTo>
                  <a:lnTo>
                    <a:pt x="3063" y="20086"/>
                  </a:lnTo>
                  <a:lnTo>
                    <a:pt x="2535" y="20692"/>
                  </a:lnTo>
                  <a:lnTo>
                    <a:pt x="1796" y="21196"/>
                  </a:lnTo>
                  <a:lnTo>
                    <a:pt x="1373" y="21600"/>
                  </a:lnTo>
                  <a:lnTo>
                    <a:pt x="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50" name="AutoShape 148" descr="Freeform 153">
              <a:extLst>
                <a:ext uri="{FF2B5EF4-FFF2-40B4-BE49-F238E27FC236}">
                  <a16:creationId xmlns:a16="http://schemas.microsoft.com/office/drawing/2014/main" id="{D352FD05-989E-4952-97AB-8D6DC6505F58}"/>
                </a:ext>
              </a:extLst>
            </p:cNvPr>
            <p:cNvSpPr>
              <a:spLocks/>
            </p:cNvSpPr>
            <p:nvPr/>
          </p:nvSpPr>
          <p:spPr bwMode="auto">
            <a:xfrm>
              <a:off x="1229858" y="4721203"/>
              <a:ext cx="14341" cy="17659"/>
            </a:xfrm>
            <a:custGeom>
              <a:avLst/>
              <a:gdLst>
                <a:gd name="T0" fmla="*/ 408 w 21600"/>
                <a:gd name="T1" fmla="*/ 2156 h 21600"/>
                <a:gd name="T2" fmla="*/ 408 w 21600"/>
                <a:gd name="T3" fmla="*/ 2156 h 21600"/>
                <a:gd name="T4" fmla="*/ 408 w 21600"/>
                <a:gd name="T5" fmla="*/ 2156 h 21600"/>
                <a:gd name="T6" fmla="*/ 408 w 21600"/>
                <a:gd name="T7" fmla="*/ 215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6750"/>
                  </a:moveTo>
                  <a:lnTo>
                    <a:pt x="21600" y="14850"/>
                  </a:lnTo>
                  <a:lnTo>
                    <a:pt x="18000" y="21600"/>
                  </a:lnTo>
                  <a:lnTo>
                    <a:pt x="10800" y="21600"/>
                  </a:lnTo>
                  <a:lnTo>
                    <a:pt x="3600" y="18900"/>
                  </a:lnTo>
                  <a:lnTo>
                    <a:pt x="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51" name="AutoShape 149" descr="Freeform 154">
              <a:extLst>
                <a:ext uri="{FF2B5EF4-FFF2-40B4-BE49-F238E27FC236}">
                  <a16:creationId xmlns:a16="http://schemas.microsoft.com/office/drawing/2014/main" id="{F71AA9DE-17F6-4877-968F-752804CEC056}"/>
                </a:ext>
              </a:extLst>
            </p:cNvPr>
            <p:cNvSpPr>
              <a:spLocks/>
            </p:cNvSpPr>
            <p:nvPr/>
          </p:nvSpPr>
          <p:spPr bwMode="auto">
            <a:xfrm>
              <a:off x="882923" y="4572220"/>
              <a:ext cx="12703" cy="28694"/>
            </a:xfrm>
            <a:custGeom>
              <a:avLst/>
              <a:gdLst>
                <a:gd name="T0" fmla="*/ 154 w 21600"/>
                <a:gd name="T1" fmla="*/ 104785 h 21600"/>
                <a:gd name="T2" fmla="*/ 154 w 21600"/>
                <a:gd name="T3" fmla="*/ 104785 h 21600"/>
                <a:gd name="T4" fmla="*/ 154 w 21600"/>
                <a:gd name="T5" fmla="*/ 104785 h 21600"/>
                <a:gd name="T6" fmla="*/ 154 w 21600"/>
                <a:gd name="T7" fmla="*/ 10478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7200" y="0"/>
                  </a:moveTo>
                  <a:lnTo>
                    <a:pt x="0" y="4985"/>
                  </a:lnTo>
                  <a:lnTo>
                    <a:pt x="14400" y="12462"/>
                  </a:lnTo>
                  <a:lnTo>
                    <a:pt x="2160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52" name="AutoShape 150" descr="Freeform 155">
              <a:extLst>
                <a:ext uri="{FF2B5EF4-FFF2-40B4-BE49-F238E27FC236}">
                  <a16:creationId xmlns:a16="http://schemas.microsoft.com/office/drawing/2014/main" id="{8155645C-6540-44D7-B5A5-8425E1390776}"/>
                </a:ext>
              </a:extLst>
            </p:cNvPr>
            <p:cNvSpPr>
              <a:spLocks/>
            </p:cNvSpPr>
            <p:nvPr/>
          </p:nvSpPr>
          <p:spPr bwMode="auto">
            <a:xfrm>
              <a:off x="859398" y="4632917"/>
              <a:ext cx="23901" cy="30902"/>
            </a:xfrm>
            <a:custGeom>
              <a:avLst/>
              <a:gdLst>
                <a:gd name="T0" fmla="*/ 24254 w 21600"/>
                <a:gd name="T1" fmla="*/ 189611 h 21600"/>
                <a:gd name="T2" fmla="*/ 24254 w 21600"/>
                <a:gd name="T3" fmla="*/ 189611 h 21600"/>
                <a:gd name="T4" fmla="*/ 24254 w 21600"/>
                <a:gd name="T5" fmla="*/ 189611 h 21600"/>
                <a:gd name="T6" fmla="*/ 24254 w 21600"/>
                <a:gd name="T7" fmla="*/ 18961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0"/>
                  </a:moveTo>
                  <a:lnTo>
                    <a:pt x="12960" y="6171"/>
                  </a:lnTo>
                  <a:lnTo>
                    <a:pt x="8640" y="10029"/>
                  </a:lnTo>
                  <a:lnTo>
                    <a:pt x="4320" y="14657"/>
                  </a:lnTo>
                  <a:lnTo>
                    <a:pt x="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53" name="AutoShape 151" descr="Freeform 156">
              <a:extLst>
                <a:ext uri="{FF2B5EF4-FFF2-40B4-BE49-F238E27FC236}">
                  <a16:creationId xmlns:a16="http://schemas.microsoft.com/office/drawing/2014/main" id="{E126947F-A0C8-41A5-B41E-F51EE4E863DC}"/>
                </a:ext>
              </a:extLst>
            </p:cNvPr>
            <p:cNvSpPr>
              <a:spLocks/>
            </p:cNvSpPr>
            <p:nvPr/>
          </p:nvSpPr>
          <p:spPr bwMode="auto">
            <a:xfrm>
              <a:off x="806442" y="4806179"/>
              <a:ext cx="12703" cy="36419"/>
            </a:xfrm>
            <a:custGeom>
              <a:avLst/>
              <a:gdLst>
                <a:gd name="T0" fmla="*/ 154 w 21600"/>
                <a:gd name="T1" fmla="*/ 705632 h 21600"/>
                <a:gd name="T2" fmla="*/ 154 w 21600"/>
                <a:gd name="T3" fmla="*/ 705632 h 21600"/>
                <a:gd name="T4" fmla="*/ 154 w 21600"/>
                <a:gd name="T5" fmla="*/ 705632 h 21600"/>
                <a:gd name="T6" fmla="*/ 154 w 21600"/>
                <a:gd name="T7" fmla="*/ 70563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0"/>
                  </a:moveTo>
                  <a:lnTo>
                    <a:pt x="21600" y="11782"/>
                  </a:lnTo>
                  <a:lnTo>
                    <a:pt x="10800" y="15709"/>
                  </a:lnTo>
                  <a:lnTo>
                    <a:pt x="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54" name="Line 152" descr="Line 157">
              <a:extLst>
                <a:ext uri="{FF2B5EF4-FFF2-40B4-BE49-F238E27FC236}">
                  <a16:creationId xmlns:a16="http://schemas.microsoft.com/office/drawing/2014/main" id="{2546D283-805C-42C2-A5DA-307FFDD956D3}"/>
                </a:ext>
              </a:extLst>
            </p:cNvPr>
            <p:cNvSpPr>
              <a:spLocks noChangeShapeType="1"/>
            </p:cNvSpPr>
            <p:nvPr/>
          </p:nvSpPr>
          <p:spPr bwMode="auto">
            <a:xfrm flipV="1">
              <a:off x="748261" y="4366955"/>
              <a:ext cx="1" cy="333282"/>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55" name="Line 153" descr="Freeform 158">
              <a:extLst>
                <a:ext uri="{FF2B5EF4-FFF2-40B4-BE49-F238E27FC236}">
                  <a16:creationId xmlns:a16="http://schemas.microsoft.com/office/drawing/2014/main" id="{6C0C8E1E-F9B6-48F9-B137-A32E3AC5C9BB}"/>
                </a:ext>
              </a:extLst>
            </p:cNvPr>
            <p:cNvSpPr>
              <a:spLocks noChangeShapeType="1"/>
            </p:cNvSpPr>
            <p:nvPr/>
          </p:nvSpPr>
          <p:spPr bwMode="auto">
            <a:xfrm>
              <a:off x="721970" y="4801765"/>
              <a:ext cx="50193" cy="1"/>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56" name="AutoShape 154" descr="Freeform 159">
              <a:extLst>
                <a:ext uri="{FF2B5EF4-FFF2-40B4-BE49-F238E27FC236}">
                  <a16:creationId xmlns:a16="http://schemas.microsoft.com/office/drawing/2014/main" id="{CC7CEA7A-A780-47B4-96EE-7D12EF501310}"/>
                </a:ext>
              </a:extLst>
            </p:cNvPr>
            <p:cNvSpPr>
              <a:spLocks/>
            </p:cNvSpPr>
            <p:nvPr/>
          </p:nvSpPr>
          <p:spPr bwMode="auto">
            <a:xfrm>
              <a:off x="721970" y="4700235"/>
              <a:ext cx="50193" cy="55179"/>
            </a:xfrm>
            <a:custGeom>
              <a:avLst/>
              <a:gdLst>
                <a:gd name="T0" fmla="*/ 9174365 w 21600"/>
                <a:gd name="T1" fmla="*/ 19596549 h 21600"/>
                <a:gd name="T2" fmla="*/ 9174365 w 21600"/>
                <a:gd name="T3" fmla="*/ 19596549 h 21600"/>
                <a:gd name="T4" fmla="*/ 9174365 w 21600"/>
                <a:gd name="T5" fmla="*/ 19596549 h 21600"/>
                <a:gd name="T6" fmla="*/ 9174365 w 21600"/>
                <a:gd name="T7" fmla="*/ 1959654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20736"/>
                  </a:moveTo>
                  <a:lnTo>
                    <a:pt x="11314" y="0"/>
                  </a:lnTo>
                  <a:lnTo>
                    <a:pt x="0" y="2160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57" name="AutoShape 155" descr="Freeform 160">
              <a:extLst>
                <a:ext uri="{FF2B5EF4-FFF2-40B4-BE49-F238E27FC236}">
                  <a16:creationId xmlns:a16="http://schemas.microsoft.com/office/drawing/2014/main" id="{0BBFE22F-19DB-4AE0-940A-4D089702E970}"/>
                </a:ext>
              </a:extLst>
            </p:cNvPr>
            <p:cNvSpPr>
              <a:spLocks/>
            </p:cNvSpPr>
            <p:nvPr/>
          </p:nvSpPr>
          <p:spPr bwMode="auto">
            <a:xfrm>
              <a:off x="671779" y="4893362"/>
              <a:ext cx="310709" cy="279208"/>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665" y="342"/>
                  </a:lnTo>
                  <a:lnTo>
                    <a:pt x="831" y="512"/>
                  </a:lnTo>
                  <a:lnTo>
                    <a:pt x="2991" y="512"/>
                  </a:lnTo>
                  <a:lnTo>
                    <a:pt x="5151" y="171"/>
                  </a:lnTo>
                  <a:lnTo>
                    <a:pt x="7975" y="171"/>
                  </a:lnTo>
                  <a:lnTo>
                    <a:pt x="9637" y="342"/>
                  </a:lnTo>
                  <a:lnTo>
                    <a:pt x="10135" y="512"/>
                  </a:lnTo>
                  <a:lnTo>
                    <a:pt x="10717" y="1110"/>
                  </a:lnTo>
                  <a:lnTo>
                    <a:pt x="11215" y="342"/>
                  </a:lnTo>
                  <a:lnTo>
                    <a:pt x="11714" y="171"/>
                  </a:lnTo>
                  <a:lnTo>
                    <a:pt x="13209" y="171"/>
                  </a:lnTo>
                  <a:lnTo>
                    <a:pt x="14040" y="0"/>
                  </a:lnTo>
                  <a:lnTo>
                    <a:pt x="16532" y="171"/>
                  </a:lnTo>
                  <a:lnTo>
                    <a:pt x="18526" y="512"/>
                  </a:lnTo>
                  <a:lnTo>
                    <a:pt x="19357" y="512"/>
                  </a:lnTo>
                  <a:lnTo>
                    <a:pt x="20022" y="768"/>
                  </a:lnTo>
                  <a:lnTo>
                    <a:pt x="20520" y="512"/>
                  </a:lnTo>
                  <a:lnTo>
                    <a:pt x="21018" y="342"/>
                  </a:lnTo>
                  <a:lnTo>
                    <a:pt x="21600" y="0"/>
                  </a:lnTo>
                  <a:lnTo>
                    <a:pt x="21600" y="21088"/>
                  </a:lnTo>
                  <a:lnTo>
                    <a:pt x="21018" y="21429"/>
                  </a:lnTo>
                  <a:lnTo>
                    <a:pt x="20520" y="21429"/>
                  </a:lnTo>
                  <a:lnTo>
                    <a:pt x="13209" y="20917"/>
                  </a:lnTo>
                  <a:lnTo>
                    <a:pt x="11714" y="20917"/>
                  </a:lnTo>
                  <a:lnTo>
                    <a:pt x="10883" y="21088"/>
                  </a:lnTo>
                  <a:lnTo>
                    <a:pt x="9969" y="20917"/>
                  </a:lnTo>
                  <a:lnTo>
                    <a:pt x="8474" y="20917"/>
                  </a:lnTo>
                  <a:lnTo>
                    <a:pt x="1329" y="21429"/>
                  </a:lnTo>
                  <a:lnTo>
                    <a:pt x="332" y="21600"/>
                  </a:lnTo>
                  <a:lnTo>
                    <a:pt x="0" y="21258"/>
                  </a:lnTo>
                  <a:lnTo>
                    <a:pt x="0" y="0"/>
                  </a:lnTo>
                  <a:close/>
                </a:path>
              </a:pathLst>
            </a:custGeom>
            <a:solidFill>
              <a:srgbClr val="FFFF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58" name="AutoShape 156" descr="Freeform 161">
              <a:extLst>
                <a:ext uri="{FF2B5EF4-FFF2-40B4-BE49-F238E27FC236}">
                  <a16:creationId xmlns:a16="http://schemas.microsoft.com/office/drawing/2014/main" id="{C86E7DF7-D386-4553-A81E-DAFE9CBF64B5}"/>
                </a:ext>
              </a:extLst>
            </p:cNvPr>
            <p:cNvSpPr>
              <a:spLocks/>
            </p:cNvSpPr>
            <p:nvPr/>
          </p:nvSpPr>
          <p:spPr bwMode="auto">
            <a:xfrm>
              <a:off x="671779" y="4893362"/>
              <a:ext cx="310709" cy="279208"/>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665" y="342"/>
                  </a:lnTo>
                  <a:lnTo>
                    <a:pt x="831" y="512"/>
                  </a:lnTo>
                  <a:lnTo>
                    <a:pt x="2991" y="512"/>
                  </a:lnTo>
                  <a:lnTo>
                    <a:pt x="5151" y="171"/>
                  </a:lnTo>
                  <a:lnTo>
                    <a:pt x="7975" y="171"/>
                  </a:lnTo>
                  <a:lnTo>
                    <a:pt x="9637" y="342"/>
                  </a:lnTo>
                  <a:lnTo>
                    <a:pt x="10135" y="512"/>
                  </a:lnTo>
                  <a:lnTo>
                    <a:pt x="10717" y="1110"/>
                  </a:lnTo>
                  <a:lnTo>
                    <a:pt x="11215" y="342"/>
                  </a:lnTo>
                  <a:lnTo>
                    <a:pt x="11714" y="171"/>
                  </a:lnTo>
                  <a:lnTo>
                    <a:pt x="13209" y="171"/>
                  </a:lnTo>
                  <a:lnTo>
                    <a:pt x="14040" y="0"/>
                  </a:lnTo>
                  <a:lnTo>
                    <a:pt x="16532" y="171"/>
                  </a:lnTo>
                  <a:lnTo>
                    <a:pt x="18526" y="512"/>
                  </a:lnTo>
                  <a:lnTo>
                    <a:pt x="19357" y="512"/>
                  </a:lnTo>
                  <a:lnTo>
                    <a:pt x="20022" y="768"/>
                  </a:lnTo>
                  <a:lnTo>
                    <a:pt x="20520" y="512"/>
                  </a:lnTo>
                  <a:lnTo>
                    <a:pt x="21018" y="342"/>
                  </a:lnTo>
                  <a:lnTo>
                    <a:pt x="21600" y="0"/>
                  </a:lnTo>
                  <a:lnTo>
                    <a:pt x="21600" y="21088"/>
                  </a:lnTo>
                  <a:lnTo>
                    <a:pt x="21018" y="21429"/>
                  </a:lnTo>
                  <a:lnTo>
                    <a:pt x="20520" y="21429"/>
                  </a:lnTo>
                  <a:lnTo>
                    <a:pt x="13209" y="20917"/>
                  </a:lnTo>
                  <a:lnTo>
                    <a:pt x="11714" y="20917"/>
                  </a:lnTo>
                  <a:lnTo>
                    <a:pt x="10883" y="21088"/>
                  </a:lnTo>
                  <a:lnTo>
                    <a:pt x="9969" y="20917"/>
                  </a:lnTo>
                  <a:lnTo>
                    <a:pt x="8474" y="20917"/>
                  </a:lnTo>
                  <a:lnTo>
                    <a:pt x="1329" y="21429"/>
                  </a:lnTo>
                  <a:lnTo>
                    <a:pt x="332" y="21600"/>
                  </a:lnTo>
                  <a:lnTo>
                    <a:pt x="0" y="21258"/>
                  </a:lnTo>
                  <a:lnTo>
                    <a:pt x="0" y="0"/>
                  </a:lnTo>
                  <a:close/>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59" name="AutoShape 157" descr="Freeform 162">
              <a:extLst>
                <a:ext uri="{FF2B5EF4-FFF2-40B4-BE49-F238E27FC236}">
                  <a16:creationId xmlns:a16="http://schemas.microsoft.com/office/drawing/2014/main" id="{F11764FA-04C2-4B23-9623-78591658DA08}"/>
                </a:ext>
              </a:extLst>
            </p:cNvPr>
            <p:cNvSpPr>
              <a:spLocks/>
            </p:cNvSpPr>
            <p:nvPr/>
          </p:nvSpPr>
          <p:spPr bwMode="auto">
            <a:xfrm>
              <a:off x="683729" y="4922055"/>
              <a:ext cx="90823" cy="101530"/>
            </a:xfrm>
            <a:custGeom>
              <a:avLst/>
              <a:gdLst>
                <a:gd name="T0" fmla="*/ 1054434637 w 21600"/>
                <a:gd name="T1" fmla="*/ 2147483646 h 21600"/>
                <a:gd name="T2" fmla="*/ 1054434637 w 21600"/>
                <a:gd name="T3" fmla="*/ 2147483646 h 21600"/>
                <a:gd name="T4" fmla="*/ 1054434637 w 21600"/>
                <a:gd name="T5" fmla="*/ 2147483646 h 21600"/>
                <a:gd name="T6" fmla="*/ 1054434637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842" y="19487"/>
                  </a:moveTo>
                  <a:lnTo>
                    <a:pt x="2842" y="3052"/>
                  </a:lnTo>
                  <a:lnTo>
                    <a:pt x="2274" y="1643"/>
                  </a:lnTo>
                  <a:lnTo>
                    <a:pt x="1137" y="939"/>
                  </a:lnTo>
                  <a:lnTo>
                    <a:pt x="0" y="939"/>
                  </a:lnTo>
                  <a:lnTo>
                    <a:pt x="0" y="0"/>
                  </a:lnTo>
                  <a:lnTo>
                    <a:pt x="13074" y="0"/>
                  </a:lnTo>
                  <a:lnTo>
                    <a:pt x="16484" y="470"/>
                  </a:lnTo>
                  <a:lnTo>
                    <a:pt x="18758" y="1643"/>
                  </a:lnTo>
                  <a:lnTo>
                    <a:pt x="20463" y="3522"/>
                  </a:lnTo>
                  <a:lnTo>
                    <a:pt x="21600" y="5635"/>
                  </a:lnTo>
                  <a:lnTo>
                    <a:pt x="20463" y="8217"/>
                  </a:lnTo>
                  <a:lnTo>
                    <a:pt x="18189" y="10330"/>
                  </a:lnTo>
                  <a:lnTo>
                    <a:pt x="15347" y="11270"/>
                  </a:lnTo>
                  <a:lnTo>
                    <a:pt x="12505" y="11739"/>
                  </a:lnTo>
                  <a:lnTo>
                    <a:pt x="9095" y="11270"/>
                  </a:lnTo>
                  <a:lnTo>
                    <a:pt x="9095" y="16435"/>
                  </a:lnTo>
                  <a:lnTo>
                    <a:pt x="9663" y="19017"/>
                  </a:lnTo>
                  <a:lnTo>
                    <a:pt x="9663" y="19957"/>
                  </a:lnTo>
                  <a:lnTo>
                    <a:pt x="12505" y="19957"/>
                  </a:lnTo>
                  <a:lnTo>
                    <a:pt x="12505" y="21600"/>
                  </a:lnTo>
                  <a:lnTo>
                    <a:pt x="568" y="21600"/>
                  </a:lnTo>
                  <a:lnTo>
                    <a:pt x="568" y="19957"/>
                  </a:lnTo>
                  <a:lnTo>
                    <a:pt x="2842" y="19957"/>
                  </a:lnTo>
                  <a:lnTo>
                    <a:pt x="2842" y="19487"/>
                  </a:lnTo>
                  <a:lnTo>
                    <a:pt x="9095" y="9861"/>
                  </a:lnTo>
                  <a:lnTo>
                    <a:pt x="9095" y="1643"/>
                  </a:lnTo>
                  <a:lnTo>
                    <a:pt x="9663" y="1643"/>
                  </a:lnTo>
                  <a:lnTo>
                    <a:pt x="11937" y="2113"/>
                  </a:lnTo>
                  <a:lnTo>
                    <a:pt x="13642" y="3052"/>
                  </a:lnTo>
                  <a:lnTo>
                    <a:pt x="14779" y="4696"/>
                  </a:lnTo>
                  <a:lnTo>
                    <a:pt x="15347" y="6574"/>
                  </a:lnTo>
                  <a:lnTo>
                    <a:pt x="14779" y="7748"/>
                  </a:lnTo>
                  <a:lnTo>
                    <a:pt x="13642" y="9157"/>
                  </a:lnTo>
                  <a:lnTo>
                    <a:pt x="12505" y="9861"/>
                  </a:lnTo>
                  <a:lnTo>
                    <a:pt x="10800" y="10330"/>
                  </a:lnTo>
                  <a:lnTo>
                    <a:pt x="9095" y="9861"/>
                  </a:lnTo>
                  <a:lnTo>
                    <a:pt x="2842" y="19487"/>
                  </a:lnTo>
                  <a:close/>
                </a:path>
              </a:pathLst>
            </a:custGeom>
            <a:solidFill>
              <a:srgbClr val="0000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60" name="AutoShape 158" descr="Freeform 163">
              <a:extLst>
                <a:ext uri="{FF2B5EF4-FFF2-40B4-BE49-F238E27FC236}">
                  <a16:creationId xmlns:a16="http://schemas.microsoft.com/office/drawing/2014/main" id="{3DE4EFA9-79E3-4AC0-835A-97BCDF0D23B5}"/>
                </a:ext>
              </a:extLst>
            </p:cNvPr>
            <p:cNvSpPr>
              <a:spLocks/>
            </p:cNvSpPr>
            <p:nvPr/>
          </p:nvSpPr>
          <p:spPr bwMode="auto">
            <a:xfrm>
              <a:off x="683729" y="4922055"/>
              <a:ext cx="90823" cy="101530"/>
            </a:xfrm>
            <a:custGeom>
              <a:avLst/>
              <a:gdLst>
                <a:gd name="T0" fmla="*/ 1054434637 w 21600"/>
                <a:gd name="T1" fmla="*/ 2147483646 h 21600"/>
                <a:gd name="T2" fmla="*/ 1054434637 w 21600"/>
                <a:gd name="T3" fmla="*/ 2147483646 h 21600"/>
                <a:gd name="T4" fmla="*/ 1054434637 w 21600"/>
                <a:gd name="T5" fmla="*/ 2147483646 h 21600"/>
                <a:gd name="T6" fmla="*/ 1054434637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842" y="19487"/>
                  </a:moveTo>
                  <a:lnTo>
                    <a:pt x="2842" y="3052"/>
                  </a:lnTo>
                  <a:lnTo>
                    <a:pt x="2274" y="1643"/>
                  </a:lnTo>
                  <a:lnTo>
                    <a:pt x="1137" y="939"/>
                  </a:lnTo>
                  <a:lnTo>
                    <a:pt x="0" y="939"/>
                  </a:lnTo>
                  <a:lnTo>
                    <a:pt x="0" y="0"/>
                  </a:lnTo>
                  <a:lnTo>
                    <a:pt x="13074" y="0"/>
                  </a:lnTo>
                  <a:lnTo>
                    <a:pt x="16484" y="470"/>
                  </a:lnTo>
                  <a:lnTo>
                    <a:pt x="18758" y="1643"/>
                  </a:lnTo>
                  <a:lnTo>
                    <a:pt x="20463" y="3522"/>
                  </a:lnTo>
                  <a:lnTo>
                    <a:pt x="21600" y="5635"/>
                  </a:lnTo>
                  <a:lnTo>
                    <a:pt x="20463" y="8217"/>
                  </a:lnTo>
                  <a:lnTo>
                    <a:pt x="18189" y="10330"/>
                  </a:lnTo>
                  <a:lnTo>
                    <a:pt x="15347" y="11270"/>
                  </a:lnTo>
                  <a:lnTo>
                    <a:pt x="12505" y="11739"/>
                  </a:lnTo>
                  <a:lnTo>
                    <a:pt x="9095" y="11270"/>
                  </a:lnTo>
                  <a:lnTo>
                    <a:pt x="9095" y="16435"/>
                  </a:lnTo>
                  <a:lnTo>
                    <a:pt x="9663" y="19017"/>
                  </a:lnTo>
                  <a:lnTo>
                    <a:pt x="9663" y="19957"/>
                  </a:lnTo>
                  <a:lnTo>
                    <a:pt x="12505" y="19957"/>
                  </a:lnTo>
                  <a:lnTo>
                    <a:pt x="12505" y="21600"/>
                  </a:lnTo>
                  <a:lnTo>
                    <a:pt x="568" y="21600"/>
                  </a:lnTo>
                  <a:lnTo>
                    <a:pt x="568" y="19957"/>
                  </a:lnTo>
                  <a:lnTo>
                    <a:pt x="2842" y="19957"/>
                  </a:lnTo>
                  <a:lnTo>
                    <a:pt x="2842" y="19487"/>
                  </a:lnTo>
                  <a:close/>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61" name="AutoShape 159" descr="Freeform 164">
              <a:extLst>
                <a:ext uri="{FF2B5EF4-FFF2-40B4-BE49-F238E27FC236}">
                  <a16:creationId xmlns:a16="http://schemas.microsoft.com/office/drawing/2014/main" id="{F320CA27-7610-4C3E-9958-1C3DCDC320ED}"/>
                </a:ext>
              </a:extLst>
            </p:cNvPr>
            <p:cNvSpPr>
              <a:spLocks/>
            </p:cNvSpPr>
            <p:nvPr/>
          </p:nvSpPr>
          <p:spPr bwMode="auto">
            <a:xfrm>
              <a:off x="721970" y="4929780"/>
              <a:ext cx="26292" cy="40833"/>
            </a:xfrm>
            <a:custGeom>
              <a:avLst/>
              <a:gdLst>
                <a:gd name="T0" fmla="*/ 51996 w 21600"/>
                <a:gd name="T1" fmla="*/ 1762254 h 21600"/>
                <a:gd name="T2" fmla="*/ 51996 w 21600"/>
                <a:gd name="T3" fmla="*/ 1762254 h 21600"/>
                <a:gd name="T4" fmla="*/ 51996 w 21600"/>
                <a:gd name="T5" fmla="*/ 1762254 h 21600"/>
                <a:gd name="T6" fmla="*/ 51996 w 21600"/>
                <a:gd name="T7" fmla="*/ 176225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0432"/>
                  </a:moveTo>
                  <a:lnTo>
                    <a:pt x="0" y="0"/>
                  </a:lnTo>
                  <a:lnTo>
                    <a:pt x="1964" y="0"/>
                  </a:lnTo>
                  <a:lnTo>
                    <a:pt x="9818" y="1168"/>
                  </a:lnTo>
                  <a:lnTo>
                    <a:pt x="15709" y="3503"/>
                  </a:lnTo>
                  <a:lnTo>
                    <a:pt x="19636" y="7589"/>
                  </a:lnTo>
                  <a:lnTo>
                    <a:pt x="21600" y="12259"/>
                  </a:lnTo>
                  <a:lnTo>
                    <a:pt x="19636" y="15178"/>
                  </a:lnTo>
                  <a:lnTo>
                    <a:pt x="15709" y="18681"/>
                  </a:lnTo>
                  <a:lnTo>
                    <a:pt x="11782" y="20432"/>
                  </a:lnTo>
                  <a:lnTo>
                    <a:pt x="5891" y="21600"/>
                  </a:lnTo>
                  <a:lnTo>
                    <a:pt x="0" y="20432"/>
                  </a:lnTo>
                  <a:close/>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62" name="AutoShape 160" descr="Freeform 165">
              <a:extLst>
                <a:ext uri="{FF2B5EF4-FFF2-40B4-BE49-F238E27FC236}">
                  <a16:creationId xmlns:a16="http://schemas.microsoft.com/office/drawing/2014/main" id="{D5BA8353-B92D-4050-9498-E110B5858CF5}"/>
                </a:ext>
              </a:extLst>
            </p:cNvPr>
            <p:cNvSpPr>
              <a:spLocks/>
            </p:cNvSpPr>
            <p:nvPr/>
          </p:nvSpPr>
          <p:spPr bwMode="auto">
            <a:xfrm>
              <a:off x="748261" y="4977234"/>
              <a:ext cx="111138" cy="10153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787" y="18548"/>
                  </a:moveTo>
                  <a:lnTo>
                    <a:pt x="9755" y="704"/>
                  </a:lnTo>
                  <a:lnTo>
                    <a:pt x="13006" y="0"/>
                  </a:lnTo>
                  <a:lnTo>
                    <a:pt x="13471" y="0"/>
                  </a:lnTo>
                  <a:lnTo>
                    <a:pt x="13471" y="1174"/>
                  </a:lnTo>
                  <a:lnTo>
                    <a:pt x="13006" y="1643"/>
                  </a:lnTo>
                  <a:lnTo>
                    <a:pt x="13006" y="2113"/>
                  </a:lnTo>
                  <a:lnTo>
                    <a:pt x="19277" y="19017"/>
                  </a:lnTo>
                  <a:lnTo>
                    <a:pt x="19742" y="20191"/>
                  </a:lnTo>
                  <a:lnTo>
                    <a:pt x="20671" y="20661"/>
                  </a:lnTo>
                  <a:lnTo>
                    <a:pt x="21600" y="20661"/>
                  </a:lnTo>
                  <a:lnTo>
                    <a:pt x="21600" y="21600"/>
                  </a:lnTo>
                  <a:lnTo>
                    <a:pt x="12077" y="21600"/>
                  </a:lnTo>
                  <a:lnTo>
                    <a:pt x="12077" y="20661"/>
                  </a:lnTo>
                  <a:lnTo>
                    <a:pt x="13471" y="20661"/>
                  </a:lnTo>
                  <a:lnTo>
                    <a:pt x="13935" y="20191"/>
                  </a:lnTo>
                  <a:lnTo>
                    <a:pt x="12077" y="14557"/>
                  </a:lnTo>
                  <a:lnTo>
                    <a:pt x="5574" y="14557"/>
                  </a:lnTo>
                  <a:lnTo>
                    <a:pt x="5574" y="15496"/>
                  </a:lnTo>
                  <a:lnTo>
                    <a:pt x="4181" y="18548"/>
                  </a:lnTo>
                  <a:lnTo>
                    <a:pt x="4181" y="20191"/>
                  </a:lnTo>
                  <a:lnTo>
                    <a:pt x="4645" y="20661"/>
                  </a:lnTo>
                  <a:lnTo>
                    <a:pt x="6503" y="20661"/>
                  </a:lnTo>
                  <a:lnTo>
                    <a:pt x="6503" y="21600"/>
                  </a:lnTo>
                  <a:lnTo>
                    <a:pt x="0" y="21600"/>
                  </a:lnTo>
                  <a:lnTo>
                    <a:pt x="0" y="20661"/>
                  </a:lnTo>
                  <a:lnTo>
                    <a:pt x="1394" y="20661"/>
                  </a:lnTo>
                  <a:lnTo>
                    <a:pt x="1858" y="20191"/>
                  </a:lnTo>
                  <a:lnTo>
                    <a:pt x="2787" y="18548"/>
                  </a:lnTo>
                  <a:lnTo>
                    <a:pt x="6503" y="12913"/>
                  </a:lnTo>
                  <a:lnTo>
                    <a:pt x="9290" y="6339"/>
                  </a:lnTo>
                  <a:lnTo>
                    <a:pt x="11613" y="12913"/>
                  </a:lnTo>
                  <a:lnTo>
                    <a:pt x="6503" y="12913"/>
                  </a:lnTo>
                  <a:lnTo>
                    <a:pt x="2787" y="18548"/>
                  </a:lnTo>
                  <a:close/>
                </a:path>
              </a:pathLst>
            </a:custGeom>
            <a:solidFill>
              <a:srgbClr val="0000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63" name="AutoShape 161" descr="Freeform 166">
              <a:extLst>
                <a:ext uri="{FF2B5EF4-FFF2-40B4-BE49-F238E27FC236}">
                  <a16:creationId xmlns:a16="http://schemas.microsoft.com/office/drawing/2014/main" id="{E225FE5C-1421-4D7E-83C3-BC3CB728F2E8}"/>
                </a:ext>
              </a:extLst>
            </p:cNvPr>
            <p:cNvSpPr>
              <a:spLocks/>
            </p:cNvSpPr>
            <p:nvPr/>
          </p:nvSpPr>
          <p:spPr bwMode="auto">
            <a:xfrm>
              <a:off x="748261" y="4977234"/>
              <a:ext cx="111138" cy="10153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787" y="18548"/>
                  </a:moveTo>
                  <a:lnTo>
                    <a:pt x="9755" y="704"/>
                  </a:lnTo>
                  <a:lnTo>
                    <a:pt x="13006" y="0"/>
                  </a:lnTo>
                  <a:lnTo>
                    <a:pt x="13471" y="0"/>
                  </a:lnTo>
                  <a:lnTo>
                    <a:pt x="13471" y="1174"/>
                  </a:lnTo>
                  <a:lnTo>
                    <a:pt x="13006" y="1643"/>
                  </a:lnTo>
                  <a:lnTo>
                    <a:pt x="13006" y="2113"/>
                  </a:lnTo>
                  <a:lnTo>
                    <a:pt x="19277" y="19017"/>
                  </a:lnTo>
                  <a:lnTo>
                    <a:pt x="19742" y="20191"/>
                  </a:lnTo>
                  <a:lnTo>
                    <a:pt x="20671" y="20661"/>
                  </a:lnTo>
                  <a:lnTo>
                    <a:pt x="21600" y="20661"/>
                  </a:lnTo>
                  <a:lnTo>
                    <a:pt x="21600" y="21600"/>
                  </a:lnTo>
                  <a:lnTo>
                    <a:pt x="12077" y="21600"/>
                  </a:lnTo>
                  <a:lnTo>
                    <a:pt x="12077" y="20661"/>
                  </a:lnTo>
                  <a:lnTo>
                    <a:pt x="13471" y="20661"/>
                  </a:lnTo>
                  <a:lnTo>
                    <a:pt x="13935" y="20191"/>
                  </a:lnTo>
                  <a:lnTo>
                    <a:pt x="12077" y="14557"/>
                  </a:lnTo>
                  <a:lnTo>
                    <a:pt x="5574" y="14557"/>
                  </a:lnTo>
                  <a:lnTo>
                    <a:pt x="5574" y="15496"/>
                  </a:lnTo>
                  <a:lnTo>
                    <a:pt x="4181" y="18548"/>
                  </a:lnTo>
                  <a:lnTo>
                    <a:pt x="4181" y="20191"/>
                  </a:lnTo>
                  <a:lnTo>
                    <a:pt x="4645" y="20661"/>
                  </a:lnTo>
                  <a:lnTo>
                    <a:pt x="6503" y="20661"/>
                  </a:lnTo>
                  <a:lnTo>
                    <a:pt x="6503" y="21600"/>
                  </a:lnTo>
                  <a:lnTo>
                    <a:pt x="0" y="21600"/>
                  </a:lnTo>
                  <a:lnTo>
                    <a:pt x="0" y="20661"/>
                  </a:lnTo>
                  <a:lnTo>
                    <a:pt x="1394" y="20661"/>
                  </a:lnTo>
                  <a:lnTo>
                    <a:pt x="1858" y="20191"/>
                  </a:lnTo>
                  <a:lnTo>
                    <a:pt x="2787" y="18548"/>
                  </a:lnTo>
                  <a:close/>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64" name="AutoShape 162" descr="Freeform 167">
              <a:extLst>
                <a:ext uri="{FF2B5EF4-FFF2-40B4-BE49-F238E27FC236}">
                  <a16:creationId xmlns:a16="http://schemas.microsoft.com/office/drawing/2014/main" id="{224146A4-B2AC-42AE-828A-6DBA937E66E1}"/>
                </a:ext>
              </a:extLst>
            </p:cNvPr>
            <p:cNvSpPr>
              <a:spLocks/>
            </p:cNvSpPr>
            <p:nvPr/>
          </p:nvSpPr>
          <p:spPr bwMode="auto">
            <a:xfrm>
              <a:off x="781722" y="5007030"/>
              <a:ext cx="26292" cy="30901"/>
            </a:xfrm>
            <a:custGeom>
              <a:avLst/>
              <a:gdLst>
                <a:gd name="T0" fmla="*/ 51996 w 21600"/>
                <a:gd name="T1" fmla="*/ 189562 h 21600"/>
                <a:gd name="T2" fmla="*/ 51996 w 21600"/>
                <a:gd name="T3" fmla="*/ 189562 h 21600"/>
                <a:gd name="T4" fmla="*/ 51996 w 21600"/>
                <a:gd name="T5" fmla="*/ 189562 h 21600"/>
                <a:gd name="T6" fmla="*/ 51996 w 21600"/>
                <a:gd name="T7" fmla="*/ 18956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11782" y="0"/>
                  </a:lnTo>
                  <a:lnTo>
                    <a:pt x="21600" y="21600"/>
                  </a:lnTo>
                  <a:lnTo>
                    <a:pt x="0" y="21600"/>
                  </a:lnTo>
                  <a:close/>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65" name="AutoShape 163" descr="Freeform 168">
              <a:extLst>
                <a:ext uri="{FF2B5EF4-FFF2-40B4-BE49-F238E27FC236}">
                  <a16:creationId xmlns:a16="http://schemas.microsoft.com/office/drawing/2014/main" id="{B96AD9B8-0E1C-4836-9289-DCC1BBA09526}"/>
                </a:ext>
              </a:extLst>
            </p:cNvPr>
            <p:cNvSpPr>
              <a:spLocks/>
            </p:cNvSpPr>
            <p:nvPr/>
          </p:nvSpPr>
          <p:spPr bwMode="auto">
            <a:xfrm>
              <a:off x="861789" y="5052278"/>
              <a:ext cx="107554" cy="99324"/>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0" y="20400"/>
                  </a:lnTo>
                  <a:lnTo>
                    <a:pt x="960" y="20400"/>
                  </a:lnTo>
                  <a:lnTo>
                    <a:pt x="1440" y="19920"/>
                  </a:lnTo>
                  <a:lnTo>
                    <a:pt x="2400" y="19440"/>
                  </a:lnTo>
                  <a:lnTo>
                    <a:pt x="7680" y="11040"/>
                  </a:lnTo>
                  <a:lnTo>
                    <a:pt x="3360" y="3120"/>
                  </a:lnTo>
                  <a:lnTo>
                    <a:pt x="1920" y="960"/>
                  </a:lnTo>
                  <a:lnTo>
                    <a:pt x="0" y="960"/>
                  </a:lnTo>
                  <a:lnTo>
                    <a:pt x="0" y="0"/>
                  </a:lnTo>
                  <a:lnTo>
                    <a:pt x="10560" y="0"/>
                  </a:lnTo>
                  <a:lnTo>
                    <a:pt x="10560" y="960"/>
                  </a:lnTo>
                  <a:lnTo>
                    <a:pt x="8160" y="960"/>
                  </a:lnTo>
                  <a:lnTo>
                    <a:pt x="8160" y="1680"/>
                  </a:lnTo>
                  <a:lnTo>
                    <a:pt x="11520" y="6960"/>
                  </a:lnTo>
                  <a:lnTo>
                    <a:pt x="14880" y="3120"/>
                  </a:lnTo>
                  <a:lnTo>
                    <a:pt x="15840" y="1680"/>
                  </a:lnTo>
                  <a:lnTo>
                    <a:pt x="15360" y="960"/>
                  </a:lnTo>
                  <a:lnTo>
                    <a:pt x="13440" y="960"/>
                  </a:lnTo>
                  <a:lnTo>
                    <a:pt x="13440" y="0"/>
                  </a:lnTo>
                  <a:lnTo>
                    <a:pt x="20160" y="0"/>
                  </a:lnTo>
                  <a:lnTo>
                    <a:pt x="20160" y="960"/>
                  </a:lnTo>
                  <a:lnTo>
                    <a:pt x="18720" y="960"/>
                  </a:lnTo>
                  <a:lnTo>
                    <a:pt x="17760" y="2160"/>
                  </a:lnTo>
                  <a:lnTo>
                    <a:pt x="12480" y="8400"/>
                  </a:lnTo>
                  <a:lnTo>
                    <a:pt x="18240" y="17760"/>
                  </a:lnTo>
                  <a:lnTo>
                    <a:pt x="19680" y="19920"/>
                  </a:lnTo>
                  <a:lnTo>
                    <a:pt x="20640" y="20400"/>
                  </a:lnTo>
                  <a:lnTo>
                    <a:pt x="21600" y="20400"/>
                  </a:lnTo>
                  <a:lnTo>
                    <a:pt x="21600" y="21600"/>
                  </a:lnTo>
                  <a:lnTo>
                    <a:pt x="11040" y="21600"/>
                  </a:lnTo>
                  <a:lnTo>
                    <a:pt x="11040" y="20400"/>
                  </a:lnTo>
                  <a:lnTo>
                    <a:pt x="12480" y="20400"/>
                  </a:lnTo>
                  <a:lnTo>
                    <a:pt x="13440" y="19920"/>
                  </a:lnTo>
                  <a:lnTo>
                    <a:pt x="12480" y="18480"/>
                  </a:lnTo>
                  <a:lnTo>
                    <a:pt x="8640" y="12000"/>
                  </a:lnTo>
                  <a:lnTo>
                    <a:pt x="5280" y="17760"/>
                  </a:lnTo>
                  <a:lnTo>
                    <a:pt x="4320" y="19440"/>
                  </a:lnTo>
                  <a:lnTo>
                    <a:pt x="4320" y="19920"/>
                  </a:lnTo>
                  <a:lnTo>
                    <a:pt x="4800" y="20400"/>
                  </a:lnTo>
                  <a:lnTo>
                    <a:pt x="6720" y="20400"/>
                  </a:lnTo>
                  <a:lnTo>
                    <a:pt x="6720" y="21600"/>
                  </a:lnTo>
                  <a:lnTo>
                    <a:pt x="0" y="21600"/>
                  </a:lnTo>
                  <a:close/>
                </a:path>
              </a:pathLst>
            </a:custGeom>
            <a:solidFill>
              <a:srgbClr val="0000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66" name="AutoShape 164" descr="Freeform 169">
              <a:extLst>
                <a:ext uri="{FF2B5EF4-FFF2-40B4-BE49-F238E27FC236}">
                  <a16:creationId xmlns:a16="http://schemas.microsoft.com/office/drawing/2014/main" id="{691A834A-23BF-405D-9BE6-990E85197123}"/>
                </a:ext>
              </a:extLst>
            </p:cNvPr>
            <p:cNvSpPr>
              <a:spLocks/>
            </p:cNvSpPr>
            <p:nvPr/>
          </p:nvSpPr>
          <p:spPr bwMode="auto">
            <a:xfrm>
              <a:off x="861789" y="5052278"/>
              <a:ext cx="107554" cy="99324"/>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0" y="20400"/>
                  </a:lnTo>
                  <a:lnTo>
                    <a:pt x="960" y="20400"/>
                  </a:lnTo>
                  <a:lnTo>
                    <a:pt x="1440" y="19920"/>
                  </a:lnTo>
                  <a:lnTo>
                    <a:pt x="2400" y="19440"/>
                  </a:lnTo>
                  <a:lnTo>
                    <a:pt x="7680" y="11040"/>
                  </a:lnTo>
                  <a:lnTo>
                    <a:pt x="3360" y="3120"/>
                  </a:lnTo>
                  <a:lnTo>
                    <a:pt x="1920" y="960"/>
                  </a:lnTo>
                  <a:lnTo>
                    <a:pt x="0" y="960"/>
                  </a:lnTo>
                  <a:lnTo>
                    <a:pt x="0" y="0"/>
                  </a:lnTo>
                  <a:lnTo>
                    <a:pt x="10560" y="0"/>
                  </a:lnTo>
                  <a:lnTo>
                    <a:pt x="10560" y="960"/>
                  </a:lnTo>
                  <a:lnTo>
                    <a:pt x="8160" y="960"/>
                  </a:lnTo>
                  <a:lnTo>
                    <a:pt x="8160" y="1680"/>
                  </a:lnTo>
                  <a:lnTo>
                    <a:pt x="11520" y="6960"/>
                  </a:lnTo>
                  <a:lnTo>
                    <a:pt x="14880" y="3120"/>
                  </a:lnTo>
                  <a:lnTo>
                    <a:pt x="15840" y="1680"/>
                  </a:lnTo>
                  <a:lnTo>
                    <a:pt x="15360" y="960"/>
                  </a:lnTo>
                  <a:lnTo>
                    <a:pt x="13440" y="960"/>
                  </a:lnTo>
                  <a:lnTo>
                    <a:pt x="13440" y="0"/>
                  </a:lnTo>
                  <a:lnTo>
                    <a:pt x="20160" y="0"/>
                  </a:lnTo>
                  <a:lnTo>
                    <a:pt x="20160" y="960"/>
                  </a:lnTo>
                  <a:lnTo>
                    <a:pt x="18720" y="960"/>
                  </a:lnTo>
                  <a:lnTo>
                    <a:pt x="17760" y="2160"/>
                  </a:lnTo>
                  <a:lnTo>
                    <a:pt x="12480" y="8400"/>
                  </a:lnTo>
                  <a:lnTo>
                    <a:pt x="18240" y="17760"/>
                  </a:lnTo>
                  <a:lnTo>
                    <a:pt x="19680" y="19920"/>
                  </a:lnTo>
                  <a:lnTo>
                    <a:pt x="20640" y="20400"/>
                  </a:lnTo>
                  <a:lnTo>
                    <a:pt x="21600" y="20400"/>
                  </a:lnTo>
                  <a:lnTo>
                    <a:pt x="21600" y="21600"/>
                  </a:lnTo>
                  <a:lnTo>
                    <a:pt x="11040" y="21600"/>
                  </a:lnTo>
                  <a:lnTo>
                    <a:pt x="11040" y="20400"/>
                  </a:lnTo>
                  <a:lnTo>
                    <a:pt x="12480" y="20400"/>
                  </a:lnTo>
                  <a:lnTo>
                    <a:pt x="13440" y="19920"/>
                  </a:lnTo>
                  <a:lnTo>
                    <a:pt x="12480" y="18480"/>
                  </a:lnTo>
                  <a:lnTo>
                    <a:pt x="8640" y="12000"/>
                  </a:lnTo>
                  <a:lnTo>
                    <a:pt x="5280" y="17760"/>
                  </a:lnTo>
                  <a:lnTo>
                    <a:pt x="4320" y="19440"/>
                  </a:lnTo>
                  <a:lnTo>
                    <a:pt x="4320" y="19920"/>
                  </a:lnTo>
                  <a:lnTo>
                    <a:pt x="4800" y="20400"/>
                  </a:lnTo>
                  <a:lnTo>
                    <a:pt x="6720" y="20400"/>
                  </a:lnTo>
                  <a:lnTo>
                    <a:pt x="6720" y="21600"/>
                  </a:lnTo>
                  <a:lnTo>
                    <a:pt x="0" y="21600"/>
                  </a:lnTo>
                  <a:close/>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67" name="AutoShape 165" descr="Freeform 170">
              <a:extLst>
                <a:ext uri="{FF2B5EF4-FFF2-40B4-BE49-F238E27FC236}">
                  <a16:creationId xmlns:a16="http://schemas.microsoft.com/office/drawing/2014/main" id="{166F025C-0543-442F-B6B5-A23BE4A208DF}"/>
                </a:ext>
              </a:extLst>
            </p:cNvPr>
            <p:cNvSpPr>
              <a:spLocks/>
            </p:cNvSpPr>
            <p:nvPr/>
          </p:nvSpPr>
          <p:spPr bwMode="auto">
            <a:xfrm>
              <a:off x="1025508" y="5139460"/>
              <a:ext cx="38242" cy="33109"/>
            </a:xfrm>
            <a:custGeom>
              <a:avLst/>
              <a:gdLst>
                <a:gd name="T0" fmla="*/ 1041804 w 21600"/>
                <a:gd name="T1" fmla="*/ 329261 h 21600"/>
                <a:gd name="T2" fmla="*/ 1041804 w 21600"/>
                <a:gd name="T3" fmla="*/ 329261 h 21600"/>
                <a:gd name="T4" fmla="*/ 1041804 w 21600"/>
                <a:gd name="T5" fmla="*/ 329261 h 21600"/>
                <a:gd name="T6" fmla="*/ 1041804 w 21600"/>
                <a:gd name="T7" fmla="*/ 32926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0" y="7920"/>
                  </a:lnTo>
                  <a:lnTo>
                    <a:pt x="4050" y="6480"/>
                  </a:lnTo>
                  <a:lnTo>
                    <a:pt x="9450" y="7920"/>
                  </a:lnTo>
                  <a:lnTo>
                    <a:pt x="14850" y="4320"/>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68" name="AutoShape 166" descr="Freeform 171">
              <a:extLst>
                <a:ext uri="{FF2B5EF4-FFF2-40B4-BE49-F238E27FC236}">
                  <a16:creationId xmlns:a16="http://schemas.microsoft.com/office/drawing/2014/main" id="{06987E44-DE85-4D7C-B91C-A6380325E588}"/>
                </a:ext>
              </a:extLst>
            </p:cNvPr>
            <p:cNvSpPr>
              <a:spLocks/>
            </p:cNvSpPr>
            <p:nvPr/>
          </p:nvSpPr>
          <p:spPr bwMode="auto">
            <a:xfrm>
              <a:off x="1398358" y="5137253"/>
              <a:ext cx="39436" cy="33109"/>
            </a:xfrm>
            <a:custGeom>
              <a:avLst/>
              <a:gdLst>
                <a:gd name="T0" fmla="*/ 1332358 w 21600"/>
                <a:gd name="T1" fmla="*/ 329261 h 21600"/>
                <a:gd name="T2" fmla="*/ 1332358 w 21600"/>
                <a:gd name="T3" fmla="*/ 329261 h 21600"/>
                <a:gd name="T4" fmla="*/ 1332358 w 21600"/>
                <a:gd name="T5" fmla="*/ 329261 h 21600"/>
                <a:gd name="T6" fmla="*/ 1332358 w 21600"/>
                <a:gd name="T7" fmla="*/ 32926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0" y="13680"/>
                  </a:lnTo>
                  <a:lnTo>
                    <a:pt x="1309" y="7920"/>
                  </a:lnTo>
                  <a:lnTo>
                    <a:pt x="5236" y="5760"/>
                  </a:lnTo>
                  <a:lnTo>
                    <a:pt x="9164" y="7920"/>
                  </a:lnTo>
                  <a:lnTo>
                    <a:pt x="15709" y="5760"/>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sp>
          <p:nvSpPr>
            <p:cNvPr id="369" name="AutoShape 167" descr="Freeform 172">
              <a:extLst>
                <a:ext uri="{FF2B5EF4-FFF2-40B4-BE49-F238E27FC236}">
                  <a16:creationId xmlns:a16="http://schemas.microsoft.com/office/drawing/2014/main" id="{6F5EC4D2-9D34-46D6-A4EC-8CAEFFC3864A}"/>
                </a:ext>
              </a:extLst>
            </p:cNvPr>
            <p:cNvSpPr>
              <a:spLocks/>
            </p:cNvSpPr>
            <p:nvPr/>
          </p:nvSpPr>
          <p:spPr bwMode="auto">
            <a:xfrm>
              <a:off x="1663655" y="5137253"/>
              <a:ext cx="40632" cy="33109"/>
            </a:xfrm>
            <a:custGeom>
              <a:avLst/>
              <a:gdLst>
                <a:gd name="T0" fmla="*/ 1691802 w 21600"/>
                <a:gd name="T1" fmla="*/ 329261 h 21600"/>
                <a:gd name="T2" fmla="*/ 1691802 w 21600"/>
                <a:gd name="T3" fmla="*/ 329261 h 21600"/>
                <a:gd name="T4" fmla="*/ 1691802 w 21600"/>
                <a:gd name="T5" fmla="*/ 329261 h 21600"/>
                <a:gd name="T6" fmla="*/ 1691802 w 21600"/>
                <a:gd name="T7" fmla="*/ 32926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lnTo>
                    <a:pt x="0" y="7920"/>
                  </a:lnTo>
                  <a:lnTo>
                    <a:pt x="3812" y="5760"/>
                  </a:lnTo>
                  <a:lnTo>
                    <a:pt x="13976" y="5760"/>
                  </a:lnTo>
                  <a:lnTo>
                    <a:pt x="21600" y="0"/>
                  </a:lnTo>
                </a:path>
              </a:pathLst>
            </a:custGeom>
            <a:noFill/>
            <a:ln w="317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4290" rIns="34290"/>
            <a:lstStyle/>
            <a:p>
              <a:pPr defTabSz="685800" fontAlgn="auto">
                <a:spcBef>
                  <a:spcPts val="0"/>
                </a:spcBef>
                <a:spcAft>
                  <a:spcPts val="0"/>
                </a:spcAft>
              </a:pPr>
              <a:endParaRPr lang="en-US" sz="1350" dirty="0">
                <a:solidFill>
                  <a:srgbClr val="FFFFFF"/>
                </a:solidFill>
                <a:latin typeface="Garamond" panose="02020404030301010803"/>
              </a:endParaRPr>
            </a:p>
          </p:txBody>
        </p:sp>
      </p:grpSp>
      <p:pic>
        <p:nvPicPr>
          <p:cNvPr id="371" name="Picture 370"/>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6039372" y="732127"/>
            <a:ext cx="1427553" cy="109728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grpSp>
        <p:nvGrpSpPr>
          <p:cNvPr id="372" name="Group 16" descr="Roadmap shape with arrow head showing flow from left to right and top to bottom, with the arrow in the bottom right">
            <a:extLst>
              <a:ext uri="{FF2B5EF4-FFF2-40B4-BE49-F238E27FC236}">
                <a16:creationId xmlns:a16="http://schemas.microsoft.com/office/drawing/2014/main" id="{2A4B4359-0922-492F-A2FD-463FB4140714}"/>
              </a:ext>
            </a:extLst>
          </p:cNvPr>
          <p:cNvGrpSpPr>
            <a:grpSpLocks/>
          </p:cNvGrpSpPr>
          <p:nvPr/>
        </p:nvGrpSpPr>
        <p:grpSpPr bwMode="auto">
          <a:xfrm>
            <a:off x="958005" y="1016425"/>
            <a:ext cx="8528543" cy="4094192"/>
            <a:chOff x="1174844" y="-489"/>
            <a:chExt cx="8038439" cy="6356480"/>
          </a:xfrm>
          <a:solidFill>
            <a:srgbClr val="002060"/>
          </a:solidFill>
        </p:grpSpPr>
        <p:sp>
          <p:nvSpPr>
            <p:cNvPr id="373" name="Rectangle 12" descr="Curvy line">
              <a:extLst>
                <a:ext uri="{FF2B5EF4-FFF2-40B4-BE49-F238E27FC236}">
                  <a16:creationId xmlns:a16="http://schemas.microsoft.com/office/drawing/2014/main" id="{65BDB798-9989-41F6-ADC7-8A1EBFAA6BCA}"/>
                </a:ext>
              </a:extLst>
            </p:cNvPr>
            <p:cNvSpPr/>
            <p:nvPr/>
          </p:nvSpPr>
          <p:spPr>
            <a:xfrm>
              <a:off x="1174844" y="-489"/>
              <a:ext cx="6529192" cy="6356480"/>
            </a:xfrm>
            <a:custGeom>
              <a:avLst/>
              <a:gdLst>
                <a:gd name="connsiteX0" fmla="*/ 0 w 685800"/>
                <a:gd name="connsiteY0" fmla="*/ 0 h 3781425"/>
                <a:gd name="connsiteX1" fmla="*/ 685800 w 685800"/>
                <a:gd name="connsiteY1" fmla="*/ 0 h 3781425"/>
                <a:gd name="connsiteX2" fmla="*/ 685800 w 685800"/>
                <a:gd name="connsiteY2" fmla="*/ 3781425 h 3781425"/>
                <a:gd name="connsiteX3" fmla="*/ 0 w 685800"/>
                <a:gd name="connsiteY3" fmla="*/ 3781425 h 3781425"/>
                <a:gd name="connsiteX4" fmla="*/ 0 w 685800"/>
                <a:gd name="connsiteY4" fmla="*/ 0 h 3781425"/>
                <a:gd name="connsiteX0" fmla="*/ 0 w 705125"/>
                <a:gd name="connsiteY0" fmla="*/ 0 h 3781425"/>
                <a:gd name="connsiteX1" fmla="*/ 685800 w 705125"/>
                <a:gd name="connsiteY1" fmla="*/ 0 h 3781425"/>
                <a:gd name="connsiteX2" fmla="*/ 704850 w 705125"/>
                <a:gd name="connsiteY2" fmla="*/ 809625 h 3781425"/>
                <a:gd name="connsiteX3" fmla="*/ 685800 w 705125"/>
                <a:gd name="connsiteY3" fmla="*/ 3781425 h 3781425"/>
                <a:gd name="connsiteX4" fmla="*/ 0 w 705125"/>
                <a:gd name="connsiteY4" fmla="*/ 3781425 h 3781425"/>
                <a:gd name="connsiteX5" fmla="*/ 0 w 705125"/>
                <a:gd name="connsiteY5" fmla="*/ 0 h 3781425"/>
                <a:gd name="connsiteX0" fmla="*/ 104775 w 809900"/>
                <a:gd name="connsiteY0" fmla="*/ 0 h 3781425"/>
                <a:gd name="connsiteX1" fmla="*/ 790575 w 809900"/>
                <a:gd name="connsiteY1" fmla="*/ 0 h 3781425"/>
                <a:gd name="connsiteX2" fmla="*/ 809625 w 809900"/>
                <a:gd name="connsiteY2" fmla="*/ 809625 h 3781425"/>
                <a:gd name="connsiteX3" fmla="*/ 790575 w 809900"/>
                <a:gd name="connsiteY3" fmla="*/ 3781425 h 3781425"/>
                <a:gd name="connsiteX4" fmla="*/ 104775 w 809900"/>
                <a:gd name="connsiteY4" fmla="*/ 3781425 h 3781425"/>
                <a:gd name="connsiteX5" fmla="*/ 0 w 809900"/>
                <a:gd name="connsiteY5" fmla="*/ 809625 h 3781425"/>
                <a:gd name="connsiteX6" fmla="*/ 104775 w 809900"/>
                <a:gd name="connsiteY6" fmla="*/ 0 h 3781425"/>
                <a:gd name="connsiteX0" fmla="*/ 104775 w 866775"/>
                <a:gd name="connsiteY0" fmla="*/ 0 h 3781425"/>
                <a:gd name="connsiteX1" fmla="*/ 790575 w 866775"/>
                <a:gd name="connsiteY1" fmla="*/ 0 h 3781425"/>
                <a:gd name="connsiteX2" fmla="*/ 809625 w 866775"/>
                <a:gd name="connsiteY2" fmla="*/ 809625 h 3781425"/>
                <a:gd name="connsiteX3" fmla="*/ 866775 w 866775"/>
                <a:gd name="connsiteY3" fmla="*/ 2171700 h 3781425"/>
                <a:gd name="connsiteX4" fmla="*/ 790575 w 866775"/>
                <a:gd name="connsiteY4" fmla="*/ 3781425 h 3781425"/>
                <a:gd name="connsiteX5" fmla="*/ 104775 w 866775"/>
                <a:gd name="connsiteY5" fmla="*/ 3781425 h 3781425"/>
                <a:gd name="connsiteX6" fmla="*/ 0 w 866775"/>
                <a:gd name="connsiteY6" fmla="*/ 809625 h 3781425"/>
                <a:gd name="connsiteX7" fmla="*/ 104775 w 866775"/>
                <a:gd name="connsiteY7" fmla="*/ 0 h 3781425"/>
                <a:gd name="connsiteX0" fmla="*/ 107604 w 869604"/>
                <a:gd name="connsiteY0" fmla="*/ 0 h 3781425"/>
                <a:gd name="connsiteX1" fmla="*/ 793404 w 869604"/>
                <a:gd name="connsiteY1" fmla="*/ 0 h 3781425"/>
                <a:gd name="connsiteX2" fmla="*/ 812454 w 869604"/>
                <a:gd name="connsiteY2" fmla="*/ 809625 h 3781425"/>
                <a:gd name="connsiteX3" fmla="*/ 869604 w 869604"/>
                <a:gd name="connsiteY3" fmla="*/ 2171700 h 3781425"/>
                <a:gd name="connsiteX4" fmla="*/ 793404 w 869604"/>
                <a:gd name="connsiteY4" fmla="*/ 3781425 h 3781425"/>
                <a:gd name="connsiteX5" fmla="*/ 107604 w 869604"/>
                <a:gd name="connsiteY5" fmla="*/ 3781425 h 3781425"/>
                <a:gd name="connsiteX6" fmla="*/ 21879 w 869604"/>
                <a:gd name="connsiteY6" fmla="*/ 2219325 h 3781425"/>
                <a:gd name="connsiteX7" fmla="*/ 2829 w 869604"/>
                <a:gd name="connsiteY7" fmla="*/ 809625 h 3781425"/>
                <a:gd name="connsiteX8" fmla="*/ 107604 w 869604"/>
                <a:gd name="connsiteY8" fmla="*/ 0 h 3781425"/>
                <a:gd name="connsiteX0" fmla="*/ 107604 w 2222159"/>
                <a:gd name="connsiteY0" fmla="*/ 0 h 3781425"/>
                <a:gd name="connsiteX1" fmla="*/ 793404 w 2222159"/>
                <a:gd name="connsiteY1" fmla="*/ 0 h 3781425"/>
                <a:gd name="connsiteX2" fmla="*/ 2222154 w 2222159"/>
                <a:gd name="connsiteY2" fmla="*/ 1009650 h 3781425"/>
                <a:gd name="connsiteX3" fmla="*/ 869604 w 2222159"/>
                <a:gd name="connsiteY3" fmla="*/ 2171700 h 3781425"/>
                <a:gd name="connsiteX4" fmla="*/ 793404 w 2222159"/>
                <a:gd name="connsiteY4" fmla="*/ 3781425 h 3781425"/>
                <a:gd name="connsiteX5" fmla="*/ 107604 w 2222159"/>
                <a:gd name="connsiteY5" fmla="*/ 3781425 h 3781425"/>
                <a:gd name="connsiteX6" fmla="*/ 21879 w 2222159"/>
                <a:gd name="connsiteY6" fmla="*/ 2219325 h 3781425"/>
                <a:gd name="connsiteX7" fmla="*/ 2829 w 2222159"/>
                <a:gd name="connsiteY7" fmla="*/ 809625 h 3781425"/>
                <a:gd name="connsiteX8" fmla="*/ 107604 w 2222159"/>
                <a:gd name="connsiteY8" fmla="*/ 0 h 3781425"/>
                <a:gd name="connsiteX0" fmla="*/ 85837 w 2200392"/>
                <a:gd name="connsiteY0" fmla="*/ 0 h 3781425"/>
                <a:gd name="connsiteX1" fmla="*/ 771637 w 2200392"/>
                <a:gd name="connsiteY1" fmla="*/ 0 h 3781425"/>
                <a:gd name="connsiteX2" fmla="*/ 2200387 w 2200392"/>
                <a:gd name="connsiteY2" fmla="*/ 1009650 h 3781425"/>
                <a:gd name="connsiteX3" fmla="*/ 847837 w 2200392"/>
                <a:gd name="connsiteY3" fmla="*/ 2171700 h 3781425"/>
                <a:gd name="connsiteX4" fmla="*/ 771637 w 2200392"/>
                <a:gd name="connsiteY4" fmla="*/ 3781425 h 3781425"/>
                <a:gd name="connsiteX5" fmla="*/ 85837 w 2200392"/>
                <a:gd name="connsiteY5" fmla="*/ 3781425 h 3781425"/>
                <a:gd name="connsiteX6" fmla="*/ 112 w 2200392"/>
                <a:gd name="connsiteY6" fmla="*/ 2219325 h 3781425"/>
                <a:gd name="connsiteX7" fmla="*/ 2038462 w 2200392"/>
                <a:gd name="connsiteY7" fmla="*/ 1000125 h 3781425"/>
                <a:gd name="connsiteX8" fmla="*/ 85837 w 2200392"/>
                <a:gd name="connsiteY8" fmla="*/ 0 h 3781425"/>
                <a:gd name="connsiteX0" fmla="*/ 266812 w 2200392"/>
                <a:gd name="connsiteY0" fmla="*/ 800100 h 3781425"/>
                <a:gd name="connsiteX1" fmla="*/ 771637 w 2200392"/>
                <a:gd name="connsiteY1" fmla="*/ 0 h 3781425"/>
                <a:gd name="connsiteX2" fmla="*/ 2200387 w 2200392"/>
                <a:gd name="connsiteY2" fmla="*/ 1009650 h 3781425"/>
                <a:gd name="connsiteX3" fmla="*/ 847837 w 2200392"/>
                <a:gd name="connsiteY3" fmla="*/ 2171700 h 3781425"/>
                <a:gd name="connsiteX4" fmla="*/ 771637 w 2200392"/>
                <a:gd name="connsiteY4" fmla="*/ 3781425 h 3781425"/>
                <a:gd name="connsiteX5" fmla="*/ 85837 w 2200392"/>
                <a:gd name="connsiteY5" fmla="*/ 3781425 h 3781425"/>
                <a:gd name="connsiteX6" fmla="*/ 112 w 2200392"/>
                <a:gd name="connsiteY6" fmla="*/ 2219325 h 3781425"/>
                <a:gd name="connsiteX7" fmla="*/ 2038462 w 2200392"/>
                <a:gd name="connsiteY7" fmla="*/ 1000125 h 3781425"/>
                <a:gd name="connsiteX8" fmla="*/ 266812 w 2200392"/>
                <a:gd name="connsiteY8" fmla="*/ 800100 h 3781425"/>
                <a:gd name="connsiteX0" fmla="*/ 266812 w 2200392"/>
                <a:gd name="connsiteY0" fmla="*/ 657225 h 3638550"/>
                <a:gd name="connsiteX1" fmla="*/ 704962 w 2200392"/>
                <a:gd name="connsiteY1" fmla="*/ 0 h 3638550"/>
                <a:gd name="connsiteX2" fmla="*/ 2200387 w 2200392"/>
                <a:gd name="connsiteY2" fmla="*/ 866775 h 3638550"/>
                <a:gd name="connsiteX3" fmla="*/ 847837 w 2200392"/>
                <a:gd name="connsiteY3" fmla="*/ 2028825 h 3638550"/>
                <a:gd name="connsiteX4" fmla="*/ 771637 w 2200392"/>
                <a:gd name="connsiteY4" fmla="*/ 3638550 h 3638550"/>
                <a:gd name="connsiteX5" fmla="*/ 85837 w 2200392"/>
                <a:gd name="connsiteY5" fmla="*/ 3638550 h 3638550"/>
                <a:gd name="connsiteX6" fmla="*/ 112 w 2200392"/>
                <a:gd name="connsiteY6" fmla="*/ 2076450 h 3638550"/>
                <a:gd name="connsiteX7" fmla="*/ 2038462 w 2200392"/>
                <a:gd name="connsiteY7" fmla="*/ 857250 h 3638550"/>
                <a:gd name="connsiteX8" fmla="*/ 266812 w 2200392"/>
                <a:gd name="connsiteY8" fmla="*/ 657225 h 3638550"/>
                <a:gd name="connsiteX0" fmla="*/ 266812 w 2200392"/>
                <a:gd name="connsiteY0" fmla="*/ 590550 h 3571875"/>
                <a:gd name="connsiteX1" fmla="*/ 704962 w 2200392"/>
                <a:gd name="connsiteY1" fmla="*/ 0 h 3571875"/>
                <a:gd name="connsiteX2" fmla="*/ 2200387 w 2200392"/>
                <a:gd name="connsiteY2" fmla="*/ 800100 h 3571875"/>
                <a:gd name="connsiteX3" fmla="*/ 847837 w 2200392"/>
                <a:gd name="connsiteY3" fmla="*/ 1962150 h 3571875"/>
                <a:gd name="connsiteX4" fmla="*/ 771637 w 2200392"/>
                <a:gd name="connsiteY4" fmla="*/ 3571875 h 3571875"/>
                <a:gd name="connsiteX5" fmla="*/ 85837 w 2200392"/>
                <a:gd name="connsiteY5" fmla="*/ 3571875 h 3571875"/>
                <a:gd name="connsiteX6" fmla="*/ 112 w 2200392"/>
                <a:gd name="connsiteY6" fmla="*/ 2009775 h 3571875"/>
                <a:gd name="connsiteX7" fmla="*/ 2038462 w 2200392"/>
                <a:gd name="connsiteY7" fmla="*/ 790575 h 3571875"/>
                <a:gd name="connsiteX8" fmla="*/ 266812 w 2200392"/>
                <a:gd name="connsiteY8" fmla="*/ 590550 h 3571875"/>
                <a:gd name="connsiteX0" fmla="*/ 266812 w 2200393"/>
                <a:gd name="connsiteY0" fmla="*/ 590550 h 3571875"/>
                <a:gd name="connsiteX1" fmla="*/ 704962 w 2200393"/>
                <a:gd name="connsiteY1" fmla="*/ 0 h 3571875"/>
                <a:gd name="connsiteX2" fmla="*/ 2200387 w 2200393"/>
                <a:gd name="connsiteY2" fmla="*/ 800100 h 3571875"/>
                <a:gd name="connsiteX3" fmla="*/ 847837 w 2200393"/>
                <a:gd name="connsiteY3" fmla="*/ 1962150 h 3571875"/>
                <a:gd name="connsiteX4" fmla="*/ 771637 w 2200393"/>
                <a:gd name="connsiteY4" fmla="*/ 3571875 h 3571875"/>
                <a:gd name="connsiteX5" fmla="*/ 85837 w 2200393"/>
                <a:gd name="connsiteY5" fmla="*/ 3571875 h 3571875"/>
                <a:gd name="connsiteX6" fmla="*/ 112 w 2200393"/>
                <a:gd name="connsiteY6" fmla="*/ 2009775 h 3571875"/>
                <a:gd name="connsiteX7" fmla="*/ 2038462 w 2200393"/>
                <a:gd name="connsiteY7" fmla="*/ 790575 h 3571875"/>
                <a:gd name="connsiteX8" fmla="*/ 266812 w 2200393"/>
                <a:gd name="connsiteY8" fmla="*/ 590550 h 3571875"/>
                <a:gd name="connsiteX0" fmla="*/ 266812 w 2200392"/>
                <a:gd name="connsiteY0" fmla="*/ 123825 h 3105150"/>
                <a:gd name="connsiteX1" fmla="*/ 390637 w 2200392"/>
                <a:gd name="connsiteY1" fmla="*/ 0 h 3105150"/>
                <a:gd name="connsiteX2" fmla="*/ 2200387 w 2200392"/>
                <a:gd name="connsiteY2" fmla="*/ 333375 h 3105150"/>
                <a:gd name="connsiteX3" fmla="*/ 847837 w 2200392"/>
                <a:gd name="connsiteY3" fmla="*/ 1495425 h 3105150"/>
                <a:gd name="connsiteX4" fmla="*/ 771637 w 2200392"/>
                <a:gd name="connsiteY4" fmla="*/ 3105150 h 3105150"/>
                <a:gd name="connsiteX5" fmla="*/ 85837 w 2200392"/>
                <a:gd name="connsiteY5" fmla="*/ 3105150 h 3105150"/>
                <a:gd name="connsiteX6" fmla="*/ 112 w 2200392"/>
                <a:gd name="connsiteY6" fmla="*/ 1543050 h 3105150"/>
                <a:gd name="connsiteX7" fmla="*/ 2038462 w 2200392"/>
                <a:gd name="connsiteY7" fmla="*/ 323850 h 3105150"/>
                <a:gd name="connsiteX8" fmla="*/ 266812 w 2200392"/>
                <a:gd name="connsiteY8" fmla="*/ 123825 h 3105150"/>
                <a:gd name="connsiteX0" fmla="*/ 266812 w 2200392"/>
                <a:gd name="connsiteY0" fmla="*/ 123825 h 3105150"/>
                <a:gd name="connsiteX1" fmla="*/ 238237 w 2200392"/>
                <a:gd name="connsiteY1" fmla="*/ 0 h 3105150"/>
                <a:gd name="connsiteX2" fmla="*/ 2200387 w 2200392"/>
                <a:gd name="connsiteY2" fmla="*/ 333375 h 3105150"/>
                <a:gd name="connsiteX3" fmla="*/ 847837 w 2200392"/>
                <a:gd name="connsiteY3" fmla="*/ 1495425 h 3105150"/>
                <a:gd name="connsiteX4" fmla="*/ 771637 w 2200392"/>
                <a:gd name="connsiteY4" fmla="*/ 3105150 h 3105150"/>
                <a:gd name="connsiteX5" fmla="*/ 85837 w 2200392"/>
                <a:gd name="connsiteY5" fmla="*/ 3105150 h 3105150"/>
                <a:gd name="connsiteX6" fmla="*/ 112 w 2200392"/>
                <a:gd name="connsiteY6" fmla="*/ 1543050 h 3105150"/>
                <a:gd name="connsiteX7" fmla="*/ 2038462 w 2200392"/>
                <a:gd name="connsiteY7" fmla="*/ 323850 h 3105150"/>
                <a:gd name="connsiteX8" fmla="*/ 266812 w 2200392"/>
                <a:gd name="connsiteY8" fmla="*/ 123825 h 3105150"/>
                <a:gd name="connsiteX0" fmla="*/ 266812 w 2200392"/>
                <a:gd name="connsiteY0" fmla="*/ 133350 h 3114675"/>
                <a:gd name="connsiteX1" fmla="*/ 266812 w 2200392"/>
                <a:gd name="connsiteY1" fmla="*/ 0 h 3114675"/>
                <a:gd name="connsiteX2" fmla="*/ 2200387 w 2200392"/>
                <a:gd name="connsiteY2" fmla="*/ 342900 h 3114675"/>
                <a:gd name="connsiteX3" fmla="*/ 847837 w 2200392"/>
                <a:gd name="connsiteY3" fmla="*/ 1504950 h 3114675"/>
                <a:gd name="connsiteX4" fmla="*/ 771637 w 2200392"/>
                <a:gd name="connsiteY4" fmla="*/ 3114675 h 3114675"/>
                <a:gd name="connsiteX5" fmla="*/ 85837 w 2200392"/>
                <a:gd name="connsiteY5" fmla="*/ 3114675 h 3114675"/>
                <a:gd name="connsiteX6" fmla="*/ 112 w 2200392"/>
                <a:gd name="connsiteY6" fmla="*/ 1552575 h 3114675"/>
                <a:gd name="connsiteX7" fmla="*/ 2038462 w 2200392"/>
                <a:gd name="connsiteY7" fmla="*/ 333375 h 3114675"/>
                <a:gd name="connsiteX8" fmla="*/ 266812 w 2200392"/>
                <a:gd name="connsiteY8" fmla="*/ 133350 h 3114675"/>
                <a:gd name="connsiteX0" fmla="*/ 266812 w 2200392"/>
                <a:gd name="connsiteY0" fmla="*/ 76200 h 3057525"/>
                <a:gd name="connsiteX1" fmla="*/ 276337 w 2200392"/>
                <a:gd name="connsiteY1" fmla="*/ 0 h 3057525"/>
                <a:gd name="connsiteX2" fmla="*/ 2200387 w 2200392"/>
                <a:gd name="connsiteY2" fmla="*/ 285750 h 3057525"/>
                <a:gd name="connsiteX3" fmla="*/ 847837 w 2200392"/>
                <a:gd name="connsiteY3" fmla="*/ 1447800 h 3057525"/>
                <a:gd name="connsiteX4" fmla="*/ 771637 w 2200392"/>
                <a:gd name="connsiteY4" fmla="*/ 3057525 h 3057525"/>
                <a:gd name="connsiteX5" fmla="*/ 85837 w 2200392"/>
                <a:gd name="connsiteY5" fmla="*/ 3057525 h 3057525"/>
                <a:gd name="connsiteX6" fmla="*/ 112 w 2200392"/>
                <a:gd name="connsiteY6" fmla="*/ 1495425 h 3057525"/>
                <a:gd name="connsiteX7" fmla="*/ 2038462 w 2200392"/>
                <a:gd name="connsiteY7" fmla="*/ 276225 h 3057525"/>
                <a:gd name="connsiteX8" fmla="*/ 266812 w 2200392"/>
                <a:gd name="connsiteY8" fmla="*/ 76200 h 3057525"/>
                <a:gd name="connsiteX0" fmla="*/ 266812 w 2200392"/>
                <a:gd name="connsiteY0" fmla="*/ 76200 h 3057525"/>
                <a:gd name="connsiteX1" fmla="*/ 276337 w 2200392"/>
                <a:gd name="connsiteY1" fmla="*/ 0 h 3057525"/>
                <a:gd name="connsiteX2" fmla="*/ 2200387 w 2200392"/>
                <a:gd name="connsiteY2" fmla="*/ 285750 h 3057525"/>
                <a:gd name="connsiteX3" fmla="*/ 847837 w 2200392"/>
                <a:gd name="connsiteY3" fmla="*/ 1447800 h 3057525"/>
                <a:gd name="connsiteX4" fmla="*/ 771637 w 2200392"/>
                <a:gd name="connsiteY4" fmla="*/ 3057525 h 3057525"/>
                <a:gd name="connsiteX5" fmla="*/ 85837 w 2200392"/>
                <a:gd name="connsiteY5" fmla="*/ 3057525 h 3057525"/>
                <a:gd name="connsiteX6" fmla="*/ 112 w 2200392"/>
                <a:gd name="connsiteY6" fmla="*/ 1495425 h 3057525"/>
                <a:gd name="connsiteX7" fmla="*/ 2038462 w 2200392"/>
                <a:gd name="connsiteY7" fmla="*/ 276225 h 3057525"/>
                <a:gd name="connsiteX8" fmla="*/ 266812 w 2200392"/>
                <a:gd name="connsiteY8" fmla="*/ 76200 h 3057525"/>
                <a:gd name="connsiteX0" fmla="*/ 266812 w 2200392"/>
                <a:gd name="connsiteY0" fmla="*/ 76200 h 3057525"/>
                <a:gd name="connsiteX1" fmla="*/ 276337 w 2200392"/>
                <a:gd name="connsiteY1" fmla="*/ 0 h 3057525"/>
                <a:gd name="connsiteX2" fmla="*/ 2200387 w 2200392"/>
                <a:gd name="connsiteY2" fmla="*/ 285750 h 3057525"/>
                <a:gd name="connsiteX3" fmla="*/ 847837 w 2200392"/>
                <a:gd name="connsiteY3" fmla="*/ 1447800 h 3057525"/>
                <a:gd name="connsiteX4" fmla="*/ 771637 w 2200392"/>
                <a:gd name="connsiteY4" fmla="*/ 3057525 h 3057525"/>
                <a:gd name="connsiteX5" fmla="*/ 85837 w 2200392"/>
                <a:gd name="connsiteY5" fmla="*/ 3057525 h 3057525"/>
                <a:gd name="connsiteX6" fmla="*/ 112 w 2200392"/>
                <a:gd name="connsiteY6" fmla="*/ 1495425 h 3057525"/>
                <a:gd name="connsiteX7" fmla="*/ 2038462 w 2200392"/>
                <a:gd name="connsiteY7" fmla="*/ 276225 h 3057525"/>
                <a:gd name="connsiteX8" fmla="*/ 266812 w 2200392"/>
                <a:gd name="connsiteY8" fmla="*/ 76200 h 3057525"/>
                <a:gd name="connsiteX0" fmla="*/ 266811 w 2200391"/>
                <a:gd name="connsiteY0" fmla="*/ 76200 h 3057525"/>
                <a:gd name="connsiteX1" fmla="*/ 276336 w 2200391"/>
                <a:gd name="connsiteY1" fmla="*/ 0 h 3057525"/>
                <a:gd name="connsiteX2" fmla="*/ 2200386 w 2200391"/>
                <a:gd name="connsiteY2" fmla="*/ 285750 h 3057525"/>
                <a:gd name="connsiteX3" fmla="*/ 847836 w 2200391"/>
                <a:gd name="connsiteY3" fmla="*/ 1447800 h 3057525"/>
                <a:gd name="connsiteX4" fmla="*/ 771636 w 2200391"/>
                <a:gd name="connsiteY4" fmla="*/ 3057525 h 3057525"/>
                <a:gd name="connsiteX5" fmla="*/ 85836 w 2200391"/>
                <a:gd name="connsiteY5" fmla="*/ 3057525 h 3057525"/>
                <a:gd name="connsiteX6" fmla="*/ 111 w 2200391"/>
                <a:gd name="connsiteY6" fmla="*/ 1495425 h 3057525"/>
                <a:gd name="connsiteX7" fmla="*/ 2042090 w 2200391"/>
                <a:gd name="connsiteY7" fmla="*/ 272588 h 3057525"/>
                <a:gd name="connsiteX8" fmla="*/ 266811 w 2200391"/>
                <a:gd name="connsiteY8" fmla="*/ 76200 h 3057525"/>
                <a:gd name="connsiteX0" fmla="*/ 266811 w 2200391"/>
                <a:gd name="connsiteY0" fmla="*/ 76200 h 3057525"/>
                <a:gd name="connsiteX1" fmla="*/ 276336 w 2200391"/>
                <a:gd name="connsiteY1" fmla="*/ 0 h 3057525"/>
                <a:gd name="connsiteX2" fmla="*/ 2200386 w 2200391"/>
                <a:gd name="connsiteY2" fmla="*/ 285750 h 3057525"/>
                <a:gd name="connsiteX3" fmla="*/ 847836 w 2200391"/>
                <a:gd name="connsiteY3" fmla="*/ 1447800 h 3057525"/>
                <a:gd name="connsiteX4" fmla="*/ 771636 w 2200391"/>
                <a:gd name="connsiteY4" fmla="*/ 3057525 h 3057525"/>
                <a:gd name="connsiteX5" fmla="*/ 85836 w 2200391"/>
                <a:gd name="connsiteY5" fmla="*/ 3057525 h 3057525"/>
                <a:gd name="connsiteX6" fmla="*/ 111 w 2200391"/>
                <a:gd name="connsiteY6" fmla="*/ 1495425 h 3057525"/>
                <a:gd name="connsiteX7" fmla="*/ 2042090 w 2200391"/>
                <a:gd name="connsiteY7" fmla="*/ 272588 h 3057525"/>
                <a:gd name="connsiteX8" fmla="*/ 266811 w 2200391"/>
                <a:gd name="connsiteY8" fmla="*/ 76200 h 3057525"/>
                <a:gd name="connsiteX0" fmla="*/ 364775 w 2200391"/>
                <a:gd name="connsiteY0" fmla="*/ 76200 h 3057525"/>
                <a:gd name="connsiteX1" fmla="*/ 276336 w 2200391"/>
                <a:gd name="connsiteY1" fmla="*/ 0 h 3057525"/>
                <a:gd name="connsiteX2" fmla="*/ 2200386 w 2200391"/>
                <a:gd name="connsiteY2" fmla="*/ 285750 h 3057525"/>
                <a:gd name="connsiteX3" fmla="*/ 847836 w 2200391"/>
                <a:gd name="connsiteY3" fmla="*/ 1447800 h 3057525"/>
                <a:gd name="connsiteX4" fmla="*/ 771636 w 2200391"/>
                <a:gd name="connsiteY4" fmla="*/ 3057525 h 3057525"/>
                <a:gd name="connsiteX5" fmla="*/ 85836 w 2200391"/>
                <a:gd name="connsiteY5" fmla="*/ 3057525 h 3057525"/>
                <a:gd name="connsiteX6" fmla="*/ 111 w 2200391"/>
                <a:gd name="connsiteY6" fmla="*/ 1495425 h 3057525"/>
                <a:gd name="connsiteX7" fmla="*/ 2042090 w 2200391"/>
                <a:gd name="connsiteY7" fmla="*/ 272588 h 3057525"/>
                <a:gd name="connsiteX8" fmla="*/ 364775 w 2200391"/>
                <a:gd name="connsiteY8" fmla="*/ 76200 h 3057525"/>
                <a:gd name="connsiteX0" fmla="*/ 364775 w 2200391"/>
                <a:gd name="connsiteY0" fmla="*/ 79836 h 3061161"/>
                <a:gd name="connsiteX1" fmla="*/ 363415 w 2200391"/>
                <a:gd name="connsiteY1" fmla="*/ 0 h 3061161"/>
                <a:gd name="connsiteX2" fmla="*/ 2200386 w 2200391"/>
                <a:gd name="connsiteY2" fmla="*/ 289386 h 3061161"/>
                <a:gd name="connsiteX3" fmla="*/ 847836 w 2200391"/>
                <a:gd name="connsiteY3" fmla="*/ 1451436 h 3061161"/>
                <a:gd name="connsiteX4" fmla="*/ 771636 w 2200391"/>
                <a:gd name="connsiteY4" fmla="*/ 3061161 h 3061161"/>
                <a:gd name="connsiteX5" fmla="*/ 85836 w 2200391"/>
                <a:gd name="connsiteY5" fmla="*/ 3061161 h 3061161"/>
                <a:gd name="connsiteX6" fmla="*/ 111 w 2200391"/>
                <a:gd name="connsiteY6" fmla="*/ 1499061 h 3061161"/>
                <a:gd name="connsiteX7" fmla="*/ 2042090 w 2200391"/>
                <a:gd name="connsiteY7" fmla="*/ 276224 h 3061161"/>
                <a:gd name="connsiteX8" fmla="*/ 364775 w 2200391"/>
                <a:gd name="connsiteY8" fmla="*/ 79836 h 3061161"/>
                <a:gd name="connsiteX0" fmla="*/ 364775 w 2200391"/>
                <a:gd name="connsiteY0" fmla="*/ 79836 h 3061161"/>
                <a:gd name="connsiteX1" fmla="*/ 348902 w 2200391"/>
                <a:gd name="connsiteY1" fmla="*/ 0 h 3061161"/>
                <a:gd name="connsiteX2" fmla="*/ 2200386 w 2200391"/>
                <a:gd name="connsiteY2" fmla="*/ 289386 h 3061161"/>
                <a:gd name="connsiteX3" fmla="*/ 847836 w 2200391"/>
                <a:gd name="connsiteY3" fmla="*/ 1451436 h 3061161"/>
                <a:gd name="connsiteX4" fmla="*/ 771636 w 2200391"/>
                <a:gd name="connsiteY4" fmla="*/ 3061161 h 3061161"/>
                <a:gd name="connsiteX5" fmla="*/ 85836 w 2200391"/>
                <a:gd name="connsiteY5" fmla="*/ 3061161 h 3061161"/>
                <a:gd name="connsiteX6" fmla="*/ 111 w 2200391"/>
                <a:gd name="connsiteY6" fmla="*/ 1499061 h 3061161"/>
                <a:gd name="connsiteX7" fmla="*/ 2042090 w 2200391"/>
                <a:gd name="connsiteY7" fmla="*/ 276224 h 3061161"/>
                <a:gd name="connsiteX8" fmla="*/ 364775 w 2200391"/>
                <a:gd name="connsiteY8" fmla="*/ 79836 h 3061161"/>
                <a:gd name="connsiteX0" fmla="*/ 335748 w 2200391"/>
                <a:gd name="connsiteY0" fmla="*/ 79836 h 3061161"/>
                <a:gd name="connsiteX1" fmla="*/ 348902 w 2200391"/>
                <a:gd name="connsiteY1" fmla="*/ 0 h 3061161"/>
                <a:gd name="connsiteX2" fmla="*/ 2200386 w 2200391"/>
                <a:gd name="connsiteY2" fmla="*/ 289386 h 3061161"/>
                <a:gd name="connsiteX3" fmla="*/ 847836 w 2200391"/>
                <a:gd name="connsiteY3" fmla="*/ 1451436 h 3061161"/>
                <a:gd name="connsiteX4" fmla="*/ 771636 w 2200391"/>
                <a:gd name="connsiteY4" fmla="*/ 3061161 h 3061161"/>
                <a:gd name="connsiteX5" fmla="*/ 85836 w 2200391"/>
                <a:gd name="connsiteY5" fmla="*/ 3061161 h 3061161"/>
                <a:gd name="connsiteX6" fmla="*/ 111 w 2200391"/>
                <a:gd name="connsiteY6" fmla="*/ 1499061 h 3061161"/>
                <a:gd name="connsiteX7" fmla="*/ 2042090 w 2200391"/>
                <a:gd name="connsiteY7" fmla="*/ 276224 h 3061161"/>
                <a:gd name="connsiteX8" fmla="*/ 335748 w 2200391"/>
                <a:gd name="connsiteY8" fmla="*/ 79836 h 3061161"/>
                <a:gd name="connsiteX0" fmla="*/ 350261 w 2200391"/>
                <a:gd name="connsiteY0" fmla="*/ 76199 h 3061161"/>
                <a:gd name="connsiteX1" fmla="*/ 348902 w 2200391"/>
                <a:gd name="connsiteY1" fmla="*/ 0 h 3061161"/>
                <a:gd name="connsiteX2" fmla="*/ 2200386 w 2200391"/>
                <a:gd name="connsiteY2" fmla="*/ 289386 h 3061161"/>
                <a:gd name="connsiteX3" fmla="*/ 847836 w 2200391"/>
                <a:gd name="connsiteY3" fmla="*/ 1451436 h 3061161"/>
                <a:gd name="connsiteX4" fmla="*/ 771636 w 2200391"/>
                <a:gd name="connsiteY4" fmla="*/ 3061161 h 3061161"/>
                <a:gd name="connsiteX5" fmla="*/ 85836 w 2200391"/>
                <a:gd name="connsiteY5" fmla="*/ 3061161 h 3061161"/>
                <a:gd name="connsiteX6" fmla="*/ 111 w 2200391"/>
                <a:gd name="connsiteY6" fmla="*/ 1499061 h 3061161"/>
                <a:gd name="connsiteX7" fmla="*/ 2042090 w 2200391"/>
                <a:gd name="connsiteY7" fmla="*/ 276224 h 3061161"/>
                <a:gd name="connsiteX8" fmla="*/ 350261 w 2200391"/>
                <a:gd name="connsiteY8" fmla="*/ 76199 h 3061161"/>
                <a:gd name="connsiteX0" fmla="*/ 350261 w 2200391"/>
                <a:gd name="connsiteY0" fmla="*/ 43468 h 3028430"/>
                <a:gd name="connsiteX1" fmla="*/ 345273 w 2200391"/>
                <a:gd name="connsiteY1" fmla="*/ 0 h 3028430"/>
                <a:gd name="connsiteX2" fmla="*/ 2200386 w 2200391"/>
                <a:gd name="connsiteY2" fmla="*/ 256655 h 3028430"/>
                <a:gd name="connsiteX3" fmla="*/ 847836 w 2200391"/>
                <a:gd name="connsiteY3" fmla="*/ 1418705 h 3028430"/>
                <a:gd name="connsiteX4" fmla="*/ 771636 w 2200391"/>
                <a:gd name="connsiteY4" fmla="*/ 3028430 h 3028430"/>
                <a:gd name="connsiteX5" fmla="*/ 85836 w 2200391"/>
                <a:gd name="connsiteY5" fmla="*/ 3028430 h 3028430"/>
                <a:gd name="connsiteX6" fmla="*/ 111 w 2200391"/>
                <a:gd name="connsiteY6" fmla="*/ 1466330 h 3028430"/>
                <a:gd name="connsiteX7" fmla="*/ 2042090 w 2200391"/>
                <a:gd name="connsiteY7" fmla="*/ 243493 h 3028430"/>
                <a:gd name="connsiteX8" fmla="*/ 350261 w 2200391"/>
                <a:gd name="connsiteY8" fmla="*/ 43468 h 3028430"/>
                <a:gd name="connsiteX0" fmla="*/ 350261 w 2200390"/>
                <a:gd name="connsiteY0" fmla="*/ 43468 h 3028430"/>
                <a:gd name="connsiteX1" fmla="*/ 345273 w 2200390"/>
                <a:gd name="connsiteY1" fmla="*/ 0 h 3028430"/>
                <a:gd name="connsiteX2" fmla="*/ 2200386 w 2200390"/>
                <a:gd name="connsiteY2" fmla="*/ 256655 h 3028430"/>
                <a:gd name="connsiteX3" fmla="*/ 201998 w 2200390"/>
                <a:gd name="connsiteY3" fmla="*/ 1487805 h 3028430"/>
                <a:gd name="connsiteX4" fmla="*/ 771636 w 2200390"/>
                <a:gd name="connsiteY4" fmla="*/ 3028430 h 3028430"/>
                <a:gd name="connsiteX5" fmla="*/ 85836 w 2200390"/>
                <a:gd name="connsiteY5" fmla="*/ 3028430 h 3028430"/>
                <a:gd name="connsiteX6" fmla="*/ 111 w 2200390"/>
                <a:gd name="connsiteY6" fmla="*/ 1466330 h 3028430"/>
                <a:gd name="connsiteX7" fmla="*/ 2042090 w 2200390"/>
                <a:gd name="connsiteY7" fmla="*/ 243493 h 3028430"/>
                <a:gd name="connsiteX8" fmla="*/ 350261 w 2200390"/>
                <a:gd name="connsiteY8" fmla="*/ 43468 h 3028430"/>
                <a:gd name="connsiteX0" fmla="*/ 350261 w 2200390"/>
                <a:gd name="connsiteY0" fmla="*/ 43468 h 3028430"/>
                <a:gd name="connsiteX1" fmla="*/ 345273 w 2200390"/>
                <a:gd name="connsiteY1" fmla="*/ 0 h 3028430"/>
                <a:gd name="connsiteX2" fmla="*/ 2200386 w 2200390"/>
                <a:gd name="connsiteY2" fmla="*/ 256655 h 3028430"/>
                <a:gd name="connsiteX3" fmla="*/ 201998 w 2200390"/>
                <a:gd name="connsiteY3" fmla="*/ 1487805 h 3028430"/>
                <a:gd name="connsiteX4" fmla="*/ 771636 w 2200390"/>
                <a:gd name="connsiteY4" fmla="*/ 3028430 h 3028430"/>
                <a:gd name="connsiteX5" fmla="*/ 85836 w 2200390"/>
                <a:gd name="connsiteY5" fmla="*/ 3028430 h 3028430"/>
                <a:gd name="connsiteX6" fmla="*/ 111 w 2200390"/>
                <a:gd name="connsiteY6" fmla="*/ 1466330 h 3028430"/>
                <a:gd name="connsiteX7" fmla="*/ 2042090 w 2200390"/>
                <a:gd name="connsiteY7" fmla="*/ 243493 h 3028430"/>
                <a:gd name="connsiteX8" fmla="*/ 350261 w 2200390"/>
                <a:gd name="connsiteY8" fmla="*/ 43468 h 3028430"/>
                <a:gd name="connsiteX0" fmla="*/ 350257 w 2200386"/>
                <a:gd name="connsiteY0" fmla="*/ 43468 h 3028430"/>
                <a:gd name="connsiteX1" fmla="*/ 345269 w 2200386"/>
                <a:gd name="connsiteY1" fmla="*/ 0 h 3028430"/>
                <a:gd name="connsiteX2" fmla="*/ 2200382 w 2200386"/>
                <a:gd name="connsiteY2" fmla="*/ 256655 h 3028430"/>
                <a:gd name="connsiteX3" fmla="*/ 201994 w 2200386"/>
                <a:gd name="connsiteY3" fmla="*/ 1487805 h 3028430"/>
                <a:gd name="connsiteX4" fmla="*/ 771632 w 2200386"/>
                <a:gd name="connsiteY4" fmla="*/ 3028430 h 3028430"/>
                <a:gd name="connsiteX5" fmla="*/ 85832 w 2200386"/>
                <a:gd name="connsiteY5" fmla="*/ 3028430 h 3028430"/>
                <a:gd name="connsiteX6" fmla="*/ 107 w 2200386"/>
                <a:gd name="connsiteY6" fmla="*/ 1466330 h 3028430"/>
                <a:gd name="connsiteX7" fmla="*/ 2042086 w 2200386"/>
                <a:gd name="connsiteY7" fmla="*/ 243493 h 3028430"/>
                <a:gd name="connsiteX8" fmla="*/ 350257 w 2200386"/>
                <a:gd name="connsiteY8" fmla="*/ 43468 h 3028430"/>
                <a:gd name="connsiteX0" fmla="*/ 350257 w 2564013"/>
                <a:gd name="connsiteY0" fmla="*/ 43468 h 3028430"/>
                <a:gd name="connsiteX1" fmla="*/ 345269 w 2564013"/>
                <a:gd name="connsiteY1" fmla="*/ 0 h 3028430"/>
                <a:gd name="connsiteX2" fmla="*/ 2200382 w 2564013"/>
                <a:gd name="connsiteY2" fmla="*/ 256655 h 3028430"/>
                <a:gd name="connsiteX3" fmla="*/ 201994 w 2564013"/>
                <a:gd name="connsiteY3" fmla="*/ 1487805 h 3028430"/>
                <a:gd name="connsiteX4" fmla="*/ 2564013 w 2564013"/>
                <a:gd name="connsiteY4" fmla="*/ 2333802 h 3028430"/>
                <a:gd name="connsiteX5" fmla="*/ 85832 w 2564013"/>
                <a:gd name="connsiteY5" fmla="*/ 3028430 h 3028430"/>
                <a:gd name="connsiteX6" fmla="*/ 107 w 2564013"/>
                <a:gd name="connsiteY6" fmla="*/ 1466330 h 3028430"/>
                <a:gd name="connsiteX7" fmla="*/ 2042086 w 2564013"/>
                <a:gd name="connsiteY7" fmla="*/ 243493 h 3028430"/>
                <a:gd name="connsiteX8" fmla="*/ 350257 w 2564013"/>
                <a:gd name="connsiteY8" fmla="*/ 43468 h 3028430"/>
                <a:gd name="connsiteX0" fmla="*/ 350257 w 2564013"/>
                <a:gd name="connsiteY0" fmla="*/ 43468 h 2435633"/>
                <a:gd name="connsiteX1" fmla="*/ 345269 w 2564013"/>
                <a:gd name="connsiteY1" fmla="*/ 0 h 2435633"/>
                <a:gd name="connsiteX2" fmla="*/ 2200382 w 2564013"/>
                <a:gd name="connsiteY2" fmla="*/ 256655 h 2435633"/>
                <a:gd name="connsiteX3" fmla="*/ 201994 w 2564013"/>
                <a:gd name="connsiteY3" fmla="*/ 1487805 h 2435633"/>
                <a:gd name="connsiteX4" fmla="*/ 2564013 w 2564013"/>
                <a:gd name="connsiteY4" fmla="*/ 2333802 h 2435633"/>
                <a:gd name="connsiteX5" fmla="*/ 2353520 w 2564013"/>
                <a:gd name="connsiteY5" fmla="*/ 2435633 h 2435633"/>
                <a:gd name="connsiteX6" fmla="*/ 107 w 2564013"/>
                <a:gd name="connsiteY6" fmla="*/ 1466330 h 2435633"/>
                <a:gd name="connsiteX7" fmla="*/ 2042086 w 2564013"/>
                <a:gd name="connsiteY7" fmla="*/ 243493 h 2435633"/>
                <a:gd name="connsiteX8" fmla="*/ 350257 w 2564013"/>
                <a:gd name="connsiteY8" fmla="*/ 43468 h 2435633"/>
                <a:gd name="connsiteX0" fmla="*/ 350257 w 2564013"/>
                <a:gd name="connsiteY0" fmla="*/ 43468 h 2435633"/>
                <a:gd name="connsiteX1" fmla="*/ 345269 w 2564013"/>
                <a:gd name="connsiteY1" fmla="*/ 0 h 2435633"/>
                <a:gd name="connsiteX2" fmla="*/ 2200382 w 2564013"/>
                <a:gd name="connsiteY2" fmla="*/ 256655 h 2435633"/>
                <a:gd name="connsiteX3" fmla="*/ 201994 w 2564013"/>
                <a:gd name="connsiteY3" fmla="*/ 1487805 h 2435633"/>
                <a:gd name="connsiteX4" fmla="*/ 2564013 w 2564013"/>
                <a:gd name="connsiteY4" fmla="*/ 2333802 h 2435633"/>
                <a:gd name="connsiteX5" fmla="*/ 2353520 w 2564013"/>
                <a:gd name="connsiteY5" fmla="*/ 2435633 h 2435633"/>
                <a:gd name="connsiteX6" fmla="*/ 107 w 2564013"/>
                <a:gd name="connsiteY6" fmla="*/ 1466330 h 2435633"/>
                <a:gd name="connsiteX7" fmla="*/ 2042086 w 2564013"/>
                <a:gd name="connsiteY7" fmla="*/ 243493 h 2435633"/>
                <a:gd name="connsiteX8" fmla="*/ 350257 w 2564013"/>
                <a:gd name="connsiteY8" fmla="*/ 43468 h 2435633"/>
                <a:gd name="connsiteX0" fmla="*/ 350257 w 2564013"/>
                <a:gd name="connsiteY0" fmla="*/ 43468 h 2435633"/>
                <a:gd name="connsiteX1" fmla="*/ 345269 w 2564013"/>
                <a:gd name="connsiteY1" fmla="*/ 0 h 2435633"/>
                <a:gd name="connsiteX2" fmla="*/ 2200382 w 2564013"/>
                <a:gd name="connsiteY2" fmla="*/ 256655 h 2435633"/>
                <a:gd name="connsiteX3" fmla="*/ 201994 w 2564013"/>
                <a:gd name="connsiteY3" fmla="*/ 1487805 h 2435633"/>
                <a:gd name="connsiteX4" fmla="*/ 2564013 w 2564013"/>
                <a:gd name="connsiteY4" fmla="*/ 2333802 h 2435633"/>
                <a:gd name="connsiteX5" fmla="*/ 2353520 w 2564013"/>
                <a:gd name="connsiteY5" fmla="*/ 2435633 h 2435633"/>
                <a:gd name="connsiteX6" fmla="*/ 107 w 2564013"/>
                <a:gd name="connsiteY6" fmla="*/ 1466330 h 2435633"/>
                <a:gd name="connsiteX7" fmla="*/ 2042086 w 2564013"/>
                <a:gd name="connsiteY7" fmla="*/ 243493 h 2435633"/>
                <a:gd name="connsiteX8" fmla="*/ 350257 w 2564013"/>
                <a:gd name="connsiteY8" fmla="*/ 43468 h 2435633"/>
                <a:gd name="connsiteX0" fmla="*/ 350257 w 2564013"/>
                <a:gd name="connsiteY0" fmla="*/ 43468 h 2435633"/>
                <a:gd name="connsiteX1" fmla="*/ 345269 w 2564013"/>
                <a:gd name="connsiteY1" fmla="*/ 0 h 2435633"/>
                <a:gd name="connsiteX2" fmla="*/ 2200382 w 2564013"/>
                <a:gd name="connsiteY2" fmla="*/ 256655 h 2435633"/>
                <a:gd name="connsiteX3" fmla="*/ 201994 w 2564013"/>
                <a:gd name="connsiteY3" fmla="*/ 1487805 h 2435633"/>
                <a:gd name="connsiteX4" fmla="*/ 2564013 w 2564013"/>
                <a:gd name="connsiteY4" fmla="*/ 2333802 h 2435633"/>
                <a:gd name="connsiteX5" fmla="*/ 2353520 w 2564013"/>
                <a:gd name="connsiteY5" fmla="*/ 2435633 h 2435633"/>
                <a:gd name="connsiteX6" fmla="*/ 107 w 2564013"/>
                <a:gd name="connsiteY6" fmla="*/ 1466330 h 2435633"/>
                <a:gd name="connsiteX7" fmla="*/ 2042086 w 2564013"/>
                <a:gd name="connsiteY7" fmla="*/ 243493 h 2435633"/>
                <a:gd name="connsiteX8" fmla="*/ 350257 w 2564013"/>
                <a:gd name="connsiteY8" fmla="*/ 43468 h 2435633"/>
                <a:gd name="connsiteX0" fmla="*/ 350257 w 2505960"/>
                <a:gd name="connsiteY0" fmla="*/ 43468 h 2435633"/>
                <a:gd name="connsiteX1" fmla="*/ 345269 w 2505960"/>
                <a:gd name="connsiteY1" fmla="*/ 0 h 2435633"/>
                <a:gd name="connsiteX2" fmla="*/ 2200382 w 2505960"/>
                <a:gd name="connsiteY2" fmla="*/ 256655 h 2435633"/>
                <a:gd name="connsiteX3" fmla="*/ 201994 w 2505960"/>
                <a:gd name="connsiteY3" fmla="*/ 1487805 h 2435633"/>
                <a:gd name="connsiteX4" fmla="*/ 2505960 w 2505960"/>
                <a:gd name="connsiteY4" fmla="*/ 2308345 h 2435633"/>
                <a:gd name="connsiteX5" fmla="*/ 2353520 w 2505960"/>
                <a:gd name="connsiteY5" fmla="*/ 2435633 h 2435633"/>
                <a:gd name="connsiteX6" fmla="*/ 107 w 2505960"/>
                <a:gd name="connsiteY6" fmla="*/ 1466330 h 2435633"/>
                <a:gd name="connsiteX7" fmla="*/ 2042086 w 2505960"/>
                <a:gd name="connsiteY7" fmla="*/ 243493 h 2435633"/>
                <a:gd name="connsiteX8" fmla="*/ 350257 w 2505960"/>
                <a:gd name="connsiteY8" fmla="*/ 43468 h 2435633"/>
                <a:gd name="connsiteX0" fmla="*/ 350257 w 2505960"/>
                <a:gd name="connsiteY0" fmla="*/ 43468 h 2435633"/>
                <a:gd name="connsiteX1" fmla="*/ 345269 w 2505960"/>
                <a:gd name="connsiteY1" fmla="*/ 0 h 2435633"/>
                <a:gd name="connsiteX2" fmla="*/ 2200382 w 2505960"/>
                <a:gd name="connsiteY2" fmla="*/ 256655 h 2435633"/>
                <a:gd name="connsiteX3" fmla="*/ 1068560 w 2505960"/>
                <a:gd name="connsiteY3" fmla="*/ 1363981 h 2435633"/>
                <a:gd name="connsiteX4" fmla="*/ 2505960 w 2505960"/>
                <a:gd name="connsiteY4" fmla="*/ 2308345 h 2435633"/>
                <a:gd name="connsiteX5" fmla="*/ 2353520 w 2505960"/>
                <a:gd name="connsiteY5" fmla="*/ 2435633 h 2435633"/>
                <a:gd name="connsiteX6" fmla="*/ 107 w 2505960"/>
                <a:gd name="connsiteY6" fmla="*/ 1466330 h 2435633"/>
                <a:gd name="connsiteX7" fmla="*/ 2042086 w 2505960"/>
                <a:gd name="connsiteY7" fmla="*/ 243493 h 2435633"/>
                <a:gd name="connsiteX8" fmla="*/ 350257 w 2505960"/>
                <a:gd name="connsiteY8" fmla="*/ 43468 h 2435633"/>
                <a:gd name="connsiteX0" fmla="*/ 4988 w 2160691"/>
                <a:gd name="connsiteY0" fmla="*/ 43468 h 2435633"/>
                <a:gd name="connsiteX1" fmla="*/ 0 w 2160691"/>
                <a:gd name="connsiteY1" fmla="*/ 0 h 2435633"/>
                <a:gd name="connsiteX2" fmla="*/ 1855113 w 2160691"/>
                <a:gd name="connsiteY2" fmla="*/ 256655 h 2435633"/>
                <a:gd name="connsiteX3" fmla="*/ 723291 w 2160691"/>
                <a:gd name="connsiteY3" fmla="*/ 1363981 h 2435633"/>
                <a:gd name="connsiteX4" fmla="*/ 2160691 w 2160691"/>
                <a:gd name="connsiteY4" fmla="*/ 2308345 h 2435633"/>
                <a:gd name="connsiteX5" fmla="*/ 2008251 w 2160691"/>
                <a:gd name="connsiteY5" fmla="*/ 2435633 h 2435633"/>
                <a:gd name="connsiteX6" fmla="*/ 502358 w 2160691"/>
                <a:gd name="connsiteY6" fmla="*/ 1342505 h 2435633"/>
                <a:gd name="connsiteX7" fmla="*/ 1696817 w 2160691"/>
                <a:gd name="connsiteY7" fmla="*/ 243493 h 2435633"/>
                <a:gd name="connsiteX8" fmla="*/ 4988 w 2160691"/>
                <a:gd name="connsiteY8" fmla="*/ 43468 h 2435633"/>
                <a:gd name="connsiteX0" fmla="*/ 4988 w 2160691"/>
                <a:gd name="connsiteY0" fmla="*/ 43468 h 2435633"/>
                <a:gd name="connsiteX1" fmla="*/ 0 w 2160691"/>
                <a:gd name="connsiteY1" fmla="*/ 0 h 2435633"/>
                <a:gd name="connsiteX2" fmla="*/ 1855113 w 2160691"/>
                <a:gd name="connsiteY2" fmla="*/ 256655 h 2435633"/>
                <a:gd name="connsiteX3" fmla="*/ 723291 w 2160691"/>
                <a:gd name="connsiteY3" fmla="*/ 1363981 h 2435633"/>
                <a:gd name="connsiteX4" fmla="*/ 2160691 w 2160691"/>
                <a:gd name="connsiteY4" fmla="*/ 2308345 h 2435633"/>
                <a:gd name="connsiteX5" fmla="*/ 2008251 w 2160691"/>
                <a:gd name="connsiteY5" fmla="*/ 2435633 h 2435633"/>
                <a:gd name="connsiteX6" fmla="*/ 502358 w 2160691"/>
                <a:gd name="connsiteY6" fmla="*/ 1342505 h 2435633"/>
                <a:gd name="connsiteX7" fmla="*/ 1696817 w 2160691"/>
                <a:gd name="connsiteY7" fmla="*/ 243493 h 2435633"/>
                <a:gd name="connsiteX8" fmla="*/ 4988 w 2160691"/>
                <a:gd name="connsiteY8" fmla="*/ 43468 h 2435633"/>
                <a:gd name="connsiteX0" fmla="*/ 4988 w 2236873"/>
                <a:gd name="connsiteY0" fmla="*/ 43468 h 2435633"/>
                <a:gd name="connsiteX1" fmla="*/ 0 w 2236873"/>
                <a:gd name="connsiteY1" fmla="*/ 0 h 2435633"/>
                <a:gd name="connsiteX2" fmla="*/ 1855113 w 2236873"/>
                <a:gd name="connsiteY2" fmla="*/ 256655 h 2435633"/>
                <a:gd name="connsiteX3" fmla="*/ 723291 w 2236873"/>
                <a:gd name="connsiteY3" fmla="*/ 1363981 h 2435633"/>
                <a:gd name="connsiteX4" fmla="*/ 2236873 w 2236873"/>
                <a:gd name="connsiteY4" fmla="*/ 1974971 h 2435633"/>
                <a:gd name="connsiteX5" fmla="*/ 2008251 w 2236873"/>
                <a:gd name="connsiteY5" fmla="*/ 2435633 h 2435633"/>
                <a:gd name="connsiteX6" fmla="*/ 502358 w 2236873"/>
                <a:gd name="connsiteY6" fmla="*/ 1342505 h 2435633"/>
                <a:gd name="connsiteX7" fmla="*/ 1696817 w 2236873"/>
                <a:gd name="connsiteY7" fmla="*/ 243493 h 2435633"/>
                <a:gd name="connsiteX8" fmla="*/ 4988 w 2236873"/>
                <a:gd name="connsiteY8" fmla="*/ 43468 h 2435633"/>
                <a:gd name="connsiteX0" fmla="*/ 4988 w 2236873"/>
                <a:gd name="connsiteY0" fmla="*/ 43468 h 2159408"/>
                <a:gd name="connsiteX1" fmla="*/ 0 w 2236873"/>
                <a:gd name="connsiteY1" fmla="*/ 0 h 2159408"/>
                <a:gd name="connsiteX2" fmla="*/ 1855113 w 2236873"/>
                <a:gd name="connsiteY2" fmla="*/ 256655 h 2159408"/>
                <a:gd name="connsiteX3" fmla="*/ 723291 w 2236873"/>
                <a:gd name="connsiteY3" fmla="*/ 1363981 h 2159408"/>
                <a:gd name="connsiteX4" fmla="*/ 2236873 w 2236873"/>
                <a:gd name="connsiteY4" fmla="*/ 1974971 h 2159408"/>
                <a:gd name="connsiteX5" fmla="*/ 2208228 w 2236873"/>
                <a:gd name="connsiteY5" fmla="*/ 2159408 h 2159408"/>
                <a:gd name="connsiteX6" fmla="*/ 502358 w 2236873"/>
                <a:gd name="connsiteY6" fmla="*/ 1342505 h 2159408"/>
                <a:gd name="connsiteX7" fmla="*/ 1696817 w 2236873"/>
                <a:gd name="connsiteY7" fmla="*/ 243493 h 2159408"/>
                <a:gd name="connsiteX8" fmla="*/ 4988 w 2236873"/>
                <a:gd name="connsiteY8" fmla="*/ 43468 h 2159408"/>
                <a:gd name="connsiteX0" fmla="*/ 4988 w 2255918"/>
                <a:gd name="connsiteY0" fmla="*/ 43468 h 2159408"/>
                <a:gd name="connsiteX1" fmla="*/ 0 w 2255918"/>
                <a:gd name="connsiteY1" fmla="*/ 0 h 2159408"/>
                <a:gd name="connsiteX2" fmla="*/ 1855113 w 2255918"/>
                <a:gd name="connsiteY2" fmla="*/ 256655 h 2159408"/>
                <a:gd name="connsiteX3" fmla="*/ 723291 w 2255918"/>
                <a:gd name="connsiteY3" fmla="*/ 1363981 h 2159408"/>
                <a:gd name="connsiteX4" fmla="*/ 2255918 w 2255918"/>
                <a:gd name="connsiteY4" fmla="*/ 1641597 h 2159408"/>
                <a:gd name="connsiteX5" fmla="*/ 2208228 w 2255918"/>
                <a:gd name="connsiteY5" fmla="*/ 2159408 h 2159408"/>
                <a:gd name="connsiteX6" fmla="*/ 502358 w 2255918"/>
                <a:gd name="connsiteY6" fmla="*/ 1342505 h 2159408"/>
                <a:gd name="connsiteX7" fmla="*/ 1696817 w 2255918"/>
                <a:gd name="connsiteY7" fmla="*/ 243493 h 2159408"/>
                <a:gd name="connsiteX8" fmla="*/ 4988 w 2255918"/>
                <a:gd name="connsiteY8" fmla="*/ 43468 h 2159408"/>
                <a:gd name="connsiteX0" fmla="*/ 4988 w 2265365"/>
                <a:gd name="connsiteY0" fmla="*/ 43468 h 1778409"/>
                <a:gd name="connsiteX1" fmla="*/ 0 w 2265365"/>
                <a:gd name="connsiteY1" fmla="*/ 0 h 1778409"/>
                <a:gd name="connsiteX2" fmla="*/ 1855113 w 2265365"/>
                <a:gd name="connsiteY2" fmla="*/ 256655 h 1778409"/>
                <a:gd name="connsiteX3" fmla="*/ 723291 w 2265365"/>
                <a:gd name="connsiteY3" fmla="*/ 1363981 h 1778409"/>
                <a:gd name="connsiteX4" fmla="*/ 2255918 w 2265365"/>
                <a:gd name="connsiteY4" fmla="*/ 1641597 h 1778409"/>
                <a:gd name="connsiteX5" fmla="*/ 2265365 w 2265365"/>
                <a:gd name="connsiteY5" fmla="*/ 1778409 h 1778409"/>
                <a:gd name="connsiteX6" fmla="*/ 502358 w 2265365"/>
                <a:gd name="connsiteY6" fmla="*/ 1342505 h 1778409"/>
                <a:gd name="connsiteX7" fmla="*/ 1696817 w 2265365"/>
                <a:gd name="connsiteY7" fmla="*/ 243493 h 1778409"/>
                <a:gd name="connsiteX8" fmla="*/ 4988 w 2265365"/>
                <a:gd name="connsiteY8" fmla="*/ 43468 h 1778409"/>
                <a:gd name="connsiteX0" fmla="*/ 4988 w 2265365"/>
                <a:gd name="connsiteY0" fmla="*/ 43468 h 1778409"/>
                <a:gd name="connsiteX1" fmla="*/ 0 w 2265365"/>
                <a:gd name="connsiteY1" fmla="*/ 0 h 1778409"/>
                <a:gd name="connsiteX2" fmla="*/ 1855113 w 2265365"/>
                <a:gd name="connsiteY2" fmla="*/ 256655 h 1778409"/>
                <a:gd name="connsiteX3" fmla="*/ 723291 w 2265365"/>
                <a:gd name="connsiteY3" fmla="*/ 1363981 h 1778409"/>
                <a:gd name="connsiteX4" fmla="*/ 2255918 w 2265365"/>
                <a:gd name="connsiteY4" fmla="*/ 1641597 h 1778409"/>
                <a:gd name="connsiteX5" fmla="*/ 2265365 w 2265365"/>
                <a:gd name="connsiteY5" fmla="*/ 1778409 h 1778409"/>
                <a:gd name="connsiteX6" fmla="*/ 502358 w 2265365"/>
                <a:gd name="connsiteY6" fmla="*/ 1342505 h 1778409"/>
                <a:gd name="connsiteX7" fmla="*/ 1696817 w 2265365"/>
                <a:gd name="connsiteY7" fmla="*/ 243493 h 1778409"/>
                <a:gd name="connsiteX8" fmla="*/ 4988 w 2265365"/>
                <a:gd name="connsiteY8" fmla="*/ 43468 h 1778409"/>
                <a:gd name="connsiteX0" fmla="*/ 4988 w 2265365"/>
                <a:gd name="connsiteY0" fmla="*/ 43468 h 1778409"/>
                <a:gd name="connsiteX1" fmla="*/ 0 w 2265365"/>
                <a:gd name="connsiteY1" fmla="*/ 0 h 1778409"/>
                <a:gd name="connsiteX2" fmla="*/ 1855113 w 2265365"/>
                <a:gd name="connsiteY2" fmla="*/ 256655 h 1778409"/>
                <a:gd name="connsiteX3" fmla="*/ 723291 w 2265365"/>
                <a:gd name="connsiteY3" fmla="*/ 1363981 h 1778409"/>
                <a:gd name="connsiteX4" fmla="*/ 2255918 w 2265365"/>
                <a:gd name="connsiteY4" fmla="*/ 1641597 h 1778409"/>
                <a:gd name="connsiteX5" fmla="*/ 2265365 w 2265365"/>
                <a:gd name="connsiteY5" fmla="*/ 1778409 h 1778409"/>
                <a:gd name="connsiteX6" fmla="*/ 502358 w 2265365"/>
                <a:gd name="connsiteY6" fmla="*/ 1342505 h 1778409"/>
                <a:gd name="connsiteX7" fmla="*/ 1696817 w 2265365"/>
                <a:gd name="connsiteY7" fmla="*/ 243493 h 1778409"/>
                <a:gd name="connsiteX8" fmla="*/ 4988 w 2265365"/>
                <a:gd name="connsiteY8" fmla="*/ 43468 h 1778409"/>
                <a:gd name="connsiteX0" fmla="*/ 4988 w 2265365"/>
                <a:gd name="connsiteY0" fmla="*/ 43468 h 1778409"/>
                <a:gd name="connsiteX1" fmla="*/ 0 w 2265365"/>
                <a:gd name="connsiteY1" fmla="*/ 0 h 1778409"/>
                <a:gd name="connsiteX2" fmla="*/ 1855113 w 2265365"/>
                <a:gd name="connsiteY2" fmla="*/ 256655 h 1778409"/>
                <a:gd name="connsiteX3" fmla="*/ 983004 w 2265365"/>
                <a:gd name="connsiteY3" fmla="*/ 1256818 h 1778409"/>
                <a:gd name="connsiteX4" fmla="*/ 2255918 w 2265365"/>
                <a:gd name="connsiteY4" fmla="*/ 1641597 h 1778409"/>
                <a:gd name="connsiteX5" fmla="*/ 2265365 w 2265365"/>
                <a:gd name="connsiteY5" fmla="*/ 1778409 h 1778409"/>
                <a:gd name="connsiteX6" fmla="*/ 502358 w 2265365"/>
                <a:gd name="connsiteY6" fmla="*/ 1342505 h 1778409"/>
                <a:gd name="connsiteX7" fmla="*/ 1696817 w 2265365"/>
                <a:gd name="connsiteY7" fmla="*/ 243493 h 1778409"/>
                <a:gd name="connsiteX8" fmla="*/ 4988 w 2265365"/>
                <a:gd name="connsiteY8" fmla="*/ 43468 h 1778409"/>
                <a:gd name="connsiteX0" fmla="*/ 4988 w 2265365"/>
                <a:gd name="connsiteY0" fmla="*/ 43468 h 1778409"/>
                <a:gd name="connsiteX1" fmla="*/ 0 w 2265365"/>
                <a:gd name="connsiteY1" fmla="*/ 0 h 1778409"/>
                <a:gd name="connsiteX2" fmla="*/ 1855113 w 2265365"/>
                <a:gd name="connsiteY2" fmla="*/ 256655 h 1778409"/>
                <a:gd name="connsiteX3" fmla="*/ 983004 w 2265365"/>
                <a:gd name="connsiteY3" fmla="*/ 1256818 h 1778409"/>
                <a:gd name="connsiteX4" fmla="*/ 2255918 w 2265365"/>
                <a:gd name="connsiteY4" fmla="*/ 1641597 h 1778409"/>
                <a:gd name="connsiteX5" fmla="*/ 2265365 w 2265365"/>
                <a:gd name="connsiteY5" fmla="*/ 1778409 h 1778409"/>
                <a:gd name="connsiteX6" fmla="*/ 854571 w 2265365"/>
                <a:gd name="connsiteY6" fmla="*/ 1274636 h 1778409"/>
                <a:gd name="connsiteX7" fmla="*/ 1696817 w 2265365"/>
                <a:gd name="connsiteY7" fmla="*/ 243493 h 1778409"/>
                <a:gd name="connsiteX8" fmla="*/ 4988 w 2265365"/>
                <a:gd name="connsiteY8" fmla="*/ 43468 h 1778409"/>
                <a:gd name="connsiteX0" fmla="*/ 4988 w 2265365"/>
                <a:gd name="connsiteY0" fmla="*/ 43468 h 1778409"/>
                <a:gd name="connsiteX1" fmla="*/ 0 w 2265365"/>
                <a:gd name="connsiteY1" fmla="*/ 0 h 1778409"/>
                <a:gd name="connsiteX2" fmla="*/ 1855113 w 2265365"/>
                <a:gd name="connsiteY2" fmla="*/ 256655 h 1778409"/>
                <a:gd name="connsiteX3" fmla="*/ 983004 w 2265365"/>
                <a:gd name="connsiteY3" fmla="*/ 1256818 h 1778409"/>
                <a:gd name="connsiteX4" fmla="*/ 2255918 w 2265365"/>
                <a:gd name="connsiteY4" fmla="*/ 1641597 h 1778409"/>
                <a:gd name="connsiteX5" fmla="*/ 2265365 w 2265365"/>
                <a:gd name="connsiteY5" fmla="*/ 1778409 h 1778409"/>
                <a:gd name="connsiteX6" fmla="*/ 829668 w 2265365"/>
                <a:gd name="connsiteY6" fmla="*/ 1028161 h 1778409"/>
                <a:gd name="connsiteX7" fmla="*/ 1696817 w 2265365"/>
                <a:gd name="connsiteY7" fmla="*/ 243493 h 1778409"/>
                <a:gd name="connsiteX8" fmla="*/ 4988 w 2265365"/>
                <a:gd name="connsiteY8" fmla="*/ 43468 h 1778409"/>
                <a:gd name="connsiteX0" fmla="*/ 4988 w 2265365"/>
                <a:gd name="connsiteY0" fmla="*/ 43468 h 1778409"/>
                <a:gd name="connsiteX1" fmla="*/ 0 w 2265365"/>
                <a:gd name="connsiteY1" fmla="*/ 0 h 1778409"/>
                <a:gd name="connsiteX2" fmla="*/ 1855113 w 2265365"/>
                <a:gd name="connsiteY2" fmla="*/ 256655 h 1778409"/>
                <a:gd name="connsiteX3" fmla="*/ 918965 w 2265365"/>
                <a:gd name="connsiteY3" fmla="*/ 1049637 h 1778409"/>
                <a:gd name="connsiteX4" fmla="*/ 2255918 w 2265365"/>
                <a:gd name="connsiteY4" fmla="*/ 1641597 h 1778409"/>
                <a:gd name="connsiteX5" fmla="*/ 2265365 w 2265365"/>
                <a:gd name="connsiteY5" fmla="*/ 1778409 h 1778409"/>
                <a:gd name="connsiteX6" fmla="*/ 829668 w 2265365"/>
                <a:gd name="connsiteY6" fmla="*/ 1028161 h 1778409"/>
                <a:gd name="connsiteX7" fmla="*/ 1696817 w 2265365"/>
                <a:gd name="connsiteY7" fmla="*/ 243493 h 1778409"/>
                <a:gd name="connsiteX8" fmla="*/ 4988 w 2265365"/>
                <a:gd name="connsiteY8" fmla="*/ 43468 h 1778409"/>
                <a:gd name="connsiteX0" fmla="*/ 4988 w 2265365"/>
                <a:gd name="connsiteY0" fmla="*/ 43468 h 1778409"/>
                <a:gd name="connsiteX1" fmla="*/ 0 w 2265365"/>
                <a:gd name="connsiteY1" fmla="*/ 0 h 1778409"/>
                <a:gd name="connsiteX2" fmla="*/ 1855113 w 2265365"/>
                <a:gd name="connsiteY2" fmla="*/ 256655 h 1778409"/>
                <a:gd name="connsiteX3" fmla="*/ 918965 w 2265365"/>
                <a:gd name="connsiteY3" fmla="*/ 1049637 h 1778409"/>
                <a:gd name="connsiteX4" fmla="*/ 2255918 w 2265365"/>
                <a:gd name="connsiteY4" fmla="*/ 1641597 h 1778409"/>
                <a:gd name="connsiteX5" fmla="*/ 2265365 w 2265365"/>
                <a:gd name="connsiteY5" fmla="*/ 1778409 h 1778409"/>
                <a:gd name="connsiteX6" fmla="*/ 829668 w 2265365"/>
                <a:gd name="connsiteY6" fmla="*/ 1028161 h 1778409"/>
                <a:gd name="connsiteX7" fmla="*/ 1696817 w 2265365"/>
                <a:gd name="connsiteY7" fmla="*/ 243493 h 1778409"/>
                <a:gd name="connsiteX8" fmla="*/ 4988 w 2265365"/>
                <a:gd name="connsiteY8" fmla="*/ 43468 h 1778409"/>
                <a:gd name="connsiteX0" fmla="*/ 4988 w 2265365"/>
                <a:gd name="connsiteY0" fmla="*/ 43468 h 1778409"/>
                <a:gd name="connsiteX1" fmla="*/ 0 w 2265365"/>
                <a:gd name="connsiteY1" fmla="*/ 0 h 1778409"/>
                <a:gd name="connsiteX2" fmla="*/ 1855113 w 2265365"/>
                <a:gd name="connsiteY2" fmla="*/ 256655 h 1778409"/>
                <a:gd name="connsiteX3" fmla="*/ 929639 w 2265365"/>
                <a:gd name="connsiteY3" fmla="*/ 1046065 h 1778409"/>
                <a:gd name="connsiteX4" fmla="*/ 2255918 w 2265365"/>
                <a:gd name="connsiteY4" fmla="*/ 1641597 h 1778409"/>
                <a:gd name="connsiteX5" fmla="*/ 2265365 w 2265365"/>
                <a:gd name="connsiteY5" fmla="*/ 1778409 h 1778409"/>
                <a:gd name="connsiteX6" fmla="*/ 829668 w 2265365"/>
                <a:gd name="connsiteY6" fmla="*/ 1028161 h 1778409"/>
                <a:gd name="connsiteX7" fmla="*/ 1696817 w 2265365"/>
                <a:gd name="connsiteY7" fmla="*/ 243493 h 1778409"/>
                <a:gd name="connsiteX8" fmla="*/ 4988 w 2265365"/>
                <a:gd name="connsiteY8" fmla="*/ 43468 h 1778409"/>
                <a:gd name="connsiteX0" fmla="*/ 4988 w 2265365"/>
                <a:gd name="connsiteY0" fmla="*/ 43468 h 1778409"/>
                <a:gd name="connsiteX1" fmla="*/ 0 w 2265365"/>
                <a:gd name="connsiteY1" fmla="*/ 0 h 1778409"/>
                <a:gd name="connsiteX2" fmla="*/ 1855113 w 2265365"/>
                <a:gd name="connsiteY2" fmla="*/ 256655 h 1778409"/>
                <a:gd name="connsiteX3" fmla="*/ 929639 w 2265365"/>
                <a:gd name="connsiteY3" fmla="*/ 1046065 h 1778409"/>
                <a:gd name="connsiteX4" fmla="*/ 2255918 w 2265365"/>
                <a:gd name="connsiteY4" fmla="*/ 1641597 h 1778409"/>
                <a:gd name="connsiteX5" fmla="*/ 2265365 w 2265365"/>
                <a:gd name="connsiteY5" fmla="*/ 1778409 h 1778409"/>
                <a:gd name="connsiteX6" fmla="*/ 829668 w 2265365"/>
                <a:gd name="connsiteY6" fmla="*/ 1028161 h 1778409"/>
                <a:gd name="connsiteX7" fmla="*/ 1696817 w 2265365"/>
                <a:gd name="connsiteY7" fmla="*/ 243493 h 1778409"/>
                <a:gd name="connsiteX8" fmla="*/ 4988 w 2265365"/>
                <a:gd name="connsiteY8" fmla="*/ 43468 h 1778409"/>
                <a:gd name="connsiteX0" fmla="*/ 4988 w 2265365"/>
                <a:gd name="connsiteY0" fmla="*/ 43468 h 1778409"/>
                <a:gd name="connsiteX1" fmla="*/ 0 w 2265365"/>
                <a:gd name="connsiteY1" fmla="*/ 0 h 1778409"/>
                <a:gd name="connsiteX2" fmla="*/ 1855113 w 2265365"/>
                <a:gd name="connsiteY2" fmla="*/ 256655 h 1778409"/>
                <a:gd name="connsiteX3" fmla="*/ 929639 w 2265365"/>
                <a:gd name="connsiteY3" fmla="*/ 1046065 h 1778409"/>
                <a:gd name="connsiteX4" fmla="*/ 2252361 w 2265365"/>
                <a:gd name="connsiteY4" fmla="*/ 1677318 h 1778409"/>
                <a:gd name="connsiteX5" fmla="*/ 2265365 w 2265365"/>
                <a:gd name="connsiteY5" fmla="*/ 1778409 h 1778409"/>
                <a:gd name="connsiteX6" fmla="*/ 829668 w 2265365"/>
                <a:gd name="connsiteY6" fmla="*/ 1028161 h 1778409"/>
                <a:gd name="connsiteX7" fmla="*/ 1696817 w 2265365"/>
                <a:gd name="connsiteY7" fmla="*/ 243493 h 1778409"/>
                <a:gd name="connsiteX8" fmla="*/ 4988 w 2265365"/>
                <a:gd name="connsiteY8" fmla="*/ 43468 h 1778409"/>
                <a:gd name="connsiteX0" fmla="*/ 4988 w 2265365"/>
                <a:gd name="connsiteY0" fmla="*/ 43468 h 1778409"/>
                <a:gd name="connsiteX1" fmla="*/ 0 w 2265365"/>
                <a:gd name="connsiteY1" fmla="*/ 0 h 1778409"/>
                <a:gd name="connsiteX2" fmla="*/ 1855113 w 2265365"/>
                <a:gd name="connsiteY2" fmla="*/ 256655 h 1778409"/>
                <a:gd name="connsiteX3" fmla="*/ 929639 w 2265365"/>
                <a:gd name="connsiteY3" fmla="*/ 1046065 h 1778409"/>
                <a:gd name="connsiteX4" fmla="*/ 2252361 w 2265365"/>
                <a:gd name="connsiteY4" fmla="*/ 1677318 h 1778409"/>
                <a:gd name="connsiteX5" fmla="*/ 2265365 w 2265365"/>
                <a:gd name="connsiteY5" fmla="*/ 1778409 h 1778409"/>
                <a:gd name="connsiteX6" fmla="*/ 829668 w 2265365"/>
                <a:gd name="connsiteY6" fmla="*/ 1028161 h 1778409"/>
                <a:gd name="connsiteX7" fmla="*/ 1696817 w 2265365"/>
                <a:gd name="connsiteY7" fmla="*/ 243493 h 1778409"/>
                <a:gd name="connsiteX8" fmla="*/ 4988 w 2265365"/>
                <a:gd name="connsiteY8" fmla="*/ 43468 h 1778409"/>
                <a:gd name="connsiteX0" fmla="*/ 4988 w 2265365"/>
                <a:gd name="connsiteY0" fmla="*/ 43468 h 1778409"/>
                <a:gd name="connsiteX1" fmla="*/ 0 w 2265365"/>
                <a:gd name="connsiteY1" fmla="*/ 0 h 1778409"/>
                <a:gd name="connsiteX2" fmla="*/ 1855113 w 2265365"/>
                <a:gd name="connsiteY2" fmla="*/ 256655 h 1778409"/>
                <a:gd name="connsiteX3" fmla="*/ 929639 w 2265365"/>
                <a:gd name="connsiteY3" fmla="*/ 1046065 h 1778409"/>
                <a:gd name="connsiteX4" fmla="*/ 2252361 w 2265365"/>
                <a:gd name="connsiteY4" fmla="*/ 1677318 h 1778409"/>
                <a:gd name="connsiteX5" fmla="*/ 2265365 w 2265365"/>
                <a:gd name="connsiteY5" fmla="*/ 1778409 h 1778409"/>
                <a:gd name="connsiteX6" fmla="*/ 829668 w 2265365"/>
                <a:gd name="connsiteY6" fmla="*/ 1028161 h 1778409"/>
                <a:gd name="connsiteX7" fmla="*/ 1753740 w 2265365"/>
                <a:gd name="connsiteY7" fmla="*/ 261353 h 1778409"/>
                <a:gd name="connsiteX8" fmla="*/ 4988 w 2265365"/>
                <a:gd name="connsiteY8" fmla="*/ 43468 h 1778409"/>
                <a:gd name="connsiteX0" fmla="*/ 4988 w 2265365"/>
                <a:gd name="connsiteY0" fmla="*/ 43468 h 1778409"/>
                <a:gd name="connsiteX1" fmla="*/ 0 w 2265365"/>
                <a:gd name="connsiteY1" fmla="*/ 0 h 1778409"/>
                <a:gd name="connsiteX2" fmla="*/ 1855113 w 2265365"/>
                <a:gd name="connsiteY2" fmla="*/ 256655 h 1778409"/>
                <a:gd name="connsiteX3" fmla="*/ 929639 w 2265365"/>
                <a:gd name="connsiteY3" fmla="*/ 1046065 h 1778409"/>
                <a:gd name="connsiteX4" fmla="*/ 2252361 w 2265365"/>
                <a:gd name="connsiteY4" fmla="*/ 1677318 h 1778409"/>
                <a:gd name="connsiteX5" fmla="*/ 2265365 w 2265365"/>
                <a:gd name="connsiteY5" fmla="*/ 1778409 h 1778409"/>
                <a:gd name="connsiteX6" fmla="*/ 829668 w 2265365"/>
                <a:gd name="connsiteY6" fmla="*/ 1028161 h 1778409"/>
                <a:gd name="connsiteX7" fmla="*/ 1753740 w 2265365"/>
                <a:gd name="connsiteY7" fmla="*/ 261353 h 1778409"/>
                <a:gd name="connsiteX8" fmla="*/ 4988 w 2265365"/>
                <a:gd name="connsiteY8" fmla="*/ 43468 h 1778409"/>
                <a:gd name="connsiteX0" fmla="*/ 4988 w 2284380"/>
                <a:gd name="connsiteY0" fmla="*/ 43468 h 1778409"/>
                <a:gd name="connsiteX1" fmla="*/ 0 w 2284380"/>
                <a:gd name="connsiteY1" fmla="*/ 0 h 1778409"/>
                <a:gd name="connsiteX2" fmla="*/ 1855113 w 2284380"/>
                <a:gd name="connsiteY2" fmla="*/ 256655 h 1778409"/>
                <a:gd name="connsiteX3" fmla="*/ 929639 w 2284380"/>
                <a:gd name="connsiteY3" fmla="*/ 1046065 h 1778409"/>
                <a:gd name="connsiteX4" fmla="*/ 2284380 w 2284380"/>
                <a:gd name="connsiteY4" fmla="*/ 1441560 h 1778409"/>
                <a:gd name="connsiteX5" fmla="*/ 2265365 w 2284380"/>
                <a:gd name="connsiteY5" fmla="*/ 1778409 h 1778409"/>
                <a:gd name="connsiteX6" fmla="*/ 829668 w 2284380"/>
                <a:gd name="connsiteY6" fmla="*/ 1028161 h 1778409"/>
                <a:gd name="connsiteX7" fmla="*/ 1753740 w 2284380"/>
                <a:gd name="connsiteY7" fmla="*/ 261353 h 1778409"/>
                <a:gd name="connsiteX8" fmla="*/ 4988 w 2284380"/>
                <a:gd name="connsiteY8" fmla="*/ 43468 h 1778409"/>
                <a:gd name="connsiteX0" fmla="*/ 4988 w 2286710"/>
                <a:gd name="connsiteY0" fmla="*/ 43468 h 1503358"/>
                <a:gd name="connsiteX1" fmla="*/ 0 w 2286710"/>
                <a:gd name="connsiteY1" fmla="*/ 0 h 1503358"/>
                <a:gd name="connsiteX2" fmla="*/ 1855113 w 2286710"/>
                <a:gd name="connsiteY2" fmla="*/ 256655 h 1503358"/>
                <a:gd name="connsiteX3" fmla="*/ 929639 w 2286710"/>
                <a:gd name="connsiteY3" fmla="*/ 1046065 h 1503358"/>
                <a:gd name="connsiteX4" fmla="*/ 2284380 w 2286710"/>
                <a:gd name="connsiteY4" fmla="*/ 1441560 h 1503358"/>
                <a:gd name="connsiteX5" fmla="*/ 2286710 w 2286710"/>
                <a:gd name="connsiteY5" fmla="*/ 1503358 h 1503358"/>
                <a:gd name="connsiteX6" fmla="*/ 829668 w 2286710"/>
                <a:gd name="connsiteY6" fmla="*/ 1028161 h 1503358"/>
                <a:gd name="connsiteX7" fmla="*/ 1753740 w 2286710"/>
                <a:gd name="connsiteY7" fmla="*/ 261353 h 1503358"/>
                <a:gd name="connsiteX8" fmla="*/ 4988 w 2286710"/>
                <a:gd name="connsiteY8" fmla="*/ 43468 h 1503358"/>
                <a:gd name="connsiteX0" fmla="*/ 4988 w 2286710"/>
                <a:gd name="connsiteY0" fmla="*/ 43468 h 1503358"/>
                <a:gd name="connsiteX1" fmla="*/ 0 w 2286710"/>
                <a:gd name="connsiteY1" fmla="*/ 0 h 1503358"/>
                <a:gd name="connsiteX2" fmla="*/ 1855113 w 2286710"/>
                <a:gd name="connsiteY2" fmla="*/ 256655 h 1503358"/>
                <a:gd name="connsiteX3" fmla="*/ 929639 w 2286710"/>
                <a:gd name="connsiteY3" fmla="*/ 1046065 h 1503358"/>
                <a:gd name="connsiteX4" fmla="*/ 2284380 w 2286710"/>
                <a:gd name="connsiteY4" fmla="*/ 1441560 h 1503358"/>
                <a:gd name="connsiteX5" fmla="*/ 2286710 w 2286710"/>
                <a:gd name="connsiteY5" fmla="*/ 1503358 h 1503358"/>
                <a:gd name="connsiteX6" fmla="*/ 829668 w 2286710"/>
                <a:gd name="connsiteY6" fmla="*/ 1028161 h 1503358"/>
                <a:gd name="connsiteX7" fmla="*/ 1753740 w 2286710"/>
                <a:gd name="connsiteY7" fmla="*/ 261353 h 1503358"/>
                <a:gd name="connsiteX8" fmla="*/ 4988 w 2286710"/>
                <a:gd name="connsiteY8" fmla="*/ 43468 h 1503358"/>
                <a:gd name="connsiteX0" fmla="*/ 4988 w 2286710"/>
                <a:gd name="connsiteY0" fmla="*/ 43468 h 1503358"/>
                <a:gd name="connsiteX1" fmla="*/ 0 w 2286710"/>
                <a:gd name="connsiteY1" fmla="*/ 0 h 1503358"/>
                <a:gd name="connsiteX2" fmla="*/ 1855113 w 2286710"/>
                <a:gd name="connsiteY2" fmla="*/ 256655 h 1503358"/>
                <a:gd name="connsiteX3" fmla="*/ 929639 w 2286710"/>
                <a:gd name="connsiteY3" fmla="*/ 1046065 h 1503358"/>
                <a:gd name="connsiteX4" fmla="*/ 2284380 w 2286710"/>
                <a:gd name="connsiteY4" fmla="*/ 1441560 h 1503358"/>
                <a:gd name="connsiteX5" fmla="*/ 2286710 w 2286710"/>
                <a:gd name="connsiteY5" fmla="*/ 1503358 h 1503358"/>
                <a:gd name="connsiteX6" fmla="*/ 829668 w 2286710"/>
                <a:gd name="connsiteY6" fmla="*/ 1028161 h 1503358"/>
                <a:gd name="connsiteX7" fmla="*/ 1753740 w 2286710"/>
                <a:gd name="connsiteY7" fmla="*/ 261353 h 1503358"/>
                <a:gd name="connsiteX8" fmla="*/ 4988 w 2286710"/>
                <a:gd name="connsiteY8" fmla="*/ 43468 h 1503358"/>
                <a:gd name="connsiteX0" fmla="*/ 4988 w 2286710"/>
                <a:gd name="connsiteY0" fmla="*/ 43468 h 1503358"/>
                <a:gd name="connsiteX1" fmla="*/ 0 w 2286710"/>
                <a:gd name="connsiteY1" fmla="*/ 0 h 1503358"/>
                <a:gd name="connsiteX2" fmla="*/ 1855113 w 2286710"/>
                <a:gd name="connsiteY2" fmla="*/ 256655 h 1503358"/>
                <a:gd name="connsiteX3" fmla="*/ 929639 w 2286710"/>
                <a:gd name="connsiteY3" fmla="*/ 1046065 h 1503358"/>
                <a:gd name="connsiteX4" fmla="*/ 2284380 w 2286710"/>
                <a:gd name="connsiteY4" fmla="*/ 1441560 h 1503358"/>
                <a:gd name="connsiteX5" fmla="*/ 2286710 w 2286710"/>
                <a:gd name="connsiteY5" fmla="*/ 1503358 h 1503358"/>
                <a:gd name="connsiteX6" fmla="*/ 829668 w 2286710"/>
                <a:gd name="connsiteY6" fmla="*/ 1028161 h 1503358"/>
                <a:gd name="connsiteX7" fmla="*/ 1753740 w 2286710"/>
                <a:gd name="connsiteY7" fmla="*/ 261353 h 1503358"/>
                <a:gd name="connsiteX8" fmla="*/ 4988 w 2286710"/>
                <a:gd name="connsiteY8" fmla="*/ 43468 h 1503358"/>
                <a:gd name="connsiteX0" fmla="*/ 4988 w 2286710"/>
                <a:gd name="connsiteY0" fmla="*/ 43468 h 1503358"/>
                <a:gd name="connsiteX1" fmla="*/ 0 w 2286710"/>
                <a:gd name="connsiteY1" fmla="*/ 0 h 1503358"/>
                <a:gd name="connsiteX2" fmla="*/ 1855113 w 2286710"/>
                <a:gd name="connsiteY2" fmla="*/ 256655 h 1503358"/>
                <a:gd name="connsiteX3" fmla="*/ 929639 w 2286710"/>
                <a:gd name="connsiteY3" fmla="*/ 1046065 h 1503358"/>
                <a:gd name="connsiteX4" fmla="*/ 2284380 w 2286710"/>
                <a:gd name="connsiteY4" fmla="*/ 1441560 h 1503358"/>
                <a:gd name="connsiteX5" fmla="*/ 2286710 w 2286710"/>
                <a:gd name="connsiteY5" fmla="*/ 1503358 h 1503358"/>
                <a:gd name="connsiteX6" fmla="*/ 829668 w 2286710"/>
                <a:gd name="connsiteY6" fmla="*/ 1028161 h 1503358"/>
                <a:gd name="connsiteX7" fmla="*/ 1753740 w 2286710"/>
                <a:gd name="connsiteY7" fmla="*/ 261353 h 1503358"/>
                <a:gd name="connsiteX8" fmla="*/ 4988 w 2286710"/>
                <a:gd name="connsiteY8" fmla="*/ 43468 h 1503358"/>
                <a:gd name="connsiteX0" fmla="*/ 4988 w 2286710"/>
                <a:gd name="connsiteY0" fmla="*/ 43468 h 1503358"/>
                <a:gd name="connsiteX1" fmla="*/ 0 w 2286710"/>
                <a:gd name="connsiteY1" fmla="*/ 0 h 1503358"/>
                <a:gd name="connsiteX2" fmla="*/ 1855113 w 2286710"/>
                <a:gd name="connsiteY2" fmla="*/ 256655 h 1503358"/>
                <a:gd name="connsiteX3" fmla="*/ 929639 w 2286710"/>
                <a:gd name="connsiteY3" fmla="*/ 1046065 h 1503358"/>
                <a:gd name="connsiteX4" fmla="*/ 2284380 w 2286710"/>
                <a:gd name="connsiteY4" fmla="*/ 1441560 h 1503358"/>
                <a:gd name="connsiteX5" fmla="*/ 2286710 w 2286710"/>
                <a:gd name="connsiteY5" fmla="*/ 1503358 h 1503358"/>
                <a:gd name="connsiteX6" fmla="*/ 829668 w 2286710"/>
                <a:gd name="connsiteY6" fmla="*/ 1028161 h 1503358"/>
                <a:gd name="connsiteX7" fmla="*/ 1753740 w 2286710"/>
                <a:gd name="connsiteY7" fmla="*/ 261353 h 1503358"/>
                <a:gd name="connsiteX8" fmla="*/ 4988 w 2286710"/>
                <a:gd name="connsiteY8" fmla="*/ 43468 h 1503358"/>
                <a:gd name="connsiteX0" fmla="*/ 4988 w 2286710"/>
                <a:gd name="connsiteY0" fmla="*/ 43468 h 1503358"/>
                <a:gd name="connsiteX1" fmla="*/ 0 w 2286710"/>
                <a:gd name="connsiteY1" fmla="*/ 0 h 1503358"/>
                <a:gd name="connsiteX2" fmla="*/ 1855113 w 2286710"/>
                <a:gd name="connsiteY2" fmla="*/ 256655 h 1503358"/>
                <a:gd name="connsiteX3" fmla="*/ 911850 w 2286710"/>
                <a:gd name="connsiteY3" fmla="*/ 1038920 h 1503358"/>
                <a:gd name="connsiteX4" fmla="*/ 2284380 w 2286710"/>
                <a:gd name="connsiteY4" fmla="*/ 1441560 h 1503358"/>
                <a:gd name="connsiteX5" fmla="*/ 2286710 w 2286710"/>
                <a:gd name="connsiteY5" fmla="*/ 1503358 h 1503358"/>
                <a:gd name="connsiteX6" fmla="*/ 829668 w 2286710"/>
                <a:gd name="connsiteY6" fmla="*/ 1028161 h 1503358"/>
                <a:gd name="connsiteX7" fmla="*/ 1753740 w 2286710"/>
                <a:gd name="connsiteY7" fmla="*/ 261353 h 1503358"/>
                <a:gd name="connsiteX8" fmla="*/ 4988 w 2286710"/>
                <a:gd name="connsiteY8" fmla="*/ 43468 h 1503358"/>
                <a:gd name="connsiteX0" fmla="*/ 4988 w 2286710"/>
                <a:gd name="connsiteY0" fmla="*/ 43468 h 1503358"/>
                <a:gd name="connsiteX1" fmla="*/ 0 w 2286710"/>
                <a:gd name="connsiteY1" fmla="*/ 0 h 1503358"/>
                <a:gd name="connsiteX2" fmla="*/ 1855113 w 2286710"/>
                <a:gd name="connsiteY2" fmla="*/ 256655 h 1503358"/>
                <a:gd name="connsiteX3" fmla="*/ 911850 w 2286710"/>
                <a:gd name="connsiteY3" fmla="*/ 1038920 h 1503358"/>
                <a:gd name="connsiteX4" fmla="*/ 2284380 w 2286710"/>
                <a:gd name="connsiteY4" fmla="*/ 1441560 h 1503358"/>
                <a:gd name="connsiteX5" fmla="*/ 2286710 w 2286710"/>
                <a:gd name="connsiteY5" fmla="*/ 1503358 h 1503358"/>
                <a:gd name="connsiteX6" fmla="*/ 829668 w 2286710"/>
                <a:gd name="connsiteY6" fmla="*/ 1028161 h 1503358"/>
                <a:gd name="connsiteX7" fmla="*/ 1753740 w 2286710"/>
                <a:gd name="connsiteY7" fmla="*/ 261353 h 1503358"/>
                <a:gd name="connsiteX8" fmla="*/ 4988 w 2286710"/>
                <a:gd name="connsiteY8" fmla="*/ 43468 h 1503358"/>
                <a:gd name="connsiteX0" fmla="*/ 4988 w 2286710"/>
                <a:gd name="connsiteY0" fmla="*/ 43468 h 1503358"/>
                <a:gd name="connsiteX1" fmla="*/ 0 w 2286710"/>
                <a:gd name="connsiteY1" fmla="*/ 0 h 1503358"/>
                <a:gd name="connsiteX2" fmla="*/ 1855113 w 2286710"/>
                <a:gd name="connsiteY2" fmla="*/ 256655 h 1503358"/>
                <a:gd name="connsiteX3" fmla="*/ 911850 w 2286710"/>
                <a:gd name="connsiteY3" fmla="*/ 1038920 h 1503358"/>
                <a:gd name="connsiteX4" fmla="*/ 2284380 w 2286710"/>
                <a:gd name="connsiteY4" fmla="*/ 1441560 h 1503358"/>
                <a:gd name="connsiteX5" fmla="*/ 2286710 w 2286710"/>
                <a:gd name="connsiteY5" fmla="*/ 1503358 h 1503358"/>
                <a:gd name="connsiteX6" fmla="*/ 829668 w 2286710"/>
                <a:gd name="connsiteY6" fmla="*/ 1028161 h 1503358"/>
                <a:gd name="connsiteX7" fmla="*/ 1753740 w 2286710"/>
                <a:gd name="connsiteY7" fmla="*/ 261353 h 1503358"/>
                <a:gd name="connsiteX8" fmla="*/ 4988 w 2286710"/>
                <a:gd name="connsiteY8" fmla="*/ 43468 h 1503358"/>
                <a:gd name="connsiteX0" fmla="*/ 14 w 2295966"/>
                <a:gd name="connsiteY0" fmla="*/ 39896 h 1503358"/>
                <a:gd name="connsiteX1" fmla="*/ 9256 w 2295966"/>
                <a:gd name="connsiteY1" fmla="*/ 0 h 1503358"/>
                <a:gd name="connsiteX2" fmla="*/ 1864369 w 2295966"/>
                <a:gd name="connsiteY2" fmla="*/ 256655 h 1503358"/>
                <a:gd name="connsiteX3" fmla="*/ 921106 w 2295966"/>
                <a:gd name="connsiteY3" fmla="*/ 1038920 h 1503358"/>
                <a:gd name="connsiteX4" fmla="*/ 2293636 w 2295966"/>
                <a:gd name="connsiteY4" fmla="*/ 1441560 h 1503358"/>
                <a:gd name="connsiteX5" fmla="*/ 2295966 w 2295966"/>
                <a:gd name="connsiteY5" fmla="*/ 1503358 h 1503358"/>
                <a:gd name="connsiteX6" fmla="*/ 838924 w 2295966"/>
                <a:gd name="connsiteY6" fmla="*/ 1028161 h 1503358"/>
                <a:gd name="connsiteX7" fmla="*/ 1762996 w 2295966"/>
                <a:gd name="connsiteY7" fmla="*/ 261353 h 1503358"/>
                <a:gd name="connsiteX8" fmla="*/ 14 w 2295966"/>
                <a:gd name="connsiteY8" fmla="*/ 39896 h 1503358"/>
                <a:gd name="connsiteX0" fmla="*/ 1431 w 2286710"/>
                <a:gd name="connsiteY0" fmla="*/ 32752 h 1503358"/>
                <a:gd name="connsiteX1" fmla="*/ 0 w 2286710"/>
                <a:gd name="connsiteY1" fmla="*/ 0 h 1503358"/>
                <a:gd name="connsiteX2" fmla="*/ 1855113 w 2286710"/>
                <a:gd name="connsiteY2" fmla="*/ 256655 h 1503358"/>
                <a:gd name="connsiteX3" fmla="*/ 911850 w 2286710"/>
                <a:gd name="connsiteY3" fmla="*/ 1038920 h 1503358"/>
                <a:gd name="connsiteX4" fmla="*/ 2284380 w 2286710"/>
                <a:gd name="connsiteY4" fmla="*/ 1441560 h 1503358"/>
                <a:gd name="connsiteX5" fmla="*/ 2286710 w 2286710"/>
                <a:gd name="connsiteY5" fmla="*/ 1503358 h 1503358"/>
                <a:gd name="connsiteX6" fmla="*/ 829668 w 2286710"/>
                <a:gd name="connsiteY6" fmla="*/ 1028161 h 1503358"/>
                <a:gd name="connsiteX7" fmla="*/ 1753740 w 2286710"/>
                <a:gd name="connsiteY7" fmla="*/ 261353 h 1503358"/>
                <a:gd name="connsiteX8" fmla="*/ 1431 w 2286710"/>
                <a:gd name="connsiteY8" fmla="*/ 32752 h 1503358"/>
                <a:gd name="connsiteX0" fmla="*/ 1431 w 2286710"/>
                <a:gd name="connsiteY0" fmla="*/ 32752 h 1503358"/>
                <a:gd name="connsiteX1" fmla="*/ 0 w 2286710"/>
                <a:gd name="connsiteY1" fmla="*/ 0 h 1503358"/>
                <a:gd name="connsiteX2" fmla="*/ 1855113 w 2286710"/>
                <a:gd name="connsiteY2" fmla="*/ 256655 h 1503358"/>
                <a:gd name="connsiteX3" fmla="*/ 911850 w 2286710"/>
                <a:gd name="connsiteY3" fmla="*/ 1038920 h 1503358"/>
                <a:gd name="connsiteX4" fmla="*/ 2284380 w 2286710"/>
                <a:gd name="connsiteY4" fmla="*/ 1441560 h 1503358"/>
                <a:gd name="connsiteX5" fmla="*/ 2286710 w 2286710"/>
                <a:gd name="connsiteY5" fmla="*/ 1503358 h 1503358"/>
                <a:gd name="connsiteX6" fmla="*/ 829668 w 2286710"/>
                <a:gd name="connsiteY6" fmla="*/ 1028161 h 1503358"/>
                <a:gd name="connsiteX7" fmla="*/ 1753740 w 2286710"/>
                <a:gd name="connsiteY7" fmla="*/ 261353 h 1503358"/>
                <a:gd name="connsiteX8" fmla="*/ 1431 w 2286710"/>
                <a:gd name="connsiteY8" fmla="*/ 32752 h 1503358"/>
                <a:gd name="connsiteX0" fmla="*/ 1431 w 2286710"/>
                <a:gd name="connsiteY0" fmla="*/ 32752 h 1503358"/>
                <a:gd name="connsiteX1" fmla="*/ 0 w 2286710"/>
                <a:gd name="connsiteY1" fmla="*/ 0 h 1503358"/>
                <a:gd name="connsiteX2" fmla="*/ 1855113 w 2286710"/>
                <a:gd name="connsiteY2" fmla="*/ 256655 h 1503358"/>
                <a:gd name="connsiteX3" fmla="*/ 911850 w 2286710"/>
                <a:gd name="connsiteY3" fmla="*/ 1038920 h 1503358"/>
                <a:gd name="connsiteX4" fmla="*/ 2284380 w 2286710"/>
                <a:gd name="connsiteY4" fmla="*/ 1441560 h 1503358"/>
                <a:gd name="connsiteX5" fmla="*/ 2286710 w 2286710"/>
                <a:gd name="connsiteY5" fmla="*/ 1503358 h 1503358"/>
                <a:gd name="connsiteX6" fmla="*/ 808322 w 2286710"/>
                <a:gd name="connsiteY6" fmla="*/ 1028161 h 1503358"/>
                <a:gd name="connsiteX7" fmla="*/ 1753740 w 2286710"/>
                <a:gd name="connsiteY7" fmla="*/ 261353 h 1503358"/>
                <a:gd name="connsiteX8" fmla="*/ 1431 w 2286710"/>
                <a:gd name="connsiteY8" fmla="*/ 32752 h 1503358"/>
                <a:gd name="connsiteX0" fmla="*/ 1431 w 2286710"/>
                <a:gd name="connsiteY0" fmla="*/ 32752 h 1503358"/>
                <a:gd name="connsiteX1" fmla="*/ 0 w 2286710"/>
                <a:gd name="connsiteY1" fmla="*/ 0 h 1503358"/>
                <a:gd name="connsiteX2" fmla="*/ 1855113 w 2286710"/>
                <a:gd name="connsiteY2" fmla="*/ 256655 h 1503358"/>
                <a:gd name="connsiteX3" fmla="*/ 911850 w 2286710"/>
                <a:gd name="connsiteY3" fmla="*/ 1038920 h 1503358"/>
                <a:gd name="connsiteX4" fmla="*/ 2284380 w 2286710"/>
                <a:gd name="connsiteY4" fmla="*/ 1441560 h 1503358"/>
                <a:gd name="connsiteX5" fmla="*/ 2286710 w 2286710"/>
                <a:gd name="connsiteY5" fmla="*/ 1503358 h 1503358"/>
                <a:gd name="connsiteX6" fmla="*/ 808322 w 2286710"/>
                <a:gd name="connsiteY6" fmla="*/ 1028161 h 1503358"/>
                <a:gd name="connsiteX7" fmla="*/ 1775087 w 2286710"/>
                <a:gd name="connsiteY7" fmla="*/ 243492 h 1503358"/>
                <a:gd name="connsiteX8" fmla="*/ 1431 w 2286710"/>
                <a:gd name="connsiteY8" fmla="*/ 32752 h 1503358"/>
                <a:gd name="connsiteX0" fmla="*/ 1431 w 2286710"/>
                <a:gd name="connsiteY0" fmla="*/ 32752 h 1503358"/>
                <a:gd name="connsiteX1" fmla="*/ 0 w 2286710"/>
                <a:gd name="connsiteY1" fmla="*/ 0 h 1503358"/>
                <a:gd name="connsiteX2" fmla="*/ 1855113 w 2286710"/>
                <a:gd name="connsiteY2" fmla="*/ 256655 h 1503358"/>
                <a:gd name="connsiteX3" fmla="*/ 911850 w 2286710"/>
                <a:gd name="connsiteY3" fmla="*/ 1038920 h 1503358"/>
                <a:gd name="connsiteX4" fmla="*/ 2284380 w 2286710"/>
                <a:gd name="connsiteY4" fmla="*/ 1441560 h 1503358"/>
                <a:gd name="connsiteX5" fmla="*/ 2286710 w 2286710"/>
                <a:gd name="connsiteY5" fmla="*/ 1503358 h 1503358"/>
                <a:gd name="connsiteX6" fmla="*/ 808322 w 2286710"/>
                <a:gd name="connsiteY6" fmla="*/ 1028161 h 1503358"/>
                <a:gd name="connsiteX7" fmla="*/ 1775087 w 2286710"/>
                <a:gd name="connsiteY7" fmla="*/ 243492 h 1503358"/>
                <a:gd name="connsiteX8" fmla="*/ 1431 w 2286710"/>
                <a:gd name="connsiteY8" fmla="*/ 32752 h 1503358"/>
                <a:gd name="connsiteX0" fmla="*/ 1431 w 2286710"/>
                <a:gd name="connsiteY0" fmla="*/ 32752 h 1503358"/>
                <a:gd name="connsiteX1" fmla="*/ 0 w 2286710"/>
                <a:gd name="connsiteY1" fmla="*/ 0 h 1503358"/>
                <a:gd name="connsiteX2" fmla="*/ 1855113 w 2286710"/>
                <a:gd name="connsiteY2" fmla="*/ 256655 h 1503358"/>
                <a:gd name="connsiteX3" fmla="*/ 911850 w 2286710"/>
                <a:gd name="connsiteY3" fmla="*/ 1038920 h 1503358"/>
                <a:gd name="connsiteX4" fmla="*/ 2284380 w 2286710"/>
                <a:gd name="connsiteY4" fmla="*/ 1441560 h 1503358"/>
                <a:gd name="connsiteX5" fmla="*/ 2286710 w 2286710"/>
                <a:gd name="connsiteY5" fmla="*/ 1503358 h 1503358"/>
                <a:gd name="connsiteX6" fmla="*/ 808322 w 2286710"/>
                <a:gd name="connsiteY6" fmla="*/ 1028161 h 1503358"/>
                <a:gd name="connsiteX7" fmla="*/ 1775087 w 2286710"/>
                <a:gd name="connsiteY7" fmla="*/ 243492 h 1503358"/>
                <a:gd name="connsiteX8" fmla="*/ 1431 w 2286710"/>
                <a:gd name="connsiteY8" fmla="*/ 32752 h 1503358"/>
                <a:gd name="connsiteX0" fmla="*/ 1431 w 2286710"/>
                <a:gd name="connsiteY0" fmla="*/ 22036 h 1492642"/>
                <a:gd name="connsiteX1" fmla="*/ 0 w 2286710"/>
                <a:gd name="connsiteY1" fmla="*/ 0 h 1492642"/>
                <a:gd name="connsiteX2" fmla="*/ 1855113 w 2286710"/>
                <a:gd name="connsiteY2" fmla="*/ 245939 h 1492642"/>
                <a:gd name="connsiteX3" fmla="*/ 911850 w 2286710"/>
                <a:gd name="connsiteY3" fmla="*/ 1028204 h 1492642"/>
                <a:gd name="connsiteX4" fmla="*/ 2284380 w 2286710"/>
                <a:gd name="connsiteY4" fmla="*/ 1430844 h 1492642"/>
                <a:gd name="connsiteX5" fmla="*/ 2286710 w 2286710"/>
                <a:gd name="connsiteY5" fmla="*/ 1492642 h 1492642"/>
                <a:gd name="connsiteX6" fmla="*/ 808322 w 2286710"/>
                <a:gd name="connsiteY6" fmla="*/ 1017445 h 1492642"/>
                <a:gd name="connsiteX7" fmla="*/ 1775087 w 2286710"/>
                <a:gd name="connsiteY7" fmla="*/ 232776 h 1492642"/>
                <a:gd name="connsiteX8" fmla="*/ 1431 w 2286710"/>
                <a:gd name="connsiteY8" fmla="*/ 22036 h 1492642"/>
                <a:gd name="connsiteX0" fmla="*/ 1431 w 2286710"/>
                <a:gd name="connsiteY0" fmla="*/ 22036 h 1492642"/>
                <a:gd name="connsiteX1" fmla="*/ 0 w 2286710"/>
                <a:gd name="connsiteY1" fmla="*/ 0 h 1492642"/>
                <a:gd name="connsiteX2" fmla="*/ 1855113 w 2286710"/>
                <a:gd name="connsiteY2" fmla="*/ 245939 h 1492642"/>
                <a:gd name="connsiteX3" fmla="*/ 911850 w 2286710"/>
                <a:gd name="connsiteY3" fmla="*/ 1028204 h 1492642"/>
                <a:gd name="connsiteX4" fmla="*/ 2284380 w 2286710"/>
                <a:gd name="connsiteY4" fmla="*/ 1430844 h 1492642"/>
                <a:gd name="connsiteX5" fmla="*/ 2286710 w 2286710"/>
                <a:gd name="connsiteY5" fmla="*/ 1492642 h 1492642"/>
                <a:gd name="connsiteX6" fmla="*/ 808322 w 2286710"/>
                <a:gd name="connsiteY6" fmla="*/ 1017445 h 1492642"/>
                <a:gd name="connsiteX7" fmla="*/ 1775087 w 2286710"/>
                <a:gd name="connsiteY7" fmla="*/ 232776 h 1492642"/>
                <a:gd name="connsiteX8" fmla="*/ 1431 w 2286710"/>
                <a:gd name="connsiteY8" fmla="*/ 22036 h 1492642"/>
                <a:gd name="connsiteX0" fmla="*/ 1431 w 2286710"/>
                <a:gd name="connsiteY0" fmla="*/ 22036 h 1492642"/>
                <a:gd name="connsiteX1" fmla="*/ 0 w 2286710"/>
                <a:gd name="connsiteY1" fmla="*/ 0 h 1492642"/>
                <a:gd name="connsiteX2" fmla="*/ 1855113 w 2286710"/>
                <a:gd name="connsiteY2" fmla="*/ 245939 h 1492642"/>
                <a:gd name="connsiteX3" fmla="*/ 911850 w 2286710"/>
                <a:gd name="connsiteY3" fmla="*/ 1028204 h 1492642"/>
                <a:gd name="connsiteX4" fmla="*/ 2280822 w 2286710"/>
                <a:gd name="connsiteY4" fmla="*/ 1412983 h 1492642"/>
                <a:gd name="connsiteX5" fmla="*/ 2286710 w 2286710"/>
                <a:gd name="connsiteY5" fmla="*/ 1492642 h 1492642"/>
                <a:gd name="connsiteX6" fmla="*/ 808322 w 2286710"/>
                <a:gd name="connsiteY6" fmla="*/ 1017445 h 1492642"/>
                <a:gd name="connsiteX7" fmla="*/ 1775087 w 2286710"/>
                <a:gd name="connsiteY7" fmla="*/ 232776 h 1492642"/>
                <a:gd name="connsiteX8" fmla="*/ 1431 w 2286710"/>
                <a:gd name="connsiteY8" fmla="*/ 22036 h 1492642"/>
                <a:gd name="connsiteX0" fmla="*/ 1431 w 2286710"/>
                <a:gd name="connsiteY0" fmla="*/ 22036 h 1492642"/>
                <a:gd name="connsiteX1" fmla="*/ 0 w 2286710"/>
                <a:gd name="connsiteY1" fmla="*/ 0 h 1492642"/>
                <a:gd name="connsiteX2" fmla="*/ 1855113 w 2286710"/>
                <a:gd name="connsiteY2" fmla="*/ 245939 h 1492642"/>
                <a:gd name="connsiteX3" fmla="*/ 911850 w 2286710"/>
                <a:gd name="connsiteY3" fmla="*/ 1028204 h 1492642"/>
                <a:gd name="connsiteX4" fmla="*/ 2280822 w 2286710"/>
                <a:gd name="connsiteY4" fmla="*/ 1412983 h 1492642"/>
                <a:gd name="connsiteX5" fmla="*/ 2286710 w 2286710"/>
                <a:gd name="connsiteY5" fmla="*/ 1492642 h 1492642"/>
                <a:gd name="connsiteX6" fmla="*/ 808322 w 2286710"/>
                <a:gd name="connsiteY6" fmla="*/ 1017445 h 1492642"/>
                <a:gd name="connsiteX7" fmla="*/ 1775087 w 2286710"/>
                <a:gd name="connsiteY7" fmla="*/ 232776 h 1492642"/>
                <a:gd name="connsiteX8" fmla="*/ 1431 w 2286710"/>
                <a:gd name="connsiteY8" fmla="*/ 22036 h 1492642"/>
                <a:gd name="connsiteX0" fmla="*/ 1431 w 2286710"/>
                <a:gd name="connsiteY0" fmla="*/ 22036 h 1492642"/>
                <a:gd name="connsiteX1" fmla="*/ 0 w 2286710"/>
                <a:gd name="connsiteY1" fmla="*/ 0 h 1492642"/>
                <a:gd name="connsiteX2" fmla="*/ 1855113 w 2286710"/>
                <a:gd name="connsiteY2" fmla="*/ 245939 h 1492642"/>
                <a:gd name="connsiteX3" fmla="*/ 911850 w 2286710"/>
                <a:gd name="connsiteY3" fmla="*/ 1028204 h 1492642"/>
                <a:gd name="connsiteX4" fmla="*/ 2277264 w 2286710"/>
                <a:gd name="connsiteY4" fmla="*/ 1402266 h 1492642"/>
                <a:gd name="connsiteX5" fmla="*/ 2286710 w 2286710"/>
                <a:gd name="connsiteY5" fmla="*/ 1492642 h 1492642"/>
                <a:gd name="connsiteX6" fmla="*/ 808322 w 2286710"/>
                <a:gd name="connsiteY6" fmla="*/ 1017445 h 1492642"/>
                <a:gd name="connsiteX7" fmla="*/ 1775087 w 2286710"/>
                <a:gd name="connsiteY7" fmla="*/ 232776 h 1492642"/>
                <a:gd name="connsiteX8" fmla="*/ 1431 w 2286710"/>
                <a:gd name="connsiteY8" fmla="*/ 22036 h 1492642"/>
                <a:gd name="connsiteX0" fmla="*/ 1431 w 2288075"/>
                <a:gd name="connsiteY0" fmla="*/ 22036 h 1492642"/>
                <a:gd name="connsiteX1" fmla="*/ 0 w 2288075"/>
                <a:gd name="connsiteY1" fmla="*/ 0 h 1492642"/>
                <a:gd name="connsiteX2" fmla="*/ 1855113 w 2288075"/>
                <a:gd name="connsiteY2" fmla="*/ 245939 h 1492642"/>
                <a:gd name="connsiteX3" fmla="*/ 911850 w 2288075"/>
                <a:gd name="connsiteY3" fmla="*/ 1028204 h 1492642"/>
                <a:gd name="connsiteX4" fmla="*/ 2287937 w 2288075"/>
                <a:gd name="connsiteY4" fmla="*/ 1402266 h 1492642"/>
                <a:gd name="connsiteX5" fmla="*/ 2286710 w 2288075"/>
                <a:gd name="connsiteY5" fmla="*/ 1492642 h 1492642"/>
                <a:gd name="connsiteX6" fmla="*/ 808322 w 2288075"/>
                <a:gd name="connsiteY6" fmla="*/ 1017445 h 1492642"/>
                <a:gd name="connsiteX7" fmla="*/ 1775087 w 2288075"/>
                <a:gd name="connsiteY7" fmla="*/ 232776 h 1492642"/>
                <a:gd name="connsiteX8" fmla="*/ 1431 w 2288075"/>
                <a:gd name="connsiteY8" fmla="*/ 22036 h 149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8075" h="1492642">
                  <a:moveTo>
                    <a:pt x="1431" y="22036"/>
                  </a:moveTo>
                  <a:cubicBezTo>
                    <a:pt x="978" y="-4576"/>
                    <a:pt x="453" y="26612"/>
                    <a:pt x="0" y="0"/>
                  </a:cubicBezTo>
                  <a:cubicBezTo>
                    <a:pt x="320288" y="1618"/>
                    <a:pt x="1801364" y="-2503"/>
                    <a:pt x="1855113" y="245939"/>
                  </a:cubicBezTo>
                  <a:cubicBezTo>
                    <a:pt x="1858288" y="699964"/>
                    <a:pt x="855310" y="577751"/>
                    <a:pt x="911850" y="1028204"/>
                  </a:cubicBezTo>
                  <a:cubicBezTo>
                    <a:pt x="941724" y="1250752"/>
                    <a:pt x="1326933" y="1391642"/>
                    <a:pt x="2287937" y="1402266"/>
                  </a:cubicBezTo>
                  <a:cubicBezTo>
                    <a:pt x="2288714" y="1422865"/>
                    <a:pt x="2285933" y="1472043"/>
                    <a:pt x="2286710" y="1492642"/>
                  </a:cubicBezTo>
                  <a:cubicBezTo>
                    <a:pt x="1907428" y="1478956"/>
                    <a:pt x="825785" y="1512745"/>
                    <a:pt x="808322" y="1017445"/>
                  </a:cubicBezTo>
                  <a:cubicBezTo>
                    <a:pt x="790860" y="522145"/>
                    <a:pt x="1907383" y="588771"/>
                    <a:pt x="1775087" y="232776"/>
                  </a:cubicBezTo>
                  <a:cubicBezTo>
                    <a:pt x="1753996" y="75765"/>
                    <a:pt x="740741" y="41433"/>
                    <a:pt x="1431" y="22036"/>
                  </a:cubicBezTo>
                  <a:close/>
                </a:path>
              </a:pathLst>
            </a:custGeom>
            <a:grpFill/>
            <a:ln>
              <a:solidFill>
                <a:srgbClr val="002060"/>
              </a:solidFill>
            </a:ln>
            <a:scene3d>
              <a:camera prst="perspectiveRelaxed">
                <a:rot lat="17973601"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defTabSz="685800" fontAlgn="auto">
                <a:spcBef>
                  <a:spcPts val="0"/>
                </a:spcBef>
                <a:spcAft>
                  <a:spcPts val="0"/>
                </a:spcAft>
                <a:defRPr/>
              </a:pPr>
              <a:endParaRPr lang="en-US" sz="825" dirty="0">
                <a:solidFill>
                  <a:srgbClr val="FFFFFF"/>
                </a:solidFill>
                <a:latin typeface="Garamond" panose="02020404030301010803"/>
              </a:endParaRPr>
            </a:p>
          </p:txBody>
        </p:sp>
        <p:sp>
          <p:nvSpPr>
            <p:cNvPr id="374" name="Isosceles Triangle 373" descr="Arrow pointing rightward">
              <a:extLst>
                <a:ext uri="{FF2B5EF4-FFF2-40B4-BE49-F238E27FC236}">
                  <a16:creationId xmlns:a16="http://schemas.microsoft.com/office/drawing/2014/main" id="{84A45CAB-66B7-4660-B1E4-7BE570D2EFC1}"/>
                </a:ext>
              </a:extLst>
            </p:cNvPr>
            <p:cNvSpPr/>
            <p:nvPr/>
          </p:nvSpPr>
          <p:spPr>
            <a:xfrm rot="5400000">
              <a:off x="7842184" y="4266461"/>
              <a:ext cx="1521185" cy="1221012"/>
            </a:xfrm>
            <a:prstGeom prst="triangle">
              <a:avLst>
                <a:gd name="adj" fmla="val 52414"/>
              </a:avLst>
            </a:prstGeom>
            <a:grpFill/>
            <a:ln>
              <a:solidFill>
                <a:srgbClr val="002060"/>
              </a:solidFill>
            </a:ln>
            <a:scene3d>
              <a:camera prst="perspectiveRelaxed">
                <a:rot lat="17973601"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defTabSz="685800" fontAlgn="auto">
                <a:spcBef>
                  <a:spcPts val="0"/>
                </a:spcBef>
                <a:spcAft>
                  <a:spcPts val="0"/>
                </a:spcAft>
                <a:defRPr/>
              </a:pPr>
              <a:endParaRPr lang="en-US" sz="825" dirty="0">
                <a:solidFill>
                  <a:srgbClr val="FFFFFF"/>
                </a:solidFill>
                <a:latin typeface="Garamond" panose="02020404030301010803"/>
              </a:endParaRPr>
            </a:p>
          </p:txBody>
        </p:sp>
      </p:grpSp>
      <p:sp>
        <p:nvSpPr>
          <p:cNvPr id="379" name="Oval 378"/>
          <p:cNvSpPr/>
          <p:nvPr/>
        </p:nvSpPr>
        <p:spPr>
          <a:xfrm>
            <a:off x="5544108" y="2229809"/>
            <a:ext cx="205740" cy="205740"/>
          </a:xfrm>
          <a:prstGeom prst="ellipse">
            <a:avLst/>
          </a:prstGeom>
          <a:solidFill>
            <a:srgbClr val="FFFF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ln>
                <a:solidFill>
                  <a:sysClr val="windowText" lastClr="000000"/>
                </a:solidFill>
              </a:ln>
              <a:solidFill>
                <a:srgbClr val="FFFFFF"/>
              </a:solidFill>
              <a:latin typeface="Garamond" panose="02020404030301010803"/>
            </a:endParaRPr>
          </a:p>
        </p:txBody>
      </p:sp>
      <p:cxnSp>
        <p:nvCxnSpPr>
          <p:cNvPr id="6" name="Straight Connector 5"/>
          <p:cNvCxnSpPr>
            <a:stCxn id="379" idx="7"/>
            <a:endCxn id="371" idx="2"/>
          </p:cNvCxnSpPr>
          <p:nvPr/>
        </p:nvCxnSpPr>
        <p:spPr>
          <a:xfrm flipV="1">
            <a:off x="5719719" y="1829407"/>
            <a:ext cx="1033430" cy="430532"/>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731141" y="2764592"/>
            <a:ext cx="1410786" cy="1097280"/>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chemeClr val="accent1"/>
                </a:solidFill>
              </a14:hiddenFill>
            </a:ext>
          </a:extLst>
        </p:spPr>
      </p:pic>
      <p:sp>
        <p:nvSpPr>
          <p:cNvPr id="380" name="Oval 379"/>
          <p:cNvSpPr/>
          <p:nvPr/>
        </p:nvSpPr>
        <p:spPr>
          <a:xfrm>
            <a:off x="3295492" y="3230106"/>
            <a:ext cx="187037" cy="205740"/>
          </a:xfrm>
          <a:prstGeom prst="ellipse">
            <a:avLst/>
          </a:prstGeom>
          <a:solidFill>
            <a:srgbClr val="FFFF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ln>
                <a:solidFill>
                  <a:sysClr val="windowText" lastClr="000000"/>
                </a:solidFill>
              </a:ln>
              <a:solidFill>
                <a:srgbClr val="FFFFFF"/>
              </a:solidFill>
              <a:latin typeface="Garamond" panose="02020404030301010803"/>
            </a:endParaRPr>
          </a:p>
        </p:txBody>
      </p:sp>
      <p:cxnSp>
        <p:nvCxnSpPr>
          <p:cNvPr id="381" name="Straight Connector 380"/>
          <p:cNvCxnSpPr>
            <a:endCxn id="380" idx="2"/>
          </p:cNvCxnSpPr>
          <p:nvPr/>
        </p:nvCxnSpPr>
        <p:spPr>
          <a:xfrm flipV="1">
            <a:off x="2141927" y="3332976"/>
            <a:ext cx="1153565" cy="2346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382" name="Oval 381"/>
          <p:cNvSpPr/>
          <p:nvPr/>
        </p:nvSpPr>
        <p:spPr>
          <a:xfrm>
            <a:off x="3518090" y="3687461"/>
            <a:ext cx="205740" cy="205740"/>
          </a:xfrm>
          <a:prstGeom prst="ellipse">
            <a:avLst/>
          </a:prstGeom>
          <a:solidFill>
            <a:srgbClr val="FFFF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ln>
                <a:solidFill>
                  <a:sysClr val="windowText" lastClr="000000"/>
                </a:solidFill>
              </a:ln>
              <a:solidFill>
                <a:srgbClr val="FFFFFF"/>
              </a:solidFill>
              <a:latin typeface="Garamond" panose="02020404030301010803"/>
            </a:endParaRPr>
          </a:p>
        </p:txBody>
      </p:sp>
      <p:sp>
        <p:nvSpPr>
          <p:cNvPr id="383" name="Oval 382"/>
          <p:cNvSpPr/>
          <p:nvPr/>
        </p:nvSpPr>
        <p:spPr>
          <a:xfrm>
            <a:off x="4484989" y="3867894"/>
            <a:ext cx="205740" cy="205740"/>
          </a:xfrm>
          <a:prstGeom prst="ellipse">
            <a:avLst/>
          </a:prstGeom>
          <a:solidFill>
            <a:srgbClr val="FFFF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ln>
                <a:solidFill>
                  <a:sysClr val="windowText" lastClr="000000"/>
                </a:solidFill>
              </a:ln>
              <a:solidFill>
                <a:srgbClr val="FFFFFF"/>
              </a:solidFill>
              <a:latin typeface="Garamond" panose="02020404030301010803"/>
            </a:endParaRPr>
          </a:p>
        </p:txBody>
      </p:sp>
      <p:sp>
        <p:nvSpPr>
          <p:cNvPr id="384" name="TextBox 383"/>
          <p:cNvSpPr txBox="1"/>
          <p:nvPr/>
        </p:nvSpPr>
        <p:spPr>
          <a:xfrm>
            <a:off x="4193958" y="4191931"/>
            <a:ext cx="727359" cy="369328"/>
          </a:xfrm>
          <a:prstGeom prst="rect">
            <a:avLst/>
          </a:prstGeom>
          <a:noFill/>
        </p:spPr>
        <p:txBody>
          <a:bodyPr wrap="square" lIns="91436" tIns="45718" rIns="91436" bIns="45718" rtlCol="0">
            <a:spAutoFit/>
          </a:bodyPr>
          <a:lstStyle/>
          <a:p>
            <a:pPr algn="ctr" defTabSz="685800" fontAlgn="auto">
              <a:spcBef>
                <a:spcPts val="0"/>
              </a:spcBef>
              <a:spcAft>
                <a:spcPts val="0"/>
              </a:spcAft>
            </a:pPr>
            <a:r>
              <a:rPr lang="en-US" b="1" dirty="0">
                <a:solidFill>
                  <a:srgbClr val="0D0D0D"/>
                </a:solidFill>
                <a:latin typeface="Garamond" panose="02020404030301010803"/>
              </a:rPr>
              <a:t>2012</a:t>
            </a:r>
          </a:p>
        </p:txBody>
      </p:sp>
      <p:cxnSp>
        <p:nvCxnSpPr>
          <p:cNvPr id="385" name="Straight Connector 384"/>
          <p:cNvCxnSpPr>
            <a:stCxn id="383" idx="7"/>
          </p:cNvCxnSpPr>
          <p:nvPr/>
        </p:nvCxnSpPr>
        <p:spPr>
          <a:xfrm flipV="1">
            <a:off x="4660599" y="3762314"/>
            <a:ext cx="290547" cy="13571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2055" name="Picture 7"/>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979712" y="3705877"/>
            <a:ext cx="1313007" cy="1306541"/>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rotWithShape="1">
          <a:blip r:embed="rId8" cstate="email">
            <a:extLst>
              <a:ext uri="{28A0092B-C50C-407E-A947-70E740481C1C}">
                <a14:useLocalDpi xmlns:a14="http://schemas.microsoft.com/office/drawing/2010/main"/>
              </a:ext>
            </a:extLst>
          </a:blip>
          <a:srcRect/>
          <a:stretch/>
        </p:blipFill>
        <p:spPr bwMode="auto">
          <a:xfrm>
            <a:off x="4880047" y="2947137"/>
            <a:ext cx="1637627" cy="875346"/>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chemeClr val="accent1"/>
                </a:solidFill>
              </a14:hiddenFill>
            </a:ext>
          </a:extLst>
        </p:spPr>
      </p:pic>
      <p:cxnSp>
        <p:nvCxnSpPr>
          <p:cNvPr id="386" name="Straight Connector 385"/>
          <p:cNvCxnSpPr/>
          <p:nvPr/>
        </p:nvCxnSpPr>
        <p:spPr>
          <a:xfrm flipV="1">
            <a:off x="3154410" y="3879024"/>
            <a:ext cx="390325" cy="328499"/>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387" name="TextBox 386"/>
          <p:cNvSpPr txBox="1"/>
          <p:nvPr/>
        </p:nvSpPr>
        <p:spPr>
          <a:xfrm>
            <a:off x="3544735" y="3381841"/>
            <a:ext cx="727359" cy="369328"/>
          </a:xfrm>
          <a:prstGeom prst="rect">
            <a:avLst/>
          </a:prstGeom>
          <a:noFill/>
        </p:spPr>
        <p:txBody>
          <a:bodyPr wrap="square" lIns="91436" tIns="45718" rIns="91436" bIns="45718" rtlCol="0">
            <a:spAutoFit/>
          </a:bodyPr>
          <a:lstStyle/>
          <a:p>
            <a:pPr algn="ctr" defTabSz="685800" fontAlgn="auto">
              <a:spcBef>
                <a:spcPts val="0"/>
              </a:spcBef>
              <a:spcAft>
                <a:spcPts val="0"/>
              </a:spcAft>
            </a:pPr>
            <a:r>
              <a:rPr lang="en-US" b="1" dirty="0">
                <a:solidFill>
                  <a:srgbClr val="0D0D0D"/>
                </a:solidFill>
                <a:latin typeface="Garamond" panose="02020404030301010803"/>
              </a:rPr>
              <a:t>2011</a:t>
            </a:r>
          </a:p>
        </p:txBody>
      </p:sp>
      <p:pic>
        <p:nvPicPr>
          <p:cNvPr id="375" name="Picture 2"/>
          <p:cNvPicPr>
            <a:picLocks noChangeAspect="1" noChangeArrowheads="1"/>
          </p:cNvPicPr>
          <p:nvPr/>
        </p:nvPicPr>
        <p:blipFill rotWithShape="1">
          <a:blip r:embed="rId9" cstate="email">
            <a:extLst>
              <a:ext uri="{28A0092B-C50C-407E-A947-70E740481C1C}">
                <a14:useLocalDpi xmlns:a14="http://schemas.microsoft.com/office/drawing/2010/main"/>
              </a:ext>
            </a:extLst>
          </a:blip>
          <a:srcRect/>
          <a:stretch/>
        </p:blipFill>
        <p:spPr bwMode="auto">
          <a:xfrm>
            <a:off x="7825361" y="2815241"/>
            <a:ext cx="921532" cy="902422"/>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1" name="Oval 390"/>
          <p:cNvSpPr/>
          <p:nvPr/>
        </p:nvSpPr>
        <p:spPr>
          <a:xfrm>
            <a:off x="7588635" y="4050487"/>
            <a:ext cx="205740" cy="205740"/>
          </a:xfrm>
          <a:prstGeom prst="ellipse">
            <a:avLst/>
          </a:prstGeom>
          <a:solidFill>
            <a:srgbClr val="FFFF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ln>
                <a:solidFill>
                  <a:sysClr val="windowText" lastClr="000000"/>
                </a:solidFill>
              </a:ln>
              <a:solidFill>
                <a:srgbClr val="FFFFFF"/>
              </a:solidFill>
              <a:latin typeface="Garamond" panose="02020404030301010803"/>
            </a:endParaRPr>
          </a:p>
        </p:txBody>
      </p:sp>
      <p:cxnSp>
        <p:nvCxnSpPr>
          <p:cNvPr id="392" name="Straight Connector 391"/>
          <p:cNvCxnSpPr>
            <a:stCxn id="391" idx="7"/>
          </p:cNvCxnSpPr>
          <p:nvPr/>
        </p:nvCxnSpPr>
        <p:spPr>
          <a:xfrm flipV="1">
            <a:off x="7764245" y="3668086"/>
            <a:ext cx="285468" cy="41253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393" name="TextBox 392"/>
          <p:cNvSpPr txBox="1"/>
          <p:nvPr/>
        </p:nvSpPr>
        <p:spPr>
          <a:xfrm>
            <a:off x="7157923" y="3629668"/>
            <a:ext cx="727359" cy="369328"/>
          </a:xfrm>
          <a:prstGeom prst="rect">
            <a:avLst/>
          </a:prstGeom>
          <a:noFill/>
        </p:spPr>
        <p:txBody>
          <a:bodyPr wrap="square" lIns="91436" tIns="45718" rIns="91436" bIns="45718" rtlCol="0">
            <a:spAutoFit/>
          </a:bodyPr>
          <a:lstStyle/>
          <a:p>
            <a:pPr algn="ctr" defTabSz="685800" fontAlgn="auto">
              <a:spcBef>
                <a:spcPts val="0"/>
              </a:spcBef>
              <a:spcAft>
                <a:spcPts val="0"/>
              </a:spcAft>
            </a:pPr>
            <a:r>
              <a:rPr lang="en-US" b="1" dirty="0">
                <a:solidFill>
                  <a:srgbClr val="0D0D0D"/>
                </a:solidFill>
                <a:latin typeface="Garamond" panose="02020404030301010803"/>
              </a:rPr>
              <a:t>2018</a:t>
            </a:r>
          </a:p>
        </p:txBody>
      </p:sp>
      <p:sp>
        <p:nvSpPr>
          <p:cNvPr id="394" name="TextBox 393"/>
          <p:cNvSpPr txBox="1"/>
          <p:nvPr/>
        </p:nvSpPr>
        <p:spPr>
          <a:xfrm>
            <a:off x="4879891" y="2322016"/>
            <a:ext cx="727359" cy="369328"/>
          </a:xfrm>
          <a:prstGeom prst="rect">
            <a:avLst/>
          </a:prstGeom>
          <a:noFill/>
        </p:spPr>
        <p:txBody>
          <a:bodyPr wrap="square" lIns="91436" tIns="45718" rIns="91436" bIns="45718" rtlCol="0">
            <a:spAutoFit/>
          </a:bodyPr>
          <a:lstStyle/>
          <a:p>
            <a:pPr algn="ctr" defTabSz="685800" fontAlgn="auto">
              <a:spcBef>
                <a:spcPts val="0"/>
              </a:spcBef>
              <a:spcAft>
                <a:spcPts val="0"/>
              </a:spcAft>
            </a:pPr>
            <a:r>
              <a:rPr lang="en-US" b="1" dirty="0">
                <a:solidFill>
                  <a:srgbClr val="0D0D0D"/>
                </a:solidFill>
                <a:latin typeface="Garamond" panose="02020404030301010803"/>
              </a:rPr>
              <a:t>1999</a:t>
            </a:r>
          </a:p>
        </p:txBody>
      </p:sp>
      <p:pic>
        <p:nvPicPr>
          <p:cNvPr id="2" name="Picture 1"/>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972974" y="1519492"/>
            <a:ext cx="485656" cy="613460"/>
          </a:xfrm>
          <a:prstGeom prst="rect">
            <a:avLst/>
          </a:prstGeom>
          <a:ln>
            <a:noFill/>
          </a:ln>
          <a:effectLst>
            <a:outerShdw blurRad="190500" algn="tl" rotWithShape="0">
              <a:srgbClr val="000000">
                <a:alpha val="70000"/>
              </a:srgbClr>
            </a:outerShdw>
          </a:effectLst>
        </p:spPr>
      </p:pic>
      <p:sp>
        <p:nvSpPr>
          <p:cNvPr id="370" name="Oval 369"/>
          <p:cNvSpPr/>
          <p:nvPr/>
        </p:nvSpPr>
        <p:spPr>
          <a:xfrm>
            <a:off x="3486112" y="2139708"/>
            <a:ext cx="205740" cy="205740"/>
          </a:xfrm>
          <a:prstGeom prst="ellipse">
            <a:avLst/>
          </a:prstGeom>
          <a:solidFill>
            <a:srgbClr val="FFFF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ln>
                <a:solidFill>
                  <a:sysClr val="windowText" lastClr="000000"/>
                </a:solidFill>
              </a:ln>
              <a:solidFill>
                <a:srgbClr val="FFFFFF"/>
              </a:solidFill>
              <a:latin typeface="Garamond" panose="02020404030301010803"/>
            </a:endParaRPr>
          </a:p>
        </p:txBody>
      </p:sp>
      <p:sp>
        <p:nvSpPr>
          <p:cNvPr id="376" name="Rectangle 375"/>
          <p:cNvSpPr/>
          <p:nvPr/>
        </p:nvSpPr>
        <p:spPr>
          <a:xfrm>
            <a:off x="3116565" y="1600866"/>
            <a:ext cx="2043319" cy="461661"/>
          </a:xfrm>
          <a:prstGeom prst="rect">
            <a:avLst/>
          </a:prstGeom>
        </p:spPr>
        <p:txBody>
          <a:bodyPr wrap="square" lIns="91436" tIns="45718" rIns="91436" bIns="45718">
            <a:spAutoFit/>
          </a:bodyPr>
          <a:lstStyle/>
          <a:p>
            <a:pPr defTabSz="685800" fontAlgn="auto">
              <a:spcBef>
                <a:spcPts val="0"/>
              </a:spcBef>
              <a:spcAft>
                <a:spcPts val="0"/>
              </a:spcAft>
            </a:pPr>
            <a:r>
              <a:rPr lang="en-GB" sz="1200" b="1" dirty="0">
                <a:solidFill>
                  <a:srgbClr val="0D0D0D"/>
                </a:solidFill>
                <a:latin typeface="Garamond" panose="02020404030301010803"/>
              </a:rPr>
              <a:t>Transfer of the HQ to Bagnoli</a:t>
            </a:r>
          </a:p>
        </p:txBody>
      </p:sp>
      <p:sp>
        <p:nvSpPr>
          <p:cNvPr id="388" name="TextBox 387"/>
          <p:cNvSpPr txBox="1"/>
          <p:nvPr/>
        </p:nvSpPr>
        <p:spPr>
          <a:xfrm>
            <a:off x="3200487" y="1395756"/>
            <a:ext cx="673099" cy="323161"/>
          </a:xfrm>
          <a:prstGeom prst="rect">
            <a:avLst/>
          </a:prstGeom>
          <a:noFill/>
        </p:spPr>
        <p:txBody>
          <a:bodyPr wrap="square" lIns="91436" tIns="45718" rIns="91436" bIns="45718" rtlCol="0">
            <a:spAutoFit/>
          </a:bodyPr>
          <a:lstStyle/>
          <a:p>
            <a:pPr defTabSz="685800" fontAlgn="auto">
              <a:spcBef>
                <a:spcPts val="0"/>
              </a:spcBef>
              <a:spcAft>
                <a:spcPts val="0"/>
              </a:spcAft>
            </a:pPr>
            <a:r>
              <a:rPr lang="en-US" sz="1500" b="1" dirty="0">
                <a:solidFill>
                  <a:srgbClr val="0D0D0D"/>
                </a:solidFill>
                <a:latin typeface="Garamond" panose="02020404030301010803"/>
              </a:rPr>
              <a:t>1954</a:t>
            </a:r>
          </a:p>
        </p:txBody>
      </p:sp>
      <p:cxnSp>
        <p:nvCxnSpPr>
          <p:cNvPr id="389" name="Straight Connector 388"/>
          <p:cNvCxnSpPr>
            <a:stCxn id="370" idx="0"/>
          </p:cNvCxnSpPr>
          <p:nvPr/>
        </p:nvCxnSpPr>
        <p:spPr>
          <a:xfrm flipH="1" flipV="1">
            <a:off x="3561017" y="2020150"/>
            <a:ext cx="27965" cy="11955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390" name="Oval 389"/>
          <p:cNvSpPr/>
          <p:nvPr/>
        </p:nvSpPr>
        <p:spPr>
          <a:xfrm>
            <a:off x="8149669" y="4104653"/>
            <a:ext cx="205740" cy="205740"/>
          </a:xfrm>
          <a:prstGeom prst="ellipse">
            <a:avLst/>
          </a:prstGeom>
          <a:solidFill>
            <a:srgbClr val="FFFF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ln>
                <a:solidFill>
                  <a:sysClr val="windowText" lastClr="000000"/>
                </a:solidFill>
              </a:ln>
              <a:solidFill>
                <a:srgbClr val="FFFFFF"/>
              </a:solidFill>
              <a:latin typeface="Garamond" panose="02020404030301010803"/>
            </a:endParaRPr>
          </a:p>
        </p:txBody>
      </p:sp>
      <p:sp>
        <p:nvSpPr>
          <p:cNvPr id="395" name="TextBox 394"/>
          <p:cNvSpPr txBox="1"/>
          <p:nvPr/>
        </p:nvSpPr>
        <p:spPr>
          <a:xfrm>
            <a:off x="7794375" y="4376557"/>
            <a:ext cx="727359" cy="369328"/>
          </a:xfrm>
          <a:prstGeom prst="rect">
            <a:avLst/>
          </a:prstGeom>
          <a:noFill/>
        </p:spPr>
        <p:txBody>
          <a:bodyPr wrap="square" lIns="91436" tIns="45718" rIns="91436" bIns="45718" rtlCol="0">
            <a:spAutoFit/>
          </a:bodyPr>
          <a:lstStyle/>
          <a:p>
            <a:pPr algn="ctr" defTabSz="685800" fontAlgn="auto">
              <a:spcBef>
                <a:spcPts val="0"/>
              </a:spcBef>
              <a:spcAft>
                <a:spcPts val="0"/>
              </a:spcAft>
            </a:pPr>
            <a:r>
              <a:rPr lang="en-US" b="1" dirty="0">
                <a:solidFill>
                  <a:srgbClr val="0D0D0D"/>
                </a:solidFill>
                <a:latin typeface="Garamond" panose="02020404030301010803"/>
              </a:rPr>
              <a:t>2021</a:t>
            </a:r>
          </a:p>
        </p:txBody>
      </p:sp>
      <p:sp>
        <p:nvSpPr>
          <p:cNvPr id="396" name="Rectangle 395"/>
          <p:cNvSpPr/>
          <p:nvPr/>
        </p:nvSpPr>
        <p:spPr>
          <a:xfrm>
            <a:off x="3238759" y="4419495"/>
            <a:ext cx="3911156" cy="276995"/>
          </a:xfrm>
          <a:prstGeom prst="rect">
            <a:avLst/>
          </a:prstGeom>
        </p:spPr>
        <p:txBody>
          <a:bodyPr wrap="square" lIns="91436" tIns="45718" rIns="91436" bIns="45718">
            <a:spAutoFit/>
          </a:bodyPr>
          <a:lstStyle/>
          <a:p>
            <a:pPr defTabSz="685800" fontAlgn="auto">
              <a:spcBef>
                <a:spcPts val="0"/>
              </a:spcBef>
              <a:spcAft>
                <a:spcPts val="0"/>
              </a:spcAft>
            </a:pPr>
            <a:r>
              <a:rPr lang="en-GB" sz="1200" b="1" dirty="0">
                <a:solidFill>
                  <a:srgbClr val="0D0D0D"/>
                </a:solidFill>
                <a:latin typeface="Garamond" panose="02020404030301010803"/>
              </a:rPr>
              <a:t>Transfer of the HQ from Bagnoli/ Naples to Lago Patria</a:t>
            </a:r>
          </a:p>
        </p:txBody>
      </p:sp>
      <p:sp>
        <p:nvSpPr>
          <p:cNvPr id="403" name="Oval 402"/>
          <p:cNvSpPr/>
          <p:nvPr/>
        </p:nvSpPr>
        <p:spPr>
          <a:xfrm>
            <a:off x="1683695" y="2076483"/>
            <a:ext cx="205740" cy="205740"/>
          </a:xfrm>
          <a:prstGeom prst="ellipse">
            <a:avLst/>
          </a:prstGeom>
          <a:solidFill>
            <a:srgbClr val="FFFF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ln>
                <a:solidFill>
                  <a:sysClr val="windowText" lastClr="000000"/>
                </a:solidFill>
              </a:ln>
              <a:solidFill>
                <a:srgbClr val="FFFFFF"/>
              </a:solidFill>
              <a:latin typeface="Garamond" panose="02020404030301010803"/>
            </a:endParaRPr>
          </a:p>
        </p:txBody>
      </p:sp>
      <p:cxnSp>
        <p:nvCxnSpPr>
          <p:cNvPr id="404" name="Straight Connector 403"/>
          <p:cNvCxnSpPr/>
          <p:nvPr/>
        </p:nvCxnSpPr>
        <p:spPr>
          <a:xfrm flipV="1">
            <a:off x="1795409" y="1709707"/>
            <a:ext cx="3886" cy="347057"/>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406" name="Slide Number Placeholder 4"/>
          <p:cNvSpPr txBox="1">
            <a:spLocks/>
          </p:cNvSpPr>
          <p:nvPr/>
        </p:nvSpPr>
        <p:spPr>
          <a:xfrm>
            <a:off x="7032327" y="4919000"/>
            <a:ext cx="2057400" cy="273844"/>
          </a:xfrm>
          <a:prstGeom prst="rect">
            <a:avLst/>
          </a:prstGeom>
        </p:spPr>
        <p:txBody>
          <a:bodyPr vert="horz" lIns="68580" tIns="34290" rIns="68580" bIns="34290" rtlCol="0" anchor="ctr"/>
          <a:lstStyle>
            <a:defPPr>
              <a:defRPr lang="x-none"/>
            </a:defPPr>
            <a:lvl1pPr marL="0" algn="r" defTabSz="914400" rtl="0" eaLnBrk="1" latinLnBrk="0" hangingPunct="1">
              <a:defRPr sz="1000" b="0" i="0" kern="1200">
                <a:solidFill>
                  <a:schemeClr val="tx1"/>
                </a:solidFill>
                <a:latin typeface="Arial" panose="020B0604020202020204" pitchFamily="34" charset="0"/>
                <a:ea typeface="Noto Sans" panose="020B0502040504020204" pitchFamily="34"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fld id="{62DE6CD9-6E3A-423A-9B97-E4282F6D75B2}" type="datetime1">
              <a:rPr lang="x-none" sz="750">
                <a:solidFill>
                  <a:srgbClr val="0D0D0D"/>
                </a:solidFill>
              </a:rPr>
              <a:pPr defTabSz="685800" fontAlgn="auto">
                <a:spcBef>
                  <a:spcPts val="0"/>
                </a:spcBef>
                <a:spcAft>
                  <a:spcPts val="0"/>
                </a:spcAft>
              </a:pPr>
              <a:t>26/02/2023</a:t>
            </a:fld>
            <a:r>
              <a:rPr lang="x-none" sz="750" dirty="0">
                <a:solidFill>
                  <a:srgbClr val="0D0D0D"/>
                </a:solidFill>
              </a:rPr>
              <a:t>  |  </a:t>
            </a:r>
            <a:r>
              <a:rPr lang="en-GB" sz="750" dirty="0">
                <a:solidFill>
                  <a:srgbClr val="0D0D0D"/>
                </a:solidFill>
              </a:rPr>
              <a:t>P</a:t>
            </a:r>
            <a:r>
              <a:rPr lang="x-none" sz="750" dirty="0">
                <a:solidFill>
                  <a:srgbClr val="0D0D0D"/>
                </a:solidFill>
              </a:rPr>
              <a:t>AGE </a:t>
            </a:r>
            <a:fld id="{3C66DE6B-CC4B-F74A-99D4-2DC8DD154D90}" type="slidenum">
              <a:rPr lang="x-none" sz="750">
                <a:solidFill>
                  <a:srgbClr val="0D0D0D"/>
                </a:solidFill>
              </a:rPr>
              <a:pPr defTabSz="685800" fontAlgn="auto">
                <a:spcBef>
                  <a:spcPts val="0"/>
                </a:spcBef>
                <a:spcAft>
                  <a:spcPts val="0"/>
                </a:spcAft>
              </a:pPr>
              <a:t>4</a:t>
            </a:fld>
            <a:endParaRPr lang="x-none" sz="750" dirty="0">
              <a:solidFill>
                <a:srgbClr val="0D0D0D"/>
              </a:solidFill>
            </a:endParaRPr>
          </a:p>
        </p:txBody>
      </p:sp>
      <p:sp>
        <p:nvSpPr>
          <p:cNvPr id="377" name="TextBox 376"/>
          <p:cNvSpPr txBox="1"/>
          <p:nvPr/>
        </p:nvSpPr>
        <p:spPr bwMode="auto">
          <a:xfrm>
            <a:off x="3583487" y="4815484"/>
            <a:ext cx="2008744" cy="2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nchor="ctr">
            <a:spAutoFit/>
          </a:bodyPr>
          <a:lstStyle/>
          <a:p>
            <a:pPr algn="ctr" defTabSz="685800" fontAlgn="auto">
              <a:lnSpc>
                <a:spcPct val="130000"/>
              </a:lnSpc>
              <a:spcBef>
                <a:spcPts val="0"/>
              </a:spcBef>
              <a:spcAft>
                <a:spcPts val="0"/>
              </a:spcAft>
            </a:pPr>
            <a:r>
              <a:rPr lang="en-US" sz="900" b="1" dirty="0">
                <a:solidFill>
                  <a:srgbClr val="0D0D0D"/>
                </a:solidFill>
                <a:latin typeface="Garamond" panose="02020404030301010803" pitchFamily="18" charset="0"/>
                <a:ea typeface="Noto Sans" panose="020B0502040504020204" pitchFamily="34" charset="0"/>
                <a:cs typeface="Noto Sans" panose="020B0502040504020204" pitchFamily="34" charset="0"/>
              </a:rPr>
              <a:t>NATO UNCLASSIFIED</a:t>
            </a:r>
          </a:p>
        </p:txBody>
      </p:sp>
    </p:spTree>
    <p:extLst>
      <p:ext uri="{BB962C8B-B14F-4D97-AF65-F5344CB8AC3E}">
        <p14:creationId xmlns:p14="http://schemas.microsoft.com/office/powerpoint/2010/main" val="31029443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1804" y="-258626"/>
            <a:ext cx="7886700" cy="994172"/>
          </a:xfrm>
        </p:spPr>
        <p:txBody>
          <a:bodyPr/>
          <a:lstStyle/>
          <a:p>
            <a:r>
              <a:rPr lang="en-US" dirty="0">
                <a:solidFill>
                  <a:schemeClr val="bg1"/>
                </a:solidFill>
              </a:rPr>
              <a:t>NATO’s Operational Force Commanders</a:t>
            </a:r>
          </a:p>
        </p:txBody>
      </p:sp>
      <p:sp>
        <p:nvSpPr>
          <p:cNvPr id="5" name="Slide Number Placeholder 4"/>
          <p:cNvSpPr>
            <a:spLocks noGrp="1"/>
          </p:cNvSpPr>
          <p:nvPr>
            <p:ph type="sldNum" sz="quarter" idx="4"/>
          </p:nvPr>
        </p:nvSpPr>
        <p:spPr/>
        <p:txBody>
          <a:bodyPr/>
          <a:lstStyle/>
          <a:p>
            <a:pPr defTabSz="685800" fontAlgn="auto">
              <a:spcBef>
                <a:spcPts val="0"/>
              </a:spcBef>
              <a:spcAft>
                <a:spcPts val="0"/>
              </a:spcAft>
            </a:pPr>
            <a:fld id="{62DE6CD9-6E3A-423A-9B97-E4282F6D75B2}" type="datetime1">
              <a:rPr lang="x-none">
                <a:solidFill>
                  <a:srgbClr val="FFFFFF"/>
                </a:solidFill>
              </a:rPr>
              <a:pPr defTabSz="685800" fontAlgn="auto">
                <a:spcBef>
                  <a:spcPts val="0"/>
                </a:spcBef>
                <a:spcAft>
                  <a:spcPts val="0"/>
                </a:spcAft>
              </a:pPr>
              <a:t>26/02/2023</a:t>
            </a:fld>
            <a:r>
              <a:rPr lang="x-none" dirty="0">
                <a:solidFill>
                  <a:srgbClr val="FFFFFF"/>
                </a:solidFill>
              </a:rPr>
              <a:t>  |  </a:t>
            </a:r>
            <a:r>
              <a:rPr lang="en-GB" dirty="0">
                <a:solidFill>
                  <a:srgbClr val="FFFFFF"/>
                </a:solidFill>
              </a:rPr>
              <a:t>P</a:t>
            </a:r>
            <a:r>
              <a:rPr lang="x-none" dirty="0">
                <a:solidFill>
                  <a:srgbClr val="FFFFFF"/>
                </a:solidFill>
              </a:rPr>
              <a:t>AGE </a:t>
            </a:r>
            <a:fld id="{3C66DE6B-CC4B-F74A-99D4-2DC8DD154D90}" type="slidenum">
              <a:rPr lang="x-none">
                <a:solidFill>
                  <a:srgbClr val="FFFFFF"/>
                </a:solidFill>
              </a:rPr>
              <a:pPr defTabSz="685800" fontAlgn="auto">
                <a:spcBef>
                  <a:spcPts val="0"/>
                </a:spcBef>
                <a:spcAft>
                  <a:spcPts val="0"/>
                </a:spcAft>
              </a:pPr>
              <a:t>5</a:t>
            </a:fld>
            <a:endParaRPr lang="x-none" dirty="0">
              <a:solidFill>
                <a:srgbClr val="FFFFFF"/>
              </a:solidFill>
            </a:endParaRPr>
          </a:p>
        </p:txBody>
      </p:sp>
      <p:pic>
        <p:nvPicPr>
          <p:cNvPr id="8" name="Picture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9525" y="760775"/>
            <a:ext cx="4657995" cy="3856470"/>
          </a:xfrm>
          <a:prstGeom prst="rect">
            <a:avLst/>
          </a:prstGeom>
        </p:spPr>
      </p:pic>
      <p:sp>
        <p:nvSpPr>
          <p:cNvPr id="9" name="Isosceles Triangle 8"/>
          <p:cNvSpPr/>
          <p:nvPr/>
        </p:nvSpPr>
        <p:spPr>
          <a:xfrm rot="14049636">
            <a:off x="4157848" y="1342353"/>
            <a:ext cx="477284" cy="2969849"/>
          </a:xfrm>
          <a:prstGeom prst="triangle">
            <a:avLst>
              <a:gd name="adj" fmla="val 42634"/>
            </a:avLst>
          </a:prstGeom>
          <a:solidFill>
            <a:srgbClr val="25CD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solidFill>
                <a:srgbClr val="FFFFFF"/>
              </a:solidFill>
              <a:latin typeface="Garamond" panose="02020404030301010803"/>
            </a:endParaRPr>
          </a:p>
        </p:txBody>
      </p:sp>
      <p:pic>
        <p:nvPicPr>
          <p:cNvPr id="7" name="Picture 6"/>
          <p:cNvPicPr>
            <a:picLocks noChangeAspect="1"/>
          </p:cNvPicPr>
          <p:nvPr/>
        </p:nvPicPr>
        <p:blipFill>
          <a:blip r:embed="rId4"/>
          <a:stretch>
            <a:fillRect/>
          </a:stretch>
        </p:blipFill>
        <p:spPr>
          <a:xfrm>
            <a:off x="4990703" y="689337"/>
            <a:ext cx="1592580" cy="1508760"/>
          </a:xfrm>
          <a:prstGeom prst="rect">
            <a:avLst/>
          </a:prstGeom>
          <a:ln w="76200">
            <a:solidFill>
              <a:srgbClr val="25CD94"/>
            </a:solidFill>
          </a:ln>
        </p:spPr>
      </p:pic>
      <p:pic>
        <p:nvPicPr>
          <p:cNvPr id="3" name="Picture 2"/>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792941" y="2903"/>
            <a:ext cx="6351059" cy="3228112"/>
          </a:xfrm>
          <a:prstGeom prst="rect">
            <a:avLst/>
          </a:prstGeom>
        </p:spPr>
      </p:pic>
      <p:sp>
        <p:nvSpPr>
          <p:cNvPr id="10" name="Slide Number Placeholder 4"/>
          <p:cNvSpPr txBox="1">
            <a:spLocks/>
          </p:cNvSpPr>
          <p:nvPr/>
        </p:nvSpPr>
        <p:spPr>
          <a:xfrm>
            <a:off x="7035339" y="4843443"/>
            <a:ext cx="2057400" cy="273844"/>
          </a:xfrm>
          <a:prstGeom prst="rect">
            <a:avLst/>
          </a:prstGeom>
        </p:spPr>
        <p:txBody>
          <a:bodyPr vert="horz" lIns="68580" tIns="34290" rIns="68580" bIns="34290" rtlCol="0" anchor="ctr"/>
          <a:lstStyle>
            <a:defPPr>
              <a:defRPr lang="x-none"/>
            </a:defPPr>
            <a:lvl1pPr marL="0" algn="r" defTabSz="914400" rtl="0" eaLnBrk="1" latinLnBrk="0" hangingPunct="1">
              <a:defRPr sz="1000" b="0" i="0" kern="1200">
                <a:solidFill>
                  <a:schemeClr val="tx1"/>
                </a:solidFill>
                <a:latin typeface="Arial" panose="020B0604020202020204" pitchFamily="34" charset="0"/>
                <a:ea typeface="Noto Sans" panose="020B0502040504020204" pitchFamily="34"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fld id="{62DE6CD9-6E3A-423A-9B97-E4282F6D75B2}" type="datetime1">
              <a:rPr lang="x-none" sz="750">
                <a:solidFill>
                  <a:srgbClr val="0D0D0D"/>
                </a:solidFill>
              </a:rPr>
              <a:pPr defTabSz="685800" fontAlgn="auto">
                <a:spcBef>
                  <a:spcPts val="0"/>
                </a:spcBef>
                <a:spcAft>
                  <a:spcPts val="0"/>
                </a:spcAft>
              </a:pPr>
              <a:t>26/02/2023</a:t>
            </a:fld>
            <a:r>
              <a:rPr lang="x-none" sz="750">
                <a:solidFill>
                  <a:srgbClr val="0D0D0D"/>
                </a:solidFill>
              </a:rPr>
              <a:t>  |  </a:t>
            </a:r>
            <a:r>
              <a:rPr lang="en-GB" sz="750" dirty="0">
                <a:solidFill>
                  <a:srgbClr val="0D0D0D"/>
                </a:solidFill>
              </a:rPr>
              <a:t>P</a:t>
            </a:r>
            <a:r>
              <a:rPr lang="x-none" sz="750">
                <a:solidFill>
                  <a:srgbClr val="0D0D0D"/>
                </a:solidFill>
              </a:rPr>
              <a:t>AGE </a:t>
            </a:r>
            <a:fld id="{3C66DE6B-CC4B-F74A-99D4-2DC8DD154D90}" type="slidenum">
              <a:rPr lang="x-none" sz="750">
                <a:solidFill>
                  <a:srgbClr val="0D0D0D"/>
                </a:solidFill>
              </a:rPr>
              <a:pPr defTabSz="685800" fontAlgn="auto">
                <a:spcBef>
                  <a:spcPts val="0"/>
                </a:spcBef>
                <a:spcAft>
                  <a:spcPts val="0"/>
                </a:spcAft>
              </a:pPr>
              <a:t>5</a:t>
            </a:fld>
            <a:endParaRPr lang="x-none" sz="750" dirty="0">
              <a:solidFill>
                <a:srgbClr val="0D0D0D"/>
              </a:solidFill>
            </a:endParaRPr>
          </a:p>
        </p:txBody>
      </p:sp>
      <p:pic>
        <p:nvPicPr>
          <p:cNvPr id="12" name="Picture 11"/>
          <p:cNvPicPr>
            <a:picLocks noChangeAspect="1"/>
          </p:cNvPicPr>
          <p:nvPr/>
        </p:nvPicPr>
        <p:blipFill rotWithShape="1">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l="10001" t="25353" r="9990" b="36242"/>
          <a:stretch/>
        </p:blipFill>
        <p:spPr>
          <a:xfrm>
            <a:off x="4842975" y="3317239"/>
            <a:ext cx="4239000" cy="1041323"/>
          </a:xfrm>
          <a:prstGeom prst="rect">
            <a:avLst/>
          </a:prstGeom>
        </p:spPr>
      </p:pic>
      <p:sp>
        <p:nvSpPr>
          <p:cNvPr id="6" name="Rectangle 5"/>
          <p:cNvSpPr/>
          <p:nvPr/>
        </p:nvSpPr>
        <p:spPr>
          <a:xfrm>
            <a:off x="6192180" y="3219822"/>
            <a:ext cx="270030" cy="16201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solidFill>
                <a:srgbClr val="FFFFFF"/>
              </a:solidFill>
              <a:latin typeface="Garamond" panose="02020404030301010803"/>
            </a:endParaRPr>
          </a:p>
        </p:txBody>
      </p:sp>
      <p:sp>
        <p:nvSpPr>
          <p:cNvPr id="13" name="TextBox 12"/>
          <p:cNvSpPr txBox="1"/>
          <p:nvPr/>
        </p:nvSpPr>
        <p:spPr bwMode="auto">
          <a:xfrm>
            <a:off x="3554537" y="4788062"/>
            <a:ext cx="2008744" cy="2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nchor="ctr">
            <a:spAutoFit/>
          </a:bodyPr>
          <a:lstStyle/>
          <a:p>
            <a:pPr algn="ctr" defTabSz="685800" fontAlgn="auto">
              <a:lnSpc>
                <a:spcPct val="130000"/>
              </a:lnSpc>
              <a:spcBef>
                <a:spcPts val="0"/>
              </a:spcBef>
              <a:spcAft>
                <a:spcPts val="0"/>
              </a:spcAft>
            </a:pPr>
            <a:r>
              <a:rPr lang="en-US" sz="900" b="1" dirty="0">
                <a:solidFill>
                  <a:srgbClr val="0D0D0D"/>
                </a:solidFill>
                <a:latin typeface="Garamond" panose="02020404030301010803" pitchFamily="18" charset="0"/>
                <a:ea typeface="Noto Sans" panose="020B0502040504020204" pitchFamily="34" charset="0"/>
                <a:cs typeface="Noto Sans" panose="020B0502040504020204" pitchFamily="34" charset="0"/>
              </a:rPr>
              <a:t>NATO UNCLASSIFIED</a:t>
            </a:r>
          </a:p>
        </p:txBody>
      </p:sp>
    </p:spTree>
    <p:extLst>
      <p:ext uri="{BB962C8B-B14F-4D97-AF65-F5344CB8AC3E}">
        <p14:creationId xmlns:p14="http://schemas.microsoft.com/office/powerpoint/2010/main" val="28889079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3"/>
          </p:nvPr>
        </p:nvSpPr>
        <p:spPr/>
        <p:txBody>
          <a:bodyPr/>
          <a:lstStyle/>
          <a:p>
            <a:r>
              <a:rPr lang="x-none"/>
              <a:t>NATO UNCLASSIFIED</a:t>
            </a:r>
            <a:endParaRPr lang="x-none" dirty="0"/>
          </a:p>
        </p:txBody>
      </p:sp>
      <p:sp>
        <p:nvSpPr>
          <p:cNvPr id="4" name="Slide Number Placeholder 3"/>
          <p:cNvSpPr>
            <a:spLocks noGrp="1"/>
          </p:cNvSpPr>
          <p:nvPr>
            <p:ph type="sldNum" sz="quarter" idx="4"/>
          </p:nvPr>
        </p:nvSpPr>
        <p:spPr>
          <a:xfrm>
            <a:off x="7086600" y="4859821"/>
            <a:ext cx="2057400" cy="273844"/>
          </a:xfrm>
        </p:spPr>
        <p:txBody>
          <a:bodyPr/>
          <a:lstStyle/>
          <a:p>
            <a:fld id="{B21191C8-B9D4-4735-AEC4-5748C7D172B1}" type="datetime1">
              <a:rPr lang="x-none" smtClean="0"/>
              <a:pPr/>
              <a:t>26/02/2023</a:t>
            </a:fld>
            <a:r>
              <a:rPr lang="x-none" dirty="0"/>
              <a:t>  |  </a:t>
            </a:r>
            <a:r>
              <a:rPr lang="en-GB" dirty="0"/>
              <a:t>P</a:t>
            </a:r>
            <a:r>
              <a:rPr lang="x-none" dirty="0"/>
              <a:t>AGE </a:t>
            </a:r>
            <a:fld id="{3C66DE6B-CC4B-F74A-99D4-2DC8DD154D90}" type="slidenum">
              <a:rPr lang="x-none" smtClean="0"/>
              <a:pPr/>
              <a:t>6</a:t>
            </a:fld>
            <a:endParaRPr lang="x-none" dirty="0"/>
          </a:p>
        </p:txBody>
      </p:sp>
      <p:pic>
        <p:nvPicPr>
          <p:cNvPr id="8" name="Picture Placeholder 7"/>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6" name="Title 5"/>
          <p:cNvSpPr>
            <a:spLocks noGrp="1"/>
          </p:cNvSpPr>
          <p:nvPr>
            <p:ph type="title"/>
          </p:nvPr>
        </p:nvSpPr>
        <p:spPr>
          <a:xfrm>
            <a:off x="900112" y="1707655"/>
            <a:ext cx="6768239" cy="994172"/>
          </a:xfrm>
        </p:spPr>
        <p:txBody>
          <a:bodyPr/>
          <a:lstStyle/>
          <a:p>
            <a:r>
              <a:rPr lang="en-US" dirty="0">
                <a:solidFill>
                  <a:schemeClr val="bg1"/>
                </a:solidFill>
              </a:rPr>
              <a:t>Our focus is on:</a:t>
            </a:r>
          </a:p>
        </p:txBody>
      </p:sp>
      <p:sp>
        <p:nvSpPr>
          <p:cNvPr id="7" name="Oval 6">
            <a:extLst>
              <a:ext uri="{FF2B5EF4-FFF2-40B4-BE49-F238E27FC236}">
                <a16:creationId xmlns:a16="http://schemas.microsoft.com/office/drawing/2014/main" id="{F32DF35A-1762-4F66-BCE6-8C29C18148BA}"/>
              </a:ext>
            </a:extLst>
          </p:cNvPr>
          <p:cNvSpPr/>
          <p:nvPr/>
        </p:nvSpPr>
        <p:spPr bwMode="auto">
          <a:xfrm>
            <a:off x="731516" y="2701826"/>
            <a:ext cx="2537460" cy="2054159"/>
          </a:xfrm>
          <a:prstGeom prst="ellipse">
            <a:avLst/>
          </a:prstGeom>
          <a:solidFill>
            <a:schemeClr val="tx2">
              <a:alpha val="60000"/>
            </a:schemeClr>
          </a:solidFill>
          <a:ln w="25400" cap="flat" cmpd="sng" algn="ctr">
            <a:noFill/>
            <a:prstDash val="solid"/>
          </a:ln>
          <a:effectLst>
            <a:outerShdw blurRad="63500" sx="102000" sy="102000" algn="ctr" rotWithShape="0">
              <a:prstClr val="black">
                <a:alpha val="40000"/>
              </a:prstClr>
            </a:outerShdw>
          </a:effectLst>
        </p:spPr>
        <p:txBody>
          <a:bodyPr anchor="ctr"/>
          <a:lstStyle/>
          <a:p>
            <a:pPr algn="ctr" defTabSz="685800" fontAlgn="auto">
              <a:spcBef>
                <a:spcPts val="0"/>
              </a:spcBef>
              <a:spcAft>
                <a:spcPts val="0"/>
              </a:spcAft>
              <a:defRPr/>
            </a:pPr>
            <a:endParaRPr lang="en-GB" sz="1350" kern="0" dirty="0">
              <a:solidFill>
                <a:prstClr val="white"/>
              </a:solidFill>
              <a:latin typeface="Calibri"/>
              <a:sym typeface="Arial" charset="0"/>
            </a:endParaRPr>
          </a:p>
        </p:txBody>
      </p:sp>
      <p:sp>
        <p:nvSpPr>
          <p:cNvPr id="9" name="TextBox 14">
            <a:extLst>
              <a:ext uri="{FF2B5EF4-FFF2-40B4-BE49-F238E27FC236}">
                <a16:creationId xmlns:a16="http://schemas.microsoft.com/office/drawing/2014/main" id="{C1010E99-FC61-4118-AF0C-18B8CFD3D2B9}"/>
              </a:ext>
            </a:extLst>
          </p:cNvPr>
          <p:cNvSpPr txBox="1">
            <a:spLocks noChangeArrowheads="1"/>
          </p:cNvSpPr>
          <p:nvPr/>
        </p:nvSpPr>
        <p:spPr bwMode="auto">
          <a:xfrm>
            <a:off x="758378" y="3483777"/>
            <a:ext cx="248932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defTabSz="685800" fontAlgn="auto">
              <a:spcBef>
                <a:spcPct val="0"/>
              </a:spcBef>
              <a:spcAft>
                <a:spcPts val="0"/>
              </a:spcAft>
              <a:buSzTx/>
              <a:buNone/>
              <a:defRPr/>
            </a:pPr>
            <a:r>
              <a:rPr lang="en-GB" altLang="en-US" sz="1350" b="1" kern="0" dirty="0">
                <a:solidFill>
                  <a:schemeClr val="bg1"/>
                </a:solidFill>
              </a:rPr>
              <a:t>Russia</a:t>
            </a:r>
          </a:p>
        </p:txBody>
      </p:sp>
      <p:sp>
        <p:nvSpPr>
          <p:cNvPr id="10" name="TextBox 16">
            <a:extLst>
              <a:ext uri="{FF2B5EF4-FFF2-40B4-BE49-F238E27FC236}">
                <a16:creationId xmlns:a16="http://schemas.microsoft.com/office/drawing/2014/main" id="{69FC2BC4-52F3-47DC-8FB2-2A9D8270E050}"/>
              </a:ext>
            </a:extLst>
          </p:cNvPr>
          <p:cNvSpPr txBox="1">
            <a:spLocks noChangeArrowheads="1"/>
          </p:cNvSpPr>
          <p:nvPr/>
        </p:nvSpPr>
        <p:spPr bwMode="auto">
          <a:xfrm>
            <a:off x="1012569" y="3747749"/>
            <a:ext cx="2141150"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spcBef>
                <a:spcPts val="600"/>
              </a:spcBef>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ts val="600"/>
              </a:spcBef>
              <a:spcAft>
                <a:spcPct val="0"/>
              </a:spcAft>
              <a:buSzPct val="100000"/>
              <a:buChar char="»"/>
              <a:defRPr sz="28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defTabSz="685800" fontAlgn="auto">
              <a:spcBef>
                <a:spcPct val="0"/>
              </a:spcBef>
              <a:spcAft>
                <a:spcPts val="0"/>
              </a:spcAft>
              <a:buSzTx/>
              <a:buNone/>
              <a:defRPr/>
            </a:pPr>
            <a:r>
              <a:rPr lang="en-GB" altLang="en-US" sz="1050" kern="0" dirty="0"/>
              <a:t>Aggressive actions and willingness to attain political goals by threat and use of force.</a:t>
            </a:r>
          </a:p>
        </p:txBody>
      </p:sp>
      <p:pic>
        <p:nvPicPr>
          <p:cNvPr id="11" name="Picture 26">
            <a:extLst>
              <a:ext uri="{FF2B5EF4-FFF2-40B4-BE49-F238E27FC236}">
                <a16:creationId xmlns:a16="http://schemas.microsoft.com/office/drawing/2014/main" id="{6372500E-F13C-4AC8-BDAE-3BBCBE679F6F}"/>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bwMode="auto">
          <a:xfrm>
            <a:off x="1625280" y="2862358"/>
            <a:ext cx="733105" cy="593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a:extLst>
              <a:ext uri="{FF2B5EF4-FFF2-40B4-BE49-F238E27FC236}">
                <a16:creationId xmlns:a16="http://schemas.microsoft.com/office/drawing/2014/main" id="{364CAA4E-F36D-4741-AD1C-2EFE21B25AF7}"/>
              </a:ext>
            </a:extLst>
          </p:cNvPr>
          <p:cNvSpPr/>
          <p:nvPr/>
        </p:nvSpPr>
        <p:spPr>
          <a:xfrm>
            <a:off x="4100451" y="2674331"/>
            <a:ext cx="2463678" cy="2057400"/>
          </a:xfrm>
          <a:prstGeom prst="ellipse">
            <a:avLst/>
          </a:prstGeom>
          <a:solidFill>
            <a:schemeClr val="tx2">
              <a:alpha val="60000"/>
            </a:schemeClr>
          </a:solidFill>
          <a:ln w="25400" cap="flat" cmpd="sng" algn="ctr">
            <a:noFill/>
            <a:prstDash val="solid"/>
          </a:ln>
          <a:effectLst>
            <a:outerShdw blurRad="63500" sx="102000" sy="102000" algn="ctr" rotWithShape="0">
              <a:prstClr val="black">
                <a:alpha val="40000"/>
              </a:prstClr>
            </a:outerShdw>
          </a:effectLst>
        </p:spPr>
        <p:txBody>
          <a:bodyPr anchor="ctr"/>
          <a:lstStyle/>
          <a:p>
            <a:pPr algn="ctr" defTabSz="685800" fontAlgn="auto">
              <a:spcBef>
                <a:spcPts val="0"/>
              </a:spcBef>
              <a:spcAft>
                <a:spcPts val="0"/>
              </a:spcAft>
              <a:defRPr/>
            </a:pPr>
            <a:endParaRPr lang="en-GB" sz="1350" kern="0" dirty="0">
              <a:solidFill>
                <a:prstClr val="white"/>
              </a:solidFill>
              <a:latin typeface="Calibri"/>
              <a:sym typeface="Arial" charset="0"/>
            </a:endParaRPr>
          </a:p>
        </p:txBody>
      </p:sp>
      <p:sp>
        <p:nvSpPr>
          <p:cNvPr id="13" name="TextBox 12">
            <a:extLst>
              <a:ext uri="{FF2B5EF4-FFF2-40B4-BE49-F238E27FC236}">
                <a16:creationId xmlns:a16="http://schemas.microsoft.com/office/drawing/2014/main" id="{E61AC0D9-B939-4134-B2A2-DE944C6EB6B5}"/>
              </a:ext>
            </a:extLst>
          </p:cNvPr>
          <p:cNvSpPr txBox="1"/>
          <p:nvPr/>
        </p:nvSpPr>
        <p:spPr>
          <a:xfrm>
            <a:off x="4179198" y="3716633"/>
            <a:ext cx="2463678" cy="369332"/>
          </a:xfrm>
          <a:prstGeom prst="rect">
            <a:avLst/>
          </a:prstGeom>
          <a:noFill/>
        </p:spPr>
        <p:txBody>
          <a:bodyPr>
            <a:spAutoFit/>
          </a:bodyPr>
          <a:lstStyle/>
          <a:p>
            <a:pPr algn="ctr">
              <a:defRPr/>
            </a:pPr>
            <a:r>
              <a:rPr lang="en-GB" b="1" dirty="0" smtClean="0">
                <a:solidFill>
                  <a:schemeClr val="bg1"/>
                </a:solidFill>
                <a:latin typeface="Arial" panose="020B0604020202020204" pitchFamily="34" charset="0"/>
                <a:cs typeface="Arial" panose="020B0604020202020204" pitchFamily="34" charset="0"/>
                <a:sym typeface="Arial" charset="0"/>
              </a:rPr>
              <a:t>Terror Groups </a:t>
            </a:r>
            <a:r>
              <a:rPr lang="en-GB" i="1" dirty="0" smtClean="0">
                <a:solidFill>
                  <a:schemeClr val="bg1"/>
                </a:solidFill>
                <a:latin typeface="Arial" panose="020B0604020202020204" pitchFamily="34" charset="0"/>
                <a:cs typeface="Arial" panose="020B0604020202020204" pitchFamily="34" charset="0"/>
                <a:sym typeface="Arial" charset="0"/>
              </a:rPr>
              <a:t>(TGs</a:t>
            </a:r>
            <a:r>
              <a:rPr lang="en-GB" i="1" dirty="0">
                <a:solidFill>
                  <a:schemeClr val="bg1"/>
                </a:solidFill>
                <a:latin typeface="Arial" panose="020B0604020202020204" pitchFamily="34" charset="0"/>
                <a:cs typeface="Arial" panose="020B0604020202020204" pitchFamily="34" charset="0"/>
                <a:sym typeface="Arial" charset="0"/>
              </a:rPr>
              <a:t>)</a:t>
            </a:r>
            <a:endParaRPr lang="en-GB" b="1" dirty="0">
              <a:solidFill>
                <a:schemeClr val="bg1"/>
              </a:solidFill>
              <a:latin typeface="Arial" panose="020B0604020202020204" pitchFamily="34" charset="0"/>
              <a:cs typeface="Arial" panose="020B0604020202020204" pitchFamily="34" charset="0"/>
              <a:sym typeface="Arial" charset="0"/>
            </a:endParaRPr>
          </a:p>
        </p:txBody>
      </p:sp>
      <p:sp>
        <p:nvSpPr>
          <p:cNvPr id="14" name="TextBox 13">
            <a:extLst>
              <a:ext uri="{FF2B5EF4-FFF2-40B4-BE49-F238E27FC236}">
                <a16:creationId xmlns:a16="http://schemas.microsoft.com/office/drawing/2014/main" id="{5FEFD243-1BD4-4C61-AAC7-9C58EE45C6AE}"/>
              </a:ext>
            </a:extLst>
          </p:cNvPr>
          <p:cNvSpPr txBox="1"/>
          <p:nvPr/>
        </p:nvSpPr>
        <p:spPr>
          <a:xfrm>
            <a:off x="4439009" y="4088026"/>
            <a:ext cx="1816050" cy="577081"/>
          </a:xfrm>
          <a:prstGeom prst="rect">
            <a:avLst/>
          </a:prstGeom>
          <a:noFill/>
        </p:spPr>
        <p:txBody>
          <a:bodyPr wrap="square">
            <a:spAutoFit/>
          </a:bodyPr>
          <a:lstStyle/>
          <a:p>
            <a:pPr algn="ctr">
              <a:defRPr/>
            </a:pPr>
            <a:r>
              <a:rPr lang="en-GB" sz="1050" dirty="0">
                <a:solidFill>
                  <a:prstClr val="black"/>
                </a:solidFill>
                <a:latin typeface="Arial" panose="020B0604020202020204" pitchFamily="34" charset="0"/>
                <a:cs typeface="Arial" panose="020B0604020202020204" pitchFamily="34" charset="0"/>
                <a:sym typeface="Arial" charset="0"/>
              </a:rPr>
              <a:t>Instability across the Middle East and North Africa is fuelling terrorism.</a:t>
            </a:r>
          </a:p>
        </p:txBody>
      </p:sp>
      <p:pic>
        <p:nvPicPr>
          <p:cNvPr id="15" name="Picture 14">
            <a:extLst>
              <a:ext uri="{FF2B5EF4-FFF2-40B4-BE49-F238E27FC236}">
                <a16:creationId xmlns:a16="http://schemas.microsoft.com/office/drawing/2014/main" id="{089C5AB4-DAAD-47DD-9440-6BF52D13FAC6}"/>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974961" y="2930364"/>
            <a:ext cx="714658" cy="594409"/>
          </a:xfrm>
          <a:prstGeom prst="rect">
            <a:avLst/>
          </a:prstGeom>
          <a:noFill/>
        </p:spPr>
      </p:pic>
      <p:sp>
        <p:nvSpPr>
          <p:cNvPr id="16" name="TextBox 15"/>
          <p:cNvSpPr txBox="1"/>
          <p:nvPr/>
        </p:nvSpPr>
        <p:spPr bwMode="auto">
          <a:xfrm>
            <a:off x="3279860" y="4782799"/>
            <a:ext cx="2008744" cy="2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nchor="ctr">
            <a:spAutoFit/>
          </a:bodyPr>
          <a:lstStyle/>
          <a:p>
            <a:pPr algn="ctr">
              <a:lnSpc>
                <a:spcPct val="130000"/>
              </a:lnSpc>
            </a:pPr>
            <a:r>
              <a:rPr lang="en-US" sz="900" b="1" dirty="0">
                <a:solidFill>
                  <a:schemeClr val="bg1"/>
                </a:solidFill>
                <a:latin typeface="Garamond" panose="02020404030301010803" pitchFamily="18" charset="0"/>
                <a:ea typeface="Noto Sans" panose="020B0502040504020204" pitchFamily="34" charset="0"/>
                <a:cs typeface="Noto Sans" panose="020B0502040504020204" pitchFamily="34" charset="0"/>
              </a:rPr>
              <a:t>NATO UNCLASSIFIED</a:t>
            </a:r>
          </a:p>
        </p:txBody>
      </p:sp>
    </p:spTree>
    <p:extLst>
      <p:ext uri="{BB962C8B-B14F-4D97-AF65-F5344CB8AC3E}">
        <p14:creationId xmlns:p14="http://schemas.microsoft.com/office/powerpoint/2010/main" val="20019330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B21191C8-B9D4-4735-AEC4-5748C7D172B1}" type="datetime1">
              <a:rPr lang="x-none" smtClean="0"/>
              <a:pPr/>
              <a:t>26/02/2023</a:t>
            </a:fld>
            <a:r>
              <a:rPr lang="x-none" dirty="0"/>
              <a:t>  |  </a:t>
            </a:r>
            <a:r>
              <a:rPr lang="en-GB" dirty="0"/>
              <a:t>P</a:t>
            </a:r>
            <a:r>
              <a:rPr lang="x-none" dirty="0"/>
              <a:t>AGE </a:t>
            </a:r>
            <a:fld id="{3C66DE6B-CC4B-F74A-99D4-2DC8DD154D90}" type="slidenum">
              <a:rPr lang="x-none" smtClean="0"/>
              <a:pPr/>
              <a:t>7</a:t>
            </a:fld>
            <a:endParaRPr lang="x-none" dirty="0"/>
          </a:p>
        </p:txBody>
      </p:sp>
      <p:pic>
        <p:nvPicPr>
          <p:cNvPr id="5" name="Picture Placeholder 4"/>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6" name="Title 5"/>
          <p:cNvSpPr>
            <a:spLocks noGrp="1"/>
          </p:cNvSpPr>
          <p:nvPr>
            <p:ph type="title"/>
          </p:nvPr>
        </p:nvSpPr>
        <p:spPr>
          <a:xfrm>
            <a:off x="900112" y="1977685"/>
            <a:ext cx="6768239" cy="2214246"/>
          </a:xfrm>
        </p:spPr>
        <p:txBody>
          <a:bodyPr>
            <a:normAutofit/>
          </a:bodyPr>
          <a:lstStyle/>
          <a:p>
            <a:r>
              <a:rPr lang="en-US" sz="3675" dirty="0">
                <a:solidFill>
                  <a:schemeClr val="bg1"/>
                </a:solidFill>
              </a:rPr>
              <a:t>Our responsibility</a:t>
            </a:r>
            <a:r>
              <a:rPr lang="en-US" dirty="0">
                <a:solidFill>
                  <a:schemeClr val="bg1"/>
                </a:solidFill>
              </a:rPr>
              <a:t/>
            </a:r>
            <a:br>
              <a:rPr lang="en-US" dirty="0">
                <a:solidFill>
                  <a:schemeClr val="bg1"/>
                </a:solidFill>
              </a:rPr>
            </a:br>
            <a:r>
              <a:rPr lang="en-US" dirty="0">
                <a:solidFill>
                  <a:schemeClr val="bg1"/>
                </a:solidFill>
              </a:rPr>
              <a:t/>
            </a:r>
            <a:br>
              <a:rPr lang="en-US" dirty="0">
                <a:solidFill>
                  <a:schemeClr val="bg1"/>
                </a:solidFill>
              </a:rPr>
            </a:br>
            <a:r>
              <a:rPr lang="en-US" dirty="0">
                <a:solidFill>
                  <a:schemeClr val="bg1"/>
                </a:solidFill>
              </a:rPr>
              <a:t>Plan, prepare and conduct operations across </a:t>
            </a:r>
            <a:r>
              <a:rPr lang="en-US" dirty="0" smtClean="0">
                <a:solidFill>
                  <a:schemeClr val="bg1"/>
                </a:solidFill>
              </a:rPr>
              <a:t>all domains </a:t>
            </a:r>
            <a:endParaRPr lang="en-US" dirty="0">
              <a:solidFill>
                <a:schemeClr val="bg1"/>
              </a:solidFill>
            </a:endParaRPr>
          </a:p>
        </p:txBody>
      </p:sp>
      <p:pic>
        <p:nvPicPr>
          <p:cNvPr id="7" name="Picture 3"/>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869922" y="3975907"/>
            <a:ext cx="1173177" cy="877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5112060" y="3983049"/>
            <a:ext cx="1173176" cy="879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2616274" y="3984095"/>
            <a:ext cx="1173179" cy="877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tangle 13"/>
          <p:cNvSpPr/>
          <p:nvPr/>
        </p:nvSpPr>
        <p:spPr>
          <a:xfrm>
            <a:off x="2843808" y="4407954"/>
            <a:ext cx="702078" cy="270030"/>
          </a:xfrm>
          <a:prstGeom prst="rect">
            <a:avLst/>
          </a:prstGeom>
          <a:solidFill>
            <a:srgbClr val="4E91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bwMode="auto">
          <a:xfrm>
            <a:off x="2694554" y="4355931"/>
            <a:ext cx="1129071" cy="377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nchor="ctr">
            <a:spAutoFit/>
          </a:bodyPr>
          <a:lstStyle/>
          <a:p>
            <a:pPr algn="ctr" eaLnBrk="1" hangingPunct="1">
              <a:lnSpc>
                <a:spcPct val="130000"/>
              </a:lnSpc>
            </a:pPr>
            <a:r>
              <a:rPr lang="en-US" sz="750" dirty="0">
                <a:solidFill>
                  <a:srgbClr val="001F5F"/>
                </a:solidFill>
                <a:latin typeface="Arial" panose="020B0604020202020204" pitchFamily="34" charset="0"/>
                <a:ea typeface="Noto Sans" panose="020B0502040504020204" pitchFamily="34" charset="0"/>
                <a:cs typeface="Arial" panose="020B0604020202020204" pitchFamily="34" charset="0"/>
              </a:rPr>
              <a:t>DDA</a:t>
            </a:r>
          </a:p>
          <a:p>
            <a:pPr algn="ctr" eaLnBrk="1" hangingPunct="1">
              <a:lnSpc>
                <a:spcPct val="130000"/>
              </a:lnSpc>
            </a:pPr>
            <a:r>
              <a:rPr lang="en-US" sz="675" dirty="0">
                <a:solidFill>
                  <a:srgbClr val="001F5F"/>
                </a:solidFill>
                <a:latin typeface="Arial" panose="020B0604020202020204" pitchFamily="34" charset="0"/>
                <a:ea typeface="Noto Sans" panose="020B0502040504020204" pitchFamily="34" charset="0"/>
                <a:cs typeface="Arial" panose="020B0604020202020204" pitchFamily="34" charset="0"/>
              </a:rPr>
              <a:t>(Collective </a:t>
            </a:r>
            <a:r>
              <a:rPr lang="en-US" sz="675" dirty="0" err="1">
                <a:solidFill>
                  <a:srgbClr val="001F5F"/>
                </a:solidFill>
                <a:latin typeface="Arial" panose="020B0604020202020204" pitchFamily="34" charset="0"/>
                <a:ea typeface="Noto Sans" panose="020B0502040504020204" pitchFamily="34" charset="0"/>
                <a:cs typeface="Arial" panose="020B0604020202020204" pitchFamily="34" charset="0"/>
              </a:rPr>
              <a:t>Defence</a:t>
            </a:r>
            <a:r>
              <a:rPr lang="en-US" sz="675" dirty="0">
                <a:solidFill>
                  <a:srgbClr val="001F5F"/>
                </a:solidFill>
                <a:latin typeface="Arial" panose="020B0604020202020204" pitchFamily="34" charset="0"/>
                <a:ea typeface="Noto Sans" panose="020B0502040504020204" pitchFamily="34" charset="0"/>
                <a:cs typeface="Arial" panose="020B0604020202020204" pitchFamily="34" charset="0"/>
              </a:rPr>
              <a:t>)</a:t>
            </a:r>
          </a:p>
        </p:txBody>
      </p:sp>
      <p:sp>
        <p:nvSpPr>
          <p:cNvPr id="16" name="Rectangle 15"/>
          <p:cNvSpPr/>
          <p:nvPr/>
        </p:nvSpPr>
        <p:spPr>
          <a:xfrm>
            <a:off x="4031940" y="4407954"/>
            <a:ext cx="836592" cy="270030"/>
          </a:xfrm>
          <a:prstGeom prst="rect">
            <a:avLst/>
          </a:prstGeom>
          <a:solidFill>
            <a:srgbClr val="4E91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293603" y="4440537"/>
            <a:ext cx="810090" cy="237448"/>
          </a:xfrm>
          <a:prstGeom prst="rect">
            <a:avLst/>
          </a:prstGeom>
          <a:solidFill>
            <a:srgbClr val="4E91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532112" y="4515966"/>
            <a:ext cx="444044" cy="215578"/>
          </a:xfrm>
          <a:prstGeom prst="rect">
            <a:avLst/>
          </a:prstGeom>
          <a:solidFill>
            <a:srgbClr val="4E91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bwMode="auto">
          <a:xfrm>
            <a:off x="3962093" y="4396413"/>
            <a:ext cx="1036071"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nchor="ctr">
            <a:spAutoFit/>
          </a:bodyPr>
          <a:lstStyle/>
          <a:p>
            <a:pPr algn="ctr" eaLnBrk="1" hangingPunct="1">
              <a:lnSpc>
                <a:spcPct val="130000"/>
              </a:lnSpc>
            </a:pPr>
            <a:r>
              <a:rPr lang="en-US" sz="750" dirty="0">
                <a:solidFill>
                  <a:srgbClr val="001F5F"/>
                </a:solidFill>
                <a:latin typeface="Arial" panose="020B0604020202020204" pitchFamily="34" charset="0"/>
                <a:ea typeface="Noto Sans" panose="020B0502040504020204" pitchFamily="34" charset="0"/>
                <a:cs typeface="Arial" panose="020B0604020202020204" pitchFamily="34" charset="0"/>
              </a:rPr>
              <a:t>Crisis prevention and management</a:t>
            </a:r>
          </a:p>
        </p:txBody>
      </p:sp>
      <p:sp>
        <p:nvSpPr>
          <p:cNvPr id="20" name="TextBox 19"/>
          <p:cNvSpPr txBox="1"/>
          <p:nvPr/>
        </p:nvSpPr>
        <p:spPr bwMode="auto">
          <a:xfrm>
            <a:off x="5377607" y="4421181"/>
            <a:ext cx="702078"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nchor="ctr">
            <a:spAutoFit/>
          </a:bodyPr>
          <a:lstStyle/>
          <a:p>
            <a:pPr algn="ctr" eaLnBrk="1" hangingPunct="1">
              <a:lnSpc>
                <a:spcPct val="130000"/>
              </a:lnSpc>
            </a:pPr>
            <a:r>
              <a:rPr lang="en-US" sz="750" dirty="0">
                <a:solidFill>
                  <a:srgbClr val="001F5F"/>
                </a:solidFill>
                <a:latin typeface="Arial" panose="020B0604020202020204" pitchFamily="34" charset="0"/>
                <a:ea typeface="Noto Sans" panose="020B0502040504020204" pitchFamily="34" charset="0"/>
                <a:cs typeface="Arial" panose="020B0604020202020204" pitchFamily="34" charset="0"/>
              </a:rPr>
              <a:t>Cooperative Security</a:t>
            </a:r>
          </a:p>
        </p:txBody>
      </p:sp>
      <p:sp>
        <p:nvSpPr>
          <p:cNvPr id="21" name="TextBox 20"/>
          <p:cNvSpPr txBox="1"/>
          <p:nvPr/>
        </p:nvSpPr>
        <p:spPr bwMode="auto">
          <a:xfrm>
            <a:off x="-197768" y="4756468"/>
            <a:ext cx="2008744" cy="2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nchor="ctr">
            <a:spAutoFit/>
          </a:bodyPr>
          <a:lstStyle/>
          <a:p>
            <a:pPr algn="ctr">
              <a:lnSpc>
                <a:spcPct val="130000"/>
              </a:lnSpc>
            </a:pPr>
            <a:r>
              <a:rPr lang="en-US" sz="900" b="1" dirty="0">
                <a:solidFill>
                  <a:schemeClr val="bg1"/>
                </a:solidFill>
                <a:latin typeface="Garamond" panose="02020404030301010803" pitchFamily="18" charset="0"/>
                <a:ea typeface="Noto Sans" panose="020B0502040504020204" pitchFamily="34" charset="0"/>
                <a:cs typeface="Noto Sans" panose="020B0502040504020204" pitchFamily="34" charset="0"/>
              </a:rPr>
              <a:t>NATO UNCLASSIFIED</a:t>
            </a:r>
          </a:p>
        </p:txBody>
      </p:sp>
    </p:spTree>
    <p:extLst>
      <p:ext uri="{BB962C8B-B14F-4D97-AF65-F5344CB8AC3E}">
        <p14:creationId xmlns:p14="http://schemas.microsoft.com/office/powerpoint/2010/main" val="5034295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3"/>
          </p:nvPr>
        </p:nvSpPr>
        <p:spPr/>
        <p:txBody>
          <a:bodyPr/>
          <a:lstStyle/>
          <a:p>
            <a:pPr defTabSz="685800" fontAlgn="auto">
              <a:spcBef>
                <a:spcPts val="0"/>
              </a:spcBef>
              <a:spcAft>
                <a:spcPts val="0"/>
              </a:spcAft>
            </a:pPr>
            <a:r>
              <a:rPr lang="x-none" dirty="0">
                <a:solidFill>
                  <a:srgbClr val="FFFFFF"/>
                </a:solidFill>
              </a:rPr>
              <a:t>NATO UNCLASSIFIED</a:t>
            </a:r>
          </a:p>
        </p:txBody>
      </p:sp>
      <p:sp>
        <p:nvSpPr>
          <p:cNvPr id="4" name="Slide Number Placeholder 3"/>
          <p:cNvSpPr>
            <a:spLocks noGrp="1"/>
          </p:cNvSpPr>
          <p:nvPr>
            <p:ph type="sldNum" sz="quarter" idx="4"/>
          </p:nvPr>
        </p:nvSpPr>
        <p:spPr>
          <a:xfrm>
            <a:off x="7086600" y="4855498"/>
            <a:ext cx="2057400" cy="273844"/>
          </a:xfrm>
        </p:spPr>
        <p:txBody>
          <a:bodyPr/>
          <a:lstStyle/>
          <a:p>
            <a:pPr defTabSz="685800" fontAlgn="auto">
              <a:spcBef>
                <a:spcPts val="0"/>
              </a:spcBef>
              <a:spcAft>
                <a:spcPts val="0"/>
              </a:spcAft>
            </a:pPr>
            <a:fld id="{B21191C8-B9D4-4735-AEC4-5748C7D172B1}" type="datetime1">
              <a:rPr lang="x-none">
                <a:solidFill>
                  <a:srgbClr val="0D0D0D"/>
                </a:solidFill>
              </a:rPr>
              <a:pPr defTabSz="685800" fontAlgn="auto">
                <a:spcBef>
                  <a:spcPts val="0"/>
                </a:spcBef>
                <a:spcAft>
                  <a:spcPts val="0"/>
                </a:spcAft>
              </a:pPr>
              <a:t>26/02/2023</a:t>
            </a:fld>
            <a:r>
              <a:rPr lang="x-none">
                <a:solidFill>
                  <a:srgbClr val="0D0D0D"/>
                </a:solidFill>
              </a:rPr>
              <a:t>  |  </a:t>
            </a:r>
            <a:r>
              <a:rPr lang="en-GB">
                <a:solidFill>
                  <a:srgbClr val="0D0D0D"/>
                </a:solidFill>
              </a:rPr>
              <a:t>P</a:t>
            </a:r>
            <a:r>
              <a:rPr lang="x-none">
                <a:solidFill>
                  <a:srgbClr val="0D0D0D"/>
                </a:solidFill>
              </a:rPr>
              <a:t>AGE </a:t>
            </a:r>
            <a:fld id="{3C66DE6B-CC4B-F74A-99D4-2DC8DD154D90}" type="slidenum">
              <a:rPr lang="x-none">
                <a:solidFill>
                  <a:srgbClr val="0D0D0D"/>
                </a:solidFill>
              </a:rPr>
              <a:pPr defTabSz="685800" fontAlgn="auto">
                <a:spcBef>
                  <a:spcPts val="0"/>
                </a:spcBef>
                <a:spcAft>
                  <a:spcPts val="0"/>
                </a:spcAft>
              </a:pPr>
              <a:t>8</a:t>
            </a:fld>
            <a:endParaRPr lang="x-none" dirty="0">
              <a:solidFill>
                <a:srgbClr val="0D0D0D"/>
              </a:solidFill>
            </a:endParaRPr>
          </a:p>
        </p:txBody>
      </p:sp>
      <p:pic>
        <p:nvPicPr>
          <p:cNvPr id="7" name="Picture Placeholder 6"/>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6" name="Title 5"/>
          <p:cNvSpPr>
            <a:spLocks noGrp="1"/>
          </p:cNvSpPr>
          <p:nvPr>
            <p:ph type="title"/>
          </p:nvPr>
        </p:nvSpPr>
        <p:spPr>
          <a:xfrm>
            <a:off x="900112" y="1707655"/>
            <a:ext cx="6768239" cy="994172"/>
          </a:xfrm>
        </p:spPr>
        <p:txBody>
          <a:bodyPr/>
          <a:lstStyle/>
          <a:p>
            <a:r>
              <a:rPr lang="en-US" dirty="0" smtClean="0">
                <a:solidFill>
                  <a:schemeClr val="bg1"/>
                </a:solidFill>
              </a:rPr>
              <a:t>JFCNP Focus </a:t>
            </a:r>
            <a:endParaRPr lang="en-US" dirty="0">
              <a:solidFill>
                <a:schemeClr val="bg1"/>
              </a:solidFill>
            </a:endParaRPr>
          </a:p>
        </p:txBody>
      </p:sp>
      <p:sp>
        <p:nvSpPr>
          <p:cNvPr id="2" name="TextBox 1"/>
          <p:cNvSpPr txBox="1"/>
          <p:nvPr/>
        </p:nvSpPr>
        <p:spPr bwMode="auto">
          <a:xfrm>
            <a:off x="1277634" y="2904373"/>
            <a:ext cx="4018280" cy="153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nchor="ctr">
            <a:spAutoFit/>
          </a:bodyPr>
          <a:lstStyle/>
          <a:p>
            <a:pPr marL="342900" indent="-342900" defTabSz="685800" fontAlgn="auto">
              <a:lnSpc>
                <a:spcPct val="130000"/>
              </a:lnSpc>
              <a:spcBef>
                <a:spcPts val="0"/>
              </a:spcBef>
              <a:spcAft>
                <a:spcPts val="0"/>
              </a:spcAft>
              <a:buFont typeface="Arial" panose="020B0604020202020204" pitchFamily="34" charset="0"/>
              <a:buChar char="•"/>
            </a:pPr>
            <a:r>
              <a:rPr lang="en-US" sz="2400" b="1" dirty="0">
                <a:solidFill>
                  <a:srgbClr val="0D0D0D"/>
                </a:solidFill>
                <a:latin typeface="Garamond" panose="02020404030301010803" pitchFamily="18" charset="0"/>
                <a:ea typeface="Noto Sans" panose="020B0502040504020204" pitchFamily="34" charset="0"/>
                <a:cs typeface="Noto Sans" panose="020B0502040504020204" pitchFamily="34" charset="0"/>
              </a:rPr>
              <a:t>Be ready to fight</a:t>
            </a:r>
          </a:p>
          <a:p>
            <a:pPr marL="342900" indent="-342900" defTabSz="685800" fontAlgn="auto">
              <a:lnSpc>
                <a:spcPct val="130000"/>
              </a:lnSpc>
              <a:spcBef>
                <a:spcPts val="0"/>
              </a:spcBef>
              <a:spcAft>
                <a:spcPts val="0"/>
              </a:spcAft>
              <a:buFont typeface="Arial" panose="020B0604020202020204" pitchFamily="34" charset="0"/>
              <a:buChar char="•"/>
            </a:pPr>
            <a:r>
              <a:rPr lang="en-US" sz="2400" b="1" dirty="0">
                <a:solidFill>
                  <a:srgbClr val="0D0D0D"/>
                </a:solidFill>
                <a:latin typeface="Garamond" panose="02020404030301010803" pitchFamily="18" charset="0"/>
                <a:ea typeface="Noto Sans" panose="020B0502040504020204" pitchFamily="34" charset="0"/>
                <a:cs typeface="Noto Sans" panose="020B0502040504020204" pitchFamily="34" charset="0"/>
              </a:rPr>
              <a:t>Prepare for the future fight</a:t>
            </a:r>
          </a:p>
          <a:p>
            <a:pPr marL="342900" indent="-342900" defTabSz="685800" fontAlgn="auto">
              <a:lnSpc>
                <a:spcPct val="130000"/>
              </a:lnSpc>
              <a:spcBef>
                <a:spcPts val="0"/>
              </a:spcBef>
              <a:spcAft>
                <a:spcPts val="0"/>
              </a:spcAft>
              <a:buFont typeface="Arial" panose="020B0604020202020204" pitchFamily="34" charset="0"/>
              <a:buChar char="•"/>
            </a:pPr>
            <a:r>
              <a:rPr lang="en-US" sz="2400" b="1" dirty="0">
                <a:solidFill>
                  <a:srgbClr val="0D0D0D"/>
                </a:solidFill>
                <a:latin typeface="Garamond" panose="02020404030301010803" pitchFamily="18" charset="0"/>
                <a:ea typeface="Noto Sans" panose="020B0502040504020204" pitchFamily="34" charset="0"/>
                <a:cs typeface="Noto Sans" panose="020B0502040504020204" pitchFamily="34" charset="0"/>
              </a:rPr>
              <a:t>Deter to defend</a:t>
            </a:r>
          </a:p>
        </p:txBody>
      </p:sp>
      <p:sp>
        <p:nvSpPr>
          <p:cNvPr id="8" name="TextBox 7"/>
          <p:cNvSpPr txBox="1"/>
          <p:nvPr/>
        </p:nvSpPr>
        <p:spPr bwMode="auto">
          <a:xfrm>
            <a:off x="3502767" y="4788062"/>
            <a:ext cx="2008744" cy="27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nchor="ctr">
            <a:spAutoFit/>
          </a:bodyPr>
          <a:lstStyle/>
          <a:p>
            <a:pPr algn="ctr" defTabSz="685800" fontAlgn="auto">
              <a:lnSpc>
                <a:spcPct val="130000"/>
              </a:lnSpc>
              <a:spcBef>
                <a:spcPts val="0"/>
              </a:spcBef>
              <a:spcAft>
                <a:spcPts val="0"/>
              </a:spcAft>
            </a:pPr>
            <a:r>
              <a:rPr lang="en-US" sz="900" b="1" dirty="0">
                <a:solidFill>
                  <a:srgbClr val="0D0D0D"/>
                </a:solidFill>
                <a:latin typeface="Garamond" panose="02020404030301010803" pitchFamily="18" charset="0"/>
                <a:ea typeface="Noto Sans" panose="020B0502040504020204" pitchFamily="34" charset="0"/>
                <a:cs typeface="Noto Sans" panose="020B0502040504020204" pitchFamily="34" charset="0"/>
              </a:rPr>
              <a:t>NATO UNCLASSIFIED</a:t>
            </a:r>
          </a:p>
        </p:txBody>
      </p:sp>
    </p:spTree>
    <p:extLst>
      <p:ext uri="{BB962C8B-B14F-4D97-AF65-F5344CB8AC3E}">
        <p14:creationId xmlns:p14="http://schemas.microsoft.com/office/powerpoint/2010/main" val="15634969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Rectangle 6"/>
          <p:cNvSpPr/>
          <p:nvPr/>
        </p:nvSpPr>
        <p:spPr>
          <a:xfrm>
            <a:off x="3581400" y="3409950"/>
            <a:ext cx="2514600" cy="1600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8"/>
            <a:endParaRPr lang="en-US">
              <a:solidFill>
                <a:srgbClr val="FFFFFF"/>
              </a:solidFill>
              <a:latin typeface="Arial"/>
            </a:endParaRPr>
          </a:p>
        </p:txBody>
      </p:sp>
    </p:spTree>
    <p:extLst>
      <p:ext uri="{BB962C8B-B14F-4D97-AF65-F5344CB8AC3E}">
        <p14:creationId xmlns:p14="http://schemas.microsoft.com/office/powerpoint/2010/main" val="5440664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1193292" y="3257550"/>
            <a:ext cx="6781800" cy="1028700"/>
          </a:xfrm>
          <a:prstGeom prst="rect">
            <a:avLst/>
          </a:prstGeom>
          <a:noFill/>
          <a:ln>
            <a:miter lim="800000"/>
            <a:headEnd/>
            <a:tailEnd/>
          </a:ln>
        </p:spPr>
        <p:txBody>
          <a:bodyPr/>
          <a:lstStyle/>
          <a:p>
            <a:pPr eaLnBrk="1" hangingPunct="1"/>
            <a:r>
              <a:rPr lang="en-GB" b="0" dirty="0"/>
              <a:t>J4 </a:t>
            </a:r>
            <a:r>
              <a:rPr lang="en-GB" b="0" dirty="0" smtClean="0"/>
              <a:t>ORGANISATION</a:t>
            </a:r>
            <a:r>
              <a:rPr lang="en-GB" b="0" dirty="0"/>
              <a:t>, ROLES AND RESPONSIBILITIES</a:t>
            </a:r>
            <a:endParaRPr lang="en-GB" sz="2800" b="0" dirty="0" smtClean="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1296" y="1314450"/>
            <a:ext cx="2133600" cy="1849026"/>
          </a:xfrm>
          <a:prstGeom prst="rect">
            <a:avLst/>
          </a:prstGeom>
        </p:spPr>
      </p:pic>
      <p:sp>
        <p:nvSpPr>
          <p:cNvPr id="6" name="Rectangle 3"/>
          <p:cNvSpPr>
            <a:spLocks noChangeArrowheads="1"/>
          </p:cNvSpPr>
          <p:nvPr/>
        </p:nvSpPr>
        <p:spPr bwMode="auto">
          <a:xfrm>
            <a:off x="1765301" y="-71437"/>
            <a:ext cx="5472113"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30000"/>
              </a:lnSpc>
              <a:spcBef>
                <a:spcPct val="50000"/>
              </a:spcBef>
              <a:buFontTx/>
              <a:buNone/>
              <a:defRPr/>
            </a:pPr>
            <a:r>
              <a:rPr lang="en-GB" altLang="en-US" sz="4000" b="1" dirty="0">
                <a:solidFill>
                  <a:schemeClr val="tx2"/>
                </a:solidFill>
                <a:latin typeface="+mj-lt"/>
                <a:ea typeface="+mj-ea"/>
                <a:cs typeface="+mj-cs"/>
              </a:rPr>
              <a:t>JFCNP J4</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bwMode="auto">
          <a:xfrm>
            <a:off x="316523" y="-9424"/>
            <a:ext cx="8686800" cy="448865"/>
          </a:xfrm>
          <a:extLst/>
        </p:spPr>
        <p:txBody>
          <a:bodyPr lIns="77925" tIns="38963" rIns="77925" bIns="38963"/>
          <a:lstStyle/>
          <a:p>
            <a:pPr eaLnBrk="1" hangingPunct="1"/>
            <a:r>
              <a:rPr lang="en-US" sz="2600" dirty="0">
                <a:solidFill>
                  <a:schemeClr val="tx1"/>
                </a:solidFill>
              </a:rPr>
              <a:t>J4 Organizational </a:t>
            </a:r>
            <a:r>
              <a:rPr lang="en-US" sz="2600" dirty="0" smtClean="0">
                <a:solidFill>
                  <a:schemeClr val="tx1"/>
                </a:solidFill>
              </a:rPr>
              <a:t>structure</a:t>
            </a:r>
            <a:endParaRPr lang="en-US" sz="2600" dirty="0">
              <a:solidFill>
                <a:schemeClr val="tx1"/>
              </a:solidFill>
            </a:endParaRPr>
          </a:p>
        </p:txBody>
      </p:sp>
      <p:grpSp>
        <p:nvGrpSpPr>
          <p:cNvPr id="4" name="Group 3"/>
          <p:cNvGrpSpPr/>
          <p:nvPr/>
        </p:nvGrpSpPr>
        <p:grpSpPr>
          <a:xfrm>
            <a:off x="88466" y="1028702"/>
            <a:ext cx="8618229" cy="3622445"/>
            <a:chOff x="1026657" y="1371600"/>
            <a:chExt cx="7224608" cy="3284028"/>
          </a:xfrm>
        </p:grpSpPr>
        <p:sp>
          <p:nvSpPr>
            <p:cNvPr id="5131" name="AutoShape 8"/>
            <p:cNvSpPr>
              <a:spLocks noChangeAspect="1" noChangeArrowheads="1"/>
            </p:cNvSpPr>
            <p:nvPr/>
          </p:nvSpPr>
          <p:spPr bwMode="auto">
            <a:xfrm>
              <a:off x="3897556" y="2698517"/>
              <a:ext cx="1628929" cy="530740"/>
            </a:xfrm>
            <a:prstGeom prst="roundRect">
              <a:avLst>
                <a:gd name="adj" fmla="val 16667"/>
              </a:avLst>
            </a:prstGeom>
            <a:ln>
              <a:headEnd/>
              <a:tailEnd/>
            </a:ln>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lIns="0" tIns="0" rIns="0" bIns="0" anchor="ctr"/>
            <a:lstStyle/>
            <a:p>
              <a:pPr algn="ctr">
                <a:spcAft>
                  <a:spcPts val="892"/>
                </a:spcAft>
              </a:pPr>
              <a:r>
                <a:rPr lang="en-US" sz="1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Calibri" pitchFamily="34" charset="0"/>
                </a:rPr>
                <a:t>ACOS J4              </a:t>
              </a:r>
            </a:p>
            <a:p>
              <a:pPr algn="ctr">
                <a:spcAft>
                  <a:spcPts val="892"/>
                </a:spcAft>
              </a:pPr>
              <a:r>
                <a:rPr lang="en-US" sz="1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Calibri" pitchFamily="34" charset="0"/>
                </a:rPr>
                <a:t> Front Office   </a:t>
              </a:r>
              <a:r>
                <a:rPr lang="en-US" sz="1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Calibri" pitchFamily="34" charset="0"/>
                </a:rPr>
                <a:t>(2)</a:t>
              </a:r>
              <a:endParaRPr lang="en-US" sz="1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Calibri" pitchFamily="34" charset="0"/>
              </a:endParaRPr>
            </a:p>
          </p:txBody>
        </p:sp>
        <p:sp>
          <p:nvSpPr>
            <p:cNvPr id="5133" name="Line 10"/>
            <p:cNvSpPr>
              <a:spLocks noChangeShapeType="1"/>
            </p:cNvSpPr>
            <p:nvPr/>
          </p:nvSpPr>
          <p:spPr bwMode="auto">
            <a:xfrm flipH="1">
              <a:off x="4712020" y="2243306"/>
              <a:ext cx="0" cy="45521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4" name="AutoShape 11"/>
            <p:cNvSpPr>
              <a:spLocks noChangeArrowheads="1"/>
            </p:cNvSpPr>
            <p:nvPr/>
          </p:nvSpPr>
          <p:spPr bwMode="auto">
            <a:xfrm>
              <a:off x="3897556" y="1371600"/>
              <a:ext cx="1628929" cy="887484"/>
            </a:xfrm>
            <a:prstGeom prst="roundRect">
              <a:avLst>
                <a:gd name="adj" fmla="val 16667"/>
              </a:avLst>
            </a:prstGeom>
            <a:ln>
              <a:headEnd/>
              <a:tailEnd/>
            </a:ln>
          </p:spPr>
          <p:style>
            <a:lnRef idx="2">
              <a:schemeClr val="accent2"/>
            </a:lnRef>
            <a:fillRef idx="1">
              <a:schemeClr val="lt1"/>
            </a:fillRef>
            <a:effectRef idx="0">
              <a:schemeClr val="accent2"/>
            </a:effectRef>
            <a:fontRef idx="minor">
              <a:schemeClr val="dk1"/>
            </a:fontRef>
          </p:style>
          <p:txBody>
            <a:bodyPr wrap="none" lIns="66751" tIns="33376" rIns="66751" bIns="33376" anchor="ctr"/>
            <a:lstStyle/>
            <a:p>
              <a:pPr algn="ctr">
                <a:spcAft>
                  <a:spcPts val="892"/>
                </a:spcAft>
              </a:pPr>
              <a:r>
                <a:rPr lang="en-US" sz="2000" b="1" dirty="0">
                  <a:solidFill>
                    <a:schemeClr val="tx1"/>
                  </a:solidFill>
                  <a:latin typeface="Calibri" pitchFamily="34" charset="0"/>
                </a:rPr>
                <a:t>DCOS SPT</a:t>
              </a:r>
              <a:endParaRPr lang="en-US" sz="2000" b="1" dirty="0">
                <a:solidFill>
                  <a:schemeClr val="tx1"/>
                </a:solidFill>
              </a:endParaRPr>
            </a:p>
          </p:txBody>
        </p:sp>
        <p:sp>
          <p:nvSpPr>
            <p:cNvPr id="5137" name="AutoShape 14"/>
            <p:cNvSpPr>
              <a:spLocks noChangeAspect="1" noChangeArrowheads="1"/>
            </p:cNvSpPr>
            <p:nvPr/>
          </p:nvSpPr>
          <p:spPr bwMode="auto">
            <a:xfrm>
              <a:off x="5964463" y="3898759"/>
              <a:ext cx="2286802" cy="756869"/>
            </a:xfrm>
            <a:prstGeom prst="roundRect">
              <a:avLst>
                <a:gd name="adj" fmla="val 16667"/>
              </a:avLst>
            </a:prstGeom>
            <a:ln>
              <a:headEnd/>
              <a:tailEnd/>
            </a:ln>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lIns="0" tIns="0" rIns="0" bIns="0" anchor="ctr"/>
            <a:lstStyle/>
            <a:p>
              <a:pPr algn="ctr">
                <a:spcAft>
                  <a:spcPts val="892"/>
                </a:spcAft>
              </a:pPr>
              <a:endParaRPr lang="en-US" sz="1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Calibri" pitchFamily="34" charset="0"/>
              </a:endParaRPr>
            </a:p>
            <a:p>
              <a:pPr algn="ctr">
                <a:spcAft>
                  <a:spcPts val="892"/>
                </a:spcAft>
              </a:pPr>
              <a:r>
                <a:rPr lang="en-US" sz="1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Calibri" pitchFamily="34" charset="0"/>
                </a:rPr>
                <a:t>Logistic Operations and Plans Branch (LOPB)                      (26)</a:t>
              </a:r>
            </a:p>
            <a:p>
              <a:pPr algn="ctr"/>
              <a:endParaRPr lang="en-US" sz="1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5138" name="AutoShape 15"/>
            <p:cNvSpPr>
              <a:spLocks noChangeAspect="1" noChangeArrowheads="1"/>
            </p:cNvSpPr>
            <p:nvPr/>
          </p:nvSpPr>
          <p:spPr bwMode="auto">
            <a:xfrm>
              <a:off x="1198345" y="3847183"/>
              <a:ext cx="2286000" cy="756869"/>
            </a:xfrm>
            <a:prstGeom prst="roundRect">
              <a:avLst>
                <a:gd name="adj" fmla="val 16667"/>
              </a:avLst>
            </a:prstGeom>
            <a:ln>
              <a:headEnd/>
              <a:tailEnd/>
            </a:ln>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lIns="0" tIns="0" rIns="0" bIns="0" anchor="ctr"/>
            <a:lstStyle/>
            <a:p>
              <a:pPr algn="ctr">
                <a:spcAft>
                  <a:spcPts val="892"/>
                </a:spcAft>
              </a:pPr>
              <a:r>
                <a:rPr lang="en-US" sz="1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Calibri" pitchFamily="34" charset="0"/>
                </a:rPr>
                <a:t>Movement and Transportation Branch (MTB)                                (20)</a:t>
              </a:r>
              <a:endParaRPr lang="en-US" sz="1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5141" name="Line 18"/>
            <p:cNvSpPr>
              <a:spLocks noChangeShapeType="1"/>
            </p:cNvSpPr>
            <p:nvPr/>
          </p:nvSpPr>
          <p:spPr bwMode="auto">
            <a:xfrm>
              <a:off x="2341345" y="3682506"/>
              <a:ext cx="480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n w="19050">
                  <a:solidFill>
                    <a:schemeClr val="tx1"/>
                  </a:solidFill>
                </a:ln>
              </a:endParaRPr>
            </a:p>
          </p:txBody>
        </p:sp>
        <p:sp>
          <p:nvSpPr>
            <p:cNvPr id="5142" name="Line 19"/>
            <p:cNvSpPr>
              <a:spLocks noChangeShapeType="1"/>
            </p:cNvSpPr>
            <p:nvPr/>
          </p:nvSpPr>
          <p:spPr bwMode="auto">
            <a:xfrm flipH="1" flipV="1">
              <a:off x="2341345" y="3682506"/>
              <a:ext cx="0" cy="1646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n w="19050">
                  <a:solidFill>
                    <a:schemeClr val="tx1"/>
                  </a:solidFill>
                </a:ln>
              </a:endParaRPr>
            </a:p>
          </p:txBody>
        </p:sp>
        <p:sp>
          <p:nvSpPr>
            <p:cNvPr id="2" name="TextBox 1"/>
            <p:cNvSpPr txBox="1"/>
            <p:nvPr/>
          </p:nvSpPr>
          <p:spPr>
            <a:xfrm>
              <a:off x="4239556" y="2345853"/>
              <a:ext cx="665443" cy="209267"/>
            </a:xfrm>
            <a:prstGeom prst="rect">
              <a:avLst/>
            </a:prstGeom>
            <a:solidFill>
              <a:schemeClr val="bg1"/>
            </a:solidFill>
          </p:spPr>
          <p:txBody>
            <a:bodyPr wrap="none" rtlCol="0">
              <a:spAutoFit/>
            </a:bodyPr>
            <a:lstStyle/>
            <a:p>
              <a:r>
                <a:rPr lang="en-US" sz="900" b="1" dirty="0"/>
                <a:t>J4 Division</a:t>
              </a:r>
            </a:p>
          </p:txBody>
        </p:sp>
        <p:sp>
          <p:nvSpPr>
            <p:cNvPr id="26" name="Line 19"/>
            <p:cNvSpPr>
              <a:spLocks noChangeShapeType="1"/>
            </p:cNvSpPr>
            <p:nvPr/>
          </p:nvSpPr>
          <p:spPr bwMode="auto">
            <a:xfrm flipH="1" flipV="1">
              <a:off x="4712021" y="3289231"/>
              <a:ext cx="0" cy="3932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n w="19050">
                  <a:solidFill>
                    <a:schemeClr val="tx1"/>
                  </a:solidFill>
                </a:ln>
              </a:endParaRPr>
            </a:p>
          </p:txBody>
        </p:sp>
        <p:sp>
          <p:nvSpPr>
            <p:cNvPr id="27" name="Line 19"/>
            <p:cNvSpPr>
              <a:spLocks noChangeShapeType="1"/>
            </p:cNvSpPr>
            <p:nvPr/>
          </p:nvSpPr>
          <p:spPr bwMode="auto">
            <a:xfrm flipH="1" flipV="1">
              <a:off x="7141945" y="3677376"/>
              <a:ext cx="0" cy="1646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n w="19050">
                  <a:solidFill>
                    <a:schemeClr val="tx1"/>
                  </a:solidFill>
                </a:ln>
              </a:endParaRPr>
            </a:p>
          </p:txBody>
        </p:sp>
        <p:sp>
          <p:nvSpPr>
            <p:cNvPr id="3" name="TextBox 2"/>
            <p:cNvSpPr txBox="1"/>
            <p:nvPr/>
          </p:nvSpPr>
          <p:spPr>
            <a:xfrm>
              <a:off x="1026657" y="1523999"/>
              <a:ext cx="2800351" cy="103238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700" b="1" dirty="0"/>
                <a:t>Total PE: </a:t>
              </a:r>
              <a:r>
                <a:rPr lang="en-US" sz="1700" b="1" dirty="0" smtClean="0"/>
                <a:t>49</a:t>
              </a:r>
              <a:endParaRPr lang="en-US" sz="1700" b="1" dirty="0">
                <a:solidFill>
                  <a:schemeClr val="tx1"/>
                </a:solidFill>
              </a:endParaRPr>
            </a:p>
            <a:p>
              <a:pPr marL="243516" indent="-243516">
                <a:buFont typeface="Arial" panose="020B0604020202020204" pitchFamily="34" charset="0"/>
                <a:buChar char="•"/>
              </a:pPr>
              <a:r>
                <a:rPr lang="en-US" sz="1700" dirty="0" smtClean="0">
                  <a:solidFill>
                    <a:schemeClr val="tx1"/>
                  </a:solidFill>
                </a:rPr>
                <a:t>12</a:t>
              </a:r>
              <a:r>
                <a:rPr lang="en-US" sz="1700" dirty="0" smtClean="0"/>
                <a:t> vacant </a:t>
              </a:r>
              <a:endParaRPr lang="en-US" sz="1700" dirty="0"/>
            </a:p>
            <a:p>
              <a:pPr marL="243516" indent="-243516">
                <a:buFont typeface="Arial" panose="020B0604020202020204" pitchFamily="34" charset="0"/>
                <a:buChar char="•"/>
              </a:pPr>
              <a:r>
                <a:rPr lang="en-US" sz="1700" dirty="0" smtClean="0"/>
                <a:t>37 posts </a:t>
              </a:r>
              <a:r>
                <a:rPr lang="en-US" sz="1700" dirty="0"/>
                <a:t>are manned  from </a:t>
              </a:r>
              <a:r>
                <a:rPr lang="en-US" sz="1700" dirty="0" smtClean="0">
                  <a:solidFill>
                    <a:schemeClr val="tx1"/>
                  </a:solidFill>
                </a:rPr>
                <a:t>15 </a:t>
              </a:r>
              <a:r>
                <a:rPr lang="en-US" sz="1700" dirty="0">
                  <a:solidFill>
                    <a:schemeClr val="tx1"/>
                  </a:solidFill>
                </a:rPr>
                <a:t>N</a:t>
              </a:r>
              <a:r>
                <a:rPr lang="en-US" sz="1700" dirty="0" smtClean="0">
                  <a:solidFill>
                    <a:schemeClr val="tx1"/>
                  </a:solidFill>
                </a:rPr>
                <a:t>ations </a:t>
              </a:r>
              <a:endParaRPr lang="en-US" sz="1700" dirty="0">
                <a:solidFill>
                  <a:schemeClr val="tx1"/>
                </a:solidFill>
              </a:endParaRPr>
            </a:p>
          </p:txBody>
        </p:sp>
        <p:sp>
          <p:nvSpPr>
            <p:cNvPr id="30" name="AutoShape 20"/>
            <p:cNvSpPr>
              <a:spLocks noChangeArrowheads="1"/>
            </p:cNvSpPr>
            <p:nvPr/>
          </p:nvSpPr>
          <p:spPr bwMode="auto">
            <a:xfrm>
              <a:off x="4343401" y="1447800"/>
              <a:ext cx="304800" cy="202918"/>
            </a:xfrm>
            <a:prstGeom prst="star5">
              <a:avLst/>
            </a:prstGeom>
            <a:solidFill>
              <a:srgbClr val="FFCC00"/>
            </a:solidFill>
            <a:ln w="9525">
              <a:solidFill>
                <a:schemeClr val="tx1"/>
              </a:solidFill>
              <a:miter lim="800000"/>
              <a:headEnd/>
              <a:tailEnd/>
            </a:ln>
            <a:effectLst/>
            <a:extLst/>
          </p:spPr>
          <p:txBody>
            <a:bodyPr wrap="none" anchor="ctr"/>
            <a:lstStyle/>
            <a:p>
              <a:pPr>
                <a:defRPr/>
              </a:pPr>
              <a:endParaRPr lang="en-US" sz="700"/>
            </a:p>
          </p:txBody>
        </p:sp>
        <p:sp>
          <p:nvSpPr>
            <p:cNvPr id="31" name="AutoShape 20"/>
            <p:cNvSpPr>
              <a:spLocks noChangeArrowheads="1"/>
            </p:cNvSpPr>
            <p:nvPr/>
          </p:nvSpPr>
          <p:spPr bwMode="auto">
            <a:xfrm>
              <a:off x="4724400" y="1447800"/>
              <a:ext cx="304800" cy="202918"/>
            </a:xfrm>
            <a:prstGeom prst="star5">
              <a:avLst/>
            </a:prstGeom>
            <a:solidFill>
              <a:srgbClr val="FFCC00"/>
            </a:solidFill>
            <a:ln w="9525">
              <a:solidFill>
                <a:schemeClr val="tx1"/>
              </a:solidFill>
              <a:miter lim="800000"/>
              <a:headEnd/>
              <a:tailEnd/>
            </a:ln>
            <a:effectLst/>
            <a:extLst/>
          </p:spPr>
          <p:txBody>
            <a:bodyPr wrap="none" anchor="ctr"/>
            <a:lstStyle/>
            <a:p>
              <a:pPr>
                <a:defRPr/>
              </a:pPr>
              <a:endParaRPr lang="en-US" sz="700"/>
            </a:p>
          </p:txBody>
        </p:sp>
        <p:sp>
          <p:nvSpPr>
            <p:cNvPr id="32" name="AutoShape 20"/>
            <p:cNvSpPr>
              <a:spLocks noChangeArrowheads="1"/>
            </p:cNvSpPr>
            <p:nvPr/>
          </p:nvSpPr>
          <p:spPr bwMode="auto">
            <a:xfrm>
              <a:off x="5041138" y="2681457"/>
              <a:ext cx="304800" cy="202918"/>
            </a:xfrm>
            <a:prstGeom prst="star5">
              <a:avLst/>
            </a:prstGeom>
            <a:solidFill>
              <a:srgbClr val="FFCC00"/>
            </a:solidFill>
            <a:ln w="9525">
              <a:solidFill>
                <a:schemeClr val="tx1"/>
              </a:solidFill>
              <a:miter lim="800000"/>
              <a:headEnd/>
              <a:tailEnd/>
            </a:ln>
            <a:effectLst/>
            <a:extLst/>
          </p:spPr>
          <p:txBody>
            <a:bodyPr wrap="none" anchor="ctr"/>
            <a:lstStyle/>
            <a:p>
              <a:pPr>
                <a:defRPr/>
              </a:pPr>
              <a:endParaRPr lang="en-US" sz="700"/>
            </a:p>
          </p:txBody>
        </p:sp>
      </p:grpSp>
      <p:pic>
        <p:nvPicPr>
          <p:cNvPr id="2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6307" y="2835258"/>
            <a:ext cx="564072" cy="305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6307" y="2492357"/>
            <a:ext cx="715893" cy="39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3288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395288" y="-20241"/>
            <a:ext cx="8229600" cy="432197"/>
          </a:xfrm>
        </p:spPr>
        <p:txBody>
          <a:bodyPr/>
          <a:lstStyle/>
          <a:p>
            <a:pPr eaLnBrk="1" hangingPunct="1"/>
            <a:r>
              <a:rPr lang="en-US" altLang="en-US" sz="3600" b="1" dirty="0" smtClean="0"/>
              <a:t>J4 Roles and Responsibilities</a:t>
            </a:r>
          </a:p>
        </p:txBody>
      </p:sp>
      <p:sp>
        <p:nvSpPr>
          <p:cNvPr id="5" name="Content Placeholder 2"/>
          <p:cNvSpPr>
            <a:spLocks noGrp="1"/>
          </p:cNvSpPr>
          <p:nvPr>
            <p:ph idx="1"/>
          </p:nvPr>
        </p:nvSpPr>
        <p:spPr>
          <a:xfrm>
            <a:off x="34926" y="666750"/>
            <a:ext cx="9001125" cy="4648200"/>
          </a:xfrm>
        </p:spPr>
        <p:txBody>
          <a:bodyPr/>
          <a:lstStyle/>
          <a:p>
            <a:pPr>
              <a:spcBef>
                <a:spcPts val="200"/>
              </a:spcBef>
              <a:defRPr/>
            </a:pPr>
            <a:r>
              <a:rPr lang="en-US" sz="1800" dirty="0" smtClean="0"/>
              <a:t>The </a:t>
            </a:r>
            <a:r>
              <a:rPr lang="en-US" sz="1800" dirty="0"/>
              <a:t>operational-level alliance logistics </a:t>
            </a:r>
            <a:r>
              <a:rPr lang="en-US" sz="1800" dirty="0" smtClean="0"/>
              <a:t>requirements planning and coordination for JFCNP and assigned Area of Interest,</a:t>
            </a:r>
            <a:endParaRPr lang="en-US" sz="1800" dirty="0"/>
          </a:p>
          <a:p>
            <a:pPr>
              <a:spcBef>
                <a:spcPts val="200"/>
              </a:spcBef>
              <a:defRPr/>
            </a:pPr>
            <a:r>
              <a:rPr lang="en-US" sz="1800" dirty="0" smtClean="0"/>
              <a:t>Logistic support to operations, that covers: </a:t>
            </a:r>
            <a:endParaRPr lang="en-US" sz="1800" dirty="0"/>
          </a:p>
          <a:p>
            <a:pPr lvl="1">
              <a:spcBef>
                <a:spcPts val="200"/>
              </a:spcBef>
              <a:defRPr/>
            </a:pPr>
            <a:r>
              <a:rPr lang="en-US" sz="1800" dirty="0">
                <a:ea typeface="+mn-ea"/>
                <a:cs typeface="+mn-cs"/>
              </a:rPr>
              <a:t>Movement and transportation,</a:t>
            </a:r>
          </a:p>
          <a:p>
            <a:pPr lvl="1">
              <a:spcBef>
                <a:spcPts val="200"/>
              </a:spcBef>
              <a:defRPr/>
            </a:pPr>
            <a:r>
              <a:rPr lang="en-US" sz="1800" dirty="0">
                <a:ea typeface="+mn-ea"/>
                <a:cs typeface="+mn-cs"/>
              </a:rPr>
              <a:t>Sustainment support for all classes of supplies,</a:t>
            </a:r>
          </a:p>
          <a:p>
            <a:pPr lvl="1">
              <a:spcBef>
                <a:spcPts val="200"/>
              </a:spcBef>
              <a:defRPr/>
            </a:pPr>
            <a:r>
              <a:rPr lang="en-US" sz="1800" dirty="0">
                <a:ea typeface="+mn-ea"/>
                <a:cs typeface="+mn-cs"/>
              </a:rPr>
              <a:t>Planning and coordination of Contracting Support to Operations (CSO) and Host Nation support (HNS),</a:t>
            </a:r>
          </a:p>
          <a:p>
            <a:pPr lvl="1">
              <a:spcBef>
                <a:spcPts val="200"/>
              </a:spcBef>
              <a:defRPr/>
            </a:pPr>
            <a:r>
              <a:rPr lang="en-US" sz="1800" dirty="0">
                <a:ea typeface="+mn-ea"/>
                <a:cs typeface="+mn-cs"/>
              </a:rPr>
              <a:t>Use of Logistic Functional Services (LOGFAS) </a:t>
            </a:r>
          </a:p>
          <a:p>
            <a:pPr>
              <a:spcBef>
                <a:spcPts val="200"/>
              </a:spcBef>
              <a:defRPr/>
            </a:pPr>
            <a:r>
              <a:rPr lang="en-US" sz="1800" dirty="0" smtClean="0"/>
              <a:t>Planning and coordination of logistic policies, concepts, doctrines, exercises and training,</a:t>
            </a:r>
          </a:p>
          <a:p>
            <a:pPr>
              <a:spcBef>
                <a:spcPts val="200"/>
              </a:spcBef>
              <a:defRPr/>
            </a:pPr>
            <a:r>
              <a:rPr lang="en-US" sz="1800" dirty="0" smtClean="0"/>
              <a:t>Participating </a:t>
            </a:r>
            <a:r>
              <a:rPr lang="en-US" sz="1800" dirty="0"/>
              <a:t>in </a:t>
            </a:r>
            <a:r>
              <a:rPr lang="en-US" sz="1800" dirty="0" smtClean="0"/>
              <a:t>the </a:t>
            </a:r>
            <a:r>
              <a:rPr lang="en-US" sz="1800" dirty="0"/>
              <a:t>development of </a:t>
            </a:r>
            <a:r>
              <a:rPr lang="en-US" sz="1800" dirty="0" smtClean="0"/>
              <a:t>doctrines, NATO </a:t>
            </a:r>
            <a:r>
              <a:rPr lang="en-US" sz="1800" dirty="0"/>
              <a:t>Command </a:t>
            </a:r>
            <a:r>
              <a:rPr lang="en-US" sz="1800" dirty="0" smtClean="0"/>
              <a:t>Structure adaptation and new </a:t>
            </a:r>
            <a:r>
              <a:rPr lang="en-US" sz="1800" dirty="0"/>
              <a:t>projects, </a:t>
            </a:r>
          </a:p>
        </p:txBody>
      </p:sp>
    </p:spTree>
    <p:extLst>
      <p:ext uri="{BB962C8B-B14F-4D97-AF65-F5344CB8AC3E}">
        <p14:creationId xmlns:p14="http://schemas.microsoft.com/office/powerpoint/2010/main" val="148710871"/>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395288" y="-20241"/>
            <a:ext cx="8229600" cy="432197"/>
          </a:xfrm>
        </p:spPr>
        <p:txBody>
          <a:bodyPr/>
          <a:lstStyle/>
          <a:p>
            <a:pPr eaLnBrk="1" hangingPunct="1"/>
            <a:r>
              <a:rPr lang="en-US" altLang="en-US" sz="3600" b="1" dirty="0" smtClean="0"/>
              <a:t>J4 Big Rocks </a:t>
            </a:r>
          </a:p>
        </p:txBody>
      </p:sp>
      <p:sp>
        <p:nvSpPr>
          <p:cNvPr id="5" name="Content Placeholder 2"/>
          <p:cNvSpPr>
            <a:spLocks noGrp="1"/>
          </p:cNvSpPr>
          <p:nvPr>
            <p:ph idx="1"/>
          </p:nvPr>
        </p:nvSpPr>
        <p:spPr>
          <a:xfrm>
            <a:off x="120463" y="742950"/>
            <a:ext cx="9001125" cy="4038600"/>
          </a:xfrm>
        </p:spPr>
        <p:txBody>
          <a:bodyPr/>
          <a:lstStyle/>
          <a:p>
            <a:pPr>
              <a:spcBef>
                <a:spcPts val="0"/>
              </a:spcBef>
              <a:defRPr/>
            </a:pPr>
            <a:r>
              <a:rPr lang="en-US" sz="2000" b="1" dirty="0" smtClean="0"/>
              <a:t>Supporting Planning efforts regarding logistic implications. </a:t>
            </a:r>
          </a:p>
          <a:p>
            <a:pPr lvl="1">
              <a:spcBef>
                <a:spcPts val="0"/>
              </a:spcBef>
              <a:defRPr/>
            </a:pPr>
            <a:r>
              <a:rPr lang="en-US" sz="1600" b="1" dirty="0" smtClean="0"/>
              <a:t>Regional Plan (RP)</a:t>
            </a:r>
          </a:p>
          <a:p>
            <a:pPr lvl="1">
              <a:spcBef>
                <a:spcPts val="0"/>
              </a:spcBef>
              <a:defRPr/>
            </a:pPr>
            <a:r>
              <a:rPr lang="en-US" sz="1600" b="1" dirty="0" smtClean="0"/>
              <a:t>Graduate Response Plans GRP 2 &amp; 3 </a:t>
            </a:r>
          </a:p>
          <a:p>
            <a:pPr lvl="1">
              <a:spcBef>
                <a:spcPts val="0"/>
              </a:spcBef>
              <a:defRPr/>
            </a:pPr>
            <a:r>
              <a:rPr lang="en-US" sz="1600" b="1" dirty="0" smtClean="0"/>
              <a:t>Alignment of DDA : Sequenced Response Plan (SERP)/ Regional Plan (RP) / </a:t>
            </a:r>
            <a:r>
              <a:rPr lang="en-US" sz="1600" b="1" kern="1200" dirty="0">
                <a:latin typeface="Arial" charset="0"/>
              </a:rPr>
              <a:t>Subordinate Strategic </a:t>
            </a:r>
            <a:r>
              <a:rPr lang="en-US" sz="1600" b="1" kern="1200" dirty="0" smtClean="0">
                <a:latin typeface="Arial" charset="0"/>
              </a:rPr>
              <a:t>Plans (SSPs)</a:t>
            </a:r>
          </a:p>
          <a:p>
            <a:pPr>
              <a:lnSpc>
                <a:spcPct val="150000"/>
              </a:lnSpc>
              <a:spcBef>
                <a:spcPts val="0"/>
              </a:spcBef>
              <a:defRPr/>
            </a:pPr>
            <a:r>
              <a:rPr lang="en-US" sz="2000" b="1" dirty="0" smtClean="0"/>
              <a:t>Enablement </a:t>
            </a:r>
            <a:r>
              <a:rPr lang="en-US" sz="2000" b="1" dirty="0"/>
              <a:t>of SACEUR’s AOR</a:t>
            </a:r>
            <a:r>
              <a:rPr lang="en-US" sz="2000" b="1" dirty="0" smtClean="0"/>
              <a:t>.</a:t>
            </a:r>
          </a:p>
          <a:p>
            <a:pPr>
              <a:lnSpc>
                <a:spcPct val="150000"/>
              </a:lnSpc>
              <a:spcBef>
                <a:spcPts val="0"/>
              </a:spcBef>
              <a:defRPr/>
            </a:pPr>
            <a:r>
              <a:rPr lang="en-US" sz="2000" b="1" dirty="0" smtClean="0"/>
              <a:t>Supporting current operations/missions NOSH/KFOR/NMI – RSOM/sustainment/transportation issues.</a:t>
            </a:r>
          </a:p>
          <a:p>
            <a:pPr>
              <a:lnSpc>
                <a:spcPct val="150000"/>
              </a:lnSpc>
              <a:spcBef>
                <a:spcPts val="0"/>
              </a:spcBef>
              <a:defRPr/>
            </a:pPr>
            <a:r>
              <a:rPr lang="en-US" sz="2000" b="1" dirty="0" smtClean="0"/>
              <a:t>Supporting current and upcoming exercises.</a:t>
            </a:r>
          </a:p>
          <a:p>
            <a:pPr>
              <a:lnSpc>
                <a:spcPct val="150000"/>
              </a:lnSpc>
              <a:spcBef>
                <a:spcPts val="0"/>
              </a:spcBef>
              <a:defRPr/>
            </a:pPr>
            <a:r>
              <a:rPr lang="en-US" sz="2000" b="1" dirty="0" smtClean="0"/>
              <a:t>Mobile Training Teams (MTT)</a:t>
            </a:r>
            <a:endParaRPr lang="en-US" sz="2000" b="1" dirty="0"/>
          </a:p>
          <a:p>
            <a:pPr>
              <a:lnSpc>
                <a:spcPct val="150000"/>
              </a:lnSpc>
              <a:spcBef>
                <a:spcPts val="0"/>
              </a:spcBef>
              <a:defRPr/>
            </a:pPr>
            <a:r>
              <a:rPr lang="en-US" sz="2000" b="1" dirty="0" smtClean="0"/>
              <a:t>WGs.</a:t>
            </a:r>
          </a:p>
        </p:txBody>
      </p:sp>
    </p:spTree>
    <p:extLst>
      <p:ext uri="{BB962C8B-B14F-4D97-AF65-F5344CB8AC3E}">
        <p14:creationId xmlns:p14="http://schemas.microsoft.com/office/powerpoint/2010/main" val="2413990186"/>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889000" y="57151"/>
            <a:ext cx="8229600" cy="411956"/>
          </a:xfrm>
        </p:spPr>
        <p:txBody>
          <a:bodyPr/>
          <a:lstStyle/>
          <a:p>
            <a:pPr eaLnBrk="1" hangingPunct="1"/>
            <a:r>
              <a:rPr lang="en-US" altLang="en-US" sz="2400" b="1" dirty="0" smtClean="0">
                <a:solidFill>
                  <a:schemeClr val="tx1"/>
                </a:solidFill>
              </a:rPr>
              <a:t>NATO Support and Procurement Agency (NSPA)</a:t>
            </a:r>
            <a:endParaRPr lang="en-US" altLang="en-US" sz="2400" b="1" dirty="0" smtClean="0"/>
          </a:p>
        </p:txBody>
      </p:sp>
      <p:sp>
        <p:nvSpPr>
          <p:cNvPr id="2" name="Content Placeholder 1"/>
          <p:cNvSpPr>
            <a:spLocks noGrp="1"/>
          </p:cNvSpPr>
          <p:nvPr>
            <p:ph idx="1"/>
          </p:nvPr>
        </p:nvSpPr>
        <p:spPr>
          <a:xfrm>
            <a:off x="304801" y="1962150"/>
            <a:ext cx="8296275" cy="2971800"/>
          </a:xfrm>
        </p:spPr>
        <p:txBody>
          <a:bodyPr/>
          <a:lstStyle/>
          <a:p>
            <a:pPr>
              <a:spcBef>
                <a:spcPts val="0"/>
              </a:spcBef>
              <a:spcAft>
                <a:spcPts val="1200"/>
              </a:spcAft>
            </a:pPr>
            <a:r>
              <a:rPr lang="en-US" sz="2000" b="1" kern="1200" dirty="0" smtClean="0">
                <a:solidFill>
                  <a:schemeClr val="dk1"/>
                </a:solidFill>
              </a:rPr>
              <a:t>Capability </a:t>
            </a:r>
            <a:r>
              <a:rPr lang="en-US" sz="2000" b="1" kern="1200" dirty="0">
                <a:solidFill>
                  <a:schemeClr val="dk1"/>
                </a:solidFill>
              </a:rPr>
              <a:t>P</a:t>
            </a:r>
            <a:r>
              <a:rPr lang="en-US" sz="2000" b="1" kern="1200" dirty="0" smtClean="0">
                <a:solidFill>
                  <a:schemeClr val="dk1"/>
                </a:solidFill>
              </a:rPr>
              <a:t>ortfolio</a:t>
            </a:r>
            <a:r>
              <a:rPr lang="en-US" sz="2000" kern="1200" dirty="0">
                <a:solidFill>
                  <a:schemeClr val="dk1"/>
                </a:solidFill>
              </a:rPr>
              <a:t>: </a:t>
            </a:r>
            <a:r>
              <a:rPr lang="en-US" sz="2000" kern="1200" dirty="0" smtClean="0">
                <a:solidFill>
                  <a:schemeClr val="dk1"/>
                </a:solidFill>
              </a:rPr>
              <a:t>Support </a:t>
            </a:r>
            <a:r>
              <a:rPr lang="en-US" sz="2000" kern="1200" dirty="0">
                <a:solidFill>
                  <a:schemeClr val="dk1"/>
                </a:solidFill>
              </a:rPr>
              <a:t>to </a:t>
            </a:r>
            <a:r>
              <a:rPr lang="en-US" sz="2000" kern="1200" dirty="0" smtClean="0">
                <a:solidFill>
                  <a:schemeClr val="dk1"/>
                </a:solidFill>
              </a:rPr>
              <a:t>operations &amp; exercises; Strategic transportation </a:t>
            </a:r>
            <a:r>
              <a:rPr lang="en-US" sz="2000" kern="1200" dirty="0">
                <a:solidFill>
                  <a:schemeClr val="dk1"/>
                </a:solidFill>
              </a:rPr>
              <a:t>&amp; s</a:t>
            </a:r>
            <a:r>
              <a:rPr lang="en-US" sz="2000" kern="1200" dirty="0" smtClean="0">
                <a:solidFill>
                  <a:schemeClr val="dk1"/>
                </a:solidFill>
              </a:rPr>
              <a:t>torage; </a:t>
            </a:r>
            <a:r>
              <a:rPr lang="en-US" sz="2000" kern="1200" dirty="0">
                <a:solidFill>
                  <a:schemeClr val="dk1"/>
                </a:solidFill>
              </a:rPr>
              <a:t>Fuel m</a:t>
            </a:r>
            <a:r>
              <a:rPr lang="en-US" sz="2000" kern="1200" dirty="0" smtClean="0">
                <a:solidFill>
                  <a:schemeClr val="dk1"/>
                </a:solidFill>
              </a:rPr>
              <a:t>anagement; Logistic </a:t>
            </a:r>
            <a:r>
              <a:rPr lang="en-US" sz="2000" kern="1200" dirty="0">
                <a:solidFill>
                  <a:schemeClr val="dk1"/>
                </a:solidFill>
              </a:rPr>
              <a:t>s</a:t>
            </a:r>
            <a:r>
              <a:rPr lang="en-US" sz="2000" kern="1200" dirty="0" smtClean="0">
                <a:solidFill>
                  <a:schemeClr val="dk1"/>
                </a:solidFill>
              </a:rPr>
              <a:t>ervices &amp; project </a:t>
            </a:r>
            <a:r>
              <a:rPr lang="en-US" sz="2000" kern="1200" dirty="0">
                <a:solidFill>
                  <a:schemeClr val="dk1"/>
                </a:solidFill>
              </a:rPr>
              <a:t>m</a:t>
            </a:r>
            <a:r>
              <a:rPr lang="en-US" sz="2000" kern="1200" dirty="0" smtClean="0">
                <a:solidFill>
                  <a:schemeClr val="dk1"/>
                </a:solidFill>
              </a:rPr>
              <a:t>anagement </a:t>
            </a:r>
            <a:r>
              <a:rPr lang="en-US" sz="2000" kern="1200" dirty="0">
                <a:solidFill>
                  <a:schemeClr val="dk1"/>
                </a:solidFill>
              </a:rPr>
              <a:t>&amp; </a:t>
            </a:r>
            <a:r>
              <a:rPr lang="en-US" sz="2000" kern="1200" dirty="0" smtClean="0">
                <a:solidFill>
                  <a:schemeClr val="dk1"/>
                </a:solidFill>
              </a:rPr>
              <a:t>Systems procurement and life-cycle management.</a:t>
            </a:r>
          </a:p>
          <a:p>
            <a:pPr>
              <a:spcBef>
                <a:spcPts val="0"/>
              </a:spcBef>
              <a:spcAft>
                <a:spcPts val="1200"/>
              </a:spcAft>
            </a:pPr>
            <a:r>
              <a:rPr lang="en-US" sz="2000" b="1" kern="1200" dirty="0" smtClean="0">
                <a:solidFill>
                  <a:schemeClr val="dk1"/>
                </a:solidFill>
              </a:rPr>
              <a:t>NSPA Planning and Liaison Team</a:t>
            </a:r>
            <a:r>
              <a:rPr lang="en-US" sz="2000" kern="1200" dirty="0" smtClean="0">
                <a:solidFill>
                  <a:schemeClr val="dk1"/>
                </a:solidFill>
              </a:rPr>
              <a:t>.  Established and funded by ACO to enable </a:t>
            </a:r>
            <a:r>
              <a:rPr lang="en-US" sz="2000" kern="1200" dirty="0">
                <a:solidFill>
                  <a:schemeClr val="dk1"/>
                </a:solidFill>
              </a:rPr>
              <a:t>ACO, in partnership with NSPA, to provide integrated contract planning, implementation and  management to improve the delivery of logistic support solutions to </a:t>
            </a:r>
            <a:r>
              <a:rPr lang="en-US" sz="2000" kern="1200" dirty="0" smtClean="0">
                <a:solidFill>
                  <a:schemeClr val="dk1"/>
                </a:solidFill>
              </a:rPr>
              <a:t>the NCS</a:t>
            </a:r>
            <a:r>
              <a:rPr lang="en-US" sz="2000" kern="1200" dirty="0">
                <a:solidFill>
                  <a:schemeClr val="dk1"/>
                </a:solidFill>
              </a:rPr>
              <a:t>, NFS and TCNs for </a:t>
            </a:r>
            <a:r>
              <a:rPr lang="en-US" sz="2000" kern="1200" dirty="0" smtClean="0">
                <a:solidFill>
                  <a:schemeClr val="dk1"/>
                </a:solidFill>
              </a:rPr>
              <a:t>operations </a:t>
            </a:r>
            <a:r>
              <a:rPr lang="en-US" sz="2000" kern="1200" dirty="0">
                <a:solidFill>
                  <a:schemeClr val="dk1"/>
                </a:solidFill>
              </a:rPr>
              <a:t>and training. </a:t>
            </a:r>
          </a:p>
          <a:p>
            <a:pPr marL="0" indent="0">
              <a:spcAft>
                <a:spcPts val="1200"/>
              </a:spcAft>
              <a:buNone/>
            </a:pPr>
            <a:endParaRPr lang="en-US" sz="2000" kern="1200" dirty="0" smtClean="0">
              <a:solidFill>
                <a:schemeClr val="dk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6601" y="953690"/>
            <a:ext cx="1275347" cy="1028700"/>
          </a:xfrm>
          <a:prstGeom prst="rect">
            <a:avLst/>
          </a:prstGeom>
        </p:spPr>
      </p:pic>
      <p:sp>
        <p:nvSpPr>
          <p:cNvPr id="5" name="Content Placeholder 1"/>
          <p:cNvSpPr txBox="1">
            <a:spLocks/>
          </p:cNvSpPr>
          <p:nvPr/>
        </p:nvSpPr>
        <p:spPr>
          <a:xfrm>
            <a:off x="304800" y="666750"/>
            <a:ext cx="6248400" cy="116443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spcBef>
                <a:spcPts val="0"/>
              </a:spcBef>
              <a:spcAft>
                <a:spcPts val="1200"/>
              </a:spcAft>
            </a:pPr>
            <a:r>
              <a:rPr lang="en-US" sz="2000" b="1" kern="1200" dirty="0" smtClean="0">
                <a:solidFill>
                  <a:schemeClr val="dk1"/>
                </a:solidFill>
              </a:rPr>
              <a:t>NSPA.  </a:t>
            </a:r>
            <a:r>
              <a:rPr lang="en-US" sz="2000" kern="1200" dirty="0" smtClean="0">
                <a:solidFill>
                  <a:schemeClr val="dk1"/>
                </a:solidFill>
              </a:rPr>
              <a:t> A NATO chartered Agency which brings together NATO’s non-CIS logistic support and procurement activities, providing integrated multinational support solutions to its stakeholders</a:t>
            </a:r>
            <a:r>
              <a:rPr lang="en-US" sz="1800" i="1" kern="0" dirty="0" smtClean="0">
                <a:ea typeface="Calibri"/>
                <a:cs typeface="Times New Roman"/>
              </a:rPr>
              <a:t>.</a:t>
            </a:r>
            <a:r>
              <a:rPr lang="en-US" sz="2000" kern="1200" dirty="0" smtClean="0">
                <a:solidFill>
                  <a:schemeClr val="dk1"/>
                </a:solidFill>
              </a:rPr>
              <a:t> </a:t>
            </a:r>
          </a:p>
          <a:p>
            <a:pPr marL="0" indent="0">
              <a:buFontTx/>
              <a:buNone/>
            </a:pPr>
            <a:endParaRPr lang="en-US" sz="2000" kern="1200" dirty="0" smtClean="0">
              <a:solidFill>
                <a:schemeClr val="dk1"/>
              </a:solidFill>
            </a:endParaRPr>
          </a:p>
        </p:txBody>
      </p:sp>
    </p:spTree>
    <p:extLst>
      <p:ext uri="{BB962C8B-B14F-4D97-AF65-F5344CB8AC3E}">
        <p14:creationId xmlns:p14="http://schemas.microsoft.com/office/powerpoint/2010/main" val="1284389773"/>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1193292" y="3257550"/>
            <a:ext cx="6781800" cy="1028700"/>
          </a:xfrm>
          <a:prstGeom prst="rect">
            <a:avLst/>
          </a:prstGeom>
          <a:noFill/>
          <a:ln>
            <a:miter lim="800000"/>
            <a:headEnd/>
            <a:tailEnd/>
          </a:ln>
        </p:spPr>
        <p:txBody>
          <a:bodyPr/>
          <a:lstStyle/>
          <a:p>
            <a:pPr eaLnBrk="1" hangingPunct="1"/>
            <a:r>
              <a:rPr lang="en-GB" sz="2800" b="0" dirty="0" smtClean="0"/>
              <a:t>Q &amp; A?</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11296" y="1314450"/>
            <a:ext cx="2133600" cy="1849026"/>
          </a:xfrm>
          <a:prstGeom prst="rect">
            <a:avLst/>
          </a:prstGeom>
        </p:spPr>
      </p:pic>
      <p:sp>
        <p:nvSpPr>
          <p:cNvPr id="6" name="Rectangle 3"/>
          <p:cNvSpPr>
            <a:spLocks noChangeArrowheads="1"/>
          </p:cNvSpPr>
          <p:nvPr/>
        </p:nvSpPr>
        <p:spPr bwMode="auto">
          <a:xfrm>
            <a:off x="1765301" y="-71437"/>
            <a:ext cx="5472113"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lnSpc>
                <a:spcPct val="130000"/>
              </a:lnSpc>
              <a:spcBef>
                <a:spcPct val="50000"/>
              </a:spcBef>
              <a:buFontTx/>
              <a:buNone/>
              <a:defRPr/>
            </a:pPr>
            <a:r>
              <a:rPr lang="en-GB" altLang="en-US" sz="4000" b="1" dirty="0">
                <a:solidFill>
                  <a:schemeClr val="tx2"/>
                </a:solidFill>
                <a:latin typeface="+mj-lt"/>
                <a:ea typeface="+mj-ea"/>
                <a:cs typeface="+mj-cs"/>
              </a:rPr>
              <a:t>JFCNP J4</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442" y="94950"/>
            <a:ext cx="8957115" cy="4953600"/>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4504" y="2038350"/>
            <a:ext cx="7199376" cy="4797552"/>
          </a:xfrm>
          <a:prstGeom prst="rect">
            <a:avLst/>
          </a:prstGeom>
        </p:spPr>
      </p:pic>
    </p:spTree>
    <p:extLst>
      <p:ext uri="{BB962C8B-B14F-4D97-AF65-F5344CB8AC3E}">
        <p14:creationId xmlns:p14="http://schemas.microsoft.com/office/powerpoint/2010/main" val="1181234628"/>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NATO Presentation template">
  <a:themeElements>
    <a:clrScheme name="Allied Joint Force Command Naples">
      <a:dk1>
        <a:srgbClr val="0D0D0D"/>
      </a:dk1>
      <a:lt1>
        <a:srgbClr val="FFFFFF"/>
      </a:lt1>
      <a:dk2>
        <a:srgbClr val="9A0000"/>
      </a:dk2>
      <a:lt2>
        <a:srgbClr val="E7E6E6"/>
      </a:lt2>
      <a:accent1>
        <a:srgbClr val="F09899"/>
      </a:accent1>
      <a:accent2>
        <a:srgbClr val="E23233"/>
      </a:accent2>
      <a:accent3>
        <a:srgbClr val="9A0000"/>
      </a:accent3>
      <a:accent4>
        <a:srgbClr val="790000"/>
      </a:accent4>
      <a:accent5>
        <a:srgbClr val="E85E5E"/>
      </a:accent5>
      <a:accent6>
        <a:srgbClr val="CC0000"/>
      </a:accent6>
      <a:hlink>
        <a:srgbClr val="00499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anchor="ctr">
        <a:spAutoFit/>
      </a:bodyPr>
      <a:lstStyle>
        <a:defPPr algn="l" eaLnBrk="1" hangingPunct="1">
          <a:lnSpc>
            <a:spcPct val="130000"/>
          </a:lnSpc>
          <a:defRPr sz="1000" b="0" i="0" dirty="0">
            <a:solidFill>
              <a:srgbClr val="545454"/>
            </a:solidFill>
            <a:latin typeface="Noto Sans" panose="020B0502040504020204" pitchFamily="34" charset="0"/>
            <a:ea typeface="Noto Sans" panose="020B0502040504020204" pitchFamily="34" charset="0"/>
            <a:cs typeface="Noto Sans" panose="020B05020405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LongProperties xmlns="http://schemas.microsoft.com/office/2006/metadata/longProperties">
  <LongProp xmlns="" name="TaxCatchAll"><![CDATA[344;#NIL (None)|8e4d1919-2b5a-4f05-abe3-b8c25f98f717;#343;#NATO UNCLASSIFIED|1b3d0978-7640-41d8-b3ea-864a4166a0b6;#341;#English|d9b259e9-d7db-4f68-8266-56aec7f572e3;#351;#Temporary|2ee2f881-282c-4197-82fe-1797889fc6bc;#362;#None (Not Releasable)|823b1eb9-114a-4abb-aa37-1b41113bc11f;#497;#DCOS PLANS|de706593-fc14-42c5-bb68-8405b9d21e29;#350;#Draft|83d89378-a45e-4436-a8da-5ad00036b878;#902;#Presentation|cf678d5e-fea4-4938-8110-b295c736152d;#347;#JFC Naples|dba7ce8b-027a-4010-abf7-f33ef07c59cf;#346;#Real Life|bc043bd2-6e64-4a84-af17-70eb51bca170]]></LongProp>
</Long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TaxCatchAll xmlns="768ec260-3609-4363-825e-a27f12258866">
      <Value>5</Value>
      <Value>23</Value>
      <Value>1</Value>
    </TaxCatchAll>
    <lcf76f155ced4ddcb4097134ff3c332f xmlns="1c3fb4c2-0da0-4d0a-ba1a-d31282cddde4">
      <Terms xmlns="http://schemas.microsoft.com/office/infopath/2007/PartnerControls"/>
    </lcf76f155ced4ddcb4097134ff3c332f>
  </documentManagement>
</p:properties>
</file>

<file path=customXml/item4.xml><?xml version="1.0" encoding="utf-8"?>
<?mso-contentType ?>
<SharedContentType xmlns="Microsoft.SharePoint.Taxonomy.ContentTypeSync" SourceId="bfcf01e4-e1fb-46e8-a731-9c3aca02ba88" ContentTypeId="0x01010039A71C540D32C64F8F4B0FF66FB4CF5606" PreviousValue="false"/>
</file>

<file path=customXml/item5.xml><?xml version="1.0" encoding="utf-8"?>
<ct:contentTypeSchema xmlns:ct="http://schemas.microsoft.com/office/2006/metadata/contentType" xmlns:ma="http://schemas.microsoft.com/office/2006/metadata/properties/metaAttributes" ct:_="" ma:_="" ma:contentTypeName="Documento" ma:contentTypeID="0x01010065B27A65603CCE4286BCFAF569B13952" ma:contentTypeVersion="12" ma:contentTypeDescription="Criar um novo documento." ma:contentTypeScope="" ma:versionID="e8ed86e5e11f9f02dcb9587e66bef5b7">
  <xsd:schema xmlns:xsd="http://www.w3.org/2001/XMLSchema" xmlns:xs="http://www.w3.org/2001/XMLSchema" xmlns:p="http://schemas.microsoft.com/office/2006/metadata/properties" xmlns:ns2="1c3fb4c2-0da0-4d0a-ba1a-d31282cddde4" xmlns:ns3="768ec260-3609-4363-825e-a27f12258866" targetNamespace="http://schemas.microsoft.com/office/2006/metadata/properties" ma:root="true" ma:fieldsID="e12a2af26451616c9c41a45c543fea80" ns2:_="" ns3:_="">
    <xsd:import namespace="1c3fb4c2-0da0-4d0a-ba1a-d31282cddde4"/>
    <xsd:import namespace="768ec260-3609-4363-825e-a27f1225886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3fb4c2-0da0-4d0a-ba1a-d31282cddd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Etiquetas de Imagem" ma:readOnly="false" ma:fieldId="{5cf76f15-5ced-4ddc-b409-7134ff3c332f}" ma:taxonomyMulti="true" ma:sspId="f8f0716f-eab5-442c-b43b-7dcdbaec426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68ec260-3609-4363-825e-a27f12258866"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62ef64b-3660-49a0-8a9d-71bfcb2a4adc}" ma:internalName="TaxCatchAll" ma:showField="CatchAllData" ma:web="768ec260-3609-4363-825e-a27f1225886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1EA9AC-2318-4560-9472-09CB715C728B}">
  <ds:schemaRefs>
    <ds:schemaRef ds:uri="http://schemas.microsoft.com/office/2006/metadata/longProperties"/>
    <ds:schemaRef ds:uri=""/>
  </ds:schemaRefs>
</ds:datastoreItem>
</file>

<file path=customXml/itemProps2.xml><?xml version="1.0" encoding="utf-8"?>
<ds:datastoreItem xmlns:ds="http://schemas.openxmlformats.org/officeDocument/2006/customXml" ds:itemID="{1B029420-F834-41F9-8A34-54604B4A2471}">
  <ds:schemaRefs>
    <ds:schemaRef ds:uri="http://schemas.microsoft.com/sharepoint/v3/contenttype/forms"/>
  </ds:schemaRefs>
</ds:datastoreItem>
</file>

<file path=customXml/itemProps3.xml><?xml version="1.0" encoding="utf-8"?>
<ds:datastoreItem xmlns:ds="http://schemas.openxmlformats.org/officeDocument/2006/customXml" ds:itemID="{6BE76AD1-5052-41C4-ABEB-C93D02A41008}">
  <ds:schemaRefs>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http://purl.org/dc/terms/"/>
    <ds:schemaRef ds:uri="http://schemas.microsoft.com/office/infopath/2007/PartnerControls"/>
    <ds:schemaRef ds:uri="http://purl.org/dc/dcmitype/"/>
    <ds:schemaRef ds:uri="78daef6a-bd95-4920-aec1-14ca7a884267"/>
    <ds:schemaRef ds:uri="http://www.w3.org/XML/1998/namespace"/>
  </ds:schemaRefs>
</ds:datastoreItem>
</file>

<file path=customXml/itemProps4.xml><?xml version="1.0" encoding="utf-8"?>
<ds:datastoreItem xmlns:ds="http://schemas.openxmlformats.org/officeDocument/2006/customXml" ds:itemID="{02FECF06-67E0-4164-83CB-AE819276152E}">
  <ds:schemaRefs>
    <ds:schemaRef ds:uri="Microsoft.SharePoint.Taxonomy.ContentTypeSync"/>
  </ds:schemaRefs>
</ds:datastoreItem>
</file>

<file path=customXml/itemProps5.xml><?xml version="1.0" encoding="utf-8"?>
<ds:datastoreItem xmlns:ds="http://schemas.openxmlformats.org/officeDocument/2006/customXml" ds:itemID="{6CDBF65B-ACEB-43D2-83BC-4F3332BCA709}"/>
</file>

<file path=docProps/app.xml><?xml version="1.0" encoding="utf-8"?>
<Properties xmlns="http://schemas.openxmlformats.org/officeDocument/2006/extended-properties" xmlns:vt="http://schemas.openxmlformats.org/officeDocument/2006/docPropsVTypes">
  <TotalTime>10169</TotalTime>
  <Words>1735</Words>
  <Application>Microsoft Office PowerPoint</Application>
  <PresentationFormat>On-screen Show (16:9)</PresentationFormat>
  <Paragraphs>230</Paragraphs>
  <Slides>15</Slides>
  <Notes>13</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15</vt:i4>
      </vt:variant>
    </vt:vector>
  </HeadingPairs>
  <TitlesOfParts>
    <vt:vector size="29" baseType="lpstr">
      <vt:lpstr>Arial</vt:lpstr>
      <vt:lpstr>Calibri</vt:lpstr>
      <vt:lpstr>Courier New</vt:lpstr>
      <vt:lpstr>Franklin Gothic Book</vt:lpstr>
      <vt:lpstr>Garamond</vt:lpstr>
      <vt:lpstr>Noto Sans</vt:lpstr>
      <vt:lpstr>Noto Sans Armenian</vt:lpstr>
      <vt:lpstr>Noto Serif</vt:lpstr>
      <vt:lpstr>Orpheus Pro Medium</vt:lpstr>
      <vt:lpstr>Source Sans Pro</vt:lpstr>
      <vt:lpstr>Times New Roman</vt:lpstr>
      <vt:lpstr>Wingdings</vt:lpstr>
      <vt:lpstr>Default Design</vt:lpstr>
      <vt:lpstr>NATO Presentation template</vt:lpstr>
      <vt:lpstr>Who am I?</vt:lpstr>
      <vt:lpstr>PowerPoint Presentation</vt:lpstr>
      <vt:lpstr>  </vt:lpstr>
      <vt:lpstr>PowerPoint Presentation</vt:lpstr>
      <vt:lpstr>NATO’s Operational Force Commanders</vt:lpstr>
      <vt:lpstr>Our focus is on:</vt:lpstr>
      <vt:lpstr>Our responsibility  Plan, prepare and conduct operations across all domains </vt:lpstr>
      <vt:lpstr>JFCNP Focus </vt:lpstr>
      <vt:lpstr>PowerPoint Presentation</vt:lpstr>
      <vt:lpstr>J4 ORGANISATION, ROLES AND RESPONSIBILITIES</vt:lpstr>
      <vt:lpstr>J4 Organizational structure</vt:lpstr>
      <vt:lpstr>J4 Roles and Responsibilities</vt:lpstr>
      <vt:lpstr>J4 Big Rocks </vt:lpstr>
      <vt:lpstr>NATO Support and Procurement Agency (NSPA)</vt:lpstr>
      <vt:lpstr>Q &amp; A?</vt:lpstr>
    </vt:vector>
  </TitlesOfParts>
  <Company>NATO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Template</dc:title>
  <dc:creator>JFCNP PLANS MA CONLAN P OF-4</dc:creator>
  <cp:keywords/>
  <cp:lastModifiedBy>De Waal, Johannes (OF-3, NLD-A)</cp:lastModifiedBy>
  <cp:revision>101</cp:revision>
  <dcterms:created xsi:type="dcterms:W3CDTF">2011-06-24T11:41:35Z</dcterms:created>
  <dcterms:modified xsi:type="dcterms:W3CDTF">2023-02-26T14:29:28Z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askerTracker_Serial">
    <vt:lpwstr>J9 - Regional Focus</vt:lpwstr>
  </property>
  <property fmtid="{D5CDD505-2E9C-101B-9397-08002B2CF9AE}" pid="3" name="TaskerTracker_CaseScope">
    <vt:lpwstr>1 Final Product</vt:lpwstr>
  </property>
  <property fmtid="{D5CDD505-2E9C-101B-9397-08002B2CF9AE}" pid="4" name="ContentType">
    <vt:lpwstr>TaskerDocument</vt:lpwstr>
  </property>
  <property fmtid="{D5CDD505-2E9C-101B-9397-08002B2CF9AE}" pid="5" name="TaskerTracker_Status5">
    <vt:lpwstr>Released</vt:lpwstr>
  </property>
  <property fmtid="{D5CDD505-2E9C-101B-9397-08002B2CF9AE}" pid="6" name="m732ff356c2542d5850e252be1755ef7">
    <vt:lpwstr>English|d9b259e9-d7db-4f68-8266-56aec7f572e3</vt:lpwstr>
  </property>
  <property fmtid="{D5CDD505-2E9C-101B-9397-08002B2CF9AE}" pid="7" name="mbd36234df274d6f966d4a83dd8639b8">
    <vt:lpwstr>DCOS PLANS|de706593-fc14-42c5-bb68-8405b9d21e29</vt:lpwstr>
  </property>
  <property fmtid="{D5CDD505-2E9C-101B-9397-08002B2CF9AE}" pid="8" name="a863b4fa7f034d968a4bc4d4a8c397b7">
    <vt:lpwstr>JFC Naples|dba7ce8b-027a-4010-abf7-f33ef07c59cf</vt:lpwstr>
  </property>
  <property fmtid="{D5CDD505-2E9C-101B-9397-08002B2CF9AE}" pid="9" name="cb5bdcd90eaf4f7284010d91cfe66f0c">
    <vt:lpwstr>None (Not Releasable)|823b1eb9-114a-4abb-aa37-1b41113bc11f</vt:lpwstr>
  </property>
  <property fmtid="{D5CDD505-2E9C-101B-9397-08002B2CF9AE}" pid="10" name="o8531f833ad645b488c10f050316d8bb">
    <vt:lpwstr>Draft|83d89378-a45e-4436-a8da-5ad00036b878</vt:lpwstr>
  </property>
  <property fmtid="{D5CDD505-2E9C-101B-9397-08002B2CF9AE}" pid="11" name="p337ee2c87c945658007293e00dd4e0e">
    <vt:lpwstr>Temporary|2ee2f881-282c-4197-82fe-1797889fc6bc</vt:lpwstr>
  </property>
  <property fmtid="{D5CDD505-2E9C-101B-9397-08002B2CF9AE}" pid="12" name="Lines of Operation">
    <vt:lpwstr>346;#Real Life|bc043bd2-6e64-4a84-af17-70eb51bca170</vt:lpwstr>
  </property>
  <property fmtid="{D5CDD505-2E9C-101B-9397-08002B2CF9AE}" pid="13" name="Originating Command">
    <vt:lpwstr>347;#JFC Naples|dba7ce8b-027a-4010-abf7-f33ef07c59cf</vt:lpwstr>
  </property>
  <property fmtid="{D5CDD505-2E9C-101B-9397-08002B2CF9AE}" pid="14" name="TaxKeyword">
    <vt:lpwstr/>
  </property>
  <property fmtid="{D5CDD505-2E9C-101B-9397-08002B2CF9AE}" pid="15" name="Authority Date">
    <vt:lpwstr>2013-05-10T13:00:00Z</vt:lpwstr>
  </property>
  <property fmtid="{D5CDD505-2E9C-101B-9397-08002B2CF9AE}" pid="16" name="Releasability Marking">
    <vt:lpwstr>362;#None (Not Releasable)|823b1eb9-114a-4abb-aa37-1b41113bc11f</vt:lpwstr>
  </property>
  <property fmtid="{D5CDD505-2E9C-101B-9397-08002B2CF9AE}" pid="17" name="Administrative Markings">
    <vt:lpwstr>344;#NIL (None)|8e4d1919-2b5a-4f05-abe3-b8c25f98f717</vt:lpwstr>
  </property>
  <property fmtid="{D5CDD505-2E9C-101B-9397-08002B2CF9AE}" pid="18" name="Document Status">
    <vt:lpwstr>350;#Draft|83d89378-a45e-4436-a8da-5ad00036b878</vt:lpwstr>
  </property>
  <property fmtid="{D5CDD505-2E9C-101B-9397-08002B2CF9AE}" pid="19" name="Value1">
    <vt:lpwstr>351;#Temporary|2ee2f881-282c-4197-82fe-1797889fc6bc</vt:lpwstr>
  </property>
  <property fmtid="{D5CDD505-2E9C-101B-9397-08002B2CF9AE}" pid="20" name="Signatory or Authority">
    <vt:lpwstr>497;#DCOS PLANS|de706593-fc14-42c5-bb68-8405b9d21e29</vt:lpwstr>
  </property>
  <property fmtid="{D5CDD505-2E9C-101B-9397-08002B2CF9AE}" pid="21" name="Security Classification">
    <vt:lpwstr>343;#NATO UNCLASSIFIED|1b3d0978-7640-41d8-b3ea-864a4166a0b6</vt:lpwstr>
  </property>
  <property fmtid="{D5CDD505-2E9C-101B-9397-08002B2CF9AE}" pid="22" name="Document Type">
    <vt:lpwstr>902;#Presentation|cf678d5e-fea4-4938-8110-b295c736152d</vt:lpwstr>
  </property>
  <property fmtid="{D5CDD505-2E9C-101B-9397-08002B2CF9AE}" pid="23" name="Language1">
    <vt:lpwstr>341;#English|d9b259e9-d7db-4f68-8266-56aec7f572e3</vt:lpwstr>
  </property>
  <property fmtid="{D5CDD505-2E9C-101B-9397-08002B2CF9AE}" pid="24" name="_dlc_DocIdItemGuid">
    <vt:lpwstr>7b93c9a3-c2b5-4e11-99bf-401a9c71a906</vt:lpwstr>
  </property>
  <property fmtid="{D5CDD505-2E9C-101B-9397-08002B2CF9AE}" pid="25" name="ContentTypeId">
    <vt:lpwstr>0x01010065B27A65603CCE4286BCFAF569B13952</vt:lpwstr>
  </property>
  <property fmtid="{D5CDD505-2E9C-101B-9397-08002B2CF9AE}" pid="26" name="e566201337e84e8482c0bd79c10c5eb9">
    <vt:lpwstr/>
  </property>
  <property fmtid="{D5CDD505-2E9C-101B-9397-08002B2CF9AE}" pid="27" name="ja861038db04429795c6f9328c36c8f3">
    <vt:lpwstr>Presentationcf678d5e-fea4-4938-8110-b295c736152d</vt:lpwstr>
  </property>
  <property fmtid="{D5CDD505-2E9C-101B-9397-08002B2CF9AE}" pid="28" name="hb42f31f8b93484daadd86dfe21353b1">
    <vt:lpwstr>Real Lifebc043bd2-6e64-4a84-af17-70eb51bca170</vt:lpwstr>
  </property>
  <property fmtid="{D5CDD505-2E9C-101B-9397-08002B2CF9AE}" pid="29" name="af46a4d36ca84c66930475b7d9cc1995">
    <vt:lpwstr>NIL (None)8e4d1919-2b5a-4f05-abe3-b8c25f98f717</vt:lpwstr>
  </property>
  <property fmtid="{D5CDD505-2E9C-101B-9397-08002B2CF9AE}" pid="30" name="h1934a98d9c4409d82de1dfa4da8f913">
    <vt:lpwstr>NATO UNCLASSIFIED1b3d0978-7640-41d8-b3ea-864a4166a0b6</vt:lpwstr>
  </property>
  <property fmtid="{D5CDD505-2E9C-101B-9397-08002B2CF9AE}" pid="31" name="l0747408bd894edd94972b34c84de142">
    <vt:lpwstr/>
  </property>
  <property fmtid="{D5CDD505-2E9C-101B-9397-08002B2CF9AE}" pid="32" name="_dlc_DocId">
    <vt:lpwstr>JFCNP-263-60</vt:lpwstr>
  </property>
  <property fmtid="{D5CDD505-2E9C-101B-9397-08002B2CF9AE}" pid="33" name="jf33ae2b53b24a7ebda7f269a151233a">
    <vt:lpwstr/>
  </property>
  <property fmtid="{D5CDD505-2E9C-101B-9397-08002B2CF9AE}" pid="34" name="TaxCatchAll">
    <vt:lpwstr>344343341351362497350902347346</vt:lpwstr>
  </property>
  <property fmtid="{D5CDD505-2E9C-101B-9397-08002B2CF9AE}" pid="35" name="_dlc_DocIdUrl">
    <vt:lpwstr>http://intranet.jfcnp.nato.int/DCOS PLANS/DCOS Plans Office/_layouts/DocIdRedir.aspx?ID=JFCNP-263-60JFCNP-263-60</vt:lpwstr>
  </property>
  <property fmtid="{D5CDD505-2E9C-101B-9397-08002B2CF9AE}" pid="36" name="TaxKeywordTaxHTField">
    <vt:lpwstr/>
  </property>
  <property fmtid="{D5CDD505-2E9C-101B-9397-08002B2CF9AE}" pid="37" name="ncmsAdministrativeMarking">
    <vt:lpwstr/>
  </property>
  <property fmtid="{D5CDD505-2E9C-101B-9397-08002B2CF9AE}" pid="38" name="edmsReceivedFromCommand">
    <vt:lpwstr/>
  </property>
  <property fmtid="{D5CDD505-2E9C-101B-9397-08002B2CF9AE}" pid="39" name="ncmsSource">
    <vt:lpwstr>23;#J4|e8bd31a1-32cd-4eaf-b929-516598620cd5</vt:lpwstr>
  </property>
  <property fmtid="{D5CDD505-2E9C-101B-9397-08002B2CF9AE}" pid="40" name="ncmsReleasabilityMarking">
    <vt:lpwstr/>
  </property>
  <property fmtid="{D5CDD505-2E9C-101B-9397-08002B2CF9AE}" pid="41" name="ncmsPlaceName">
    <vt:lpwstr>5;#JFCNP|021f6aad-fffa-4354-b77c-8cc065d725c9</vt:lpwstr>
  </property>
  <property fmtid="{D5CDD505-2E9C-101B-9397-08002B2CF9AE}" pid="42" name="ncmsSecurityClassification">
    <vt:lpwstr>1;#NATO UNCLASSIFIED|c75d2541-5dae-475f-815e-52966575c614</vt:lpwstr>
  </property>
  <property fmtid="{D5CDD505-2E9C-101B-9397-08002B2CF9AE}" pid="43" name="nipDepartmentsPublishing">
    <vt:lpwstr/>
  </property>
  <property fmtid="{D5CDD505-2E9C-101B-9397-08002B2CF9AE}" pid="44" name="ncmsRegion">
    <vt:lpwstr/>
  </property>
  <property fmtid="{D5CDD505-2E9C-101B-9397-08002B2CF9AE}" pid="45" name="DHS Caveat MM">
    <vt:lpwstr/>
  </property>
  <property fmtid="{D5CDD505-2E9C-101B-9397-08002B2CF9AE}" pid="46" name="edmsTopic">
    <vt:lpwstr/>
  </property>
</Properties>
</file>