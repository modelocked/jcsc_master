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3.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9"/>
    <p:sldMasterId id="2147483703" r:id="rId10"/>
    <p:sldMasterId id="2147483750" r:id="rId11"/>
    <p:sldMasterId id="2147483779" r:id="rId12"/>
  </p:sldMasterIdLst>
  <p:notesMasterIdLst>
    <p:notesMasterId r:id="rId38"/>
  </p:notesMasterIdLst>
  <p:sldIdLst>
    <p:sldId id="301" r:id="rId13"/>
    <p:sldId id="264" r:id="rId14"/>
    <p:sldId id="269" r:id="rId15"/>
    <p:sldId id="270" r:id="rId16"/>
    <p:sldId id="349" r:id="rId17"/>
    <p:sldId id="353" r:id="rId18"/>
    <p:sldId id="354" r:id="rId19"/>
    <p:sldId id="304" r:id="rId20"/>
    <p:sldId id="273" r:id="rId21"/>
    <p:sldId id="295" r:id="rId22"/>
    <p:sldId id="300" r:id="rId23"/>
    <p:sldId id="302" r:id="rId24"/>
    <p:sldId id="303" r:id="rId25"/>
    <p:sldId id="514" r:id="rId26"/>
    <p:sldId id="361" r:id="rId27"/>
    <p:sldId id="513" r:id="rId28"/>
    <p:sldId id="511" r:id="rId29"/>
    <p:sldId id="509" r:id="rId30"/>
    <p:sldId id="358" r:id="rId31"/>
    <p:sldId id="512" r:id="rId32"/>
    <p:sldId id="359" r:id="rId33"/>
    <p:sldId id="515" r:id="rId34"/>
    <p:sldId id="364" r:id="rId35"/>
    <p:sldId id="357" r:id="rId36"/>
    <p:sldId id="288" r:id="rId37"/>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RC PHQ SP DIV CuOPS BSM SO2" initials="APSDCBS" lastIdx="1" clrIdx="0">
    <p:extLst>
      <p:ext uri="{19B8F6BF-5375-455C-9EA6-DF929625EA0E}">
        <p15:presenceInfo xmlns:p15="http://schemas.microsoft.com/office/powerpoint/2012/main" userId="S-1-5-21-82021570-2966472578-738845562-12284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20" autoAdjust="0"/>
    <p:restoredTop sz="87907" autoAdjust="0"/>
  </p:normalViewPr>
  <p:slideViewPr>
    <p:cSldViewPr>
      <p:cViewPr>
        <p:scale>
          <a:sx n="60" d="100"/>
          <a:sy n="60" d="100"/>
        </p:scale>
        <p:origin x="932" y="192"/>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61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commentAuthors" Target="commentAuthors.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theme" Target="theme/theme1.xml"/><Relationship Id="rId7" Type="http://schemas.openxmlformats.org/officeDocument/2006/relationships/customXml" Target="../customXml/item7.xml"/><Relationship Id="rId12" Type="http://schemas.openxmlformats.org/officeDocument/2006/relationships/slideMaster" Target="slideMasters/slideMaster4.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viewProps" Target="viewProps.xml"/><Relationship Id="rId1" Type="http://schemas.openxmlformats.org/officeDocument/2006/relationships/customXml" Target="../customXml/item1.xml"/><Relationship Id="rId40" Type="http://schemas.openxmlformats.org/officeDocument/2006/relationships/presProps" Target="presProps.xml"/><Relationship Id="rId11" Type="http://schemas.openxmlformats.org/officeDocument/2006/relationships/slideMaster" Target="slideMasters/slideMaster3.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36" Type="http://schemas.openxmlformats.org/officeDocument/2006/relationships/slide" Target="slides/slide24.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2.xml"/><Relationship Id="rId19" Type="http://schemas.openxmlformats.org/officeDocument/2006/relationships/slide" Target="slides/slide7.xml"/><Relationship Id="rId31" Type="http://schemas.openxmlformats.org/officeDocument/2006/relationships/slide" Target="slides/slide19.xml"/><Relationship Id="rId43" Type="http://schemas.openxmlformats.org/officeDocument/2006/relationships/tableStyles" Target="tableStyles.xml"/><Relationship Id="rId9" Type="http://schemas.openxmlformats.org/officeDocument/2006/relationships/slideMaster" Target="slideMasters/slideMaster1.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Users\cssg1persopsso2\Desktop\20150819_NR_SpDiv_Manning-Pie-Chart.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view3D>
      <c:rotX val="30"/>
      <c:rotY val="0"/>
      <c:rAngAx val="0"/>
    </c:view3D>
    <c:floor>
      <c:thickness val="0"/>
    </c:floor>
    <c:sideWall>
      <c:thickness val="0"/>
    </c:sideWall>
    <c:backWall>
      <c:thickness val="0"/>
    </c:backWall>
    <c:plotArea>
      <c:layout>
        <c:manualLayout>
          <c:layoutTarget val="inner"/>
          <c:xMode val="edge"/>
          <c:yMode val="edge"/>
          <c:x val="4.8019818401215032E-2"/>
          <c:y val="4.4813517065545462E-2"/>
          <c:w val="0.95198018159878495"/>
          <c:h val="0.91037296586890903"/>
        </c:manualLayout>
      </c:layout>
      <c:pie3DChart>
        <c:varyColors val="1"/>
        <c:dLbls>
          <c:showLegendKey val="0"/>
          <c:showVal val="0"/>
          <c:showCatName val="0"/>
          <c:showSerName val="0"/>
          <c:showPercent val="0"/>
          <c:showBubbleSize val="0"/>
          <c:showLeaderLines val="0"/>
        </c:dLbls>
      </c:pie3DChart>
      <c:spPr>
        <a:ln>
          <a:noFill/>
        </a:ln>
      </c:spPr>
    </c:plotArea>
    <c:plotVisOnly val="1"/>
    <c:dispBlanksAs val="zero"/>
    <c:showDLblsOverMax val="0"/>
  </c:chart>
  <c:spPr>
    <a:ln>
      <a:noFill/>
    </a:ln>
  </c:spPr>
  <c:externalData r:id="rId2">
    <c:autoUpdate val="0"/>
  </c:externalData>
  <c:userShapes r:id="rId3"/>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E8569C-0166-486E-B2F0-F67866AF48C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ES"/>
        </a:p>
      </dgm:t>
    </dgm:pt>
    <dgm:pt modelId="{5F226EC7-194F-40D5-AB57-311691C1D903}">
      <dgm:prSet phldrT="[Texto]"/>
      <dgm:spPr/>
      <dgm:t>
        <a:bodyPr/>
        <a:lstStyle/>
        <a:p>
          <a:r>
            <a:rPr lang="es-ES" dirty="0"/>
            <a:t>ARRC</a:t>
          </a:r>
        </a:p>
      </dgm:t>
    </dgm:pt>
    <dgm:pt modelId="{3BABFA45-A5AB-4583-A87F-48F2705335CB}" type="parTrans" cxnId="{9FF8489F-FFB4-4C42-A02C-194ACAE7AE06}">
      <dgm:prSet/>
      <dgm:spPr/>
      <dgm:t>
        <a:bodyPr/>
        <a:lstStyle/>
        <a:p>
          <a:endParaRPr lang="es-ES"/>
        </a:p>
      </dgm:t>
    </dgm:pt>
    <dgm:pt modelId="{255A8022-FB02-4F5D-A5BD-548B1BEABDB8}" type="sibTrans" cxnId="{9FF8489F-FFB4-4C42-A02C-194ACAE7AE06}">
      <dgm:prSet/>
      <dgm:spPr/>
      <dgm:t>
        <a:bodyPr/>
        <a:lstStyle/>
        <a:p>
          <a:endParaRPr lang="es-ES"/>
        </a:p>
      </dgm:t>
    </dgm:pt>
    <dgm:pt modelId="{D75AE66F-BC52-4F2E-A8A8-15047F16D6A1}" type="asst">
      <dgm:prSet phldrT="[Texto]" custT="1"/>
      <dgm:spPr/>
      <dgm:t>
        <a:bodyPr/>
        <a:lstStyle/>
        <a:p>
          <a:r>
            <a:rPr lang="es-ES" sz="3200" dirty="0"/>
            <a:t>HQ</a:t>
          </a:r>
        </a:p>
      </dgm:t>
    </dgm:pt>
    <dgm:pt modelId="{B49AA975-0E64-4DF2-96BC-B7F53659B8B2}" type="parTrans" cxnId="{7CF417C0-4134-41F1-9BB4-DF3EEC8A6DCA}">
      <dgm:prSet/>
      <dgm:spPr/>
      <dgm:t>
        <a:bodyPr/>
        <a:lstStyle/>
        <a:p>
          <a:endParaRPr lang="es-ES"/>
        </a:p>
      </dgm:t>
    </dgm:pt>
    <dgm:pt modelId="{8322BC5C-872C-4F87-8E93-808611C96E22}" type="sibTrans" cxnId="{7CF417C0-4134-41F1-9BB4-DF3EEC8A6DCA}">
      <dgm:prSet/>
      <dgm:spPr/>
      <dgm:t>
        <a:bodyPr/>
        <a:lstStyle/>
        <a:p>
          <a:endParaRPr lang="es-ES"/>
        </a:p>
      </dgm:t>
    </dgm:pt>
    <dgm:pt modelId="{4E4D2CC1-49C1-4F21-B70E-24B99BF29470}">
      <dgm:prSet phldrT="[Texto]"/>
      <dgm:spPr/>
      <dgm:t>
        <a:bodyPr/>
        <a:lstStyle/>
        <a:p>
          <a:r>
            <a:rPr lang="es-ES" dirty="0"/>
            <a:t>DIV</a:t>
          </a:r>
        </a:p>
      </dgm:t>
    </dgm:pt>
    <dgm:pt modelId="{A2F92C4E-BD1E-4507-BC5A-C06897407A1C}" type="parTrans" cxnId="{E8B564AC-8DBA-4C86-A743-05044EA8203D}">
      <dgm:prSet/>
      <dgm:spPr/>
      <dgm:t>
        <a:bodyPr/>
        <a:lstStyle/>
        <a:p>
          <a:endParaRPr lang="es-ES"/>
        </a:p>
      </dgm:t>
    </dgm:pt>
    <dgm:pt modelId="{ECA1AF26-3226-4E3C-9A0C-584004EB44AB}" type="sibTrans" cxnId="{E8B564AC-8DBA-4C86-A743-05044EA8203D}">
      <dgm:prSet/>
      <dgm:spPr/>
      <dgm:t>
        <a:bodyPr/>
        <a:lstStyle/>
        <a:p>
          <a:endParaRPr lang="es-ES"/>
        </a:p>
      </dgm:t>
    </dgm:pt>
    <dgm:pt modelId="{BFC612D6-4C06-47FE-860C-5EA351CEDFFD}">
      <dgm:prSet phldrT="[Texto]"/>
      <dgm:spPr/>
      <dgm:t>
        <a:bodyPr/>
        <a:lstStyle/>
        <a:p>
          <a:r>
            <a:rPr lang="es-ES" dirty="0"/>
            <a:t>DIV</a:t>
          </a:r>
        </a:p>
      </dgm:t>
    </dgm:pt>
    <dgm:pt modelId="{2C75B2A5-E868-4365-8443-98729F831BAC}" type="parTrans" cxnId="{198774E0-BF31-4107-B64F-1C8A53B488C7}">
      <dgm:prSet/>
      <dgm:spPr/>
      <dgm:t>
        <a:bodyPr/>
        <a:lstStyle/>
        <a:p>
          <a:endParaRPr lang="es-ES"/>
        </a:p>
      </dgm:t>
    </dgm:pt>
    <dgm:pt modelId="{9B5ECD71-1322-4166-BA31-D2833842EA92}" type="sibTrans" cxnId="{198774E0-BF31-4107-B64F-1C8A53B488C7}">
      <dgm:prSet/>
      <dgm:spPr/>
      <dgm:t>
        <a:bodyPr/>
        <a:lstStyle/>
        <a:p>
          <a:endParaRPr lang="es-ES"/>
        </a:p>
      </dgm:t>
    </dgm:pt>
    <dgm:pt modelId="{306BDCFC-914E-4C2D-AE42-8AE6B24AC1B8}">
      <dgm:prSet phldrT="[Texto]"/>
      <dgm:spPr/>
      <dgm:t>
        <a:bodyPr/>
        <a:lstStyle/>
        <a:p>
          <a:r>
            <a:rPr lang="es-ES" dirty="0"/>
            <a:t>DIV</a:t>
          </a:r>
        </a:p>
      </dgm:t>
    </dgm:pt>
    <dgm:pt modelId="{BA7346B3-1D4A-43E1-8D79-C6F3D1F8B8FB}" type="parTrans" cxnId="{D184B6B7-2A48-4BD7-B20E-ADD616FF61FC}">
      <dgm:prSet/>
      <dgm:spPr/>
      <dgm:t>
        <a:bodyPr/>
        <a:lstStyle/>
        <a:p>
          <a:endParaRPr lang="es-ES"/>
        </a:p>
      </dgm:t>
    </dgm:pt>
    <dgm:pt modelId="{456C9679-607C-4340-9FC0-60A307267DC4}" type="sibTrans" cxnId="{D184B6B7-2A48-4BD7-B20E-ADD616FF61FC}">
      <dgm:prSet/>
      <dgm:spPr/>
      <dgm:t>
        <a:bodyPr/>
        <a:lstStyle/>
        <a:p>
          <a:endParaRPr lang="es-ES"/>
        </a:p>
      </dgm:t>
    </dgm:pt>
    <dgm:pt modelId="{27C68C4B-BAD3-4568-BB14-E89F643172A1}" type="asst">
      <dgm:prSet phldrT="[Texto]"/>
      <dgm:spPr/>
      <dgm:t>
        <a:bodyPr/>
        <a:lstStyle/>
        <a:p>
          <a:r>
            <a:rPr lang="es-ES" dirty="0"/>
            <a:t>CORPS TROOPS</a:t>
          </a:r>
        </a:p>
      </dgm:t>
    </dgm:pt>
    <dgm:pt modelId="{0E63F48B-FEAF-4CEF-8DA2-4B097C181924}" type="parTrans" cxnId="{3E8E2AD8-67ED-4E8E-AE54-97FD0B6CAEB4}">
      <dgm:prSet/>
      <dgm:spPr/>
      <dgm:t>
        <a:bodyPr/>
        <a:lstStyle/>
        <a:p>
          <a:endParaRPr lang="es-ES"/>
        </a:p>
      </dgm:t>
    </dgm:pt>
    <dgm:pt modelId="{1C1EC431-26B1-4325-816C-C6A2D27CD164}" type="sibTrans" cxnId="{3E8E2AD8-67ED-4E8E-AE54-97FD0B6CAEB4}">
      <dgm:prSet/>
      <dgm:spPr/>
      <dgm:t>
        <a:bodyPr/>
        <a:lstStyle/>
        <a:p>
          <a:endParaRPr lang="es-ES"/>
        </a:p>
      </dgm:t>
    </dgm:pt>
    <dgm:pt modelId="{4AA50BFF-26C8-40AE-B640-CD0A6E123649}" type="pres">
      <dgm:prSet presAssocID="{ECE8569C-0166-486E-B2F0-F67866AF48C3}" presName="hierChild1" presStyleCnt="0">
        <dgm:presLayoutVars>
          <dgm:orgChart val="1"/>
          <dgm:chPref val="1"/>
          <dgm:dir/>
          <dgm:animOne val="branch"/>
          <dgm:animLvl val="lvl"/>
          <dgm:resizeHandles/>
        </dgm:presLayoutVars>
      </dgm:prSet>
      <dgm:spPr/>
    </dgm:pt>
    <dgm:pt modelId="{230FAC9D-8D31-40EA-8279-183ED7FB0691}" type="pres">
      <dgm:prSet presAssocID="{5F226EC7-194F-40D5-AB57-311691C1D903}" presName="hierRoot1" presStyleCnt="0">
        <dgm:presLayoutVars>
          <dgm:hierBranch val="init"/>
        </dgm:presLayoutVars>
      </dgm:prSet>
      <dgm:spPr/>
    </dgm:pt>
    <dgm:pt modelId="{7BC0C4FD-FE6F-41C0-8DB5-40A5A3343E94}" type="pres">
      <dgm:prSet presAssocID="{5F226EC7-194F-40D5-AB57-311691C1D903}" presName="rootComposite1" presStyleCnt="0"/>
      <dgm:spPr/>
    </dgm:pt>
    <dgm:pt modelId="{1311ECFE-1896-41D3-B3AD-5208A948E237}" type="pres">
      <dgm:prSet presAssocID="{5F226EC7-194F-40D5-AB57-311691C1D903}" presName="rootText1" presStyleLbl="node0" presStyleIdx="0" presStyleCnt="2">
        <dgm:presLayoutVars>
          <dgm:chPref val="3"/>
        </dgm:presLayoutVars>
      </dgm:prSet>
      <dgm:spPr/>
    </dgm:pt>
    <dgm:pt modelId="{BC2C54B5-E07F-47D9-913A-BAA126FD3DA6}" type="pres">
      <dgm:prSet presAssocID="{5F226EC7-194F-40D5-AB57-311691C1D903}" presName="rootConnector1" presStyleLbl="node1" presStyleIdx="0" presStyleCnt="0"/>
      <dgm:spPr/>
    </dgm:pt>
    <dgm:pt modelId="{1709811A-1DCF-4778-AC9B-15875A2F1734}" type="pres">
      <dgm:prSet presAssocID="{5F226EC7-194F-40D5-AB57-311691C1D903}" presName="hierChild2" presStyleCnt="0"/>
      <dgm:spPr/>
    </dgm:pt>
    <dgm:pt modelId="{93A622B7-2C7B-432C-BDA7-F6846D6D2EF2}" type="pres">
      <dgm:prSet presAssocID="{A2F92C4E-BD1E-4507-BC5A-C06897407A1C}" presName="Name37" presStyleLbl="parChTrans1D2" presStyleIdx="0" presStyleCnt="4"/>
      <dgm:spPr/>
    </dgm:pt>
    <dgm:pt modelId="{257E5095-6C2D-4703-BC5F-7845ADFF861B}" type="pres">
      <dgm:prSet presAssocID="{4E4D2CC1-49C1-4F21-B70E-24B99BF29470}" presName="hierRoot2" presStyleCnt="0">
        <dgm:presLayoutVars>
          <dgm:hierBranch val="init"/>
        </dgm:presLayoutVars>
      </dgm:prSet>
      <dgm:spPr/>
    </dgm:pt>
    <dgm:pt modelId="{333361B9-32E6-4F3B-86A4-FC36115C08AA}" type="pres">
      <dgm:prSet presAssocID="{4E4D2CC1-49C1-4F21-B70E-24B99BF29470}" presName="rootComposite" presStyleCnt="0"/>
      <dgm:spPr/>
    </dgm:pt>
    <dgm:pt modelId="{D4449401-9799-424E-A955-34C072C70782}" type="pres">
      <dgm:prSet presAssocID="{4E4D2CC1-49C1-4F21-B70E-24B99BF29470}" presName="rootText" presStyleLbl="node2" presStyleIdx="0" presStyleCnt="3" custLinFactX="-59" custLinFactNeighborX="-100000">
        <dgm:presLayoutVars>
          <dgm:chPref val="3"/>
        </dgm:presLayoutVars>
      </dgm:prSet>
      <dgm:spPr/>
    </dgm:pt>
    <dgm:pt modelId="{A7077904-6555-4C16-AC2E-5C6E82334615}" type="pres">
      <dgm:prSet presAssocID="{4E4D2CC1-49C1-4F21-B70E-24B99BF29470}" presName="rootConnector" presStyleLbl="node2" presStyleIdx="0" presStyleCnt="3"/>
      <dgm:spPr/>
    </dgm:pt>
    <dgm:pt modelId="{48D169ED-48B9-4FCA-8D8B-DD3B509E0462}" type="pres">
      <dgm:prSet presAssocID="{4E4D2CC1-49C1-4F21-B70E-24B99BF29470}" presName="hierChild4" presStyleCnt="0"/>
      <dgm:spPr/>
    </dgm:pt>
    <dgm:pt modelId="{D0475449-9F35-41EA-BF8D-8E653FAF898D}" type="pres">
      <dgm:prSet presAssocID="{4E4D2CC1-49C1-4F21-B70E-24B99BF29470}" presName="hierChild5" presStyleCnt="0"/>
      <dgm:spPr/>
    </dgm:pt>
    <dgm:pt modelId="{965A56EE-1CD5-44E5-B552-D9180BE92CAE}" type="pres">
      <dgm:prSet presAssocID="{2C75B2A5-E868-4365-8443-98729F831BAC}" presName="Name37" presStyleLbl="parChTrans1D2" presStyleIdx="1" presStyleCnt="4"/>
      <dgm:spPr/>
    </dgm:pt>
    <dgm:pt modelId="{D9D90497-E620-43C5-973A-91FA9992446F}" type="pres">
      <dgm:prSet presAssocID="{BFC612D6-4C06-47FE-860C-5EA351CEDFFD}" presName="hierRoot2" presStyleCnt="0">
        <dgm:presLayoutVars>
          <dgm:hierBranch val="init"/>
        </dgm:presLayoutVars>
      </dgm:prSet>
      <dgm:spPr/>
    </dgm:pt>
    <dgm:pt modelId="{43EA6BC1-EB49-4AB3-9D04-A26C58FB0FD3}" type="pres">
      <dgm:prSet presAssocID="{BFC612D6-4C06-47FE-860C-5EA351CEDFFD}" presName="rootComposite" presStyleCnt="0"/>
      <dgm:spPr/>
    </dgm:pt>
    <dgm:pt modelId="{478F55D1-D09A-4B8C-AC14-F97A5AA89EC0}" type="pres">
      <dgm:prSet presAssocID="{BFC612D6-4C06-47FE-860C-5EA351CEDFFD}" presName="rootText" presStyleLbl="node2" presStyleIdx="1" presStyleCnt="3">
        <dgm:presLayoutVars>
          <dgm:chPref val="3"/>
        </dgm:presLayoutVars>
      </dgm:prSet>
      <dgm:spPr/>
    </dgm:pt>
    <dgm:pt modelId="{123CC8D7-7111-4A7C-94E2-C2791326C7B5}" type="pres">
      <dgm:prSet presAssocID="{BFC612D6-4C06-47FE-860C-5EA351CEDFFD}" presName="rootConnector" presStyleLbl="node2" presStyleIdx="1" presStyleCnt="3"/>
      <dgm:spPr/>
    </dgm:pt>
    <dgm:pt modelId="{1D49BF14-C227-4C09-98DB-794CC9FD0A15}" type="pres">
      <dgm:prSet presAssocID="{BFC612D6-4C06-47FE-860C-5EA351CEDFFD}" presName="hierChild4" presStyleCnt="0"/>
      <dgm:spPr/>
    </dgm:pt>
    <dgm:pt modelId="{3B07E03D-7ADE-4630-8185-B3C474B523EB}" type="pres">
      <dgm:prSet presAssocID="{BFC612D6-4C06-47FE-860C-5EA351CEDFFD}" presName="hierChild5" presStyleCnt="0"/>
      <dgm:spPr/>
    </dgm:pt>
    <dgm:pt modelId="{1D7DADD1-E999-4621-B682-BA1D7F9CCBE8}" type="pres">
      <dgm:prSet presAssocID="{BA7346B3-1D4A-43E1-8D79-C6F3D1F8B8FB}" presName="Name37" presStyleLbl="parChTrans1D2" presStyleIdx="2" presStyleCnt="4"/>
      <dgm:spPr/>
    </dgm:pt>
    <dgm:pt modelId="{3F3A972B-A4FB-4D1D-A986-2CC73731A425}" type="pres">
      <dgm:prSet presAssocID="{306BDCFC-914E-4C2D-AE42-8AE6B24AC1B8}" presName="hierRoot2" presStyleCnt="0">
        <dgm:presLayoutVars>
          <dgm:hierBranch val="init"/>
        </dgm:presLayoutVars>
      </dgm:prSet>
      <dgm:spPr/>
    </dgm:pt>
    <dgm:pt modelId="{D3D3A356-0D54-4091-8254-545AF1EC7BEE}" type="pres">
      <dgm:prSet presAssocID="{306BDCFC-914E-4C2D-AE42-8AE6B24AC1B8}" presName="rootComposite" presStyleCnt="0"/>
      <dgm:spPr/>
    </dgm:pt>
    <dgm:pt modelId="{A771ED51-0A8E-41D7-80C8-CACDEDAD1AA5}" type="pres">
      <dgm:prSet presAssocID="{306BDCFC-914E-4C2D-AE42-8AE6B24AC1B8}" presName="rootText" presStyleLbl="node2" presStyleIdx="2" presStyleCnt="3" custLinFactX="8663" custLinFactNeighborX="100000">
        <dgm:presLayoutVars>
          <dgm:chPref val="3"/>
        </dgm:presLayoutVars>
      </dgm:prSet>
      <dgm:spPr/>
    </dgm:pt>
    <dgm:pt modelId="{70AD12CE-8995-46BF-A20B-B96DEF545A6B}" type="pres">
      <dgm:prSet presAssocID="{306BDCFC-914E-4C2D-AE42-8AE6B24AC1B8}" presName="rootConnector" presStyleLbl="node2" presStyleIdx="2" presStyleCnt="3"/>
      <dgm:spPr/>
    </dgm:pt>
    <dgm:pt modelId="{DF6DAB08-137B-475B-837E-CB9E979A4A26}" type="pres">
      <dgm:prSet presAssocID="{306BDCFC-914E-4C2D-AE42-8AE6B24AC1B8}" presName="hierChild4" presStyleCnt="0"/>
      <dgm:spPr/>
    </dgm:pt>
    <dgm:pt modelId="{59206674-4902-4E8E-B0BE-3E0F5B27D057}" type="pres">
      <dgm:prSet presAssocID="{306BDCFC-914E-4C2D-AE42-8AE6B24AC1B8}" presName="hierChild5" presStyleCnt="0"/>
      <dgm:spPr/>
    </dgm:pt>
    <dgm:pt modelId="{B9D74A43-0811-41FE-B310-D4B36A23FFB1}" type="pres">
      <dgm:prSet presAssocID="{5F226EC7-194F-40D5-AB57-311691C1D903}" presName="hierChild3" presStyleCnt="0"/>
      <dgm:spPr/>
    </dgm:pt>
    <dgm:pt modelId="{8D870CEE-C735-4B6A-94B8-198A97406F98}" type="pres">
      <dgm:prSet presAssocID="{B49AA975-0E64-4DF2-96BC-B7F53659B8B2}" presName="Name111" presStyleLbl="parChTrans1D2" presStyleIdx="3" presStyleCnt="4"/>
      <dgm:spPr/>
    </dgm:pt>
    <dgm:pt modelId="{6408224F-1382-4E94-90E3-4D5A822F5CA5}" type="pres">
      <dgm:prSet presAssocID="{D75AE66F-BC52-4F2E-A8A8-15047F16D6A1}" presName="hierRoot3" presStyleCnt="0">
        <dgm:presLayoutVars>
          <dgm:hierBranch val="init"/>
        </dgm:presLayoutVars>
      </dgm:prSet>
      <dgm:spPr/>
    </dgm:pt>
    <dgm:pt modelId="{2A2E8323-37B3-4A00-B47D-59E93BBF0D3D}" type="pres">
      <dgm:prSet presAssocID="{D75AE66F-BC52-4F2E-A8A8-15047F16D6A1}" presName="rootComposite3" presStyleCnt="0"/>
      <dgm:spPr/>
    </dgm:pt>
    <dgm:pt modelId="{A62714DC-9A2D-4523-A21F-C45AD2EE3D78}" type="pres">
      <dgm:prSet presAssocID="{D75AE66F-BC52-4F2E-A8A8-15047F16D6A1}" presName="rootText3" presStyleLbl="asst1" presStyleIdx="0" presStyleCnt="1">
        <dgm:presLayoutVars>
          <dgm:chPref val="3"/>
        </dgm:presLayoutVars>
      </dgm:prSet>
      <dgm:spPr/>
    </dgm:pt>
    <dgm:pt modelId="{C7DA1831-8B0B-48D7-AE52-F9C517F3EE84}" type="pres">
      <dgm:prSet presAssocID="{D75AE66F-BC52-4F2E-A8A8-15047F16D6A1}" presName="rootConnector3" presStyleLbl="asst1" presStyleIdx="0" presStyleCnt="1"/>
      <dgm:spPr/>
    </dgm:pt>
    <dgm:pt modelId="{69FD0D51-77CA-4E47-B6CF-B0BBAB79CE73}" type="pres">
      <dgm:prSet presAssocID="{D75AE66F-BC52-4F2E-A8A8-15047F16D6A1}" presName="hierChild6" presStyleCnt="0"/>
      <dgm:spPr/>
    </dgm:pt>
    <dgm:pt modelId="{8F910EF9-0357-4379-B99F-E69DD632BF66}" type="pres">
      <dgm:prSet presAssocID="{D75AE66F-BC52-4F2E-A8A8-15047F16D6A1}" presName="hierChild7" presStyleCnt="0"/>
      <dgm:spPr/>
    </dgm:pt>
    <dgm:pt modelId="{C011B165-B561-49B5-8EF7-26D1EFDB147B}" type="pres">
      <dgm:prSet presAssocID="{27C68C4B-BAD3-4568-BB14-E89F643172A1}" presName="hierRoot1" presStyleCnt="0">
        <dgm:presLayoutVars>
          <dgm:hierBranch val="init"/>
        </dgm:presLayoutVars>
      </dgm:prSet>
      <dgm:spPr/>
    </dgm:pt>
    <dgm:pt modelId="{F6A9A096-0441-4E27-8C21-4E709791012D}" type="pres">
      <dgm:prSet presAssocID="{27C68C4B-BAD3-4568-BB14-E89F643172A1}" presName="rootComposite1" presStyleCnt="0"/>
      <dgm:spPr/>
    </dgm:pt>
    <dgm:pt modelId="{34C65CE7-BEA6-4E9D-8786-631C13439178}" type="pres">
      <dgm:prSet presAssocID="{27C68C4B-BAD3-4568-BB14-E89F643172A1}" presName="rootText1" presStyleLbl="node0" presStyleIdx="1" presStyleCnt="2" custLinFactY="43061" custLinFactNeighborX="-54222" custLinFactNeighborY="100000">
        <dgm:presLayoutVars>
          <dgm:chPref val="3"/>
        </dgm:presLayoutVars>
      </dgm:prSet>
      <dgm:spPr/>
    </dgm:pt>
    <dgm:pt modelId="{818ADD47-872F-4094-90D9-F099B7C95A94}" type="pres">
      <dgm:prSet presAssocID="{27C68C4B-BAD3-4568-BB14-E89F643172A1}" presName="rootConnector1" presStyleLbl="asst0" presStyleIdx="0" presStyleCnt="0"/>
      <dgm:spPr/>
    </dgm:pt>
    <dgm:pt modelId="{82635799-B007-40BF-AB36-6D96C3593BCD}" type="pres">
      <dgm:prSet presAssocID="{27C68C4B-BAD3-4568-BB14-E89F643172A1}" presName="hierChild2" presStyleCnt="0"/>
      <dgm:spPr/>
    </dgm:pt>
    <dgm:pt modelId="{E1F37E19-1DB5-4957-8F5D-562AC4C41952}" type="pres">
      <dgm:prSet presAssocID="{27C68C4B-BAD3-4568-BB14-E89F643172A1}" presName="hierChild3" presStyleCnt="0"/>
      <dgm:spPr/>
    </dgm:pt>
  </dgm:ptLst>
  <dgm:cxnLst>
    <dgm:cxn modelId="{033AF91A-F3DA-4CF9-936C-91F6C060BAD4}" type="presOf" srcId="{306BDCFC-914E-4C2D-AE42-8AE6B24AC1B8}" destId="{A771ED51-0A8E-41D7-80C8-CACDEDAD1AA5}" srcOrd="0" destOrd="0" presId="urn:microsoft.com/office/officeart/2005/8/layout/orgChart1"/>
    <dgm:cxn modelId="{45DAC35D-89FB-4109-9F12-03E2CC1902DB}" type="presOf" srcId="{2C75B2A5-E868-4365-8443-98729F831BAC}" destId="{965A56EE-1CD5-44E5-B552-D9180BE92CAE}" srcOrd="0" destOrd="0" presId="urn:microsoft.com/office/officeart/2005/8/layout/orgChart1"/>
    <dgm:cxn modelId="{4BC0D067-1A11-4D1D-B240-7E65CA921B8A}" type="presOf" srcId="{A2F92C4E-BD1E-4507-BC5A-C06897407A1C}" destId="{93A622B7-2C7B-432C-BDA7-F6846D6D2EF2}" srcOrd="0" destOrd="0" presId="urn:microsoft.com/office/officeart/2005/8/layout/orgChart1"/>
    <dgm:cxn modelId="{595A4151-C420-44B9-9973-2FB4F2BA79A6}" type="presOf" srcId="{BFC612D6-4C06-47FE-860C-5EA351CEDFFD}" destId="{478F55D1-D09A-4B8C-AC14-F97A5AA89EC0}" srcOrd="0" destOrd="0" presId="urn:microsoft.com/office/officeart/2005/8/layout/orgChart1"/>
    <dgm:cxn modelId="{BA9A3152-092F-4098-B041-AF013E378E46}" type="presOf" srcId="{D75AE66F-BC52-4F2E-A8A8-15047F16D6A1}" destId="{A62714DC-9A2D-4523-A21F-C45AD2EE3D78}" srcOrd="0" destOrd="0" presId="urn:microsoft.com/office/officeart/2005/8/layout/orgChart1"/>
    <dgm:cxn modelId="{E229AA5A-7B04-4A1C-B6B6-C39CCA8E9D11}" type="presOf" srcId="{27C68C4B-BAD3-4568-BB14-E89F643172A1}" destId="{818ADD47-872F-4094-90D9-F099B7C95A94}" srcOrd="1" destOrd="0" presId="urn:microsoft.com/office/officeart/2005/8/layout/orgChart1"/>
    <dgm:cxn modelId="{12235D80-3C2B-4E79-8C62-45A4BCB64518}" type="presOf" srcId="{5F226EC7-194F-40D5-AB57-311691C1D903}" destId="{BC2C54B5-E07F-47D9-913A-BAA126FD3DA6}" srcOrd="1" destOrd="0" presId="urn:microsoft.com/office/officeart/2005/8/layout/orgChart1"/>
    <dgm:cxn modelId="{1F335A89-F1B8-4E29-9AD3-BB867390F79A}" type="presOf" srcId="{D75AE66F-BC52-4F2E-A8A8-15047F16D6A1}" destId="{C7DA1831-8B0B-48D7-AE52-F9C517F3EE84}" srcOrd="1" destOrd="0" presId="urn:microsoft.com/office/officeart/2005/8/layout/orgChart1"/>
    <dgm:cxn modelId="{C201E48D-1FD0-42A9-9838-85D042018EC7}" type="presOf" srcId="{ECE8569C-0166-486E-B2F0-F67866AF48C3}" destId="{4AA50BFF-26C8-40AE-B640-CD0A6E123649}" srcOrd="0" destOrd="0" presId="urn:microsoft.com/office/officeart/2005/8/layout/orgChart1"/>
    <dgm:cxn modelId="{F1AEA999-D242-42FF-90E0-99A50E736DE2}" type="presOf" srcId="{BFC612D6-4C06-47FE-860C-5EA351CEDFFD}" destId="{123CC8D7-7111-4A7C-94E2-C2791326C7B5}" srcOrd="1" destOrd="0" presId="urn:microsoft.com/office/officeart/2005/8/layout/orgChart1"/>
    <dgm:cxn modelId="{94852F9B-929F-4155-9A8D-D2B1A9C24834}" type="presOf" srcId="{BA7346B3-1D4A-43E1-8D79-C6F3D1F8B8FB}" destId="{1D7DADD1-E999-4621-B682-BA1D7F9CCBE8}" srcOrd="0" destOrd="0" presId="urn:microsoft.com/office/officeart/2005/8/layout/orgChart1"/>
    <dgm:cxn modelId="{9FF8489F-FFB4-4C42-A02C-194ACAE7AE06}" srcId="{ECE8569C-0166-486E-B2F0-F67866AF48C3}" destId="{5F226EC7-194F-40D5-AB57-311691C1D903}" srcOrd="0" destOrd="0" parTransId="{3BABFA45-A5AB-4583-A87F-48F2705335CB}" sibTransId="{255A8022-FB02-4F5D-A5BD-548B1BEABDB8}"/>
    <dgm:cxn modelId="{F551CDA6-22D0-4F2B-917A-B7245EBFFB4D}" type="presOf" srcId="{27C68C4B-BAD3-4568-BB14-E89F643172A1}" destId="{34C65CE7-BEA6-4E9D-8786-631C13439178}" srcOrd="0" destOrd="0" presId="urn:microsoft.com/office/officeart/2005/8/layout/orgChart1"/>
    <dgm:cxn modelId="{26EAB2A9-4AC6-42FC-9666-7D173C045E4A}" type="presOf" srcId="{4E4D2CC1-49C1-4F21-B70E-24B99BF29470}" destId="{A7077904-6555-4C16-AC2E-5C6E82334615}" srcOrd="1" destOrd="0" presId="urn:microsoft.com/office/officeart/2005/8/layout/orgChart1"/>
    <dgm:cxn modelId="{E8B564AC-8DBA-4C86-A743-05044EA8203D}" srcId="{5F226EC7-194F-40D5-AB57-311691C1D903}" destId="{4E4D2CC1-49C1-4F21-B70E-24B99BF29470}" srcOrd="1" destOrd="0" parTransId="{A2F92C4E-BD1E-4507-BC5A-C06897407A1C}" sibTransId="{ECA1AF26-3226-4E3C-9A0C-584004EB44AB}"/>
    <dgm:cxn modelId="{8A4139AE-7803-403A-A030-05F06B3CC044}" type="presOf" srcId="{4E4D2CC1-49C1-4F21-B70E-24B99BF29470}" destId="{D4449401-9799-424E-A955-34C072C70782}" srcOrd="0" destOrd="0" presId="urn:microsoft.com/office/officeart/2005/8/layout/orgChart1"/>
    <dgm:cxn modelId="{71B779AF-D9E2-4A6B-BAB3-266745E32B67}" type="presOf" srcId="{B49AA975-0E64-4DF2-96BC-B7F53659B8B2}" destId="{8D870CEE-C735-4B6A-94B8-198A97406F98}" srcOrd="0" destOrd="0" presId="urn:microsoft.com/office/officeart/2005/8/layout/orgChart1"/>
    <dgm:cxn modelId="{4B7AFFB5-BBFC-49CB-B3E0-FDF93A1B739E}" type="presOf" srcId="{5F226EC7-194F-40D5-AB57-311691C1D903}" destId="{1311ECFE-1896-41D3-B3AD-5208A948E237}" srcOrd="0" destOrd="0" presId="urn:microsoft.com/office/officeart/2005/8/layout/orgChart1"/>
    <dgm:cxn modelId="{D184B6B7-2A48-4BD7-B20E-ADD616FF61FC}" srcId="{5F226EC7-194F-40D5-AB57-311691C1D903}" destId="{306BDCFC-914E-4C2D-AE42-8AE6B24AC1B8}" srcOrd="3" destOrd="0" parTransId="{BA7346B3-1D4A-43E1-8D79-C6F3D1F8B8FB}" sibTransId="{456C9679-607C-4340-9FC0-60A307267DC4}"/>
    <dgm:cxn modelId="{7CF417C0-4134-41F1-9BB4-DF3EEC8A6DCA}" srcId="{5F226EC7-194F-40D5-AB57-311691C1D903}" destId="{D75AE66F-BC52-4F2E-A8A8-15047F16D6A1}" srcOrd="0" destOrd="0" parTransId="{B49AA975-0E64-4DF2-96BC-B7F53659B8B2}" sibTransId="{8322BC5C-872C-4F87-8E93-808611C96E22}"/>
    <dgm:cxn modelId="{6E2A0ACB-3E2A-4511-83A2-BA62B299BCF2}" type="presOf" srcId="{306BDCFC-914E-4C2D-AE42-8AE6B24AC1B8}" destId="{70AD12CE-8995-46BF-A20B-B96DEF545A6B}" srcOrd="1" destOrd="0" presId="urn:microsoft.com/office/officeart/2005/8/layout/orgChart1"/>
    <dgm:cxn modelId="{3E8E2AD8-67ED-4E8E-AE54-97FD0B6CAEB4}" srcId="{ECE8569C-0166-486E-B2F0-F67866AF48C3}" destId="{27C68C4B-BAD3-4568-BB14-E89F643172A1}" srcOrd="1" destOrd="0" parTransId="{0E63F48B-FEAF-4CEF-8DA2-4B097C181924}" sibTransId="{1C1EC431-26B1-4325-816C-C6A2D27CD164}"/>
    <dgm:cxn modelId="{198774E0-BF31-4107-B64F-1C8A53B488C7}" srcId="{5F226EC7-194F-40D5-AB57-311691C1D903}" destId="{BFC612D6-4C06-47FE-860C-5EA351CEDFFD}" srcOrd="2" destOrd="0" parTransId="{2C75B2A5-E868-4365-8443-98729F831BAC}" sibTransId="{9B5ECD71-1322-4166-BA31-D2833842EA92}"/>
    <dgm:cxn modelId="{A69B37C8-86A7-49FD-8022-713726FF456C}" type="presParOf" srcId="{4AA50BFF-26C8-40AE-B640-CD0A6E123649}" destId="{230FAC9D-8D31-40EA-8279-183ED7FB0691}" srcOrd="0" destOrd="0" presId="urn:microsoft.com/office/officeart/2005/8/layout/orgChart1"/>
    <dgm:cxn modelId="{4505B07D-B1DE-4A1E-8E75-4204CD7B4C2D}" type="presParOf" srcId="{230FAC9D-8D31-40EA-8279-183ED7FB0691}" destId="{7BC0C4FD-FE6F-41C0-8DB5-40A5A3343E94}" srcOrd="0" destOrd="0" presId="urn:microsoft.com/office/officeart/2005/8/layout/orgChart1"/>
    <dgm:cxn modelId="{83C25DB6-B5C0-4841-8785-7659F7A035C5}" type="presParOf" srcId="{7BC0C4FD-FE6F-41C0-8DB5-40A5A3343E94}" destId="{1311ECFE-1896-41D3-B3AD-5208A948E237}" srcOrd="0" destOrd="0" presId="urn:microsoft.com/office/officeart/2005/8/layout/orgChart1"/>
    <dgm:cxn modelId="{A6A33545-B303-4D59-B28D-B74575591D15}" type="presParOf" srcId="{7BC0C4FD-FE6F-41C0-8DB5-40A5A3343E94}" destId="{BC2C54B5-E07F-47D9-913A-BAA126FD3DA6}" srcOrd="1" destOrd="0" presId="urn:microsoft.com/office/officeart/2005/8/layout/orgChart1"/>
    <dgm:cxn modelId="{8556102B-4C8A-484C-A923-6626BC1831A2}" type="presParOf" srcId="{230FAC9D-8D31-40EA-8279-183ED7FB0691}" destId="{1709811A-1DCF-4778-AC9B-15875A2F1734}" srcOrd="1" destOrd="0" presId="urn:microsoft.com/office/officeart/2005/8/layout/orgChart1"/>
    <dgm:cxn modelId="{6CBBDD8F-1FE5-4CE6-8E16-CB07A803A5AB}" type="presParOf" srcId="{1709811A-1DCF-4778-AC9B-15875A2F1734}" destId="{93A622B7-2C7B-432C-BDA7-F6846D6D2EF2}" srcOrd="0" destOrd="0" presId="urn:microsoft.com/office/officeart/2005/8/layout/orgChart1"/>
    <dgm:cxn modelId="{FA73F23B-A278-4FC6-9631-237224812A65}" type="presParOf" srcId="{1709811A-1DCF-4778-AC9B-15875A2F1734}" destId="{257E5095-6C2D-4703-BC5F-7845ADFF861B}" srcOrd="1" destOrd="0" presId="urn:microsoft.com/office/officeart/2005/8/layout/orgChart1"/>
    <dgm:cxn modelId="{FAB7283D-279D-44F3-BF50-1A56808D56A8}" type="presParOf" srcId="{257E5095-6C2D-4703-BC5F-7845ADFF861B}" destId="{333361B9-32E6-4F3B-86A4-FC36115C08AA}" srcOrd="0" destOrd="0" presId="urn:microsoft.com/office/officeart/2005/8/layout/orgChart1"/>
    <dgm:cxn modelId="{A38ABAE9-14F6-4F28-9998-F07FFAAE159A}" type="presParOf" srcId="{333361B9-32E6-4F3B-86A4-FC36115C08AA}" destId="{D4449401-9799-424E-A955-34C072C70782}" srcOrd="0" destOrd="0" presId="urn:microsoft.com/office/officeart/2005/8/layout/orgChart1"/>
    <dgm:cxn modelId="{91163897-D7FD-451B-B949-782B5B575C26}" type="presParOf" srcId="{333361B9-32E6-4F3B-86A4-FC36115C08AA}" destId="{A7077904-6555-4C16-AC2E-5C6E82334615}" srcOrd="1" destOrd="0" presId="urn:microsoft.com/office/officeart/2005/8/layout/orgChart1"/>
    <dgm:cxn modelId="{843091E7-FD42-4DBF-A9AD-51D150F4D8CD}" type="presParOf" srcId="{257E5095-6C2D-4703-BC5F-7845ADFF861B}" destId="{48D169ED-48B9-4FCA-8D8B-DD3B509E0462}" srcOrd="1" destOrd="0" presId="urn:microsoft.com/office/officeart/2005/8/layout/orgChart1"/>
    <dgm:cxn modelId="{A83D6C08-3061-439F-9E13-EAD0BD04C814}" type="presParOf" srcId="{257E5095-6C2D-4703-BC5F-7845ADFF861B}" destId="{D0475449-9F35-41EA-BF8D-8E653FAF898D}" srcOrd="2" destOrd="0" presId="urn:microsoft.com/office/officeart/2005/8/layout/orgChart1"/>
    <dgm:cxn modelId="{4DB59D07-6A76-41DD-B317-DFFBF8D9F5B1}" type="presParOf" srcId="{1709811A-1DCF-4778-AC9B-15875A2F1734}" destId="{965A56EE-1CD5-44E5-B552-D9180BE92CAE}" srcOrd="2" destOrd="0" presId="urn:microsoft.com/office/officeart/2005/8/layout/orgChart1"/>
    <dgm:cxn modelId="{0E87A6DB-08E1-49C3-A5BC-29D37D8CC808}" type="presParOf" srcId="{1709811A-1DCF-4778-AC9B-15875A2F1734}" destId="{D9D90497-E620-43C5-973A-91FA9992446F}" srcOrd="3" destOrd="0" presId="urn:microsoft.com/office/officeart/2005/8/layout/orgChart1"/>
    <dgm:cxn modelId="{B985CD2B-7AC2-4D20-BE53-CE44D82895FB}" type="presParOf" srcId="{D9D90497-E620-43C5-973A-91FA9992446F}" destId="{43EA6BC1-EB49-4AB3-9D04-A26C58FB0FD3}" srcOrd="0" destOrd="0" presId="urn:microsoft.com/office/officeart/2005/8/layout/orgChart1"/>
    <dgm:cxn modelId="{9EABB202-480C-43E2-8B44-278176CAF921}" type="presParOf" srcId="{43EA6BC1-EB49-4AB3-9D04-A26C58FB0FD3}" destId="{478F55D1-D09A-4B8C-AC14-F97A5AA89EC0}" srcOrd="0" destOrd="0" presId="urn:microsoft.com/office/officeart/2005/8/layout/orgChart1"/>
    <dgm:cxn modelId="{8637AF95-579E-472D-9194-BE26C534E5BA}" type="presParOf" srcId="{43EA6BC1-EB49-4AB3-9D04-A26C58FB0FD3}" destId="{123CC8D7-7111-4A7C-94E2-C2791326C7B5}" srcOrd="1" destOrd="0" presId="urn:microsoft.com/office/officeart/2005/8/layout/orgChart1"/>
    <dgm:cxn modelId="{26A84D22-F379-4444-9405-0F50EA2899AB}" type="presParOf" srcId="{D9D90497-E620-43C5-973A-91FA9992446F}" destId="{1D49BF14-C227-4C09-98DB-794CC9FD0A15}" srcOrd="1" destOrd="0" presId="urn:microsoft.com/office/officeart/2005/8/layout/orgChart1"/>
    <dgm:cxn modelId="{4EFD61E9-FFF4-4EE9-A17F-E1DD5B061ED1}" type="presParOf" srcId="{D9D90497-E620-43C5-973A-91FA9992446F}" destId="{3B07E03D-7ADE-4630-8185-B3C474B523EB}" srcOrd="2" destOrd="0" presId="urn:microsoft.com/office/officeart/2005/8/layout/orgChart1"/>
    <dgm:cxn modelId="{EB8F3361-C23C-4206-921F-F1FD95844E49}" type="presParOf" srcId="{1709811A-1DCF-4778-AC9B-15875A2F1734}" destId="{1D7DADD1-E999-4621-B682-BA1D7F9CCBE8}" srcOrd="4" destOrd="0" presId="urn:microsoft.com/office/officeart/2005/8/layout/orgChart1"/>
    <dgm:cxn modelId="{D1E2D845-C4F0-4F34-A9C2-9B1A594C94B2}" type="presParOf" srcId="{1709811A-1DCF-4778-AC9B-15875A2F1734}" destId="{3F3A972B-A4FB-4D1D-A986-2CC73731A425}" srcOrd="5" destOrd="0" presId="urn:microsoft.com/office/officeart/2005/8/layout/orgChart1"/>
    <dgm:cxn modelId="{45851BBB-8FFC-43B1-9BD6-4D39FF1FBED6}" type="presParOf" srcId="{3F3A972B-A4FB-4D1D-A986-2CC73731A425}" destId="{D3D3A356-0D54-4091-8254-545AF1EC7BEE}" srcOrd="0" destOrd="0" presId="urn:microsoft.com/office/officeart/2005/8/layout/orgChart1"/>
    <dgm:cxn modelId="{42DA2209-EB06-4907-A2CD-CE4A191360ED}" type="presParOf" srcId="{D3D3A356-0D54-4091-8254-545AF1EC7BEE}" destId="{A771ED51-0A8E-41D7-80C8-CACDEDAD1AA5}" srcOrd="0" destOrd="0" presId="urn:microsoft.com/office/officeart/2005/8/layout/orgChart1"/>
    <dgm:cxn modelId="{654AE44D-E01E-4487-8A8D-34A1214C162F}" type="presParOf" srcId="{D3D3A356-0D54-4091-8254-545AF1EC7BEE}" destId="{70AD12CE-8995-46BF-A20B-B96DEF545A6B}" srcOrd="1" destOrd="0" presId="urn:microsoft.com/office/officeart/2005/8/layout/orgChart1"/>
    <dgm:cxn modelId="{73CA48C0-2B85-4001-968E-0CC2C721C1A5}" type="presParOf" srcId="{3F3A972B-A4FB-4D1D-A986-2CC73731A425}" destId="{DF6DAB08-137B-475B-837E-CB9E979A4A26}" srcOrd="1" destOrd="0" presId="urn:microsoft.com/office/officeart/2005/8/layout/orgChart1"/>
    <dgm:cxn modelId="{52AF1491-2645-4A74-94FF-733A617B7B68}" type="presParOf" srcId="{3F3A972B-A4FB-4D1D-A986-2CC73731A425}" destId="{59206674-4902-4E8E-B0BE-3E0F5B27D057}" srcOrd="2" destOrd="0" presId="urn:microsoft.com/office/officeart/2005/8/layout/orgChart1"/>
    <dgm:cxn modelId="{BDBB6F15-9A7B-4070-AA19-E9E734566D03}" type="presParOf" srcId="{230FAC9D-8D31-40EA-8279-183ED7FB0691}" destId="{B9D74A43-0811-41FE-B310-D4B36A23FFB1}" srcOrd="2" destOrd="0" presId="urn:microsoft.com/office/officeart/2005/8/layout/orgChart1"/>
    <dgm:cxn modelId="{42A979CA-C05A-4D63-A494-54C53C78C0AC}" type="presParOf" srcId="{B9D74A43-0811-41FE-B310-D4B36A23FFB1}" destId="{8D870CEE-C735-4B6A-94B8-198A97406F98}" srcOrd="0" destOrd="0" presId="urn:microsoft.com/office/officeart/2005/8/layout/orgChart1"/>
    <dgm:cxn modelId="{B9D51C9E-26B0-452B-8C3B-02AB55D41A12}" type="presParOf" srcId="{B9D74A43-0811-41FE-B310-D4B36A23FFB1}" destId="{6408224F-1382-4E94-90E3-4D5A822F5CA5}" srcOrd="1" destOrd="0" presId="urn:microsoft.com/office/officeart/2005/8/layout/orgChart1"/>
    <dgm:cxn modelId="{B34333D7-FB13-407B-9D52-7EE1C04D0B07}" type="presParOf" srcId="{6408224F-1382-4E94-90E3-4D5A822F5CA5}" destId="{2A2E8323-37B3-4A00-B47D-59E93BBF0D3D}" srcOrd="0" destOrd="0" presId="urn:microsoft.com/office/officeart/2005/8/layout/orgChart1"/>
    <dgm:cxn modelId="{93972CF9-8365-4DCB-9A06-31E83283EFC7}" type="presParOf" srcId="{2A2E8323-37B3-4A00-B47D-59E93BBF0D3D}" destId="{A62714DC-9A2D-4523-A21F-C45AD2EE3D78}" srcOrd="0" destOrd="0" presId="urn:microsoft.com/office/officeart/2005/8/layout/orgChart1"/>
    <dgm:cxn modelId="{8C50B044-D94D-4AC5-A369-4A795BA50A8E}" type="presParOf" srcId="{2A2E8323-37B3-4A00-B47D-59E93BBF0D3D}" destId="{C7DA1831-8B0B-48D7-AE52-F9C517F3EE84}" srcOrd="1" destOrd="0" presId="urn:microsoft.com/office/officeart/2005/8/layout/orgChart1"/>
    <dgm:cxn modelId="{E1909426-02F0-4D26-95F8-0328B5777289}" type="presParOf" srcId="{6408224F-1382-4E94-90E3-4D5A822F5CA5}" destId="{69FD0D51-77CA-4E47-B6CF-B0BBAB79CE73}" srcOrd="1" destOrd="0" presId="urn:microsoft.com/office/officeart/2005/8/layout/orgChart1"/>
    <dgm:cxn modelId="{0989D9E8-F4EB-40E8-90C4-3DFE82FEB6B9}" type="presParOf" srcId="{6408224F-1382-4E94-90E3-4D5A822F5CA5}" destId="{8F910EF9-0357-4379-B99F-E69DD632BF66}" srcOrd="2" destOrd="0" presId="urn:microsoft.com/office/officeart/2005/8/layout/orgChart1"/>
    <dgm:cxn modelId="{29BC344F-7694-48FE-8FDF-66208E97BF8F}" type="presParOf" srcId="{4AA50BFF-26C8-40AE-B640-CD0A6E123649}" destId="{C011B165-B561-49B5-8EF7-26D1EFDB147B}" srcOrd="1" destOrd="0" presId="urn:microsoft.com/office/officeart/2005/8/layout/orgChart1"/>
    <dgm:cxn modelId="{583FF062-D26A-4012-B0F8-8D564FE8126A}" type="presParOf" srcId="{C011B165-B561-49B5-8EF7-26D1EFDB147B}" destId="{F6A9A096-0441-4E27-8C21-4E709791012D}" srcOrd="0" destOrd="0" presId="urn:microsoft.com/office/officeart/2005/8/layout/orgChart1"/>
    <dgm:cxn modelId="{B12234B8-0C08-45EF-9A9D-25DC5B9A5CE2}" type="presParOf" srcId="{F6A9A096-0441-4E27-8C21-4E709791012D}" destId="{34C65CE7-BEA6-4E9D-8786-631C13439178}" srcOrd="0" destOrd="0" presId="urn:microsoft.com/office/officeart/2005/8/layout/orgChart1"/>
    <dgm:cxn modelId="{611658C1-B52B-406D-B7F7-30DD0A77FC7B}" type="presParOf" srcId="{F6A9A096-0441-4E27-8C21-4E709791012D}" destId="{818ADD47-872F-4094-90D9-F099B7C95A94}" srcOrd="1" destOrd="0" presId="urn:microsoft.com/office/officeart/2005/8/layout/orgChart1"/>
    <dgm:cxn modelId="{9C7A8277-C104-4F1D-8C82-6B722E172E92}" type="presParOf" srcId="{C011B165-B561-49B5-8EF7-26D1EFDB147B}" destId="{82635799-B007-40BF-AB36-6D96C3593BCD}" srcOrd="1" destOrd="0" presId="urn:microsoft.com/office/officeart/2005/8/layout/orgChart1"/>
    <dgm:cxn modelId="{9C7FBD99-C86B-4113-8465-AC036AABB6CF}" type="presParOf" srcId="{C011B165-B561-49B5-8EF7-26D1EFDB147B}" destId="{E1F37E19-1DB5-4957-8F5D-562AC4C4195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A821C1-D52D-45B4-9C21-FAF06439BF7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ES"/>
        </a:p>
      </dgm:t>
    </dgm:pt>
    <dgm:pt modelId="{BB98B105-72B2-48D7-9135-8F0A3C4FF95B}">
      <dgm:prSet phldrT="[Texto]"/>
      <dgm:spPr/>
      <dgm:t>
        <a:bodyPr/>
        <a:lstStyle/>
        <a:p>
          <a:r>
            <a:rPr lang="es-ES" dirty="0"/>
            <a:t>BRI</a:t>
          </a:r>
        </a:p>
      </dgm:t>
    </dgm:pt>
    <dgm:pt modelId="{B33B9259-70D1-45C2-8802-EEBC31AE93DB}" type="parTrans" cxnId="{9C6F316A-0F7D-47A4-AE02-8041FCBA99BA}">
      <dgm:prSet/>
      <dgm:spPr/>
      <dgm:t>
        <a:bodyPr/>
        <a:lstStyle/>
        <a:p>
          <a:endParaRPr lang="es-ES"/>
        </a:p>
      </dgm:t>
    </dgm:pt>
    <dgm:pt modelId="{F36C0C91-9C90-42DC-973B-F948D3B1DA64}" type="sibTrans" cxnId="{9C6F316A-0F7D-47A4-AE02-8041FCBA99BA}">
      <dgm:prSet/>
      <dgm:spPr/>
      <dgm:t>
        <a:bodyPr/>
        <a:lstStyle/>
        <a:p>
          <a:endParaRPr lang="es-ES"/>
        </a:p>
      </dgm:t>
    </dgm:pt>
    <dgm:pt modelId="{714FB9BF-E15D-4775-881E-23F143D3265F}">
      <dgm:prSet phldrT="[Texto]"/>
      <dgm:spPr/>
      <dgm:t>
        <a:bodyPr/>
        <a:lstStyle/>
        <a:p>
          <a:r>
            <a:rPr lang="es-ES" dirty="0"/>
            <a:t>BRI</a:t>
          </a:r>
        </a:p>
      </dgm:t>
    </dgm:pt>
    <dgm:pt modelId="{5604F1B0-644A-4E62-B9D1-FBFF41C878F1}" type="parTrans" cxnId="{B2C5907A-38E1-4AF9-8B7B-04261E888771}">
      <dgm:prSet/>
      <dgm:spPr/>
      <dgm:t>
        <a:bodyPr/>
        <a:lstStyle/>
        <a:p>
          <a:endParaRPr lang="es-ES"/>
        </a:p>
      </dgm:t>
    </dgm:pt>
    <dgm:pt modelId="{73E0CBEE-A0FC-4D90-90A9-44C16BA5F972}" type="sibTrans" cxnId="{B2C5907A-38E1-4AF9-8B7B-04261E888771}">
      <dgm:prSet/>
      <dgm:spPr/>
      <dgm:t>
        <a:bodyPr/>
        <a:lstStyle/>
        <a:p>
          <a:endParaRPr lang="es-ES"/>
        </a:p>
      </dgm:t>
    </dgm:pt>
    <dgm:pt modelId="{E6A45139-89D3-42D9-854B-7CD5E7D5E239}">
      <dgm:prSet phldrT="[Texto]"/>
      <dgm:spPr/>
      <dgm:t>
        <a:bodyPr/>
        <a:lstStyle/>
        <a:p>
          <a:r>
            <a:rPr lang="es-ES" dirty="0"/>
            <a:t>BRI</a:t>
          </a:r>
        </a:p>
      </dgm:t>
    </dgm:pt>
    <dgm:pt modelId="{1E604B2B-2390-4467-921B-D10330644886}" type="parTrans" cxnId="{2EF18DC9-0761-4454-8BA5-95A03BF7FCD1}">
      <dgm:prSet/>
      <dgm:spPr/>
      <dgm:t>
        <a:bodyPr/>
        <a:lstStyle/>
        <a:p>
          <a:endParaRPr lang="es-ES"/>
        </a:p>
      </dgm:t>
    </dgm:pt>
    <dgm:pt modelId="{7B84DA9F-272F-4842-BC00-9F8A66900228}" type="sibTrans" cxnId="{2EF18DC9-0761-4454-8BA5-95A03BF7FCD1}">
      <dgm:prSet/>
      <dgm:spPr/>
      <dgm:t>
        <a:bodyPr/>
        <a:lstStyle/>
        <a:p>
          <a:endParaRPr lang="es-ES"/>
        </a:p>
      </dgm:t>
    </dgm:pt>
    <dgm:pt modelId="{7ACCBB05-51B5-4097-AAF0-1B9FC4EBAB7E}" type="asst">
      <dgm:prSet phldrT="[Texto]" phldr="1"/>
      <dgm:spPr>
        <a:noFill/>
        <a:ln>
          <a:noFill/>
        </a:ln>
      </dgm:spPr>
      <dgm:t>
        <a:bodyPr/>
        <a:lstStyle/>
        <a:p>
          <a:endParaRPr lang="es-ES" dirty="0"/>
        </a:p>
      </dgm:t>
    </dgm:pt>
    <dgm:pt modelId="{292AC289-6A8C-4EF7-BB0F-FB5EE69A68A6}" type="sibTrans" cxnId="{44F46302-9034-4722-932B-E33F3D865720}">
      <dgm:prSet/>
      <dgm:spPr/>
      <dgm:t>
        <a:bodyPr/>
        <a:lstStyle/>
        <a:p>
          <a:endParaRPr lang="es-ES"/>
        </a:p>
      </dgm:t>
    </dgm:pt>
    <dgm:pt modelId="{DE5D0B12-2E22-480C-A916-94672A4B8BDB}" type="parTrans" cxnId="{44F46302-9034-4722-932B-E33F3D865720}">
      <dgm:prSet/>
      <dgm:spPr/>
      <dgm:t>
        <a:bodyPr/>
        <a:lstStyle/>
        <a:p>
          <a:endParaRPr lang="es-ES"/>
        </a:p>
      </dgm:t>
    </dgm:pt>
    <dgm:pt modelId="{AA2EDDD4-7009-4E17-BB08-346D609FAB5E}" type="pres">
      <dgm:prSet presAssocID="{03A821C1-D52D-45B4-9C21-FAF06439BF7D}" presName="hierChild1" presStyleCnt="0">
        <dgm:presLayoutVars>
          <dgm:orgChart val="1"/>
          <dgm:chPref val="1"/>
          <dgm:dir/>
          <dgm:animOne val="branch"/>
          <dgm:animLvl val="lvl"/>
          <dgm:resizeHandles/>
        </dgm:presLayoutVars>
      </dgm:prSet>
      <dgm:spPr/>
    </dgm:pt>
    <dgm:pt modelId="{0FF28B91-6549-428F-9638-CCEFDA782AB3}" type="pres">
      <dgm:prSet presAssocID="{7ACCBB05-51B5-4097-AAF0-1B9FC4EBAB7E}" presName="hierRoot1" presStyleCnt="0">
        <dgm:presLayoutVars>
          <dgm:hierBranch val="init"/>
        </dgm:presLayoutVars>
      </dgm:prSet>
      <dgm:spPr/>
    </dgm:pt>
    <dgm:pt modelId="{72BE7E9F-4ED0-459F-92F0-8D2546B8B4FB}" type="pres">
      <dgm:prSet presAssocID="{7ACCBB05-51B5-4097-AAF0-1B9FC4EBAB7E}" presName="rootComposite1" presStyleCnt="0"/>
      <dgm:spPr/>
    </dgm:pt>
    <dgm:pt modelId="{54F1BBA7-8667-48E3-B11C-CCA03CEF6DA5}" type="pres">
      <dgm:prSet presAssocID="{7ACCBB05-51B5-4097-AAF0-1B9FC4EBAB7E}" presName="rootText1" presStyleLbl="node0" presStyleIdx="0" presStyleCnt="1" custLinFactNeighborY="-80535">
        <dgm:presLayoutVars>
          <dgm:chPref val="3"/>
        </dgm:presLayoutVars>
      </dgm:prSet>
      <dgm:spPr/>
    </dgm:pt>
    <dgm:pt modelId="{240E562E-77C7-4803-B67A-B018D90AD5F2}" type="pres">
      <dgm:prSet presAssocID="{7ACCBB05-51B5-4097-AAF0-1B9FC4EBAB7E}" presName="rootConnector1" presStyleLbl="asst0" presStyleIdx="0" presStyleCnt="0"/>
      <dgm:spPr/>
    </dgm:pt>
    <dgm:pt modelId="{84C608AF-46D0-44AD-AC38-140704166803}" type="pres">
      <dgm:prSet presAssocID="{7ACCBB05-51B5-4097-AAF0-1B9FC4EBAB7E}" presName="hierChild2" presStyleCnt="0"/>
      <dgm:spPr/>
    </dgm:pt>
    <dgm:pt modelId="{407BC0DF-6C91-41CD-A1A8-D21529EFF2D7}" type="pres">
      <dgm:prSet presAssocID="{B33B9259-70D1-45C2-8802-EEBC31AE93DB}" presName="Name37" presStyleLbl="parChTrans1D2" presStyleIdx="0" presStyleCnt="3"/>
      <dgm:spPr/>
    </dgm:pt>
    <dgm:pt modelId="{D2B75E64-2A16-4AA8-99A1-BE23E9AD0744}" type="pres">
      <dgm:prSet presAssocID="{BB98B105-72B2-48D7-9135-8F0A3C4FF95B}" presName="hierRoot2" presStyleCnt="0">
        <dgm:presLayoutVars>
          <dgm:hierBranch val="init"/>
        </dgm:presLayoutVars>
      </dgm:prSet>
      <dgm:spPr/>
    </dgm:pt>
    <dgm:pt modelId="{37CBDB28-80F9-462E-B4B0-6A535B9CD9CA}" type="pres">
      <dgm:prSet presAssocID="{BB98B105-72B2-48D7-9135-8F0A3C4FF95B}" presName="rootComposite" presStyleCnt="0"/>
      <dgm:spPr/>
    </dgm:pt>
    <dgm:pt modelId="{634DB92B-6A74-4714-97B1-9B2EA2E59E8B}" type="pres">
      <dgm:prSet presAssocID="{BB98B105-72B2-48D7-9135-8F0A3C4FF95B}" presName="rootText" presStyleLbl="node2" presStyleIdx="0" presStyleCnt="3">
        <dgm:presLayoutVars>
          <dgm:chPref val="3"/>
        </dgm:presLayoutVars>
      </dgm:prSet>
      <dgm:spPr/>
    </dgm:pt>
    <dgm:pt modelId="{FDAC00FE-6C9C-40DE-AA57-46A514783D3F}" type="pres">
      <dgm:prSet presAssocID="{BB98B105-72B2-48D7-9135-8F0A3C4FF95B}" presName="rootConnector" presStyleLbl="node2" presStyleIdx="0" presStyleCnt="3"/>
      <dgm:spPr/>
    </dgm:pt>
    <dgm:pt modelId="{60F0EDD0-8852-4E75-A186-65AAF3BFF214}" type="pres">
      <dgm:prSet presAssocID="{BB98B105-72B2-48D7-9135-8F0A3C4FF95B}" presName="hierChild4" presStyleCnt="0"/>
      <dgm:spPr/>
    </dgm:pt>
    <dgm:pt modelId="{760C0E43-62ED-4BA5-9A22-77C66025F5A9}" type="pres">
      <dgm:prSet presAssocID="{BB98B105-72B2-48D7-9135-8F0A3C4FF95B}" presName="hierChild5" presStyleCnt="0"/>
      <dgm:spPr/>
    </dgm:pt>
    <dgm:pt modelId="{E3A997EF-6BB2-4275-A2F2-B1BE5B1115A8}" type="pres">
      <dgm:prSet presAssocID="{5604F1B0-644A-4E62-B9D1-FBFF41C878F1}" presName="Name37" presStyleLbl="parChTrans1D2" presStyleIdx="1" presStyleCnt="3"/>
      <dgm:spPr/>
    </dgm:pt>
    <dgm:pt modelId="{95C6AD1D-FF85-4453-B07B-19CBC466D494}" type="pres">
      <dgm:prSet presAssocID="{714FB9BF-E15D-4775-881E-23F143D3265F}" presName="hierRoot2" presStyleCnt="0">
        <dgm:presLayoutVars>
          <dgm:hierBranch val="init"/>
        </dgm:presLayoutVars>
      </dgm:prSet>
      <dgm:spPr/>
    </dgm:pt>
    <dgm:pt modelId="{31F8268E-A19F-48DD-89D6-67C1C181FCB4}" type="pres">
      <dgm:prSet presAssocID="{714FB9BF-E15D-4775-881E-23F143D3265F}" presName="rootComposite" presStyleCnt="0"/>
      <dgm:spPr/>
    </dgm:pt>
    <dgm:pt modelId="{1C2BBDDC-F482-4665-9660-02DDB69FA652}" type="pres">
      <dgm:prSet presAssocID="{714FB9BF-E15D-4775-881E-23F143D3265F}" presName="rootText" presStyleLbl="node2" presStyleIdx="1" presStyleCnt="3">
        <dgm:presLayoutVars>
          <dgm:chPref val="3"/>
        </dgm:presLayoutVars>
      </dgm:prSet>
      <dgm:spPr/>
    </dgm:pt>
    <dgm:pt modelId="{B1DD9835-2E74-4E05-BBE6-790153313A73}" type="pres">
      <dgm:prSet presAssocID="{714FB9BF-E15D-4775-881E-23F143D3265F}" presName="rootConnector" presStyleLbl="node2" presStyleIdx="1" presStyleCnt="3"/>
      <dgm:spPr/>
    </dgm:pt>
    <dgm:pt modelId="{908632D4-4A94-4142-9ADF-3B060B45D24C}" type="pres">
      <dgm:prSet presAssocID="{714FB9BF-E15D-4775-881E-23F143D3265F}" presName="hierChild4" presStyleCnt="0"/>
      <dgm:spPr/>
    </dgm:pt>
    <dgm:pt modelId="{1F177A1A-FA9B-4646-94D8-62F9A855A57F}" type="pres">
      <dgm:prSet presAssocID="{714FB9BF-E15D-4775-881E-23F143D3265F}" presName="hierChild5" presStyleCnt="0"/>
      <dgm:spPr/>
    </dgm:pt>
    <dgm:pt modelId="{C443EF14-1712-43BC-9EA2-2A0FDFAFF47B}" type="pres">
      <dgm:prSet presAssocID="{1E604B2B-2390-4467-921B-D10330644886}" presName="Name37" presStyleLbl="parChTrans1D2" presStyleIdx="2" presStyleCnt="3"/>
      <dgm:spPr/>
    </dgm:pt>
    <dgm:pt modelId="{14212712-2175-45A1-8310-6C6446C58D21}" type="pres">
      <dgm:prSet presAssocID="{E6A45139-89D3-42D9-854B-7CD5E7D5E239}" presName="hierRoot2" presStyleCnt="0">
        <dgm:presLayoutVars>
          <dgm:hierBranch val="init"/>
        </dgm:presLayoutVars>
      </dgm:prSet>
      <dgm:spPr/>
    </dgm:pt>
    <dgm:pt modelId="{3164ABA0-6C9E-4AB6-BDD9-ED6E7FD943C7}" type="pres">
      <dgm:prSet presAssocID="{E6A45139-89D3-42D9-854B-7CD5E7D5E239}" presName="rootComposite" presStyleCnt="0"/>
      <dgm:spPr/>
    </dgm:pt>
    <dgm:pt modelId="{7E723E91-DC6B-4E68-A569-EBC068B9896A}" type="pres">
      <dgm:prSet presAssocID="{E6A45139-89D3-42D9-854B-7CD5E7D5E239}" presName="rootText" presStyleLbl="node2" presStyleIdx="2" presStyleCnt="3">
        <dgm:presLayoutVars>
          <dgm:chPref val="3"/>
        </dgm:presLayoutVars>
      </dgm:prSet>
      <dgm:spPr/>
    </dgm:pt>
    <dgm:pt modelId="{2C6C7542-C52B-4D5C-8251-523893A2D783}" type="pres">
      <dgm:prSet presAssocID="{E6A45139-89D3-42D9-854B-7CD5E7D5E239}" presName="rootConnector" presStyleLbl="node2" presStyleIdx="2" presStyleCnt="3"/>
      <dgm:spPr/>
    </dgm:pt>
    <dgm:pt modelId="{D152EE86-871D-4AE7-B911-4B89A3165D70}" type="pres">
      <dgm:prSet presAssocID="{E6A45139-89D3-42D9-854B-7CD5E7D5E239}" presName="hierChild4" presStyleCnt="0"/>
      <dgm:spPr/>
    </dgm:pt>
    <dgm:pt modelId="{DE646082-6E6E-4C00-9EE8-7AFCC6A19DDD}" type="pres">
      <dgm:prSet presAssocID="{E6A45139-89D3-42D9-854B-7CD5E7D5E239}" presName="hierChild5" presStyleCnt="0"/>
      <dgm:spPr/>
    </dgm:pt>
    <dgm:pt modelId="{9BA331E8-9001-441F-A588-1F0992114833}" type="pres">
      <dgm:prSet presAssocID="{7ACCBB05-51B5-4097-AAF0-1B9FC4EBAB7E}" presName="hierChild3" presStyleCnt="0"/>
      <dgm:spPr/>
    </dgm:pt>
  </dgm:ptLst>
  <dgm:cxnLst>
    <dgm:cxn modelId="{44F46302-9034-4722-932B-E33F3D865720}" srcId="{03A821C1-D52D-45B4-9C21-FAF06439BF7D}" destId="{7ACCBB05-51B5-4097-AAF0-1B9FC4EBAB7E}" srcOrd="0" destOrd="0" parTransId="{DE5D0B12-2E22-480C-A916-94672A4B8BDB}" sibTransId="{292AC289-6A8C-4EF7-BB0F-FB5EE69A68A6}"/>
    <dgm:cxn modelId="{0F45241C-CDEC-4F75-B99D-73B1E6641ED2}" type="presOf" srcId="{B33B9259-70D1-45C2-8802-EEBC31AE93DB}" destId="{407BC0DF-6C91-41CD-A1A8-D21529EFF2D7}" srcOrd="0" destOrd="0" presId="urn:microsoft.com/office/officeart/2005/8/layout/orgChart1"/>
    <dgm:cxn modelId="{7B248536-0BB9-4EF5-ABBE-0A34D1193ADB}" type="presOf" srcId="{714FB9BF-E15D-4775-881E-23F143D3265F}" destId="{B1DD9835-2E74-4E05-BBE6-790153313A73}" srcOrd="1" destOrd="0" presId="urn:microsoft.com/office/officeart/2005/8/layout/orgChart1"/>
    <dgm:cxn modelId="{137CC036-B5B0-4AA1-912A-4B2D506BEC88}" type="presOf" srcId="{BB98B105-72B2-48D7-9135-8F0A3C4FF95B}" destId="{634DB92B-6A74-4714-97B1-9B2EA2E59E8B}" srcOrd="0" destOrd="0" presId="urn:microsoft.com/office/officeart/2005/8/layout/orgChart1"/>
    <dgm:cxn modelId="{8694F239-D1AC-417F-BD71-372A33E09866}" type="presOf" srcId="{E6A45139-89D3-42D9-854B-7CD5E7D5E239}" destId="{7E723E91-DC6B-4E68-A569-EBC068B9896A}" srcOrd="0" destOrd="0" presId="urn:microsoft.com/office/officeart/2005/8/layout/orgChart1"/>
    <dgm:cxn modelId="{54FA1E4A-14A1-4E31-A89F-5DAFDB0D8033}" type="presOf" srcId="{714FB9BF-E15D-4775-881E-23F143D3265F}" destId="{1C2BBDDC-F482-4665-9660-02DDB69FA652}" srcOrd="0" destOrd="0" presId="urn:microsoft.com/office/officeart/2005/8/layout/orgChart1"/>
    <dgm:cxn modelId="{9C6F316A-0F7D-47A4-AE02-8041FCBA99BA}" srcId="{7ACCBB05-51B5-4097-AAF0-1B9FC4EBAB7E}" destId="{BB98B105-72B2-48D7-9135-8F0A3C4FF95B}" srcOrd="0" destOrd="0" parTransId="{B33B9259-70D1-45C2-8802-EEBC31AE93DB}" sibTransId="{F36C0C91-9C90-42DC-973B-F948D3B1DA64}"/>
    <dgm:cxn modelId="{F1B28377-AE9D-407A-BEAD-11480C1E7A9E}" type="presOf" srcId="{7ACCBB05-51B5-4097-AAF0-1B9FC4EBAB7E}" destId="{54F1BBA7-8667-48E3-B11C-CCA03CEF6DA5}" srcOrd="0" destOrd="0" presId="urn:microsoft.com/office/officeart/2005/8/layout/orgChart1"/>
    <dgm:cxn modelId="{55ECE777-9E38-49EF-90DE-8993D454BB29}" type="presOf" srcId="{E6A45139-89D3-42D9-854B-7CD5E7D5E239}" destId="{2C6C7542-C52B-4D5C-8251-523893A2D783}" srcOrd="1" destOrd="0" presId="urn:microsoft.com/office/officeart/2005/8/layout/orgChart1"/>
    <dgm:cxn modelId="{B2C5907A-38E1-4AF9-8B7B-04261E888771}" srcId="{7ACCBB05-51B5-4097-AAF0-1B9FC4EBAB7E}" destId="{714FB9BF-E15D-4775-881E-23F143D3265F}" srcOrd="1" destOrd="0" parTransId="{5604F1B0-644A-4E62-B9D1-FBFF41C878F1}" sibTransId="{73E0CBEE-A0FC-4D90-90A9-44C16BA5F972}"/>
    <dgm:cxn modelId="{F50318A9-72AA-4B02-9F73-BF1DE98D4ADB}" type="presOf" srcId="{5604F1B0-644A-4E62-B9D1-FBFF41C878F1}" destId="{E3A997EF-6BB2-4275-A2F2-B1BE5B1115A8}" srcOrd="0" destOrd="0" presId="urn:microsoft.com/office/officeart/2005/8/layout/orgChart1"/>
    <dgm:cxn modelId="{AC1EC3B7-DB28-495D-AD3B-E480F4514E14}" type="presOf" srcId="{03A821C1-D52D-45B4-9C21-FAF06439BF7D}" destId="{AA2EDDD4-7009-4E17-BB08-346D609FAB5E}" srcOrd="0" destOrd="0" presId="urn:microsoft.com/office/officeart/2005/8/layout/orgChart1"/>
    <dgm:cxn modelId="{2EF18DC9-0761-4454-8BA5-95A03BF7FCD1}" srcId="{7ACCBB05-51B5-4097-AAF0-1B9FC4EBAB7E}" destId="{E6A45139-89D3-42D9-854B-7CD5E7D5E239}" srcOrd="2" destOrd="0" parTransId="{1E604B2B-2390-4467-921B-D10330644886}" sibTransId="{7B84DA9F-272F-4842-BC00-9F8A66900228}"/>
    <dgm:cxn modelId="{E50CEEDC-AB99-456A-B91B-46A625423DBE}" type="presOf" srcId="{1E604B2B-2390-4467-921B-D10330644886}" destId="{C443EF14-1712-43BC-9EA2-2A0FDFAFF47B}" srcOrd="0" destOrd="0" presId="urn:microsoft.com/office/officeart/2005/8/layout/orgChart1"/>
    <dgm:cxn modelId="{319A04E6-25B2-4DF5-B682-8FB4EAE33B83}" type="presOf" srcId="{7ACCBB05-51B5-4097-AAF0-1B9FC4EBAB7E}" destId="{240E562E-77C7-4803-B67A-B018D90AD5F2}" srcOrd="1" destOrd="0" presId="urn:microsoft.com/office/officeart/2005/8/layout/orgChart1"/>
    <dgm:cxn modelId="{779AC8F4-6EE1-4507-A8CB-E4B14EA84483}" type="presOf" srcId="{BB98B105-72B2-48D7-9135-8F0A3C4FF95B}" destId="{FDAC00FE-6C9C-40DE-AA57-46A514783D3F}" srcOrd="1" destOrd="0" presId="urn:microsoft.com/office/officeart/2005/8/layout/orgChart1"/>
    <dgm:cxn modelId="{A0739F43-CB22-4242-A80D-2A0C02F0B477}" type="presParOf" srcId="{AA2EDDD4-7009-4E17-BB08-346D609FAB5E}" destId="{0FF28B91-6549-428F-9638-CCEFDA782AB3}" srcOrd="0" destOrd="0" presId="urn:microsoft.com/office/officeart/2005/8/layout/orgChart1"/>
    <dgm:cxn modelId="{50D5DE82-08D6-4A36-8374-2995701BBAD6}" type="presParOf" srcId="{0FF28B91-6549-428F-9638-CCEFDA782AB3}" destId="{72BE7E9F-4ED0-459F-92F0-8D2546B8B4FB}" srcOrd="0" destOrd="0" presId="urn:microsoft.com/office/officeart/2005/8/layout/orgChart1"/>
    <dgm:cxn modelId="{BC578D9C-5514-4B02-9460-427F91311DDD}" type="presParOf" srcId="{72BE7E9F-4ED0-459F-92F0-8D2546B8B4FB}" destId="{54F1BBA7-8667-48E3-B11C-CCA03CEF6DA5}" srcOrd="0" destOrd="0" presId="urn:microsoft.com/office/officeart/2005/8/layout/orgChart1"/>
    <dgm:cxn modelId="{173F1009-BA0A-4E29-BF15-22193C80A944}" type="presParOf" srcId="{72BE7E9F-4ED0-459F-92F0-8D2546B8B4FB}" destId="{240E562E-77C7-4803-B67A-B018D90AD5F2}" srcOrd="1" destOrd="0" presId="urn:microsoft.com/office/officeart/2005/8/layout/orgChart1"/>
    <dgm:cxn modelId="{188071DF-5FB4-41EB-A8A2-30CAA0F03656}" type="presParOf" srcId="{0FF28B91-6549-428F-9638-CCEFDA782AB3}" destId="{84C608AF-46D0-44AD-AC38-140704166803}" srcOrd="1" destOrd="0" presId="urn:microsoft.com/office/officeart/2005/8/layout/orgChart1"/>
    <dgm:cxn modelId="{E0AC120D-866A-4BB3-AE8D-BB2ABC492E54}" type="presParOf" srcId="{84C608AF-46D0-44AD-AC38-140704166803}" destId="{407BC0DF-6C91-41CD-A1A8-D21529EFF2D7}" srcOrd="0" destOrd="0" presId="urn:microsoft.com/office/officeart/2005/8/layout/orgChart1"/>
    <dgm:cxn modelId="{B43535C1-95EB-411D-937C-5126793725F3}" type="presParOf" srcId="{84C608AF-46D0-44AD-AC38-140704166803}" destId="{D2B75E64-2A16-4AA8-99A1-BE23E9AD0744}" srcOrd="1" destOrd="0" presId="urn:microsoft.com/office/officeart/2005/8/layout/orgChart1"/>
    <dgm:cxn modelId="{58758CEA-DD1A-4E96-8033-D6F14FA8C8C3}" type="presParOf" srcId="{D2B75E64-2A16-4AA8-99A1-BE23E9AD0744}" destId="{37CBDB28-80F9-462E-B4B0-6A535B9CD9CA}" srcOrd="0" destOrd="0" presId="urn:microsoft.com/office/officeart/2005/8/layout/orgChart1"/>
    <dgm:cxn modelId="{9C1C47F8-D88C-4F64-8E40-07A8B70B5FE7}" type="presParOf" srcId="{37CBDB28-80F9-462E-B4B0-6A535B9CD9CA}" destId="{634DB92B-6A74-4714-97B1-9B2EA2E59E8B}" srcOrd="0" destOrd="0" presId="urn:microsoft.com/office/officeart/2005/8/layout/orgChart1"/>
    <dgm:cxn modelId="{3FFE552F-5D9F-4794-BAC4-30196BA7F91A}" type="presParOf" srcId="{37CBDB28-80F9-462E-B4B0-6A535B9CD9CA}" destId="{FDAC00FE-6C9C-40DE-AA57-46A514783D3F}" srcOrd="1" destOrd="0" presId="urn:microsoft.com/office/officeart/2005/8/layout/orgChart1"/>
    <dgm:cxn modelId="{16F4D640-A344-44F5-BA92-37621FD7F827}" type="presParOf" srcId="{D2B75E64-2A16-4AA8-99A1-BE23E9AD0744}" destId="{60F0EDD0-8852-4E75-A186-65AAF3BFF214}" srcOrd="1" destOrd="0" presId="urn:microsoft.com/office/officeart/2005/8/layout/orgChart1"/>
    <dgm:cxn modelId="{102C71CA-017E-44B9-9BAD-9E78E23EECA3}" type="presParOf" srcId="{D2B75E64-2A16-4AA8-99A1-BE23E9AD0744}" destId="{760C0E43-62ED-4BA5-9A22-77C66025F5A9}" srcOrd="2" destOrd="0" presId="urn:microsoft.com/office/officeart/2005/8/layout/orgChart1"/>
    <dgm:cxn modelId="{639B3933-9D2A-4A0F-97B5-685421DE6353}" type="presParOf" srcId="{84C608AF-46D0-44AD-AC38-140704166803}" destId="{E3A997EF-6BB2-4275-A2F2-B1BE5B1115A8}" srcOrd="2" destOrd="0" presId="urn:microsoft.com/office/officeart/2005/8/layout/orgChart1"/>
    <dgm:cxn modelId="{5A59317A-0EA0-4D75-9DB2-EC495A6CF105}" type="presParOf" srcId="{84C608AF-46D0-44AD-AC38-140704166803}" destId="{95C6AD1D-FF85-4453-B07B-19CBC466D494}" srcOrd="3" destOrd="0" presId="urn:microsoft.com/office/officeart/2005/8/layout/orgChart1"/>
    <dgm:cxn modelId="{3645F85B-E583-4E0B-BE97-2A04FDB34E5A}" type="presParOf" srcId="{95C6AD1D-FF85-4453-B07B-19CBC466D494}" destId="{31F8268E-A19F-48DD-89D6-67C1C181FCB4}" srcOrd="0" destOrd="0" presId="urn:microsoft.com/office/officeart/2005/8/layout/orgChart1"/>
    <dgm:cxn modelId="{93DAD61A-B490-4F80-88C5-2DF9A2F47106}" type="presParOf" srcId="{31F8268E-A19F-48DD-89D6-67C1C181FCB4}" destId="{1C2BBDDC-F482-4665-9660-02DDB69FA652}" srcOrd="0" destOrd="0" presId="urn:microsoft.com/office/officeart/2005/8/layout/orgChart1"/>
    <dgm:cxn modelId="{631B2EE3-7B63-4844-8501-1B197A290095}" type="presParOf" srcId="{31F8268E-A19F-48DD-89D6-67C1C181FCB4}" destId="{B1DD9835-2E74-4E05-BBE6-790153313A73}" srcOrd="1" destOrd="0" presId="urn:microsoft.com/office/officeart/2005/8/layout/orgChart1"/>
    <dgm:cxn modelId="{E755A055-C7B2-459F-96A7-6FBCDBCC1F13}" type="presParOf" srcId="{95C6AD1D-FF85-4453-B07B-19CBC466D494}" destId="{908632D4-4A94-4142-9ADF-3B060B45D24C}" srcOrd="1" destOrd="0" presId="urn:microsoft.com/office/officeart/2005/8/layout/orgChart1"/>
    <dgm:cxn modelId="{E783AEC6-119F-4FFD-905E-A4FA7ABF80EF}" type="presParOf" srcId="{95C6AD1D-FF85-4453-B07B-19CBC466D494}" destId="{1F177A1A-FA9B-4646-94D8-62F9A855A57F}" srcOrd="2" destOrd="0" presId="urn:microsoft.com/office/officeart/2005/8/layout/orgChart1"/>
    <dgm:cxn modelId="{324A29E9-9675-4236-8746-619BF1D9D2D2}" type="presParOf" srcId="{84C608AF-46D0-44AD-AC38-140704166803}" destId="{C443EF14-1712-43BC-9EA2-2A0FDFAFF47B}" srcOrd="4" destOrd="0" presId="urn:microsoft.com/office/officeart/2005/8/layout/orgChart1"/>
    <dgm:cxn modelId="{F47062A8-42A4-4FD6-A15C-6FFFBC0B33B8}" type="presParOf" srcId="{84C608AF-46D0-44AD-AC38-140704166803}" destId="{14212712-2175-45A1-8310-6C6446C58D21}" srcOrd="5" destOrd="0" presId="urn:microsoft.com/office/officeart/2005/8/layout/orgChart1"/>
    <dgm:cxn modelId="{33933A36-0AF5-4360-99F4-AB22FE9AC1CD}" type="presParOf" srcId="{14212712-2175-45A1-8310-6C6446C58D21}" destId="{3164ABA0-6C9E-4AB6-BDD9-ED6E7FD943C7}" srcOrd="0" destOrd="0" presId="urn:microsoft.com/office/officeart/2005/8/layout/orgChart1"/>
    <dgm:cxn modelId="{A5F626B8-AE03-47E5-A4C6-374985E1BA52}" type="presParOf" srcId="{3164ABA0-6C9E-4AB6-BDD9-ED6E7FD943C7}" destId="{7E723E91-DC6B-4E68-A569-EBC068B9896A}" srcOrd="0" destOrd="0" presId="urn:microsoft.com/office/officeart/2005/8/layout/orgChart1"/>
    <dgm:cxn modelId="{6554ECEA-6B92-4F18-9B10-CE52B2557238}" type="presParOf" srcId="{3164ABA0-6C9E-4AB6-BDD9-ED6E7FD943C7}" destId="{2C6C7542-C52B-4D5C-8251-523893A2D783}" srcOrd="1" destOrd="0" presId="urn:microsoft.com/office/officeart/2005/8/layout/orgChart1"/>
    <dgm:cxn modelId="{FA9B4FDA-7432-43A8-BF64-D94D887A2F6F}" type="presParOf" srcId="{14212712-2175-45A1-8310-6C6446C58D21}" destId="{D152EE86-871D-4AE7-B911-4B89A3165D70}" srcOrd="1" destOrd="0" presId="urn:microsoft.com/office/officeart/2005/8/layout/orgChart1"/>
    <dgm:cxn modelId="{1F6781D6-9DF6-4765-BEF2-AB21205B6845}" type="presParOf" srcId="{14212712-2175-45A1-8310-6C6446C58D21}" destId="{DE646082-6E6E-4C00-9EE8-7AFCC6A19DDD}" srcOrd="2" destOrd="0" presId="urn:microsoft.com/office/officeart/2005/8/layout/orgChart1"/>
    <dgm:cxn modelId="{B9E697E9-1D0A-416C-9C07-0B748B4FEE12}" type="presParOf" srcId="{0FF28B91-6549-428F-9638-CCEFDA782AB3}" destId="{9BA331E8-9001-441F-A588-1F0992114833}" srcOrd="2" destOrd="0" presId="urn:microsoft.com/office/officeart/2005/8/layout/orgChar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3A821C1-D52D-45B4-9C21-FAF06439BF7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ES"/>
        </a:p>
      </dgm:t>
    </dgm:pt>
    <dgm:pt modelId="{BB98B105-72B2-48D7-9135-8F0A3C4FF95B}">
      <dgm:prSet phldrT="[Texto]"/>
      <dgm:spPr/>
      <dgm:t>
        <a:bodyPr/>
        <a:lstStyle/>
        <a:p>
          <a:r>
            <a:rPr lang="es-ES" dirty="0"/>
            <a:t>BRI</a:t>
          </a:r>
        </a:p>
      </dgm:t>
    </dgm:pt>
    <dgm:pt modelId="{B33B9259-70D1-45C2-8802-EEBC31AE93DB}" type="parTrans" cxnId="{9C6F316A-0F7D-47A4-AE02-8041FCBA99BA}">
      <dgm:prSet/>
      <dgm:spPr/>
      <dgm:t>
        <a:bodyPr/>
        <a:lstStyle/>
        <a:p>
          <a:endParaRPr lang="es-ES"/>
        </a:p>
      </dgm:t>
    </dgm:pt>
    <dgm:pt modelId="{F36C0C91-9C90-42DC-973B-F948D3B1DA64}" type="sibTrans" cxnId="{9C6F316A-0F7D-47A4-AE02-8041FCBA99BA}">
      <dgm:prSet/>
      <dgm:spPr/>
      <dgm:t>
        <a:bodyPr/>
        <a:lstStyle/>
        <a:p>
          <a:endParaRPr lang="es-ES"/>
        </a:p>
      </dgm:t>
    </dgm:pt>
    <dgm:pt modelId="{714FB9BF-E15D-4775-881E-23F143D3265F}">
      <dgm:prSet phldrT="[Texto]"/>
      <dgm:spPr/>
      <dgm:t>
        <a:bodyPr/>
        <a:lstStyle/>
        <a:p>
          <a:r>
            <a:rPr lang="es-ES" dirty="0"/>
            <a:t>BRI</a:t>
          </a:r>
        </a:p>
      </dgm:t>
    </dgm:pt>
    <dgm:pt modelId="{5604F1B0-644A-4E62-B9D1-FBFF41C878F1}" type="parTrans" cxnId="{B2C5907A-38E1-4AF9-8B7B-04261E888771}">
      <dgm:prSet/>
      <dgm:spPr/>
      <dgm:t>
        <a:bodyPr/>
        <a:lstStyle/>
        <a:p>
          <a:endParaRPr lang="es-ES"/>
        </a:p>
      </dgm:t>
    </dgm:pt>
    <dgm:pt modelId="{73E0CBEE-A0FC-4D90-90A9-44C16BA5F972}" type="sibTrans" cxnId="{B2C5907A-38E1-4AF9-8B7B-04261E888771}">
      <dgm:prSet/>
      <dgm:spPr/>
      <dgm:t>
        <a:bodyPr/>
        <a:lstStyle/>
        <a:p>
          <a:endParaRPr lang="es-ES"/>
        </a:p>
      </dgm:t>
    </dgm:pt>
    <dgm:pt modelId="{E6A45139-89D3-42D9-854B-7CD5E7D5E239}">
      <dgm:prSet phldrT="[Texto]"/>
      <dgm:spPr/>
      <dgm:t>
        <a:bodyPr/>
        <a:lstStyle/>
        <a:p>
          <a:r>
            <a:rPr lang="es-ES" dirty="0"/>
            <a:t>BRI</a:t>
          </a:r>
        </a:p>
      </dgm:t>
    </dgm:pt>
    <dgm:pt modelId="{1E604B2B-2390-4467-921B-D10330644886}" type="parTrans" cxnId="{2EF18DC9-0761-4454-8BA5-95A03BF7FCD1}">
      <dgm:prSet/>
      <dgm:spPr/>
      <dgm:t>
        <a:bodyPr/>
        <a:lstStyle/>
        <a:p>
          <a:endParaRPr lang="es-ES"/>
        </a:p>
      </dgm:t>
    </dgm:pt>
    <dgm:pt modelId="{7B84DA9F-272F-4842-BC00-9F8A66900228}" type="sibTrans" cxnId="{2EF18DC9-0761-4454-8BA5-95A03BF7FCD1}">
      <dgm:prSet/>
      <dgm:spPr/>
      <dgm:t>
        <a:bodyPr/>
        <a:lstStyle/>
        <a:p>
          <a:endParaRPr lang="es-ES"/>
        </a:p>
      </dgm:t>
    </dgm:pt>
    <dgm:pt modelId="{7ACCBB05-51B5-4097-AAF0-1B9FC4EBAB7E}" type="asst">
      <dgm:prSet phldrT="[Texto]" phldr="1"/>
      <dgm:spPr>
        <a:noFill/>
        <a:ln>
          <a:noFill/>
        </a:ln>
      </dgm:spPr>
      <dgm:t>
        <a:bodyPr/>
        <a:lstStyle/>
        <a:p>
          <a:endParaRPr lang="es-ES" dirty="0"/>
        </a:p>
      </dgm:t>
    </dgm:pt>
    <dgm:pt modelId="{292AC289-6A8C-4EF7-BB0F-FB5EE69A68A6}" type="sibTrans" cxnId="{44F46302-9034-4722-932B-E33F3D865720}">
      <dgm:prSet/>
      <dgm:spPr/>
      <dgm:t>
        <a:bodyPr/>
        <a:lstStyle/>
        <a:p>
          <a:endParaRPr lang="es-ES"/>
        </a:p>
      </dgm:t>
    </dgm:pt>
    <dgm:pt modelId="{DE5D0B12-2E22-480C-A916-94672A4B8BDB}" type="parTrans" cxnId="{44F46302-9034-4722-932B-E33F3D865720}">
      <dgm:prSet/>
      <dgm:spPr/>
      <dgm:t>
        <a:bodyPr/>
        <a:lstStyle/>
        <a:p>
          <a:endParaRPr lang="es-ES"/>
        </a:p>
      </dgm:t>
    </dgm:pt>
    <dgm:pt modelId="{AA2EDDD4-7009-4E17-BB08-346D609FAB5E}" type="pres">
      <dgm:prSet presAssocID="{03A821C1-D52D-45B4-9C21-FAF06439BF7D}" presName="hierChild1" presStyleCnt="0">
        <dgm:presLayoutVars>
          <dgm:orgChart val="1"/>
          <dgm:chPref val="1"/>
          <dgm:dir/>
          <dgm:animOne val="branch"/>
          <dgm:animLvl val="lvl"/>
          <dgm:resizeHandles/>
        </dgm:presLayoutVars>
      </dgm:prSet>
      <dgm:spPr/>
    </dgm:pt>
    <dgm:pt modelId="{0FF28B91-6549-428F-9638-CCEFDA782AB3}" type="pres">
      <dgm:prSet presAssocID="{7ACCBB05-51B5-4097-AAF0-1B9FC4EBAB7E}" presName="hierRoot1" presStyleCnt="0">
        <dgm:presLayoutVars>
          <dgm:hierBranch val="init"/>
        </dgm:presLayoutVars>
      </dgm:prSet>
      <dgm:spPr/>
    </dgm:pt>
    <dgm:pt modelId="{72BE7E9F-4ED0-459F-92F0-8D2546B8B4FB}" type="pres">
      <dgm:prSet presAssocID="{7ACCBB05-51B5-4097-AAF0-1B9FC4EBAB7E}" presName="rootComposite1" presStyleCnt="0"/>
      <dgm:spPr/>
    </dgm:pt>
    <dgm:pt modelId="{54F1BBA7-8667-48E3-B11C-CCA03CEF6DA5}" type="pres">
      <dgm:prSet presAssocID="{7ACCBB05-51B5-4097-AAF0-1B9FC4EBAB7E}" presName="rootText1" presStyleLbl="node0" presStyleIdx="0" presStyleCnt="1" custLinFactNeighborY="-80535">
        <dgm:presLayoutVars>
          <dgm:chPref val="3"/>
        </dgm:presLayoutVars>
      </dgm:prSet>
      <dgm:spPr/>
    </dgm:pt>
    <dgm:pt modelId="{240E562E-77C7-4803-B67A-B018D90AD5F2}" type="pres">
      <dgm:prSet presAssocID="{7ACCBB05-51B5-4097-AAF0-1B9FC4EBAB7E}" presName="rootConnector1" presStyleLbl="asst0" presStyleIdx="0" presStyleCnt="0"/>
      <dgm:spPr/>
    </dgm:pt>
    <dgm:pt modelId="{84C608AF-46D0-44AD-AC38-140704166803}" type="pres">
      <dgm:prSet presAssocID="{7ACCBB05-51B5-4097-AAF0-1B9FC4EBAB7E}" presName="hierChild2" presStyleCnt="0"/>
      <dgm:spPr/>
    </dgm:pt>
    <dgm:pt modelId="{407BC0DF-6C91-41CD-A1A8-D21529EFF2D7}" type="pres">
      <dgm:prSet presAssocID="{B33B9259-70D1-45C2-8802-EEBC31AE93DB}" presName="Name37" presStyleLbl="parChTrans1D2" presStyleIdx="0" presStyleCnt="3"/>
      <dgm:spPr/>
    </dgm:pt>
    <dgm:pt modelId="{D2B75E64-2A16-4AA8-99A1-BE23E9AD0744}" type="pres">
      <dgm:prSet presAssocID="{BB98B105-72B2-48D7-9135-8F0A3C4FF95B}" presName="hierRoot2" presStyleCnt="0">
        <dgm:presLayoutVars>
          <dgm:hierBranch val="init"/>
        </dgm:presLayoutVars>
      </dgm:prSet>
      <dgm:spPr/>
    </dgm:pt>
    <dgm:pt modelId="{37CBDB28-80F9-462E-B4B0-6A535B9CD9CA}" type="pres">
      <dgm:prSet presAssocID="{BB98B105-72B2-48D7-9135-8F0A3C4FF95B}" presName="rootComposite" presStyleCnt="0"/>
      <dgm:spPr/>
    </dgm:pt>
    <dgm:pt modelId="{634DB92B-6A74-4714-97B1-9B2EA2E59E8B}" type="pres">
      <dgm:prSet presAssocID="{BB98B105-72B2-48D7-9135-8F0A3C4FF95B}" presName="rootText" presStyleLbl="node2" presStyleIdx="0" presStyleCnt="3">
        <dgm:presLayoutVars>
          <dgm:chPref val="3"/>
        </dgm:presLayoutVars>
      </dgm:prSet>
      <dgm:spPr/>
    </dgm:pt>
    <dgm:pt modelId="{FDAC00FE-6C9C-40DE-AA57-46A514783D3F}" type="pres">
      <dgm:prSet presAssocID="{BB98B105-72B2-48D7-9135-8F0A3C4FF95B}" presName="rootConnector" presStyleLbl="node2" presStyleIdx="0" presStyleCnt="3"/>
      <dgm:spPr/>
    </dgm:pt>
    <dgm:pt modelId="{60F0EDD0-8852-4E75-A186-65AAF3BFF214}" type="pres">
      <dgm:prSet presAssocID="{BB98B105-72B2-48D7-9135-8F0A3C4FF95B}" presName="hierChild4" presStyleCnt="0"/>
      <dgm:spPr/>
    </dgm:pt>
    <dgm:pt modelId="{760C0E43-62ED-4BA5-9A22-77C66025F5A9}" type="pres">
      <dgm:prSet presAssocID="{BB98B105-72B2-48D7-9135-8F0A3C4FF95B}" presName="hierChild5" presStyleCnt="0"/>
      <dgm:spPr/>
    </dgm:pt>
    <dgm:pt modelId="{E3A997EF-6BB2-4275-A2F2-B1BE5B1115A8}" type="pres">
      <dgm:prSet presAssocID="{5604F1B0-644A-4E62-B9D1-FBFF41C878F1}" presName="Name37" presStyleLbl="parChTrans1D2" presStyleIdx="1" presStyleCnt="3"/>
      <dgm:spPr/>
    </dgm:pt>
    <dgm:pt modelId="{95C6AD1D-FF85-4453-B07B-19CBC466D494}" type="pres">
      <dgm:prSet presAssocID="{714FB9BF-E15D-4775-881E-23F143D3265F}" presName="hierRoot2" presStyleCnt="0">
        <dgm:presLayoutVars>
          <dgm:hierBranch val="init"/>
        </dgm:presLayoutVars>
      </dgm:prSet>
      <dgm:spPr/>
    </dgm:pt>
    <dgm:pt modelId="{31F8268E-A19F-48DD-89D6-67C1C181FCB4}" type="pres">
      <dgm:prSet presAssocID="{714FB9BF-E15D-4775-881E-23F143D3265F}" presName="rootComposite" presStyleCnt="0"/>
      <dgm:spPr/>
    </dgm:pt>
    <dgm:pt modelId="{1C2BBDDC-F482-4665-9660-02DDB69FA652}" type="pres">
      <dgm:prSet presAssocID="{714FB9BF-E15D-4775-881E-23F143D3265F}" presName="rootText" presStyleLbl="node2" presStyleIdx="1" presStyleCnt="3">
        <dgm:presLayoutVars>
          <dgm:chPref val="3"/>
        </dgm:presLayoutVars>
      </dgm:prSet>
      <dgm:spPr/>
    </dgm:pt>
    <dgm:pt modelId="{B1DD9835-2E74-4E05-BBE6-790153313A73}" type="pres">
      <dgm:prSet presAssocID="{714FB9BF-E15D-4775-881E-23F143D3265F}" presName="rootConnector" presStyleLbl="node2" presStyleIdx="1" presStyleCnt="3"/>
      <dgm:spPr/>
    </dgm:pt>
    <dgm:pt modelId="{908632D4-4A94-4142-9ADF-3B060B45D24C}" type="pres">
      <dgm:prSet presAssocID="{714FB9BF-E15D-4775-881E-23F143D3265F}" presName="hierChild4" presStyleCnt="0"/>
      <dgm:spPr/>
    </dgm:pt>
    <dgm:pt modelId="{1F177A1A-FA9B-4646-94D8-62F9A855A57F}" type="pres">
      <dgm:prSet presAssocID="{714FB9BF-E15D-4775-881E-23F143D3265F}" presName="hierChild5" presStyleCnt="0"/>
      <dgm:spPr/>
    </dgm:pt>
    <dgm:pt modelId="{C443EF14-1712-43BC-9EA2-2A0FDFAFF47B}" type="pres">
      <dgm:prSet presAssocID="{1E604B2B-2390-4467-921B-D10330644886}" presName="Name37" presStyleLbl="parChTrans1D2" presStyleIdx="2" presStyleCnt="3"/>
      <dgm:spPr/>
    </dgm:pt>
    <dgm:pt modelId="{14212712-2175-45A1-8310-6C6446C58D21}" type="pres">
      <dgm:prSet presAssocID="{E6A45139-89D3-42D9-854B-7CD5E7D5E239}" presName="hierRoot2" presStyleCnt="0">
        <dgm:presLayoutVars>
          <dgm:hierBranch val="init"/>
        </dgm:presLayoutVars>
      </dgm:prSet>
      <dgm:spPr/>
    </dgm:pt>
    <dgm:pt modelId="{3164ABA0-6C9E-4AB6-BDD9-ED6E7FD943C7}" type="pres">
      <dgm:prSet presAssocID="{E6A45139-89D3-42D9-854B-7CD5E7D5E239}" presName="rootComposite" presStyleCnt="0"/>
      <dgm:spPr/>
    </dgm:pt>
    <dgm:pt modelId="{7E723E91-DC6B-4E68-A569-EBC068B9896A}" type="pres">
      <dgm:prSet presAssocID="{E6A45139-89D3-42D9-854B-7CD5E7D5E239}" presName="rootText" presStyleLbl="node2" presStyleIdx="2" presStyleCnt="3">
        <dgm:presLayoutVars>
          <dgm:chPref val="3"/>
        </dgm:presLayoutVars>
      </dgm:prSet>
      <dgm:spPr/>
    </dgm:pt>
    <dgm:pt modelId="{2C6C7542-C52B-4D5C-8251-523893A2D783}" type="pres">
      <dgm:prSet presAssocID="{E6A45139-89D3-42D9-854B-7CD5E7D5E239}" presName="rootConnector" presStyleLbl="node2" presStyleIdx="2" presStyleCnt="3"/>
      <dgm:spPr/>
    </dgm:pt>
    <dgm:pt modelId="{D152EE86-871D-4AE7-B911-4B89A3165D70}" type="pres">
      <dgm:prSet presAssocID="{E6A45139-89D3-42D9-854B-7CD5E7D5E239}" presName="hierChild4" presStyleCnt="0"/>
      <dgm:spPr/>
    </dgm:pt>
    <dgm:pt modelId="{DE646082-6E6E-4C00-9EE8-7AFCC6A19DDD}" type="pres">
      <dgm:prSet presAssocID="{E6A45139-89D3-42D9-854B-7CD5E7D5E239}" presName="hierChild5" presStyleCnt="0"/>
      <dgm:spPr/>
    </dgm:pt>
    <dgm:pt modelId="{9BA331E8-9001-441F-A588-1F0992114833}" type="pres">
      <dgm:prSet presAssocID="{7ACCBB05-51B5-4097-AAF0-1B9FC4EBAB7E}" presName="hierChild3" presStyleCnt="0"/>
      <dgm:spPr/>
    </dgm:pt>
  </dgm:ptLst>
  <dgm:cxnLst>
    <dgm:cxn modelId="{44F46302-9034-4722-932B-E33F3D865720}" srcId="{03A821C1-D52D-45B4-9C21-FAF06439BF7D}" destId="{7ACCBB05-51B5-4097-AAF0-1B9FC4EBAB7E}" srcOrd="0" destOrd="0" parTransId="{DE5D0B12-2E22-480C-A916-94672A4B8BDB}" sibTransId="{292AC289-6A8C-4EF7-BB0F-FB5EE69A68A6}"/>
    <dgm:cxn modelId="{26780B07-9F0C-4C29-8AA2-3B98E348FB24}" type="presOf" srcId="{BB98B105-72B2-48D7-9135-8F0A3C4FF95B}" destId="{634DB92B-6A74-4714-97B1-9B2EA2E59E8B}" srcOrd="0" destOrd="0" presId="urn:microsoft.com/office/officeart/2005/8/layout/orgChart1"/>
    <dgm:cxn modelId="{A50CE90D-3BD9-4484-86F5-5C3926D59B87}" type="presOf" srcId="{7ACCBB05-51B5-4097-AAF0-1B9FC4EBAB7E}" destId="{54F1BBA7-8667-48E3-B11C-CCA03CEF6DA5}" srcOrd="0" destOrd="0" presId="urn:microsoft.com/office/officeart/2005/8/layout/orgChart1"/>
    <dgm:cxn modelId="{75F57624-E6B9-457A-B39A-05F2DD6968C5}" type="presOf" srcId="{03A821C1-D52D-45B4-9C21-FAF06439BF7D}" destId="{AA2EDDD4-7009-4E17-BB08-346D609FAB5E}" srcOrd="0" destOrd="0" presId="urn:microsoft.com/office/officeart/2005/8/layout/orgChart1"/>
    <dgm:cxn modelId="{7FF2A132-E2F5-46DE-9C9B-E581AF338FAD}" type="presOf" srcId="{5604F1B0-644A-4E62-B9D1-FBFF41C878F1}" destId="{E3A997EF-6BB2-4275-A2F2-B1BE5B1115A8}" srcOrd="0" destOrd="0" presId="urn:microsoft.com/office/officeart/2005/8/layout/orgChart1"/>
    <dgm:cxn modelId="{6FD9153C-1E9B-4246-9ADF-4344AD0002C3}" type="presOf" srcId="{1E604B2B-2390-4467-921B-D10330644886}" destId="{C443EF14-1712-43BC-9EA2-2A0FDFAFF47B}" srcOrd="0" destOrd="0" presId="urn:microsoft.com/office/officeart/2005/8/layout/orgChart1"/>
    <dgm:cxn modelId="{87C9D15C-9D25-4A63-99A2-B33CACC8406E}" type="presOf" srcId="{BB98B105-72B2-48D7-9135-8F0A3C4FF95B}" destId="{FDAC00FE-6C9C-40DE-AA57-46A514783D3F}" srcOrd="1" destOrd="0" presId="urn:microsoft.com/office/officeart/2005/8/layout/orgChart1"/>
    <dgm:cxn modelId="{7E95F361-CE8C-4C5E-BF8B-FBF4F0670111}" type="presOf" srcId="{714FB9BF-E15D-4775-881E-23F143D3265F}" destId="{B1DD9835-2E74-4E05-BBE6-790153313A73}" srcOrd="1" destOrd="0" presId="urn:microsoft.com/office/officeart/2005/8/layout/orgChart1"/>
    <dgm:cxn modelId="{E8374B64-6B4D-48A7-B711-53E375920A96}" type="presOf" srcId="{7ACCBB05-51B5-4097-AAF0-1B9FC4EBAB7E}" destId="{240E562E-77C7-4803-B67A-B018D90AD5F2}" srcOrd="1" destOrd="0" presId="urn:microsoft.com/office/officeart/2005/8/layout/orgChart1"/>
    <dgm:cxn modelId="{9C6F316A-0F7D-47A4-AE02-8041FCBA99BA}" srcId="{7ACCBB05-51B5-4097-AAF0-1B9FC4EBAB7E}" destId="{BB98B105-72B2-48D7-9135-8F0A3C4FF95B}" srcOrd="0" destOrd="0" parTransId="{B33B9259-70D1-45C2-8802-EEBC31AE93DB}" sibTransId="{F36C0C91-9C90-42DC-973B-F948D3B1DA64}"/>
    <dgm:cxn modelId="{B2C5907A-38E1-4AF9-8B7B-04261E888771}" srcId="{7ACCBB05-51B5-4097-AAF0-1B9FC4EBAB7E}" destId="{714FB9BF-E15D-4775-881E-23F143D3265F}" srcOrd="1" destOrd="0" parTransId="{5604F1B0-644A-4E62-B9D1-FBFF41C878F1}" sibTransId="{73E0CBEE-A0FC-4D90-90A9-44C16BA5F972}"/>
    <dgm:cxn modelId="{3B65E580-E824-41F0-B563-DB37A1D35206}" type="presOf" srcId="{E6A45139-89D3-42D9-854B-7CD5E7D5E239}" destId="{2C6C7542-C52B-4D5C-8251-523893A2D783}" srcOrd="1" destOrd="0" presId="urn:microsoft.com/office/officeart/2005/8/layout/orgChart1"/>
    <dgm:cxn modelId="{0BD44087-5057-4537-9E6F-FBBDC46EE3F3}" type="presOf" srcId="{B33B9259-70D1-45C2-8802-EEBC31AE93DB}" destId="{407BC0DF-6C91-41CD-A1A8-D21529EFF2D7}" srcOrd="0" destOrd="0" presId="urn:microsoft.com/office/officeart/2005/8/layout/orgChart1"/>
    <dgm:cxn modelId="{2EF18DC9-0761-4454-8BA5-95A03BF7FCD1}" srcId="{7ACCBB05-51B5-4097-AAF0-1B9FC4EBAB7E}" destId="{E6A45139-89D3-42D9-854B-7CD5E7D5E239}" srcOrd="2" destOrd="0" parTransId="{1E604B2B-2390-4467-921B-D10330644886}" sibTransId="{7B84DA9F-272F-4842-BC00-9F8A66900228}"/>
    <dgm:cxn modelId="{623A50E1-B05C-48BA-9610-C43D35E0D96B}" type="presOf" srcId="{E6A45139-89D3-42D9-854B-7CD5E7D5E239}" destId="{7E723E91-DC6B-4E68-A569-EBC068B9896A}" srcOrd="0" destOrd="0" presId="urn:microsoft.com/office/officeart/2005/8/layout/orgChart1"/>
    <dgm:cxn modelId="{686E32F0-7FF4-4CC7-AD0C-5A25AC3B1B80}" type="presOf" srcId="{714FB9BF-E15D-4775-881E-23F143D3265F}" destId="{1C2BBDDC-F482-4665-9660-02DDB69FA652}" srcOrd="0" destOrd="0" presId="urn:microsoft.com/office/officeart/2005/8/layout/orgChart1"/>
    <dgm:cxn modelId="{D1499A34-D2F4-47E2-88A8-AA8C79B95D2B}" type="presParOf" srcId="{AA2EDDD4-7009-4E17-BB08-346D609FAB5E}" destId="{0FF28B91-6549-428F-9638-CCEFDA782AB3}" srcOrd="0" destOrd="0" presId="urn:microsoft.com/office/officeart/2005/8/layout/orgChart1"/>
    <dgm:cxn modelId="{929FA426-084F-4444-8256-7CA0F518DFF9}" type="presParOf" srcId="{0FF28B91-6549-428F-9638-CCEFDA782AB3}" destId="{72BE7E9F-4ED0-459F-92F0-8D2546B8B4FB}" srcOrd="0" destOrd="0" presId="urn:microsoft.com/office/officeart/2005/8/layout/orgChart1"/>
    <dgm:cxn modelId="{7BCB7813-CB66-418F-9459-1B8958399867}" type="presParOf" srcId="{72BE7E9F-4ED0-459F-92F0-8D2546B8B4FB}" destId="{54F1BBA7-8667-48E3-B11C-CCA03CEF6DA5}" srcOrd="0" destOrd="0" presId="urn:microsoft.com/office/officeart/2005/8/layout/orgChart1"/>
    <dgm:cxn modelId="{0024FC4C-0EC8-4DDD-8C41-14C1B258017C}" type="presParOf" srcId="{72BE7E9F-4ED0-459F-92F0-8D2546B8B4FB}" destId="{240E562E-77C7-4803-B67A-B018D90AD5F2}" srcOrd="1" destOrd="0" presId="urn:microsoft.com/office/officeart/2005/8/layout/orgChart1"/>
    <dgm:cxn modelId="{822421E0-B08A-4300-9382-5A513079E70C}" type="presParOf" srcId="{0FF28B91-6549-428F-9638-CCEFDA782AB3}" destId="{84C608AF-46D0-44AD-AC38-140704166803}" srcOrd="1" destOrd="0" presId="urn:microsoft.com/office/officeart/2005/8/layout/orgChart1"/>
    <dgm:cxn modelId="{D63BFB6D-7AA2-4E94-A98E-69A2D37C05C3}" type="presParOf" srcId="{84C608AF-46D0-44AD-AC38-140704166803}" destId="{407BC0DF-6C91-41CD-A1A8-D21529EFF2D7}" srcOrd="0" destOrd="0" presId="urn:microsoft.com/office/officeart/2005/8/layout/orgChart1"/>
    <dgm:cxn modelId="{255C44B4-787F-4223-87C8-6B359597D12F}" type="presParOf" srcId="{84C608AF-46D0-44AD-AC38-140704166803}" destId="{D2B75E64-2A16-4AA8-99A1-BE23E9AD0744}" srcOrd="1" destOrd="0" presId="urn:microsoft.com/office/officeart/2005/8/layout/orgChart1"/>
    <dgm:cxn modelId="{C63F93C7-2754-4F5E-B2DF-CE5F90310529}" type="presParOf" srcId="{D2B75E64-2A16-4AA8-99A1-BE23E9AD0744}" destId="{37CBDB28-80F9-462E-B4B0-6A535B9CD9CA}" srcOrd="0" destOrd="0" presId="urn:microsoft.com/office/officeart/2005/8/layout/orgChart1"/>
    <dgm:cxn modelId="{6DD1C612-0017-4F30-AA43-8F8FBDE385BA}" type="presParOf" srcId="{37CBDB28-80F9-462E-B4B0-6A535B9CD9CA}" destId="{634DB92B-6A74-4714-97B1-9B2EA2E59E8B}" srcOrd="0" destOrd="0" presId="urn:microsoft.com/office/officeart/2005/8/layout/orgChart1"/>
    <dgm:cxn modelId="{8FC8471C-31DA-46F9-9224-68C9D3DC69C7}" type="presParOf" srcId="{37CBDB28-80F9-462E-B4B0-6A535B9CD9CA}" destId="{FDAC00FE-6C9C-40DE-AA57-46A514783D3F}" srcOrd="1" destOrd="0" presId="urn:microsoft.com/office/officeart/2005/8/layout/orgChart1"/>
    <dgm:cxn modelId="{608F2209-DC4E-46CC-AFDF-4862881514D1}" type="presParOf" srcId="{D2B75E64-2A16-4AA8-99A1-BE23E9AD0744}" destId="{60F0EDD0-8852-4E75-A186-65AAF3BFF214}" srcOrd="1" destOrd="0" presId="urn:microsoft.com/office/officeart/2005/8/layout/orgChart1"/>
    <dgm:cxn modelId="{C7AD8C88-B30B-44CA-9C03-3882B7AEE7C8}" type="presParOf" srcId="{D2B75E64-2A16-4AA8-99A1-BE23E9AD0744}" destId="{760C0E43-62ED-4BA5-9A22-77C66025F5A9}" srcOrd="2" destOrd="0" presId="urn:microsoft.com/office/officeart/2005/8/layout/orgChart1"/>
    <dgm:cxn modelId="{0154E9EB-8FFD-4599-80E7-B8F45CD6681B}" type="presParOf" srcId="{84C608AF-46D0-44AD-AC38-140704166803}" destId="{E3A997EF-6BB2-4275-A2F2-B1BE5B1115A8}" srcOrd="2" destOrd="0" presId="urn:microsoft.com/office/officeart/2005/8/layout/orgChart1"/>
    <dgm:cxn modelId="{C55B935B-D250-4AD2-AB5C-24AD332B0AE2}" type="presParOf" srcId="{84C608AF-46D0-44AD-AC38-140704166803}" destId="{95C6AD1D-FF85-4453-B07B-19CBC466D494}" srcOrd="3" destOrd="0" presId="urn:microsoft.com/office/officeart/2005/8/layout/orgChart1"/>
    <dgm:cxn modelId="{6911F5C9-7FCF-4D84-B8C9-328509E2E1E1}" type="presParOf" srcId="{95C6AD1D-FF85-4453-B07B-19CBC466D494}" destId="{31F8268E-A19F-48DD-89D6-67C1C181FCB4}" srcOrd="0" destOrd="0" presId="urn:microsoft.com/office/officeart/2005/8/layout/orgChart1"/>
    <dgm:cxn modelId="{AA88156C-2E80-4317-9844-7B1AAD473F19}" type="presParOf" srcId="{31F8268E-A19F-48DD-89D6-67C1C181FCB4}" destId="{1C2BBDDC-F482-4665-9660-02DDB69FA652}" srcOrd="0" destOrd="0" presId="urn:microsoft.com/office/officeart/2005/8/layout/orgChart1"/>
    <dgm:cxn modelId="{1BC26C35-007F-456A-968E-900D19E7A528}" type="presParOf" srcId="{31F8268E-A19F-48DD-89D6-67C1C181FCB4}" destId="{B1DD9835-2E74-4E05-BBE6-790153313A73}" srcOrd="1" destOrd="0" presId="urn:microsoft.com/office/officeart/2005/8/layout/orgChart1"/>
    <dgm:cxn modelId="{CFC1AA8B-5435-4286-A3EA-059F88582E96}" type="presParOf" srcId="{95C6AD1D-FF85-4453-B07B-19CBC466D494}" destId="{908632D4-4A94-4142-9ADF-3B060B45D24C}" srcOrd="1" destOrd="0" presId="urn:microsoft.com/office/officeart/2005/8/layout/orgChart1"/>
    <dgm:cxn modelId="{353AE2D4-CDE8-4008-9251-7E8457B73E61}" type="presParOf" srcId="{95C6AD1D-FF85-4453-B07B-19CBC466D494}" destId="{1F177A1A-FA9B-4646-94D8-62F9A855A57F}" srcOrd="2" destOrd="0" presId="urn:microsoft.com/office/officeart/2005/8/layout/orgChart1"/>
    <dgm:cxn modelId="{03307B3B-A578-439E-8522-B5F6BBCA17B2}" type="presParOf" srcId="{84C608AF-46D0-44AD-AC38-140704166803}" destId="{C443EF14-1712-43BC-9EA2-2A0FDFAFF47B}" srcOrd="4" destOrd="0" presId="urn:microsoft.com/office/officeart/2005/8/layout/orgChart1"/>
    <dgm:cxn modelId="{6E3D86D2-B6B6-473C-8355-023224599C85}" type="presParOf" srcId="{84C608AF-46D0-44AD-AC38-140704166803}" destId="{14212712-2175-45A1-8310-6C6446C58D21}" srcOrd="5" destOrd="0" presId="urn:microsoft.com/office/officeart/2005/8/layout/orgChart1"/>
    <dgm:cxn modelId="{E55A24B8-FF0B-499A-9433-AB92DD644938}" type="presParOf" srcId="{14212712-2175-45A1-8310-6C6446C58D21}" destId="{3164ABA0-6C9E-4AB6-BDD9-ED6E7FD943C7}" srcOrd="0" destOrd="0" presId="urn:microsoft.com/office/officeart/2005/8/layout/orgChart1"/>
    <dgm:cxn modelId="{FF164E5E-2F7A-4E3C-8770-8F054659FAD5}" type="presParOf" srcId="{3164ABA0-6C9E-4AB6-BDD9-ED6E7FD943C7}" destId="{7E723E91-DC6B-4E68-A569-EBC068B9896A}" srcOrd="0" destOrd="0" presId="urn:microsoft.com/office/officeart/2005/8/layout/orgChart1"/>
    <dgm:cxn modelId="{08CC72E7-661F-4B9E-A19E-0696CFD4B27C}" type="presParOf" srcId="{3164ABA0-6C9E-4AB6-BDD9-ED6E7FD943C7}" destId="{2C6C7542-C52B-4D5C-8251-523893A2D783}" srcOrd="1" destOrd="0" presId="urn:microsoft.com/office/officeart/2005/8/layout/orgChart1"/>
    <dgm:cxn modelId="{05149638-CD3D-4ABF-BFBC-D940FE341A5B}" type="presParOf" srcId="{14212712-2175-45A1-8310-6C6446C58D21}" destId="{D152EE86-871D-4AE7-B911-4B89A3165D70}" srcOrd="1" destOrd="0" presId="urn:microsoft.com/office/officeart/2005/8/layout/orgChart1"/>
    <dgm:cxn modelId="{861EBC9A-1471-46A6-A9F1-C93B676D2A45}" type="presParOf" srcId="{14212712-2175-45A1-8310-6C6446C58D21}" destId="{DE646082-6E6E-4C00-9EE8-7AFCC6A19DDD}" srcOrd="2" destOrd="0" presId="urn:microsoft.com/office/officeart/2005/8/layout/orgChart1"/>
    <dgm:cxn modelId="{51027BFD-79F7-4681-8964-BC5937B341CC}" type="presParOf" srcId="{0FF28B91-6549-428F-9638-CCEFDA782AB3}" destId="{9BA331E8-9001-441F-A588-1F0992114833}" srcOrd="2" destOrd="0" presId="urn:microsoft.com/office/officeart/2005/8/layout/orgChart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3A821C1-D52D-45B4-9C21-FAF06439BF7D}"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s-ES"/>
        </a:p>
      </dgm:t>
    </dgm:pt>
    <dgm:pt modelId="{BB98B105-72B2-48D7-9135-8F0A3C4FF95B}">
      <dgm:prSet phldrT="[Texto]"/>
      <dgm:spPr/>
      <dgm:t>
        <a:bodyPr/>
        <a:lstStyle/>
        <a:p>
          <a:r>
            <a:rPr lang="es-ES" dirty="0"/>
            <a:t>BRI</a:t>
          </a:r>
        </a:p>
      </dgm:t>
    </dgm:pt>
    <dgm:pt modelId="{B33B9259-70D1-45C2-8802-EEBC31AE93DB}" type="parTrans" cxnId="{9C6F316A-0F7D-47A4-AE02-8041FCBA99BA}">
      <dgm:prSet/>
      <dgm:spPr/>
      <dgm:t>
        <a:bodyPr/>
        <a:lstStyle/>
        <a:p>
          <a:endParaRPr lang="es-ES"/>
        </a:p>
      </dgm:t>
    </dgm:pt>
    <dgm:pt modelId="{F36C0C91-9C90-42DC-973B-F948D3B1DA64}" type="sibTrans" cxnId="{9C6F316A-0F7D-47A4-AE02-8041FCBA99BA}">
      <dgm:prSet/>
      <dgm:spPr/>
      <dgm:t>
        <a:bodyPr/>
        <a:lstStyle/>
        <a:p>
          <a:endParaRPr lang="es-ES"/>
        </a:p>
      </dgm:t>
    </dgm:pt>
    <dgm:pt modelId="{714FB9BF-E15D-4775-881E-23F143D3265F}">
      <dgm:prSet phldrT="[Texto]"/>
      <dgm:spPr/>
      <dgm:t>
        <a:bodyPr/>
        <a:lstStyle/>
        <a:p>
          <a:r>
            <a:rPr lang="es-ES" dirty="0"/>
            <a:t>BRI</a:t>
          </a:r>
        </a:p>
      </dgm:t>
    </dgm:pt>
    <dgm:pt modelId="{5604F1B0-644A-4E62-B9D1-FBFF41C878F1}" type="parTrans" cxnId="{B2C5907A-38E1-4AF9-8B7B-04261E888771}">
      <dgm:prSet/>
      <dgm:spPr/>
      <dgm:t>
        <a:bodyPr/>
        <a:lstStyle/>
        <a:p>
          <a:endParaRPr lang="es-ES"/>
        </a:p>
      </dgm:t>
    </dgm:pt>
    <dgm:pt modelId="{73E0CBEE-A0FC-4D90-90A9-44C16BA5F972}" type="sibTrans" cxnId="{B2C5907A-38E1-4AF9-8B7B-04261E888771}">
      <dgm:prSet/>
      <dgm:spPr/>
      <dgm:t>
        <a:bodyPr/>
        <a:lstStyle/>
        <a:p>
          <a:endParaRPr lang="es-ES"/>
        </a:p>
      </dgm:t>
    </dgm:pt>
    <dgm:pt modelId="{E6A45139-89D3-42D9-854B-7CD5E7D5E239}">
      <dgm:prSet phldrT="[Texto]"/>
      <dgm:spPr/>
      <dgm:t>
        <a:bodyPr/>
        <a:lstStyle/>
        <a:p>
          <a:r>
            <a:rPr lang="es-ES" dirty="0"/>
            <a:t>BRI</a:t>
          </a:r>
        </a:p>
      </dgm:t>
    </dgm:pt>
    <dgm:pt modelId="{1E604B2B-2390-4467-921B-D10330644886}" type="parTrans" cxnId="{2EF18DC9-0761-4454-8BA5-95A03BF7FCD1}">
      <dgm:prSet/>
      <dgm:spPr/>
      <dgm:t>
        <a:bodyPr/>
        <a:lstStyle/>
        <a:p>
          <a:endParaRPr lang="es-ES"/>
        </a:p>
      </dgm:t>
    </dgm:pt>
    <dgm:pt modelId="{7B84DA9F-272F-4842-BC00-9F8A66900228}" type="sibTrans" cxnId="{2EF18DC9-0761-4454-8BA5-95A03BF7FCD1}">
      <dgm:prSet/>
      <dgm:spPr/>
      <dgm:t>
        <a:bodyPr/>
        <a:lstStyle/>
        <a:p>
          <a:endParaRPr lang="es-ES"/>
        </a:p>
      </dgm:t>
    </dgm:pt>
    <dgm:pt modelId="{7ACCBB05-51B5-4097-AAF0-1B9FC4EBAB7E}" type="asst">
      <dgm:prSet phldrT="[Texto]" phldr="1"/>
      <dgm:spPr>
        <a:noFill/>
        <a:ln>
          <a:noFill/>
        </a:ln>
      </dgm:spPr>
      <dgm:t>
        <a:bodyPr/>
        <a:lstStyle/>
        <a:p>
          <a:endParaRPr lang="es-ES" dirty="0"/>
        </a:p>
      </dgm:t>
    </dgm:pt>
    <dgm:pt modelId="{292AC289-6A8C-4EF7-BB0F-FB5EE69A68A6}" type="sibTrans" cxnId="{44F46302-9034-4722-932B-E33F3D865720}">
      <dgm:prSet/>
      <dgm:spPr/>
      <dgm:t>
        <a:bodyPr/>
        <a:lstStyle/>
        <a:p>
          <a:endParaRPr lang="es-ES"/>
        </a:p>
      </dgm:t>
    </dgm:pt>
    <dgm:pt modelId="{DE5D0B12-2E22-480C-A916-94672A4B8BDB}" type="parTrans" cxnId="{44F46302-9034-4722-932B-E33F3D865720}">
      <dgm:prSet/>
      <dgm:spPr/>
      <dgm:t>
        <a:bodyPr/>
        <a:lstStyle/>
        <a:p>
          <a:endParaRPr lang="es-ES"/>
        </a:p>
      </dgm:t>
    </dgm:pt>
    <dgm:pt modelId="{AA2EDDD4-7009-4E17-BB08-346D609FAB5E}" type="pres">
      <dgm:prSet presAssocID="{03A821C1-D52D-45B4-9C21-FAF06439BF7D}" presName="hierChild1" presStyleCnt="0">
        <dgm:presLayoutVars>
          <dgm:orgChart val="1"/>
          <dgm:chPref val="1"/>
          <dgm:dir/>
          <dgm:animOne val="branch"/>
          <dgm:animLvl val="lvl"/>
          <dgm:resizeHandles/>
        </dgm:presLayoutVars>
      </dgm:prSet>
      <dgm:spPr/>
    </dgm:pt>
    <dgm:pt modelId="{0FF28B91-6549-428F-9638-CCEFDA782AB3}" type="pres">
      <dgm:prSet presAssocID="{7ACCBB05-51B5-4097-AAF0-1B9FC4EBAB7E}" presName="hierRoot1" presStyleCnt="0">
        <dgm:presLayoutVars>
          <dgm:hierBranch val="init"/>
        </dgm:presLayoutVars>
      </dgm:prSet>
      <dgm:spPr/>
    </dgm:pt>
    <dgm:pt modelId="{72BE7E9F-4ED0-459F-92F0-8D2546B8B4FB}" type="pres">
      <dgm:prSet presAssocID="{7ACCBB05-51B5-4097-AAF0-1B9FC4EBAB7E}" presName="rootComposite1" presStyleCnt="0"/>
      <dgm:spPr/>
    </dgm:pt>
    <dgm:pt modelId="{54F1BBA7-8667-48E3-B11C-CCA03CEF6DA5}" type="pres">
      <dgm:prSet presAssocID="{7ACCBB05-51B5-4097-AAF0-1B9FC4EBAB7E}" presName="rootText1" presStyleLbl="node0" presStyleIdx="0" presStyleCnt="1" custLinFactNeighborY="-80535">
        <dgm:presLayoutVars>
          <dgm:chPref val="3"/>
        </dgm:presLayoutVars>
      </dgm:prSet>
      <dgm:spPr/>
    </dgm:pt>
    <dgm:pt modelId="{240E562E-77C7-4803-B67A-B018D90AD5F2}" type="pres">
      <dgm:prSet presAssocID="{7ACCBB05-51B5-4097-AAF0-1B9FC4EBAB7E}" presName="rootConnector1" presStyleLbl="asst0" presStyleIdx="0" presStyleCnt="0"/>
      <dgm:spPr/>
    </dgm:pt>
    <dgm:pt modelId="{84C608AF-46D0-44AD-AC38-140704166803}" type="pres">
      <dgm:prSet presAssocID="{7ACCBB05-51B5-4097-AAF0-1B9FC4EBAB7E}" presName="hierChild2" presStyleCnt="0"/>
      <dgm:spPr/>
    </dgm:pt>
    <dgm:pt modelId="{407BC0DF-6C91-41CD-A1A8-D21529EFF2D7}" type="pres">
      <dgm:prSet presAssocID="{B33B9259-70D1-45C2-8802-EEBC31AE93DB}" presName="Name37" presStyleLbl="parChTrans1D2" presStyleIdx="0" presStyleCnt="3"/>
      <dgm:spPr/>
    </dgm:pt>
    <dgm:pt modelId="{D2B75E64-2A16-4AA8-99A1-BE23E9AD0744}" type="pres">
      <dgm:prSet presAssocID="{BB98B105-72B2-48D7-9135-8F0A3C4FF95B}" presName="hierRoot2" presStyleCnt="0">
        <dgm:presLayoutVars>
          <dgm:hierBranch val="init"/>
        </dgm:presLayoutVars>
      </dgm:prSet>
      <dgm:spPr/>
    </dgm:pt>
    <dgm:pt modelId="{37CBDB28-80F9-462E-B4B0-6A535B9CD9CA}" type="pres">
      <dgm:prSet presAssocID="{BB98B105-72B2-48D7-9135-8F0A3C4FF95B}" presName="rootComposite" presStyleCnt="0"/>
      <dgm:spPr/>
    </dgm:pt>
    <dgm:pt modelId="{634DB92B-6A74-4714-97B1-9B2EA2E59E8B}" type="pres">
      <dgm:prSet presAssocID="{BB98B105-72B2-48D7-9135-8F0A3C4FF95B}" presName="rootText" presStyleLbl="node2" presStyleIdx="0" presStyleCnt="3">
        <dgm:presLayoutVars>
          <dgm:chPref val="3"/>
        </dgm:presLayoutVars>
      </dgm:prSet>
      <dgm:spPr/>
    </dgm:pt>
    <dgm:pt modelId="{FDAC00FE-6C9C-40DE-AA57-46A514783D3F}" type="pres">
      <dgm:prSet presAssocID="{BB98B105-72B2-48D7-9135-8F0A3C4FF95B}" presName="rootConnector" presStyleLbl="node2" presStyleIdx="0" presStyleCnt="3"/>
      <dgm:spPr/>
    </dgm:pt>
    <dgm:pt modelId="{60F0EDD0-8852-4E75-A186-65AAF3BFF214}" type="pres">
      <dgm:prSet presAssocID="{BB98B105-72B2-48D7-9135-8F0A3C4FF95B}" presName="hierChild4" presStyleCnt="0"/>
      <dgm:spPr/>
    </dgm:pt>
    <dgm:pt modelId="{760C0E43-62ED-4BA5-9A22-77C66025F5A9}" type="pres">
      <dgm:prSet presAssocID="{BB98B105-72B2-48D7-9135-8F0A3C4FF95B}" presName="hierChild5" presStyleCnt="0"/>
      <dgm:spPr/>
    </dgm:pt>
    <dgm:pt modelId="{E3A997EF-6BB2-4275-A2F2-B1BE5B1115A8}" type="pres">
      <dgm:prSet presAssocID="{5604F1B0-644A-4E62-B9D1-FBFF41C878F1}" presName="Name37" presStyleLbl="parChTrans1D2" presStyleIdx="1" presStyleCnt="3"/>
      <dgm:spPr/>
    </dgm:pt>
    <dgm:pt modelId="{95C6AD1D-FF85-4453-B07B-19CBC466D494}" type="pres">
      <dgm:prSet presAssocID="{714FB9BF-E15D-4775-881E-23F143D3265F}" presName="hierRoot2" presStyleCnt="0">
        <dgm:presLayoutVars>
          <dgm:hierBranch val="init"/>
        </dgm:presLayoutVars>
      </dgm:prSet>
      <dgm:spPr/>
    </dgm:pt>
    <dgm:pt modelId="{31F8268E-A19F-48DD-89D6-67C1C181FCB4}" type="pres">
      <dgm:prSet presAssocID="{714FB9BF-E15D-4775-881E-23F143D3265F}" presName="rootComposite" presStyleCnt="0"/>
      <dgm:spPr/>
    </dgm:pt>
    <dgm:pt modelId="{1C2BBDDC-F482-4665-9660-02DDB69FA652}" type="pres">
      <dgm:prSet presAssocID="{714FB9BF-E15D-4775-881E-23F143D3265F}" presName="rootText" presStyleLbl="node2" presStyleIdx="1" presStyleCnt="3">
        <dgm:presLayoutVars>
          <dgm:chPref val="3"/>
        </dgm:presLayoutVars>
      </dgm:prSet>
      <dgm:spPr/>
    </dgm:pt>
    <dgm:pt modelId="{B1DD9835-2E74-4E05-BBE6-790153313A73}" type="pres">
      <dgm:prSet presAssocID="{714FB9BF-E15D-4775-881E-23F143D3265F}" presName="rootConnector" presStyleLbl="node2" presStyleIdx="1" presStyleCnt="3"/>
      <dgm:spPr/>
    </dgm:pt>
    <dgm:pt modelId="{908632D4-4A94-4142-9ADF-3B060B45D24C}" type="pres">
      <dgm:prSet presAssocID="{714FB9BF-E15D-4775-881E-23F143D3265F}" presName="hierChild4" presStyleCnt="0"/>
      <dgm:spPr/>
    </dgm:pt>
    <dgm:pt modelId="{1F177A1A-FA9B-4646-94D8-62F9A855A57F}" type="pres">
      <dgm:prSet presAssocID="{714FB9BF-E15D-4775-881E-23F143D3265F}" presName="hierChild5" presStyleCnt="0"/>
      <dgm:spPr/>
    </dgm:pt>
    <dgm:pt modelId="{C443EF14-1712-43BC-9EA2-2A0FDFAFF47B}" type="pres">
      <dgm:prSet presAssocID="{1E604B2B-2390-4467-921B-D10330644886}" presName="Name37" presStyleLbl="parChTrans1D2" presStyleIdx="2" presStyleCnt="3"/>
      <dgm:spPr/>
    </dgm:pt>
    <dgm:pt modelId="{14212712-2175-45A1-8310-6C6446C58D21}" type="pres">
      <dgm:prSet presAssocID="{E6A45139-89D3-42D9-854B-7CD5E7D5E239}" presName="hierRoot2" presStyleCnt="0">
        <dgm:presLayoutVars>
          <dgm:hierBranch val="init"/>
        </dgm:presLayoutVars>
      </dgm:prSet>
      <dgm:spPr/>
    </dgm:pt>
    <dgm:pt modelId="{3164ABA0-6C9E-4AB6-BDD9-ED6E7FD943C7}" type="pres">
      <dgm:prSet presAssocID="{E6A45139-89D3-42D9-854B-7CD5E7D5E239}" presName="rootComposite" presStyleCnt="0"/>
      <dgm:spPr/>
    </dgm:pt>
    <dgm:pt modelId="{7E723E91-DC6B-4E68-A569-EBC068B9896A}" type="pres">
      <dgm:prSet presAssocID="{E6A45139-89D3-42D9-854B-7CD5E7D5E239}" presName="rootText" presStyleLbl="node2" presStyleIdx="2" presStyleCnt="3">
        <dgm:presLayoutVars>
          <dgm:chPref val="3"/>
        </dgm:presLayoutVars>
      </dgm:prSet>
      <dgm:spPr/>
    </dgm:pt>
    <dgm:pt modelId="{2C6C7542-C52B-4D5C-8251-523893A2D783}" type="pres">
      <dgm:prSet presAssocID="{E6A45139-89D3-42D9-854B-7CD5E7D5E239}" presName="rootConnector" presStyleLbl="node2" presStyleIdx="2" presStyleCnt="3"/>
      <dgm:spPr/>
    </dgm:pt>
    <dgm:pt modelId="{D152EE86-871D-4AE7-B911-4B89A3165D70}" type="pres">
      <dgm:prSet presAssocID="{E6A45139-89D3-42D9-854B-7CD5E7D5E239}" presName="hierChild4" presStyleCnt="0"/>
      <dgm:spPr/>
    </dgm:pt>
    <dgm:pt modelId="{DE646082-6E6E-4C00-9EE8-7AFCC6A19DDD}" type="pres">
      <dgm:prSet presAssocID="{E6A45139-89D3-42D9-854B-7CD5E7D5E239}" presName="hierChild5" presStyleCnt="0"/>
      <dgm:spPr/>
    </dgm:pt>
    <dgm:pt modelId="{9BA331E8-9001-441F-A588-1F0992114833}" type="pres">
      <dgm:prSet presAssocID="{7ACCBB05-51B5-4097-AAF0-1B9FC4EBAB7E}" presName="hierChild3" presStyleCnt="0"/>
      <dgm:spPr/>
    </dgm:pt>
  </dgm:ptLst>
  <dgm:cxnLst>
    <dgm:cxn modelId="{44F46302-9034-4722-932B-E33F3D865720}" srcId="{03A821C1-D52D-45B4-9C21-FAF06439BF7D}" destId="{7ACCBB05-51B5-4097-AAF0-1B9FC4EBAB7E}" srcOrd="0" destOrd="0" parTransId="{DE5D0B12-2E22-480C-A916-94672A4B8BDB}" sibTransId="{292AC289-6A8C-4EF7-BB0F-FB5EE69A68A6}"/>
    <dgm:cxn modelId="{7E6E2139-D517-494C-885B-699704E61632}" type="presOf" srcId="{7ACCBB05-51B5-4097-AAF0-1B9FC4EBAB7E}" destId="{54F1BBA7-8667-48E3-B11C-CCA03CEF6DA5}" srcOrd="0" destOrd="0" presId="urn:microsoft.com/office/officeart/2005/8/layout/orgChart1"/>
    <dgm:cxn modelId="{BF64F83E-A878-42D1-94A8-5E4068986117}" type="presOf" srcId="{7ACCBB05-51B5-4097-AAF0-1B9FC4EBAB7E}" destId="{240E562E-77C7-4803-B67A-B018D90AD5F2}" srcOrd="1" destOrd="0" presId="urn:microsoft.com/office/officeart/2005/8/layout/orgChart1"/>
    <dgm:cxn modelId="{A2D6CA5D-CE85-4B33-9A37-054EF351A499}" type="presOf" srcId="{BB98B105-72B2-48D7-9135-8F0A3C4FF95B}" destId="{FDAC00FE-6C9C-40DE-AA57-46A514783D3F}" srcOrd="1" destOrd="0" presId="urn:microsoft.com/office/officeart/2005/8/layout/orgChart1"/>
    <dgm:cxn modelId="{FDAA5268-3759-47F5-881F-E25301AF1A64}" type="presOf" srcId="{03A821C1-D52D-45B4-9C21-FAF06439BF7D}" destId="{AA2EDDD4-7009-4E17-BB08-346D609FAB5E}" srcOrd="0" destOrd="0" presId="urn:microsoft.com/office/officeart/2005/8/layout/orgChart1"/>
    <dgm:cxn modelId="{BF978148-D123-43FB-BA57-D8D270F390E6}" type="presOf" srcId="{5604F1B0-644A-4E62-B9D1-FBFF41C878F1}" destId="{E3A997EF-6BB2-4275-A2F2-B1BE5B1115A8}" srcOrd="0" destOrd="0" presId="urn:microsoft.com/office/officeart/2005/8/layout/orgChart1"/>
    <dgm:cxn modelId="{9C6F316A-0F7D-47A4-AE02-8041FCBA99BA}" srcId="{7ACCBB05-51B5-4097-AAF0-1B9FC4EBAB7E}" destId="{BB98B105-72B2-48D7-9135-8F0A3C4FF95B}" srcOrd="0" destOrd="0" parTransId="{B33B9259-70D1-45C2-8802-EEBC31AE93DB}" sibTransId="{F36C0C91-9C90-42DC-973B-F948D3B1DA64}"/>
    <dgm:cxn modelId="{B2C5907A-38E1-4AF9-8B7B-04261E888771}" srcId="{7ACCBB05-51B5-4097-AAF0-1B9FC4EBAB7E}" destId="{714FB9BF-E15D-4775-881E-23F143D3265F}" srcOrd="1" destOrd="0" parTransId="{5604F1B0-644A-4E62-B9D1-FBFF41C878F1}" sibTransId="{73E0CBEE-A0FC-4D90-90A9-44C16BA5F972}"/>
    <dgm:cxn modelId="{943CBB8A-2F45-461F-98F5-1B7F111E8F01}" type="presOf" srcId="{B33B9259-70D1-45C2-8802-EEBC31AE93DB}" destId="{407BC0DF-6C91-41CD-A1A8-D21529EFF2D7}" srcOrd="0" destOrd="0" presId="urn:microsoft.com/office/officeart/2005/8/layout/orgChart1"/>
    <dgm:cxn modelId="{75C12396-860C-4B4C-B445-0F482E95EE05}" type="presOf" srcId="{1E604B2B-2390-4467-921B-D10330644886}" destId="{C443EF14-1712-43BC-9EA2-2A0FDFAFF47B}" srcOrd="0" destOrd="0" presId="urn:microsoft.com/office/officeart/2005/8/layout/orgChart1"/>
    <dgm:cxn modelId="{22EAE8A8-AFC1-42CD-98E7-B7C074E937D6}" type="presOf" srcId="{E6A45139-89D3-42D9-854B-7CD5E7D5E239}" destId="{2C6C7542-C52B-4D5C-8251-523893A2D783}" srcOrd="1" destOrd="0" presId="urn:microsoft.com/office/officeart/2005/8/layout/orgChart1"/>
    <dgm:cxn modelId="{773F5CB9-55A5-41CF-9EDC-49D0B6D50B1B}" type="presOf" srcId="{E6A45139-89D3-42D9-854B-7CD5E7D5E239}" destId="{7E723E91-DC6B-4E68-A569-EBC068B9896A}" srcOrd="0" destOrd="0" presId="urn:microsoft.com/office/officeart/2005/8/layout/orgChart1"/>
    <dgm:cxn modelId="{2EF18DC9-0761-4454-8BA5-95A03BF7FCD1}" srcId="{7ACCBB05-51B5-4097-AAF0-1B9FC4EBAB7E}" destId="{E6A45139-89D3-42D9-854B-7CD5E7D5E239}" srcOrd="2" destOrd="0" parTransId="{1E604B2B-2390-4467-921B-D10330644886}" sibTransId="{7B84DA9F-272F-4842-BC00-9F8A66900228}"/>
    <dgm:cxn modelId="{CE8B29CE-0D8F-4B31-B76E-15AF7CC26A82}" type="presOf" srcId="{BB98B105-72B2-48D7-9135-8F0A3C4FF95B}" destId="{634DB92B-6A74-4714-97B1-9B2EA2E59E8B}" srcOrd="0" destOrd="0" presId="urn:microsoft.com/office/officeart/2005/8/layout/orgChart1"/>
    <dgm:cxn modelId="{EBEFFCD0-E3A5-45EA-8822-8AF8566EAAB7}" type="presOf" srcId="{714FB9BF-E15D-4775-881E-23F143D3265F}" destId="{B1DD9835-2E74-4E05-BBE6-790153313A73}" srcOrd="1" destOrd="0" presId="urn:microsoft.com/office/officeart/2005/8/layout/orgChart1"/>
    <dgm:cxn modelId="{0D24D9F0-9774-414F-B46F-83842FA2F307}" type="presOf" srcId="{714FB9BF-E15D-4775-881E-23F143D3265F}" destId="{1C2BBDDC-F482-4665-9660-02DDB69FA652}" srcOrd="0" destOrd="0" presId="urn:microsoft.com/office/officeart/2005/8/layout/orgChart1"/>
    <dgm:cxn modelId="{911ACF65-CE45-42A2-AA11-F7BDFEAC3575}" type="presParOf" srcId="{AA2EDDD4-7009-4E17-BB08-346D609FAB5E}" destId="{0FF28B91-6549-428F-9638-CCEFDA782AB3}" srcOrd="0" destOrd="0" presId="urn:microsoft.com/office/officeart/2005/8/layout/orgChart1"/>
    <dgm:cxn modelId="{4AD804F4-0D54-4E82-9011-802C1866E780}" type="presParOf" srcId="{0FF28B91-6549-428F-9638-CCEFDA782AB3}" destId="{72BE7E9F-4ED0-459F-92F0-8D2546B8B4FB}" srcOrd="0" destOrd="0" presId="urn:microsoft.com/office/officeart/2005/8/layout/orgChart1"/>
    <dgm:cxn modelId="{76DE1837-6311-4BDA-AD7A-02689D91B2F3}" type="presParOf" srcId="{72BE7E9F-4ED0-459F-92F0-8D2546B8B4FB}" destId="{54F1BBA7-8667-48E3-B11C-CCA03CEF6DA5}" srcOrd="0" destOrd="0" presId="urn:microsoft.com/office/officeart/2005/8/layout/orgChart1"/>
    <dgm:cxn modelId="{384BEAC3-1A24-4BBD-A311-855608673254}" type="presParOf" srcId="{72BE7E9F-4ED0-459F-92F0-8D2546B8B4FB}" destId="{240E562E-77C7-4803-B67A-B018D90AD5F2}" srcOrd="1" destOrd="0" presId="urn:microsoft.com/office/officeart/2005/8/layout/orgChart1"/>
    <dgm:cxn modelId="{F1AF3754-FB45-476C-A863-4B963D84628E}" type="presParOf" srcId="{0FF28B91-6549-428F-9638-CCEFDA782AB3}" destId="{84C608AF-46D0-44AD-AC38-140704166803}" srcOrd="1" destOrd="0" presId="urn:microsoft.com/office/officeart/2005/8/layout/orgChart1"/>
    <dgm:cxn modelId="{5B7E6B3B-88A7-4F7D-A8CF-AB5A01B7B4E8}" type="presParOf" srcId="{84C608AF-46D0-44AD-AC38-140704166803}" destId="{407BC0DF-6C91-41CD-A1A8-D21529EFF2D7}" srcOrd="0" destOrd="0" presId="urn:microsoft.com/office/officeart/2005/8/layout/orgChart1"/>
    <dgm:cxn modelId="{06A21D6A-8577-44B1-8521-281B13024736}" type="presParOf" srcId="{84C608AF-46D0-44AD-AC38-140704166803}" destId="{D2B75E64-2A16-4AA8-99A1-BE23E9AD0744}" srcOrd="1" destOrd="0" presId="urn:microsoft.com/office/officeart/2005/8/layout/orgChart1"/>
    <dgm:cxn modelId="{182667C6-404F-4A4D-A7B4-512F235FEAD8}" type="presParOf" srcId="{D2B75E64-2A16-4AA8-99A1-BE23E9AD0744}" destId="{37CBDB28-80F9-462E-B4B0-6A535B9CD9CA}" srcOrd="0" destOrd="0" presId="urn:microsoft.com/office/officeart/2005/8/layout/orgChart1"/>
    <dgm:cxn modelId="{F5EDDB91-BF01-499E-A674-D24C2FC2320F}" type="presParOf" srcId="{37CBDB28-80F9-462E-B4B0-6A535B9CD9CA}" destId="{634DB92B-6A74-4714-97B1-9B2EA2E59E8B}" srcOrd="0" destOrd="0" presId="urn:microsoft.com/office/officeart/2005/8/layout/orgChart1"/>
    <dgm:cxn modelId="{202863F0-1FAC-4485-84A6-85E0AB808E9D}" type="presParOf" srcId="{37CBDB28-80F9-462E-B4B0-6A535B9CD9CA}" destId="{FDAC00FE-6C9C-40DE-AA57-46A514783D3F}" srcOrd="1" destOrd="0" presId="urn:microsoft.com/office/officeart/2005/8/layout/orgChart1"/>
    <dgm:cxn modelId="{7DF093F1-34A4-4A05-94E7-2166A9A9870A}" type="presParOf" srcId="{D2B75E64-2A16-4AA8-99A1-BE23E9AD0744}" destId="{60F0EDD0-8852-4E75-A186-65AAF3BFF214}" srcOrd="1" destOrd="0" presId="urn:microsoft.com/office/officeart/2005/8/layout/orgChart1"/>
    <dgm:cxn modelId="{01C8F2B7-709D-45AA-B8D3-F7F4FC68EDA1}" type="presParOf" srcId="{D2B75E64-2A16-4AA8-99A1-BE23E9AD0744}" destId="{760C0E43-62ED-4BA5-9A22-77C66025F5A9}" srcOrd="2" destOrd="0" presId="urn:microsoft.com/office/officeart/2005/8/layout/orgChart1"/>
    <dgm:cxn modelId="{C8A92A43-B413-42AC-BB62-3AFCCD6BE0AE}" type="presParOf" srcId="{84C608AF-46D0-44AD-AC38-140704166803}" destId="{E3A997EF-6BB2-4275-A2F2-B1BE5B1115A8}" srcOrd="2" destOrd="0" presId="urn:microsoft.com/office/officeart/2005/8/layout/orgChart1"/>
    <dgm:cxn modelId="{E2CF550A-8751-4BFB-AEBC-35020AF9F6F6}" type="presParOf" srcId="{84C608AF-46D0-44AD-AC38-140704166803}" destId="{95C6AD1D-FF85-4453-B07B-19CBC466D494}" srcOrd="3" destOrd="0" presId="urn:microsoft.com/office/officeart/2005/8/layout/orgChart1"/>
    <dgm:cxn modelId="{25601D1C-E4B7-40A8-868A-3526BE867EA9}" type="presParOf" srcId="{95C6AD1D-FF85-4453-B07B-19CBC466D494}" destId="{31F8268E-A19F-48DD-89D6-67C1C181FCB4}" srcOrd="0" destOrd="0" presId="urn:microsoft.com/office/officeart/2005/8/layout/orgChart1"/>
    <dgm:cxn modelId="{8A72C646-012C-4A61-9E6E-CDEC7E65797D}" type="presParOf" srcId="{31F8268E-A19F-48DD-89D6-67C1C181FCB4}" destId="{1C2BBDDC-F482-4665-9660-02DDB69FA652}" srcOrd="0" destOrd="0" presId="urn:microsoft.com/office/officeart/2005/8/layout/orgChart1"/>
    <dgm:cxn modelId="{D7197D87-5905-4E95-83CA-CC67341B77B2}" type="presParOf" srcId="{31F8268E-A19F-48DD-89D6-67C1C181FCB4}" destId="{B1DD9835-2E74-4E05-BBE6-790153313A73}" srcOrd="1" destOrd="0" presId="urn:microsoft.com/office/officeart/2005/8/layout/orgChart1"/>
    <dgm:cxn modelId="{B6519CA9-6470-430F-8CCB-8AA6FE5B2EBB}" type="presParOf" srcId="{95C6AD1D-FF85-4453-B07B-19CBC466D494}" destId="{908632D4-4A94-4142-9ADF-3B060B45D24C}" srcOrd="1" destOrd="0" presId="urn:microsoft.com/office/officeart/2005/8/layout/orgChart1"/>
    <dgm:cxn modelId="{2898B96A-20B0-4C3F-8FA9-79C603826B47}" type="presParOf" srcId="{95C6AD1D-FF85-4453-B07B-19CBC466D494}" destId="{1F177A1A-FA9B-4646-94D8-62F9A855A57F}" srcOrd="2" destOrd="0" presId="urn:microsoft.com/office/officeart/2005/8/layout/orgChart1"/>
    <dgm:cxn modelId="{21A838E6-74A3-49FC-B07E-170FE44786F3}" type="presParOf" srcId="{84C608AF-46D0-44AD-AC38-140704166803}" destId="{C443EF14-1712-43BC-9EA2-2A0FDFAFF47B}" srcOrd="4" destOrd="0" presId="urn:microsoft.com/office/officeart/2005/8/layout/orgChart1"/>
    <dgm:cxn modelId="{4812E660-CCC1-4254-850B-C84FF4864017}" type="presParOf" srcId="{84C608AF-46D0-44AD-AC38-140704166803}" destId="{14212712-2175-45A1-8310-6C6446C58D21}" srcOrd="5" destOrd="0" presId="urn:microsoft.com/office/officeart/2005/8/layout/orgChart1"/>
    <dgm:cxn modelId="{562EDF03-2AD2-40DC-AA35-660EBDBE2569}" type="presParOf" srcId="{14212712-2175-45A1-8310-6C6446C58D21}" destId="{3164ABA0-6C9E-4AB6-BDD9-ED6E7FD943C7}" srcOrd="0" destOrd="0" presId="urn:microsoft.com/office/officeart/2005/8/layout/orgChart1"/>
    <dgm:cxn modelId="{857AC4A7-B00E-4CFE-AB68-751BAA71CE0D}" type="presParOf" srcId="{3164ABA0-6C9E-4AB6-BDD9-ED6E7FD943C7}" destId="{7E723E91-DC6B-4E68-A569-EBC068B9896A}" srcOrd="0" destOrd="0" presId="urn:microsoft.com/office/officeart/2005/8/layout/orgChart1"/>
    <dgm:cxn modelId="{2C2354CC-34A4-415E-93A3-68F3E22724E0}" type="presParOf" srcId="{3164ABA0-6C9E-4AB6-BDD9-ED6E7FD943C7}" destId="{2C6C7542-C52B-4D5C-8251-523893A2D783}" srcOrd="1" destOrd="0" presId="urn:microsoft.com/office/officeart/2005/8/layout/orgChart1"/>
    <dgm:cxn modelId="{BA07FECE-9196-4F70-B432-04BBD9B9249A}" type="presParOf" srcId="{14212712-2175-45A1-8310-6C6446C58D21}" destId="{D152EE86-871D-4AE7-B911-4B89A3165D70}" srcOrd="1" destOrd="0" presId="urn:microsoft.com/office/officeart/2005/8/layout/orgChart1"/>
    <dgm:cxn modelId="{6F074714-E552-4E20-95C2-18130755096F}" type="presParOf" srcId="{14212712-2175-45A1-8310-6C6446C58D21}" destId="{DE646082-6E6E-4C00-9EE8-7AFCC6A19DDD}" srcOrd="2" destOrd="0" presId="urn:microsoft.com/office/officeart/2005/8/layout/orgChart1"/>
    <dgm:cxn modelId="{5AC8EB17-E5D4-47BE-B71F-E0F13A9B11AD}" type="presParOf" srcId="{0FF28B91-6549-428F-9638-CCEFDA782AB3}" destId="{9BA331E8-9001-441F-A588-1F0992114833}" srcOrd="2" destOrd="0" presId="urn:microsoft.com/office/officeart/2005/8/layout/orgChart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870CEE-C735-4B6A-94B8-198A97406F98}">
      <dsp:nvSpPr>
        <dsp:cNvPr id="0" name=""/>
        <dsp:cNvSpPr/>
      </dsp:nvSpPr>
      <dsp:spPr>
        <a:xfrm>
          <a:off x="4864829" y="836828"/>
          <a:ext cx="175730" cy="769866"/>
        </a:xfrm>
        <a:custGeom>
          <a:avLst/>
          <a:gdLst/>
          <a:ahLst/>
          <a:cxnLst/>
          <a:rect l="0" t="0" r="0" b="0"/>
          <a:pathLst>
            <a:path>
              <a:moveTo>
                <a:pt x="175730" y="0"/>
              </a:moveTo>
              <a:lnTo>
                <a:pt x="175730" y="769866"/>
              </a:lnTo>
              <a:lnTo>
                <a:pt x="0" y="76986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7DADD1-E999-4621-B682-BA1D7F9CCBE8}">
      <dsp:nvSpPr>
        <dsp:cNvPr id="0" name=""/>
        <dsp:cNvSpPr/>
      </dsp:nvSpPr>
      <dsp:spPr>
        <a:xfrm>
          <a:off x="5040560" y="836828"/>
          <a:ext cx="3843693" cy="1539733"/>
        </a:xfrm>
        <a:custGeom>
          <a:avLst/>
          <a:gdLst/>
          <a:ahLst/>
          <a:cxnLst/>
          <a:rect l="0" t="0" r="0" b="0"/>
          <a:pathLst>
            <a:path>
              <a:moveTo>
                <a:pt x="0" y="0"/>
              </a:moveTo>
              <a:lnTo>
                <a:pt x="0" y="1364003"/>
              </a:lnTo>
              <a:lnTo>
                <a:pt x="3843693" y="1364003"/>
              </a:lnTo>
              <a:lnTo>
                <a:pt x="3843693" y="15397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5A56EE-1CD5-44E5-B552-D9180BE92CAE}">
      <dsp:nvSpPr>
        <dsp:cNvPr id="0" name=""/>
        <dsp:cNvSpPr/>
      </dsp:nvSpPr>
      <dsp:spPr>
        <a:xfrm>
          <a:off x="4994839" y="836828"/>
          <a:ext cx="91440" cy="1539733"/>
        </a:xfrm>
        <a:custGeom>
          <a:avLst/>
          <a:gdLst/>
          <a:ahLst/>
          <a:cxnLst/>
          <a:rect l="0" t="0" r="0" b="0"/>
          <a:pathLst>
            <a:path>
              <a:moveTo>
                <a:pt x="45720" y="0"/>
              </a:moveTo>
              <a:lnTo>
                <a:pt x="45720" y="15397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A622B7-2C7B-432C-BDA7-F6846D6D2EF2}">
      <dsp:nvSpPr>
        <dsp:cNvPr id="0" name=""/>
        <dsp:cNvSpPr/>
      </dsp:nvSpPr>
      <dsp:spPr>
        <a:xfrm>
          <a:off x="1340864" y="836828"/>
          <a:ext cx="3699695" cy="1539733"/>
        </a:xfrm>
        <a:custGeom>
          <a:avLst/>
          <a:gdLst/>
          <a:ahLst/>
          <a:cxnLst/>
          <a:rect l="0" t="0" r="0" b="0"/>
          <a:pathLst>
            <a:path>
              <a:moveTo>
                <a:pt x="3699695" y="0"/>
              </a:moveTo>
              <a:lnTo>
                <a:pt x="3699695" y="1364003"/>
              </a:lnTo>
              <a:lnTo>
                <a:pt x="0" y="1364003"/>
              </a:lnTo>
              <a:lnTo>
                <a:pt x="0" y="153973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11ECFE-1896-41D3-B3AD-5208A948E237}">
      <dsp:nvSpPr>
        <dsp:cNvPr id="0" name=""/>
        <dsp:cNvSpPr/>
      </dsp:nvSpPr>
      <dsp:spPr>
        <a:xfrm>
          <a:off x="4203748" y="16"/>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ARRC</a:t>
          </a:r>
        </a:p>
      </dsp:txBody>
      <dsp:txXfrm>
        <a:off x="4203748" y="16"/>
        <a:ext cx="1673623" cy="836811"/>
      </dsp:txXfrm>
    </dsp:sp>
    <dsp:sp modelId="{D4449401-9799-424E-A955-34C072C70782}">
      <dsp:nvSpPr>
        <dsp:cNvPr id="0" name=""/>
        <dsp:cNvSpPr/>
      </dsp:nvSpPr>
      <dsp:spPr>
        <a:xfrm>
          <a:off x="504053" y="2376561"/>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DIV</a:t>
          </a:r>
        </a:p>
      </dsp:txBody>
      <dsp:txXfrm>
        <a:off x="504053" y="2376561"/>
        <a:ext cx="1673623" cy="836811"/>
      </dsp:txXfrm>
    </dsp:sp>
    <dsp:sp modelId="{478F55D1-D09A-4B8C-AC14-F97A5AA89EC0}">
      <dsp:nvSpPr>
        <dsp:cNvPr id="0" name=""/>
        <dsp:cNvSpPr/>
      </dsp:nvSpPr>
      <dsp:spPr>
        <a:xfrm>
          <a:off x="4203748" y="2376561"/>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DIV</a:t>
          </a:r>
        </a:p>
      </dsp:txBody>
      <dsp:txXfrm>
        <a:off x="4203748" y="2376561"/>
        <a:ext cx="1673623" cy="836811"/>
      </dsp:txXfrm>
    </dsp:sp>
    <dsp:sp modelId="{A771ED51-0A8E-41D7-80C8-CACDEDAD1AA5}">
      <dsp:nvSpPr>
        <dsp:cNvPr id="0" name=""/>
        <dsp:cNvSpPr/>
      </dsp:nvSpPr>
      <dsp:spPr>
        <a:xfrm>
          <a:off x="8047442" y="2376561"/>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DIV</a:t>
          </a:r>
        </a:p>
      </dsp:txBody>
      <dsp:txXfrm>
        <a:off x="8047442" y="2376561"/>
        <a:ext cx="1673623" cy="836811"/>
      </dsp:txXfrm>
    </dsp:sp>
    <dsp:sp modelId="{A62714DC-9A2D-4523-A21F-C45AD2EE3D78}">
      <dsp:nvSpPr>
        <dsp:cNvPr id="0" name=""/>
        <dsp:cNvSpPr/>
      </dsp:nvSpPr>
      <dsp:spPr>
        <a:xfrm>
          <a:off x="3191206" y="1188289"/>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s-ES" sz="3200" kern="1200" dirty="0"/>
            <a:t>HQ</a:t>
          </a:r>
        </a:p>
      </dsp:txBody>
      <dsp:txXfrm>
        <a:off x="3191206" y="1188289"/>
        <a:ext cx="1673623" cy="836811"/>
      </dsp:txXfrm>
    </dsp:sp>
    <dsp:sp modelId="{34C65CE7-BEA6-4E9D-8786-631C13439178}">
      <dsp:nvSpPr>
        <dsp:cNvPr id="0" name=""/>
        <dsp:cNvSpPr/>
      </dsp:nvSpPr>
      <dsp:spPr>
        <a:xfrm>
          <a:off x="5321360" y="1197167"/>
          <a:ext cx="1673623" cy="83681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s-ES" sz="2800" kern="1200" dirty="0"/>
            <a:t>CORPS TROOPS</a:t>
          </a:r>
        </a:p>
      </dsp:txBody>
      <dsp:txXfrm>
        <a:off x="5321360" y="1197167"/>
        <a:ext cx="1673623" cy="8368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3EF14-1712-43BC-9EA2-2A0FDFAFF47B}">
      <dsp:nvSpPr>
        <dsp:cNvPr id="0" name=""/>
        <dsp:cNvSpPr/>
      </dsp:nvSpPr>
      <dsp:spPr>
        <a:xfrm>
          <a:off x="1764196" y="515777"/>
          <a:ext cx="1248181" cy="541127"/>
        </a:xfrm>
        <a:custGeom>
          <a:avLst/>
          <a:gdLst/>
          <a:ahLst/>
          <a:cxnLst/>
          <a:rect l="0" t="0" r="0" b="0"/>
          <a:pathLst>
            <a:path>
              <a:moveTo>
                <a:pt x="0" y="0"/>
              </a:moveTo>
              <a:lnTo>
                <a:pt x="0" y="432814"/>
              </a:lnTo>
              <a:lnTo>
                <a:pt x="1248181" y="432814"/>
              </a:lnTo>
              <a:lnTo>
                <a:pt x="1248181"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A997EF-6BB2-4275-A2F2-B1BE5B1115A8}">
      <dsp:nvSpPr>
        <dsp:cNvPr id="0" name=""/>
        <dsp:cNvSpPr/>
      </dsp:nvSpPr>
      <dsp:spPr>
        <a:xfrm>
          <a:off x="1718476" y="515777"/>
          <a:ext cx="91440" cy="541127"/>
        </a:xfrm>
        <a:custGeom>
          <a:avLst/>
          <a:gdLst/>
          <a:ahLst/>
          <a:cxnLst/>
          <a:rect l="0" t="0" r="0" b="0"/>
          <a:pathLst>
            <a:path>
              <a:moveTo>
                <a:pt x="45720" y="0"/>
              </a:moveTo>
              <a:lnTo>
                <a:pt x="4572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7BC0DF-6C91-41CD-A1A8-D21529EFF2D7}">
      <dsp:nvSpPr>
        <dsp:cNvPr id="0" name=""/>
        <dsp:cNvSpPr/>
      </dsp:nvSpPr>
      <dsp:spPr>
        <a:xfrm>
          <a:off x="516014" y="515777"/>
          <a:ext cx="1248181" cy="541127"/>
        </a:xfrm>
        <a:custGeom>
          <a:avLst/>
          <a:gdLst/>
          <a:ahLst/>
          <a:cxnLst/>
          <a:rect l="0" t="0" r="0" b="0"/>
          <a:pathLst>
            <a:path>
              <a:moveTo>
                <a:pt x="1248181" y="0"/>
              </a:moveTo>
              <a:lnTo>
                <a:pt x="1248181" y="432814"/>
              </a:lnTo>
              <a:lnTo>
                <a:pt x="0" y="432814"/>
              </a:lnTo>
              <a:lnTo>
                <a:pt x="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F1BBA7-8667-48E3-B11C-CCA03CEF6DA5}">
      <dsp:nvSpPr>
        <dsp:cNvPr id="0" name=""/>
        <dsp:cNvSpPr/>
      </dsp:nvSpPr>
      <dsp:spPr>
        <a:xfrm>
          <a:off x="1248418" y="0"/>
          <a:ext cx="1031555" cy="515777"/>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endParaRPr lang="es-ES" sz="2800" kern="1200" dirty="0"/>
        </a:p>
      </dsp:txBody>
      <dsp:txXfrm>
        <a:off x="1248418" y="0"/>
        <a:ext cx="1031555" cy="515777"/>
      </dsp:txXfrm>
    </dsp:sp>
    <dsp:sp modelId="{634DB92B-6A74-4714-97B1-9B2EA2E59E8B}">
      <dsp:nvSpPr>
        <dsp:cNvPr id="0" name=""/>
        <dsp:cNvSpPr/>
      </dsp:nvSpPr>
      <dsp:spPr>
        <a:xfrm>
          <a:off x="236"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36" y="1056905"/>
        <a:ext cx="1031555" cy="515777"/>
      </dsp:txXfrm>
    </dsp:sp>
    <dsp:sp modelId="{1C2BBDDC-F482-4665-9660-02DDB69FA652}">
      <dsp:nvSpPr>
        <dsp:cNvPr id="0" name=""/>
        <dsp:cNvSpPr/>
      </dsp:nvSpPr>
      <dsp:spPr>
        <a:xfrm>
          <a:off x="1248418"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1248418" y="1056905"/>
        <a:ext cx="1031555" cy="515777"/>
      </dsp:txXfrm>
    </dsp:sp>
    <dsp:sp modelId="{7E723E91-DC6B-4E68-A569-EBC068B9896A}">
      <dsp:nvSpPr>
        <dsp:cNvPr id="0" name=""/>
        <dsp:cNvSpPr/>
      </dsp:nvSpPr>
      <dsp:spPr>
        <a:xfrm>
          <a:off x="2496600"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496600" y="1056905"/>
        <a:ext cx="1031555" cy="5157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3EF14-1712-43BC-9EA2-2A0FDFAFF47B}">
      <dsp:nvSpPr>
        <dsp:cNvPr id="0" name=""/>
        <dsp:cNvSpPr/>
      </dsp:nvSpPr>
      <dsp:spPr>
        <a:xfrm>
          <a:off x="1764196" y="515777"/>
          <a:ext cx="1248181" cy="541127"/>
        </a:xfrm>
        <a:custGeom>
          <a:avLst/>
          <a:gdLst/>
          <a:ahLst/>
          <a:cxnLst/>
          <a:rect l="0" t="0" r="0" b="0"/>
          <a:pathLst>
            <a:path>
              <a:moveTo>
                <a:pt x="0" y="0"/>
              </a:moveTo>
              <a:lnTo>
                <a:pt x="0" y="432814"/>
              </a:lnTo>
              <a:lnTo>
                <a:pt x="1248181" y="432814"/>
              </a:lnTo>
              <a:lnTo>
                <a:pt x="1248181"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A997EF-6BB2-4275-A2F2-B1BE5B1115A8}">
      <dsp:nvSpPr>
        <dsp:cNvPr id="0" name=""/>
        <dsp:cNvSpPr/>
      </dsp:nvSpPr>
      <dsp:spPr>
        <a:xfrm>
          <a:off x="1718476" y="515777"/>
          <a:ext cx="91440" cy="541127"/>
        </a:xfrm>
        <a:custGeom>
          <a:avLst/>
          <a:gdLst/>
          <a:ahLst/>
          <a:cxnLst/>
          <a:rect l="0" t="0" r="0" b="0"/>
          <a:pathLst>
            <a:path>
              <a:moveTo>
                <a:pt x="45720" y="0"/>
              </a:moveTo>
              <a:lnTo>
                <a:pt x="4572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7BC0DF-6C91-41CD-A1A8-D21529EFF2D7}">
      <dsp:nvSpPr>
        <dsp:cNvPr id="0" name=""/>
        <dsp:cNvSpPr/>
      </dsp:nvSpPr>
      <dsp:spPr>
        <a:xfrm>
          <a:off x="516014" y="515777"/>
          <a:ext cx="1248181" cy="541127"/>
        </a:xfrm>
        <a:custGeom>
          <a:avLst/>
          <a:gdLst/>
          <a:ahLst/>
          <a:cxnLst/>
          <a:rect l="0" t="0" r="0" b="0"/>
          <a:pathLst>
            <a:path>
              <a:moveTo>
                <a:pt x="1248181" y="0"/>
              </a:moveTo>
              <a:lnTo>
                <a:pt x="1248181" y="432814"/>
              </a:lnTo>
              <a:lnTo>
                <a:pt x="0" y="432814"/>
              </a:lnTo>
              <a:lnTo>
                <a:pt x="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F1BBA7-8667-48E3-B11C-CCA03CEF6DA5}">
      <dsp:nvSpPr>
        <dsp:cNvPr id="0" name=""/>
        <dsp:cNvSpPr/>
      </dsp:nvSpPr>
      <dsp:spPr>
        <a:xfrm>
          <a:off x="1248418" y="0"/>
          <a:ext cx="1031555" cy="515777"/>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endParaRPr lang="es-ES" sz="2800" kern="1200" dirty="0"/>
        </a:p>
      </dsp:txBody>
      <dsp:txXfrm>
        <a:off x="1248418" y="0"/>
        <a:ext cx="1031555" cy="515777"/>
      </dsp:txXfrm>
    </dsp:sp>
    <dsp:sp modelId="{634DB92B-6A74-4714-97B1-9B2EA2E59E8B}">
      <dsp:nvSpPr>
        <dsp:cNvPr id="0" name=""/>
        <dsp:cNvSpPr/>
      </dsp:nvSpPr>
      <dsp:spPr>
        <a:xfrm>
          <a:off x="236"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36" y="1056905"/>
        <a:ext cx="1031555" cy="515777"/>
      </dsp:txXfrm>
    </dsp:sp>
    <dsp:sp modelId="{1C2BBDDC-F482-4665-9660-02DDB69FA652}">
      <dsp:nvSpPr>
        <dsp:cNvPr id="0" name=""/>
        <dsp:cNvSpPr/>
      </dsp:nvSpPr>
      <dsp:spPr>
        <a:xfrm>
          <a:off x="1248418"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1248418" y="1056905"/>
        <a:ext cx="1031555" cy="515777"/>
      </dsp:txXfrm>
    </dsp:sp>
    <dsp:sp modelId="{7E723E91-DC6B-4E68-A569-EBC068B9896A}">
      <dsp:nvSpPr>
        <dsp:cNvPr id="0" name=""/>
        <dsp:cNvSpPr/>
      </dsp:nvSpPr>
      <dsp:spPr>
        <a:xfrm>
          <a:off x="2496600"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496600" y="1056905"/>
        <a:ext cx="1031555" cy="5157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43EF14-1712-43BC-9EA2-2A0FDFAFF47B}">
      <dsp:nvSpPr>
        <dsp:cNvPr id="0" name=""/>
        <dsp:cNvSpPr/>
      </dsp:nvSpPr>
      <dsp:spPr>
        <a:xfrm>
          <a:off x="1764196" y="515777"/>
          <a:ext cx="1248181" cy="541127"/>
        </a:xfrm>
        <a:custGeom>
          <a:avLst/>
          <a:gdLst/>
          <a:ahLst/>
          <a:cxnLst/>
          <a:rect l="0" t="0" r="0" b="0"/>
          <a:pathLst>
            <a:path>
              <a:moveTo>
                <a:pt x="0" y="0"/>
              </a:moveTo>
              <a:lnTo>
                <a:pt x="0" y="432814"/>
              </a:lnTo>
              <a:lnTo>
                <a:pt x="1248181" y="432814"/>
              </a:lnTo>
              <a:lnTo>
                <a:pt x="1248181"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A997EF-6BB2-4275-A2F2-B1BE5B1115A8}">
      <dsp:nvSpPr>
        <dsp:cNvPr id="0" name=""/>
        <dsp:cNvSpPr/>
      </dsp:nvSpPr>
      <dsp:spPr>
        <a:xfrm>
          <a:off x="1718476" y="515777"/>
          <a:ext cx="91440" cy="541127"/>
        </a:xfrm>
        <a:custGeom>
          <a:avLst/>
          <a:gdLst/>
          <a:ahLst/>
          <a:cxnLst/>
          <a:rect l="0" t="0" r="0" b="0"/>
          <a:pathLst>
            <a:path>
              <a:moveTo>
                <a:pt x="45720" y="0"/>
              </a:moveTo>
              <a:lnTo>
                <a:pt x="4572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07BC0DF-6C91-41CD-A1A8-D21529EFF2D7}">
      <dsp:nvSpPr>
        <dsp:cNvPr id="0" name=""/>
        <dsp:cNvSpPr/>
      </dsp:nvSpPr>
      <dsp:spPr>
        <a:xfrm>
          <a:off x="516014" y="515777"/>
          <a:ext cx="1248181" cy="541127"/>
        </a:xfrm>
        <a:custGeom>
          <a:avLst/>
          <a:gdLst/>
          <a:ahLst/>
          <a:cxnLst/>
          <a:rect l="0" t="0" r="0" b="0"/>
          <a:pathLst>
            <a:path>
              <a:moveTo>
                <a:pt x="1248181" y="0"/>
              </a:moveTo>
              <a:lnTo>
                <a:pt x="1248181" y="432814"/>
              </a:lnTo>
              <a:lnTo>
                <a:pt x="0" y="432814"/>
              </a:lnTo>
              <a:lnTo>
                <a:pt x="0" y="5411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F1BBA7-8667-48E3-B11C-CCA03CEF6DA5}">
      <dsp:nvSpPr>
        <dsp:cNvPr id="0" name=""/>
        <dsp:cNvSpPr/>
      </dsp:nvSpPr>
      <dsp:spPr>
        <a:xfrm>
          <a:off x="1248418" y="0"/>
          <a:ext cx="1031555" cy="515777"/>
        </a:xfrm>
        <a:prstGeom prst="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endParaRPr lang="es-ES" sz="2800" kern="1200" dirty="0"/>
        </a:p>
      </dsp:txBody>
      <dsp:txXfrm>
        <a:off x="1248418" y="0"/>
        <a:ext cx="1031555" cy="515777"/>
      </dsp:txXfrm>
    </dsp:sp>
    <dsp:sp modelId="{634DB92B-6A74-4714-97B1-9B2EA2E59E8B}">
      <dsp:nvSpPr>
        <dsp:cNvPr id="0" name=""/>
        <dsp:cNvSpPr/>
      </dsp:nvSpPr>
      <dsp:spPr>
        <a:xfrm>
          <a:off x="236"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36" y="1056905"/>
        <a:ext cx="1031555" cy="515777"/>
      </dsp:txXfrm>
    </dsp:sp>
    <dsp:sp modelId="{1C2BBDDC-F482-4665-9660-02DDB69FA652}">
      <dsp:nvSpPr>
        <dsp:cNvPr id="0" name=""/>
        <dsp:cNvSpPr/>
      </dsp:nvSpPr>
      <dsp:spPr>
        <a:xfrm>
          <a:off x="1248418"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1248418" y="1056905"/>
        <a:ext cx="1031555" cy="515777"/>
      </dsp:txXfrm>
    </dsp:sp>
    <dsp:sp modelId="{7E723E91-DC6B-4E68-A569-EBC068B9896A}">
      <dsp:nvSpPr>
        <dsp:cNvPr id="0" name=""/>
        <dsp:cNvSpPr/>
      </dsp:nvSpPr>
      <dsp:spPr>
        <a:xfrm>
          <a:off x="2496600" y="1056905"/>
          <a:ext cx="1031555" cy="51577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s-ES" sz="3300" kern="1200" dirty="0"/>
            <a:t>BRI</a:t>
          </a:r>
        </a:p>
      </dsp:txBody>
      <dsp:txXfrm>
        <a:off x="2496600" y="1056905"/>
        <a:ext cx="1031555" cy="515777"/>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0.70376</cdr:x>
      <cdr:y>0.38162</cdr:y>
    </cdr:from>
    <cdr:to>
      <cdr:x>0.86092</cdr:x>
      <cdr:y>0.63024</cdr:y>
    </cdr:to>
    <cdr:sp macro="" textlink="">
      <cdr:nvSpPr>
        <cdr:cNvPr id="2" name="TextBox 1"/>
        <cdr:cNvSpPr txBox="1"/>
      </cdr:nvSpPr>
      <cdr:spPr>
        <a:xfrm xmlns:a="http://schemas.openxmlformats.org/drawingml/2006/main">
          <a:off x="4094781" y="1403588"/>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GB" sz="1100" dirty="0"/>
        </a:p>
      </cdr:txBody>
    </cdr:sp>
  </cdr:relSizeAnchor>
  <cdr:relSizeAnchor xmlns:cdr="http://schemas.openxmlformats.org/drawingml/2006/chartDrawing">
    <cdr:from>
      <cdr:x>0.56095</cdr:x>
      <cdr:y>0.178</cdr:y>
    </cdr:from>
    <cdr:to>
      <cdr:x>0.7181</cdr:x>
      <cdr:y>0.55999</cdr:y>
    </cdr:to>
    <cdr:sp macro="" textlink="">
      <cdr:nvSpPr>
        <cdr:cNvPr id="4" name="TextBox 3"/>
        <cdr:cNvSpPr txBox="1"/>
      </cdr:nvSpPr>
      <cdr:spPr>
        <a:xfrm xmlns:a="http://schemas.openxmlformats.org/drawingml/2006/main">
          <a:off x="3263833" y="554884"/>
          <a:ext cx="914366" cy="1190801"/>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GB" sz="3200" dirty="0">
              <a:solidFill>
                <a:schemeClr val="bg1"/>
              </a:solidFill>
              <a:latin typeface="Arial" panose="020B0604020202020204" pitchFamily="34" charset="0"/>
              <a:cs typeface="Arial" panose="020B0604020202020204" pitchFamily="34" charset="0"/>
            </a:rPr>
            <a:t>67%</a:t>
          </a:r>
        </a:p>
        <a:p xmlns:a="http://schemas.openxmlformats.org/drawingml/2006/main">
          <a:endParaRPr lang="en-GB" sz="1800" dirty="0">
            <a:solidFill>
              <a:schemeClr val="bg1"/>
            </a:solidFill>
            <a:latin typeface="Arial" panose="020B0604020202020204" pitchFamily="34" charset="0"/>
            <a:cs typeface="Arial" panose="020B0604020202020204" pitchFamily="34" charset="0"/>
          </a:endParaRPr>
        </a:p>
        <a:p xmlns:a="http://schemas.openxmlformats.org/drawingml/2006/main">
          <a:endParaRPr lang="en-GB" sz="3200" dirty="0">
            <a:solidFill>
              <a:schemeClr val="bg1"/>
            </a:solidFill>
            <a:latin typeface="Arial" panose="020B0604020202020204" pitchFamily="34" charset="0"/>
            <a:cs typeface="Arial" panose="020B0604020202020204" pitchFamily="34"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A8417D-9428-4525-9B10-BBD0245B68DB}" type="datetimeFigureOut">
              <a:rPr lang="en-GB" smtClean="0"/>
              <a:t>04/11/2022</a:t>
            </a:fld>
            <a:endParaRPr lang="en-GB" dirty="0"/>
          </a:p>
        </p:txBody>
      </p:sp>
      <p:sp>
        <p:nvSpPr>
          <p:cNvPr id="4" name="Slide Image Placeholder 3"/>
          <p:cNvSpPr>
            <a:spLocks noGrp="1" noRot="1" noChangeAspect="1"/>
          </p:cNvSpPr>
          <p:nvPr>
            <p:ph type="sldImg" idx="2"/>
          </p:nvPr>
        </p:nvSpPr>
        <p:spPr>
          <a:xfrm>
            <a:off x="92075" y="746125"/>
            <a:ext cx="6623050" cy="3725863"/>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0720" y="4721186"/>
            <a:ext cx="5445760" cy="447270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B471B740-3D7C-4184-B3A7-2505C73E040B}" type="slidenum">
              <a:rPr lang="en-GB" smtClean="0"/>
              <a:t>‹#›</a:t>
            </a:fld>
            <a:endParaRPr lang="en-GB" dirty="0"/>
          </a:p>
        </p:txBody>
      </p:sp>
    </p:spTree>
    <p:extLst>
      <p:ext uri="{BB962C8B-B14F-4D97-AF65-F5344CB8AC3E}">
        <p14:creationId xmlns:p14="http://schemas.microsoft.com/office/powerpoint/2010/main" val="3468881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471B740-3D7C-4184-B3A7-2505C73E040B}" type="slidenum">
              <a:rPr lang="en-GB" smtClean="0"/>
              <a:t>1</a:t>
            </a:fld>
            <a:endParaRPr lang="en-GB" dirty="0"/>
          </a:p>
        </p:txBody>
      </p:sp>
    </p:spTree>
    <p:extLst>
      <p:ext uri="{BB962C8B-B14F-4D97-AF65-F5344CB8AC3E}">
        <p14:creationId xmlns:p14="http://schemas.microsoft.com/office/powerpoint/2010/main" val="3044952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US" dirty="0"/>
          </a:p>
        </p:txBody>
      </p:sp>
      <p:sp>
        <p:nvSpPr>
          <p:cNvPr id="2560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AADA6CA0-FCCB-40D3-9343-509F16A6CB89}" type="slidenum">
              <a:rPr lang="en-GB" altLang="en-US" smtClean="0">
                <a:solidFill>
                  <a:srgbClr val="000000"/>
                </a:solidFill>
              </a:rPr>
              <a:pPr fontAlgn="base">
                <a:spcBef>
                  <a:spcPct val="0"/>
                </a:spcBef>
                <a:spcAft>
                  <a:spcPct val="0"/>
                </a:spcAft>
                <a:defRPr/>
              </a:pPr>
              <a:t>2</a:t>
            </a:fld>
            <a:endParaRPr lang="en-GB" altLang="en-US">
              <a:solidFill>
                <a:srgbClr val="000000"/>
              </a:solidFill>
            </a:endParaRPr>
          </a:p>
        </p:txBody>
      </p:sp>
    </p:spTree>
    <p:extLst>
      <p:ext uri="{BB962C8B-B14F-4D97-AF65-F5344CB8AC3E}">
        <p14:creationId xmlns:p14="http://schemas.microsoft.com/office/powerpoint/2010/main" val="375568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eaLnBrk="1" fontAlgn="auto" hangingPunct="1">
              <a:spcBef>
                <a:spcPts val="0"/>
              </a:spcBef>
              <a:spcAft>
                <a:spcPts val="0"/>
              </a:spcAft>
              <a:defRPr/>
            </a:pPr>
            <a:r>
              <a:rPr lang="en-GB" dirty="0"/>
              <a:t>In order to accomplish the full spectrum of Alliance missions, the NATO Command Structure is supported by the NATO Force Structure. The force structure provides three broad categories of forces:</a:t>
            </a:r>
          </a:p>
          <a:p>
            <a:pPr marL="171478" indent="-171478" eaLnBrk="1" fontAlgn="auto" hangingPunct="1">
              <a:spcBef>
                <a:spcPts val="0"/>
              </a:spcBef>
              <a:spcAft>
                <a:spcPts val="0"/>
              </a:spcAft>
              <a:buFont typeface="Arial" panose="020B0604020202020204" pitchFamily="34" charset="0"/>
              <a:buChar char="•"/>
              <a:defRPr/>
            </a:pPr>
            <a:r>
              <a:rPr lang="en-GB" dirty="0"/>
              <a:t>In-Place Forces</a:t>
            </a:r>
          </a:p>
          <a:p>
            <a:pPr marL="171478" indent="-171478" eaLnBrk="1" fontAlgn="auto" hangingPunct="1">
              <a:spcBef>
                <a:spcPts val="0"/>
              </a:spcBef>
              <a:spcAft>
                <a:spcPts val="0"/>
              </a:spcAft>
              <a:buFont typeface="Arial" panose="020B0604020202020204" pitchFamily="34" charset="0"/>
              <a:buChar char="•"/>
              <a:defRPr/>
            </a:pPr>
            <a:r>
              <a:rPr lang="en-GB" dirty="0"/>
              <a:t>Deployable Forces</a:t>
            </a:r>
          </a:p>
          <a:p>
            <a:pPr marL="171478" indent="-171478" eaLnBrk="1" fontAlgn="auto" hangingPunct="1">
              <a:spcBef>
                <a:spcPts val="0"/>
              </a:spcBef>
              <a:spcAft>
                <a:spcPts val="0"/>
              </a:spcAft>
              <a:buFont typeface="Arial" panose="020B0604020202020204" pitchFamily="34" charset="0"/>
              <a:buChar char="•"/>
              <a:defRPr/>
            </a:pPr>
            <a:r>
              <a:rPr lang="en-GB" dirty="0"/>
              <a:t>Long Term Build Up Forces</a:t>
            </a:r>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In-Place Forces (primarily for Collective Defence) and Deployable Forces, both held at graduated readiness levels. </a:t>
            </a:r>
          </a:p>
          <a:p>
            <a:pPr eaLnBrk="1" fontAlgn="auto" hangingPunct="1">
              <a:spcBef>
                <a:spcPts val="0"/>
              </a:spcBef>
              <a:spcAft>
                <a:spcPts val="0"/>
              </a:spcAft>
              <a:defRPr/>
            </a:pPr>
            <a:r>
              <a:rPr lang="en-GB" dirty="0"/>
              <a:t>The third category known as Long Term Build Up Forces which provide forces generally associated with generation of capabilities for large scale Article 5 operations held at very low readiness.</a:t>
            </a:r>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SACEUR has nine Graduated Readiness Forces (Land) Headquarters under Operational Command. The role of each of these GRF(L) is dictated by the Long Term Commitments Plan, which will be covered in greater detail later on.</a:t>
            </a:r>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MNC(SE)??</a:t>
            </a:r>
          </a:p>
          <a:p>
            <a:pPr eaLnBrk="1" fontAlgn="auto" hangingPunct="1">
              <a:spcBef>
                <a:spcPts val="0"/>
              </a:spcBef>
              <a:spcAft>
                <a:spcPts val="0"/>
              </a:spcAft>
              <a:defRPr/>
            </a:pPr>
            <a:endParaRPr lang="en-GB" dirty="0"/>
          </a:p>
        </p:txBody>
      </p:sp>
      <p:sp>
        <p:nvSpPr>
          <p:cNvPr id="3072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63C28DF-7FCD-4CBC-8E46-F7AF9854E6BA}" type="slidenum">
              <a:rPr lang="en-GB" altLang="en-US" smtClean="0"/>
              <a:pPr fontAlgn="base">
                <a:spcBef>
                  <a:spcPct val="0"/>
                </a:spcBef>
                <a:spcAft>
                  <a:spcPct val="0"/>
                </a:spcAft>
                <a:defRPr/>
              </a:pPr>
              <a:t>3</a:t>
            </a:fld>
            <a:endParaRPr lang="en-GB" altLang="en-US"/>
          </a:p>
        </p:txBody>
      </p:sp>
    </p:spTree>
    <p:extLst>
      <p:ext uri="{BB962C8B-B14F-4D97-AF65-F5344CB8AC3E}">
        <p14:creationId xmlns:p14="http://schemas.microsoft.com/office/powerpoint/2010/main" val="4270131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dirty="0"/>
              <a:t>ARRC demonstrates the UK’s commitment to NATO and the British Army's reference status through the Corps headquarters’ ability to operate across the spectrum of conflict from competition up to warfighting at scale against a peer enemy. </a:t>
            </a:r>
          </a:p>
          <a:p>
            <a:pPr eaLnBrk="1" hangingPunct="1">
              <a:spcBef>
                <a:spcPct val="0"/>
              </a:spcBef>
            </a:pPr>
            <a:endParaRPr lang="en-GB" altLang="en-US" dirty="0"/>
          </a:p>
          <a:p>
            <a:pPr eaLnBrk="1" hangingPunct="1">
              <a:spcBef>
                <a:spcPct val="0"/>
              </a:spcBef>
            </a:pPr>
            <a:r>
              <a:rPr lang="en-GB" altLang="en-US" dirty="0"/>
              <a:t>ARRC integrates the delivery of multi-domain effects in support of NATO's Defence and Deterrence of the Euro Atlantic Area (DDA) and NATO's Warfighting Capstone Concept (NWCC). The demonstrable capacity to fight with up to five divisions under command underpins credible deterrence in an era of multiple threats and persistent competition.</a:t>
            </a:r>
          </a:p>
          <a:p>
            <a:pPr eaLnBrk="1" hangingPunct="1">
              <a:spcBef>
                <a:spcPct val="0"/>
              </a:spcBef>
            </a:pPr>
            <a:r>
              <a:rPr lang="en-GB" altLang="en-US" dirty="0"/>
              <a:t> </a:t>
            </a:r>
          </a:p>
          <a:p>
            <a:pPr eaLnBrk="1" hangingPunct="1">
              <a:spcBef>
                <a:spcPct val="0"/>
              </a:spcBef>
            </a:pPr>
            <a:r>
              <a:rPr lang="en-GB" altLang="en-US" dirty="0"/>
              <a:t>On 1 Jan 20, ARRC achieved Initial Operating Capability as NATO’s Corps Warfighting Headquarters at readiness - a first since the fall of the Berlin Wall.  ARRC’s unique opportunity is to specialize as a Corps HQ and blaze a trail for both NATO and the UK. </a:t>
            </a:r>
          </a:p>
          <a:p>
            <a:pPr eaLnBrk="1" hangingPunct="1">
              <a:spcBef>
                <a:spcPct val="0"/>
              </a:spcBef>
            </a:pPr>
            <a:endParaRPr lang="en-GB" altLang="en-US" dirty="0"/>
          </a:p>
          <a:p>
            <a:pPr eaLnBrk="1" hangingPunct="1">
              <a:spcBef>
                <a:spcPct val="0"/>
              </a:spcBef>
            </a:pPr>
            <a:r>
              <a:rPr lang="en-GB" altLang="en-US" dirty="0"/>
              <a:t>Concurrently, ARRC's utility below the threshold of conflict will be enhanced through an ambitious programme of Mutual Training Support and deployments into Europe with sister High Readiness Forces and USAREUR. A separate operational focus for mutual capacity building prioritises Ukraine, Estonia and Romania in order to enhance influence, understanding and insight. </a:t>
            </a:r>
          </a:p>
          <a:p>
            <a:pPr eaLnBrk="1" hangingPunct="1">
              <a:spcBef>
                <a:spcPct val="0"/>
              </a:spcBef>
            </a:pPr>
            <a:endParaRPr lang="en-GB" altLang="en-US" dirty="0"/>
          </a:p>
        </p:txBody>
      </p:sp>
      <p:sp>
        <p:nvSpPr>
          <p:cNvPr id="3174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2FB41C3-930C-4013-B56F-E54EA24B5586}" type="slidenum">
              <a:rPr lang="en-GB" altLang="en-US" smtClean="0">
                <a:solidFill>
                  <a:srgbClr val="000000"/>
                </a:solidFill>
              </a:rPr>
              <a:pPr fontAlgn="base">
                <a:spcBef>
                  <a:spcPct val="0"/>
                </a:spcBef>
                <a:spcAft>
                  <a:spcPct val="0"/>
                </a:spcAft>
                <a:defRPr/>
              </a:pPr>
              <a:t>4</a:t>
            </a:fld>
            <a:endParaRPr lang="en-GB" altLang="en-US">
              <a:solidFill>
                <a:srgbClr val="000000"/>
              </a:solidFill>
            </a:endParaRPr>
          </a:p>
        </p:txBody>
      </p:sp>
    </p:spTree>
    <p:extLst>
      <p:ext uri="{BB962C8B-B14F-4D97-AF65-F5344CB8AC3E}">
        <p14:creationId xmlns:p14="http://schemas.microsoft.com/office/powerpoint/2010/main" val="75625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txBox="1">
            <a:spLocks noGrp="1" noChangeArrowheads="1"/>
          </p:cNvSpPr>
          <p:nvPr/>
        </p:nvSpPr>
        <p:spPr bwMode="auto">
          <a:xfrm>
            <a:off x="3822854" y="10250203"/>
            <a:ext cx="2922897" cy="5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05" tIns="45652" rIns="91305" bIns="45652" anchor="b"/>
          <a:lstStyle>
            <a:lvl1pPr defTabSz="920750" eaLnBrk="0" hangingPunct="0">
              <a:spcBef>
                <a:spcPct val="30000"/>
              </a:spcBef>
              <a:defRPr sz="1200">
                <a:solidFill>
                  <a:schemeClr val="tx1"/>
                </a:solidFill>
                <a:latin typeface="Arial" pitchFamily="34" charset="0"/>
                <a:ea typeface="MS PGothic" pitchFamily="34" charset="-128"/>
              </a:defRPr>
            </a:lvl1pPr>
            <a:lvl2pPr marL="37928550" indent="-37471350" defTabSz="920750" eaLnBrk="0" hangingPunct="0">
              <a:spcBef>
                <a:spcPct val="30000"/>
              </a:spcBef>
              <a:defRPr sz="1200">
                <a:solidFill>
                  <a:schemeClr val="tx1"/>
                </a:solidFill>
                <a:latin typeface="Arial" pitchFamily="34" charset="0"/>
                <a:ea typeface="MS PGothic" pitchFamily="34" charset="-128"/>
              </a:defRPr>
            </a:lvl2pPr>
            <a:lvl3pPr marL="1143000" indent="-228600" defTabSz="920750" eaLnBrk="0" hangingPunct="0">
              <a:spcBef>
                <a:spcPct val="30000"/>
              </a:spcBef>
              <a:defRPr sz="1200">
                <a:solidFill>
                  <a:schemeClr val="tx1"/>
                </a:solidFill>
                <a:latin typeface="Arial" pitchFamily="34" charset="0"/>
                <a:ea typeface="MS PGothic" pitchFamily="34" charset="-128"/>
              </a:defRPr>
            </a:lvl3pPr>
            <a:lvl4pPr marL="1600200" indent="-228600" defTabSz="920750" eaLnBrk="0" hangingPunct="0">
              <a:spcBef>
                <a:spcPct val="30000"/>
              </a:spcBef>
              <a:defRPr sz="1200">
                <a:solidFill>
                  <a:schemeClr val="tx1"/>
                </a:solidFill>
                <a:latin typeface="Arial" pitchFamily="34" charset="0"/>
                <a:ea typeface="MS PGothic" pitchFamily="34" charset="-128"/>
              </a:defRPr>
            </a:lvl4pPr>
            <a:lvl5pPr marL="2057400" indent="-228600" defTabSz="920750" eaLnBrk="0" hangingPunct="0">
              <a:spcBef>
                <a:spcPct val="30000"/>
              </a:spcBef>
              <a:defRPr sz="1200">
                <a:solidFill>
                  <a:schemeClr val="tx1"/>
                </a:solidFill>
                <a:latin typeface="Arial" pitchFamily="34" charset="0"/>
                <a:ea typeface="MS PGothic" pitchFamily="34" charset="-128"/>
              </a:defRPr>
            </a:lvl5pPr>
            <a:lvl6pPr marL="25146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6pPr>
            <a:lvl7pPr marL="29718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7pPr>
            <a:lvl8pPr marL="34290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8pPr>
            <a:lvl9pPr marL="38862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9pPr>
          </a:lstStyle>
          <a:p>
            <a:pPr algn="r" eaLnBrk="1" fontAlgn="base" hangingPunct="1">
              <a:spcBef>
                <a:spcPct val="0"/>
              </a:spcBef>
              <a:spcAft>
                <a:spcPct val="0"/>
              </a:spcAft>
            </a:pPr>
            <a:fld id="{54F4836C-3E7A-4818-901A-CBEA73B8C48E}" type="slidenum">
              <a:rPr lang="en-US" altLang="en-US" smtClean="0">
                <a:solidFill>
                  <a:srgbClr val="000000"/>
                </a:solidFill>
                <a:cs typeface="Arial" pitchFamily="34" charset="0"/>
              </a:rPr>
              <a:pPr algn="r" eaLnBrk="1" fontAlgn="base" hangingPunct="1">
                <a:spcBef>
                  <a:spcPct val="0"/>
                </a:spcBef>
                <a:spcAft>
                  <a:spcPct val="0"/>
                </a:spcAft>
              </a:pPr>
              <a:t>5</a:t>
            </a:fld>
            <a:endParaRPr lang="en-US" altLang="en-US">
              <a:solidFill>
                <a:srgbClr val="000000"/>
              </a:solidFill>
              <a:cs typeface="Arial" pitchFamily="34" charset="0"/>
            </a:endParaRPr>
          </a:p>
        </p:txBody>
      </p:sp>
      <p:sp>
        <p:nvSpPr>
          <p:cNvPr id="51203" name="Rectangle 2"/>
          <p:cNvSpPr>
            <a:spLocks noGrp="1" noRot="1" noChangeAspect="1" noChangeArrowheads="1" noTextEdit="1"/>
          </p:cNvSpPr>
          <p:nvPr>
            <p:ph type="sldImg"/>
          </p:nvPr>
        </p:nvSpPr>
        <p:spPr>
          <a:xfrm>
            <a:off x="-217488" y="811213"/>
            <a:ext cx="7188201" cy="4044950"/>
          </a:xfrm>
          <a:ln/>
        </p:spPr>
      </p:sp>
      <p:sp>
        <p:nvSpPr>
          <p:cNvPr id="51204" name="Rectangle 3"/>
          <p:cNvSpPr>
            <a:spLocks noGrp="1" noChangeArrowheads="1"/>
          </p:cNvSpPr>
          <p:nvPr>
            <p:ph type="body" idx="1"/>
          </p:nvPr>
        </p:nvSpPr>
        <p:spPr>
          <a:noFill/>
        </p:spPr>
        <p:txBody>
          <a:bodyPr lIns="91305" tIns="45652" rIns="91305" bIns="45652"/>
          <a:lstStyle/>
          <a:p>
            <a:pPr>
              <a:spcBef>
                <a:spcPct val="0"/>
              </a:spcBef>
            </a:pPr>
            <a:endParaRPr lang="en-GB" altLang="en-US" dirty="0"/>
          </a:p>
        </p:txBody>
      </p:sp>
    </p:spTree>
    <p:extLst>
      <p:ext uri="{BB962C8B-B14F-4D97-AF65-F5344CB8AC3E}">
        <p14:creationId xmlns:p14="http://schemas.microsoft.com/office/powerpoint/2010/main" val="302311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txBox="1">
            <a:spLocks noGrp="1" noChangeArrowheads="1"/>
          </p:cNvSpPr>
          <p:nvPr/>
        </p:nvSpPr>
        <p:spPr bwMode="auto">
          <a:xfrm>
            <a:off x="3822854" y="10250203"/>
            <a:ext cx="2922897" cy="5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05" tIns="45652" rIns="91305" bIns="45652" anchor="b"/>
          <a:lstStyle>
            <a:lvl1pPr defTabSz="920750" eaLnBrk="0" hangingPunct="0">
              <a:spcBef>
                <a:spcPct val="30000"/>
              </a:spcBef>
              <a:defRPr sz="1200">
                <a:solidFill>
                  <a:schemeClr val="tx1"/>
                </a:solidFill>
                <a:latin typeface="Arial" pitchFamily="34" charset="0"/>
                <a:ea typeface="MS PGothic" pitchFamily="34" charset="-128"/>
              </a:defRPr>
            </a:lvl1pPr>
            <a:lvl2pPr marL="37931725" indent="-37474525" defTabSz="920750" eaLnBrk="0" hangingPunct="0">
              <a:spcBef>
                <a:spcPct val="30000"/>
              </a:spcBef>
              <a:defRPr sz="1200">
                <a:solidFill>
                  <a:schemeClr val="tx1"/>
                </a:solidFill>
                <a:latin typeface="Arial" pitchFamily="34" charset="0"/>
                <a:ea typeface="MS PGothic" pitchFamily="34" charset="-128"/>
              </a:defRPr>
            </a:lvl2pPr>
            <a:lvl3pPr marL="1143000" indent="-228600" defTabSz="920750" eaLnBrk="0" hangingPunct="0">
              <a:spcBef>
                <a:spcPct val="30000"/>
              </a:spcBef>
              <a:defRPr sz="1200">
                <a:solidFill>
                  <a:schemeClr val="tx1"/>
                </a:solidFill>
                <a:latin typeface="Arial" pitchFamily="34" charset="0"/>
                <a:ea typeface="MS PGothic" pitchFamily="34" charset="-128"/>
              </a:defRPr>
            </a:lvl3pPr>
            <a:lvl4pPr marL="1600200" indent="-228600" defTabSz="920750" eaLnBrk="0" hangingPunct="0">
              <a:spcBef>
                <a:spcPct val="30000"/>
              </a:spcBef>
              <a:defRPr sz="1200">
                <a:solidFill>
                  <a:schemeClr val="tx1"/>
                </a:solidFill>
                <a:latin typeface="Arial" pitchFamily="34" charset="0"/>
                <a:ea typeface="MS PGothic" pitchFamily="34" charset="-128"/>
              </a:defRPr>
            </a:lvl4pPr>
            <a:lvl5pPr marL="2057400" indent="-228600" defTabSz="920750" eaLnBrk="0" hangingPunct="0">
              <a:spcBef>
                <a:spcPct val="30000"/>
              </a:spcBef>
              <a:defRPr sz="1200">
                <a:solidFill>
                  <a:schemeClr val="tx1"/>
                </a:solidFill>
                <a:latin typeface="Arial" pitchFamily="34" charset="0"/>
                <a:ea typeface="MS PGothic" pitchFamily="34" charset="-128"/>
              </a:defRPr>
            </a:lvl5pPr>
            <a:lvl6pPr marL="25146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6pPr>
            <a:lvl7pPr marL="29718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7pPr>
            <a:lvl8pPr marL="34290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8pPr>
            <a:lvl9pPr marL="3886200" indent="-228600" defTabSz="920750" eaLnBrk="0" fontAlgn="base" hangingPunct="0">
              <a:spcBef>
                <a:spcPct val="30000"/>
              </a:spcBef>
              <a:spcAft>
                <a:spcPct val="0"/>
              </a:spcAft>
              <a:defRPr sz="1200">
                <a:solidFill>
                  <a:schemeClr val="tx1"/>
                </a:solidFill>
                <a:latin typeface="Arial" pitchFamily="34" charset="0"/>
                <a:ea typeface="MS PGothic" pitchFamily="34" charset="-128"/>
              </a:defRPr>
            </a:lvl9pPr>
          </a:lstStyle>
          <a:p>
            <a:pPr algn="r" eaLnBrk="1" fontAlgn="base" hangingPunct="1">
              <a:spcBef>
                <a:spcPct val="0"/>
              </a:spcBef>
              <a:spcAft>
                <a:spcPct val="0"/>
              </a:spcAft>
            </a:pPr>
            <a:fld id="{F80C644D-5385-462C-A98C-8EA97F39E8B1}" type="slidenum">
              <a:rPr lang="en-US" altLang="en-US" smtClean="0">
                <a:solidFill>
                  <a:srgbClr val="000000"/>
                </a:solidFill>
                <a:cs typeface="Arial" pitchFamily="34" charset="0"/>
              </a:rPr>
              <a:pPr algn="r" eaLnBrk="1" fontAlgn="base" hangingPunct="1">
                <a:spcBef>
                  <a:spcPct val="0"/>
                </a:spcBef>
                <a:spcAft>
                  <a:spcPct val="0"/>
                </a:spcAft>
              </a:pPr>
              <a:t>6</a:t>
            </a:fld>
            <a:endParaRPr lang="en-US" altLang="en-US">
              <a:solidFill>
                <a:srgbClr val="000000"/>
              </a:solidFill>
              <a:cs typeface="Arial" pitchFamily="34" charset="0"/>
            </a:endParaRPr>
          </a:p>
        </p:txBody>
      </p:sp>
      <p:sp>
        <p:nvSpPr>
          <p:cNvPr id="54275" name="Slide Image Placeholder 1"/>
          <p:cNvSpPr>
            <a:spLocks noGrp="1" noRot="1" noChangeAspect="1" noTextEdit="1"/>
          </p:cNvSpPr>
          <p:nvPr>
            <p:ph type="sldImg"/>
          </p:nvPr>
        </p:nvSpPr>
        <p:spPr>
          <a:xfrm>
            <a:off x="-217488" y="811213"/>
            <a:ext cx="7188201" cy="4044950"/>
          </a:xfrm>
          <a:ln/>
        </p:spPr>
      </p:sp>
      <p:sp>
        <p:nvSpPr>
          <p:cNvPr id="54276" name="Slide Number Placeholder 3"/>
          <p:cNvSpPr txBox="1">
            <a:spLocks noGrp="1"/>
          </p:cNvSpPr>
          <p:nvPr/>
        </p:nvSpPr>
        <p:spPr bwMode="auto">
          <a:xfrm>
            <a:off x="3824426" y="10250203"/>
            <a:ext cx="2921326" cy="538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05" tIns="46054" rIns="92105" bIns="46054" anchor="b"/>
          <a:lstStyle>
            <a:lvl1pPr eaLnBrk="0" hangingPunct="0">
              <a:spcBef>
                <a:spcPct val="30000"/>
              </a:spcBef>
              <a:defRPr sz="1200">
                <a:solidFill>
                  <a:schemeClr val="tx1"/>
                </a:solidFill>
                <a:latin typeface="Arial" pitchFamily="34" charset="0"/>
                <a:ea typeface="MS PGothic" pitchFamily="34" charset="-128"/>
              </a:defRPr>
            </a:lvl1pPr>
            <a:lvl2pPr marL="37931725" indent="-37474525" eaLnBrk="0" hangingPunct="0">
              <a:spcBef>
                <a:spcPct val="30000"/>
              </a:spcBef>
              <a:defRPr sz="1200">
                <a:solidFill>
                  <a:schemeClr val="tx1"/>
                </a:solidFill>
                <a:latin typeface="Arial" pitchFamily="34" charset="0"/>
                <a:ea typeface="MS PGothic" pitchFamily="34" charset="-128"/>
              </a:defRPr>
            </a:lvl2pPr>
            <a:lvl3pPr marL="1143000" indent="-228600" eaLnBrk="0" hangingPunct="0">
              <a:spcBef>
                <a:spcPct val="30000"/>
              </a:spcBef>
              <a:defRPr sz="1200">
                <a:solidFill>
                  <a:schemeClr val="tx1"/>
                </a:solidFill>
                <a:latin typeface="Arial" pitchFamily="34" charset="0"/>
                <a:ea typeface="MS PGothic" pitchFamily="34" charset="-128"/>
              </a:defRPr>
            </a:lvl3pPr>
            <a:lvl4pPr marL="1600200" indent="-228600" eaLnBrk="0" hangingPunct="0">
              <a:spcBef>
                <a:spcPct val="30000"/>
              </a:spcBef>
              <a:defRPr sz="1200">
                <a:solidFill>
                  <a:schemeClr val="tx1"/>
                </a:solidFill>
                <a:latin typeface="Arial" pitchFamily="34" charset="0"/>
                <a:ea typeface="MS PGothic" pitchFamily="34" charset="-128"/>
              </a:defRPr>
            </a:lvl4pPr>
            <a:lvl5pPr marL="2057400" indent="-228600" eaLnBrk="0" hangingPunct="0">
              <a:spcBef>
                <a:spcPct val="30000"/>
              </a:spcBef>
              <a:defRPr sz="1200">
                <a:solidFill>
                  <a:schemeClr val="tx1"/>
                </a:solidFill>
                <a:latin typeface="Arial" pitchFamily="34" charset="0"/>
                <a:ea typeface="MS PGothic" pitchFamily="34" charset="-128"/>
              </a:defRPr>
            </a:lvl5pPr>
            <a:lvl6pPr marL="2514600" indent="-228600" eaLnBrk="0" fontAlgn="base" hangingPunct="0">
              <a:spcBef>
                <a:spcPct val="30000"/>
              </a:spcBef>
              <a:spcAft>
                <a:spcPct val="0"/>
              </a:spcAft>
              <a:defRPr sz="1200">
                <a:solidFill>
                  <a:schemeClr val="tx1"/>
                </a:solidFill>
                <a:latin typeface="Arial" pitchFamily="34" charset="0"/>
                <a:ea typeface="MS PGothic" pitchFamily="34" charset="-128"/>
              </a:defRPr>
            </a:lvl6pPr>
            <a:lvl7pPr marL="2971800" indent="-228600" eaLnBrk="0" fontAlgn="base" hangingPunct="0">
              <a:spcBef>
                <a:spcPct val="30000"/>
              </a:spcBef>
              <a:spcAft>
                <a:spcPct val="0"/>
              </a:spcAft>
              <a:defRPr sz="1200">
                <a:solidFill>
                  <a:schemeClr val="tx1"/>
                </a:solidFill>
                <a:latin typeface="Arial" pitchFamily="34" charset="0"/>
                <a:ea typeface="MS PGothic" pitchFamily="34" charset="-128"/>
              </a:defRPr>
            </a:lvl7pPr>
            <a:lvl8pPr marL="3429000" indent="-228600" eaLnBrk="0" fontAlgn="base" hangingPunct="0">
              <a:spcBef>
                <a:spcPct val="30000"/>
              </a:spcBef>
              <a:spcAft>
                <a:spcPct val="0"/>
              </a:spcAft>
              <a:defRPr sz="1200">
                <a:solidFill>
                  <a:schemeClr val="tx1"/>
                </a:solidFill>
                <a:latin typeface="Arial" pitchFamily="34" charset="0"/>
                <a:ea typeface="MS PGothic" pitchFamily="34" charset="-128"/>
              </a:defRPr>
            </a:lvl8pPr>
            <a:lvl9pPr marL="3886200" indent="-228600" eaLnBrk="0" fontAlgn="base" hangingPunct="0">
              <a:spcBef>
                <a:spcPct val="30000"/>
              </a:spcBef>
              <a:spcAft>
                <a:spcPct val="0"/>
              </a:spcAft>
              <a:defRPr sz="1200">
                <a:solidFill>
                  <a:schemeClr val="tx1"/>
                </a:solidFill>
                <a:latin typeface="Arial" pitchFamily="34" charset="0"/>
                <a:ea typeface="MS PGothic" pitchFamily="34" charset="-128"/>
              </a:defRPr>
            </a:lvl9pPr>
          </a:lstStyle>
          <a:p>
            <a:pPr algn="r" defTabSz="912846" eaLnBrk="1" fontAlgn="base" hangingPunct="1">
              <a:spcBef>
                <a:spcPct val="0"/>
              </a:spcBef>
              <a:spcAft>
                <a:spcPct val="0"/>
              </a:spcAft>
            </a:pPr>
            <a:fld id="{1C05FFA3-5BB9-4D3F-9A5D-9EE8223C2E08}" type="slidenum">
              <a:rPr lang="en-US" altLang="en-US" smtClean="0">
                <a:solidFill>
                  <a:srgbClr val="000000"/>
                </a:solidFill>
              </a:rPr>
              <a:pPr algn="r" defTabSz="912846" eaLnBrk="1" fontAlgn="base" hangingPunct="1">
                <a:spcBef>
                  <a:spcPct val="0"/>
                </a:spcBef>
                <a:spcAft>
                  <a:spcPct val="0"/>
                </a:spcAft>
              </a:pPr>
              <a:t>6</a:t>
            </a:fld>
            <a:endParaRPr lang="en-US" altLang="en-US">
              <a:solidFill>
                <a:srgbClr val="000000"/>
              </a:solidFill>
            </a:endParaRPr>
          </a:p>
        </p:txBody>
      </p:sp>
      <p:sp>
        <p:nvSpPr>
          <p:cNvPr id="54277" name="Rectangle 4"/>
          <p:cNvSpPr>
            <a:spLocks noGrp="1" noChangeArrowheads="1"/>
          </p:cNvSpPr>
          <p:nvPr>
            <p:ph type="body" idx="1"/>
          </p:nvPr>
        </p:nvSpPr>
        <p:spPr>
          <a:noFill/>
        </p:spPr>
        <p:txBody>
          <a:bodyPr lIns="91305" tIns="45652" rIns="91305" bIns="45652"/>
          <a:lstStyle/>
          <a:p>
            <a:pPr>
              <a:spcBef>
                <a:spcPct val="0"/>
              </a:spcBef>
            </a:pPr>
            <a:endParaRPr lang="en-GB" altLang="en-US"/>
          </a:p>
        </p:txBody>
      </p:sp>
    </p:spTree>
    <p:extLst>
      <p:ext uri="{BB962C8B-B14F-4D97-AF65-F5344CB8AC3E}">
        <p14:creationId xmlns:p14="http://schemas.microsoft.com/office/powerpoint/2010/main" val="2612264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txBox="1">
            <a:spLocks noGrp="1" noChangeArrowheads="1"/>
          </p:cNvSpPr>
          <p:nvPr/>
        </p:nvSpPr>
        <p:spPr bwMode="auto">
          <a:xfrm>
            <a:off x="3823092" y="10250800"/>
            <a:ext cx="2923155" cy="536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502" tIns="45753" rIns="91502" bIns="45753" anchor="b"/>
          <a:lstStyle>
            <a:lvl1pPr defTabSz="920750" eaLnBrk="0" hangingPunct="0">
              <a:spcBef>
                <a:spcPct val="30000"/>
              </a:spcBef>
              <a:defRPr sz="1200">
                <a:solidFill>
                  <a:schemeClr val="tx1"/>
                </a:solidFill>
                <a:latin typeface="Calibri" pitchFamily="34" charset="0"/>
              </a:defRPr>
            </a:lvl1pPr>
            <a:lvl2pPr marL="742950" indent="-285750" defTabSz="920750" eaLnBrk="0" hangingPunct="0">
              <a:spcBef>
                <a:spcPct val="30000"/>
              </a:spcBef>
              <a:defRPr sz="1200">
                <a:solidFill>
                  <a:schemeClr val="tx1"/>
                </a:solidFill>
                <a:latin typeface="Calibri" pitchFamily="34" charset="0"/>
              </a:defRPr>
            </a:lvl2pPr>
            <a:lvl3pPr marL="1143000" indent="-228600" defTabSz="920750" eaLnBrk="0" hangingPunct="0">
              <a:spcBef>
                <a:spcPct val="30000"/>
              </a:spcBef>
              <a:defRPr sz="1200">
                <a:solidFill>
                  <a:schemeClr val="tx1"/>
                </a:solidFill>
                <a:latin typeface="Calibri" pitchFamily="34" charset="0"/>
              </a:defRPr>
            </a:lvl3pPr>
            <a:lvl4pPr marL="1600200" indent="-228600" defTabSz="920750" eaLnBrk="0" hangingPunct="0">
              <a:spcBef>
                <a:spcPct val="30000"/>
              </a:spcBef>
              <a:defRPr sz="1200">
                <a:solidFill>
                  <a:schemeClr val="tx1"/>
                </a:solidFill>
                <a:latin typeface="Calibri" pitchFamily="34" charset="0"/>
              </a:defRPr>
            </a:lvl4pPr>
            <a:lvl5pPr marL="2057400" indent="-228600" defTabSz="920750" eaLnBrk="0" hangingPunct="0">
              <a:spcBef>
                <a:spcPct val="30000"/>
              </a:spcBef>
              <a:defRPr sz="1200">
                <a:solidFill>
                  <a:schemeClr val="tx1"/>
                </a:solidFill>
                <a:latin typeface="Calibri" pitchFamily="34" charset="0"/>
              </a:defRPr>
            </a:lvl5pPr>
            <a:lvl6pPr marL="2514600" indent="-228600" defTabSz="920750" eaLnBrk="0" fontAlgn="base" hangingPunct="0">
              <a:spcBef>
                <a:spcPct val="30000"/>
              </a:spcBef>
              <a:spcAft>
                <a:spcPct val="0"/>
              </a:spcAft>
              <a:defRPr sz="1200">
                <a:solidFill>
                  <a:schemeClr val="tx1"/>
                </a:solidFill>
                <a:latin typeface="Calibri" pitchFamily="34" charset="0"/>
              </a:defRPr>
            </a:lvl6pPr>
            <a:lvl7pPr marL="2971800" indent="-228600" defTabSz="920750" eaLnBrk="0" fontAlgn="base" hangingPunct="0">
              <a:spcBef>
                <a:spcPct val="30000"/>
              </a:spcBef>
              <a:spcAft>
                <a:spcPct val="0"/>
              </a:spcAft>
              <a:defRPr sz="1200">
                <a:solidFill>
                  <a:schemeClr val="tx1"/>
                </a:solidFill>
                <a:latin typeface="Calibri" pitchFamily="34" charset="0"/>
              </a:defRPr>
            </a:lvl7pPr>
            <a:lvl8pPr marL="3429000" indent="-228600" defTabSz="920750" eaLnBrk="0" fontAlgn="base" hangingPunct="0">
              <a:spcBef>
                <a:spcPct val="30000"/>
              </a:spcBef>
              <a:spcAft>
                <a:spcPct val="0"/>
              </a:spcAft>
              <a:defRPr sz="1200">
                <a:solidFill>
                  <a:schemeClr val="tx1"/>
                </a:solidFill>
                <a:latin typeface="Calibri" pitchFamily="34" charset="0"/>
              </a:defRPr>
            </a:lvl8pPr>
            <a:lvl9pPr marL="3886200" indent="-228600" defTabSz="920750" eaLnBrk="0" fontAlgn="base" hangingPunct="0">
              <a:spcBef>
                <a:spcPct val="30000"/>
              </a:spcBef>
              <a:spcAft>
                <a:spcPct val="0"/>
              </a:spcAft>
              <a:defRPr sz="1200">
                <a:solidFill>
                  <a:schemeClr val="tx1"/>
                </a:solidFill>
                <a:latin typeface="Calibri" pitchFamily="34" charset="0"/>
              </a:defRPr>
            </a:lvl9pPr>
          </a:lstStyle>
          <a:p>
            <a:pPr algn="r">
              <a:spcBef>
                <a:spcPct val="50000"/>
              </a:spcBef>
            </a:pPr>
            <a:fld id="{5ECF418D-F371-4E5E-8D53-07B2E650BDEF}" type="slidenum">
              <a:rPr lang="en-US" altLang="en-US" b="1">
                <a:solidFill>
                  <a:srgbClr val="000000"/>
                </a:solidFill>
                <a:latin typeface="Arial" charset="0"/>
                <a:ea typeface="ＭＳ Ｐゴシック" pitchFamily="34" charset="-128"/>
              </a:rPr>
              <a:pPr algn="r">
                <a:spcBef>
                  <a:spcPct val="50000"/>
                </a:spcBef>
              </a:pPr>
              <a:t>7</a:t>
            </a:fld>
            <a:endParaRPr lang="en-US" altLang="en-US" b="1">
              <a:solidFill>
                <a:srgbClr val="000000"/>
              </a:solidFill>
              <a:latin typeface="Arial" charset="0"/>
              <a:ea typeface="ＭＳ Ｐゴシック" pitchFamily="34" charset="-128"/>
            </a:endParaRPr>
          </a:p>
        </p:txBody>
      </p:sp>
      <p:sp>
        <p:nvSpPr>
          <p:cNvPr id="310275" name="Slide Image Placeholder 1"/>
          <p:cNvSpPr>
            <a:spLocks noGrp="1" noRot="1" noChangeAspect="1" noTextEdit="1"/>
          </p:cNvSpPr>
          <p:nvPr>
            <p:ph type="sldImg"/>
          </p:nvPr>
        </p:nvSpPr>
        <p:spPr bwMode="auto">
          <a:xfrm>
            <a:off x="-220663" y="811213"/>
            <a:ext cx="7192963" cy="40465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0276" name="Slide Number Placeholder 3"/>
          <p:cNvSpPr txBox="1">
            <a:spLocks noGrp="1"/>
          </p:cNvSpPr>
          <p:nvPr/>
        </p:nvSpPr>
        <p:spPr bwMode="auto">
          <a:xfrm>
            <a:off x="3824171" y="10250800"/>
            <a:ext cx="2922076" cy="536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04" tIns="46152" rIns="92304" bIns="46152" anchor="b"/>
          <a:lstStyle>
            <a:lvl1pPr defTabSz="922338" eaLnBrk="0" hangingPunct="0">
              <a:spcBef>
                <a:spcPct val="30000"/>
              </a:spcBef>
              <a:defRPr sz="1200">
                <a:solidFill>
                  <a:schemeClr val="tx1"/>
                </a:solidFill>
                <a:latin typeface="Calibri" pitchFamily="34" charset="0"/>
              </a:defRPr>
            </a:lvl1pPr>
            <a:lvl2pPr marL="742950" indent="-285750" defTabSz="922338" eaLnBrk="0" hangingPunct="0">
              <a:spcBef>
                <a:spcPct val="30000"/>
              </a:spcBef>
              <a:defRPr sz="1200">
                <a:solidFill>
                  <a:schemeClr val="tx1"/>
                </a:solidFill>
                <a:latin typeface="Calibri" pitchFamily="34" charset="0"/>
              </a:defRPr>
            </a:lvl2pPr>
            <a:lvl3pPr marL="1143000" indent="-228600" defTabSz="922338" eaLnBrk="0" hangingPunct="0">
              <a:spcBef>
                <a:spcPct val="30000"/>
              </a:spcBef>
              <a:defRPr sz="1200">
                <a:solidFill>
                  <a:schemeClr val="tx1"/>
                </a:solidFill>
                <a:latin typeface="Calibri" pitchFamily="34" charset="0"/>
              </a:defRPr>
            </a:lvl3pPr>
            <a:lvl4pPr marL="1600200" indent="-228600" defTabSz="922338" eaLnBrk="0" hangingPunct="0">
              <a:spcBef>
                <a:spcPct val="30000"/>
              </a:spcBef>
              <a:defRPr sz="1200">
                <a:solidFill>
                  <a:schemeClr val="tx1"/>
                </a:solidFill>
                <a:latin typeface="Calibri" pitchFamily="34" charset="0"/>
              </a:defRPr>
            </a:lvl4pPr>
            <a:lvl5pPr marL="2057400" indent="-228600" defTabSz="922338" eaLnBrk="0" hangingPunct="0">
              <a:spcBef>
                <a:spcPct val="30000"/>
              </a:spcBef>
              <a:defRPr sz="1200">
                <a:solidFill>
                  <a:schemeClr val="tx1"/>
                </a:solidFill>
                <a:latin typeface="Calibri" pitchFamily="34" charset="0"/>
              </a:defRPr>
            </a:lvl5pPr>
            <a:lvl6pPr marL="2514600" indent="-228600" defTabSz="922338" eaLnBrk="0" fontAlgn="base" hangingPunct="0">
              <a:spcBef>
                <a:spcPct val="30000"/>
              </a:spcBef>
              <a:spcAft>
                <a:spcPct val="0"/>
              </a:spcAft>
              <a:defRPr sz="1200">
                <a:solidFill>
                  <a:schemeClr val="tx1"/>
                </a:solidFill>
                <a:latin typeface="Calibri" pitchFamily="34" charset="0"/>
              </a:defRPr>
            </a:lvl6pPr>
            <a:lvl7pPr marL="2971800" indent="-228600" defTabSz="922338" eaLnBrk="0" fontAlgn="base" hangingPunct="0">
              <a:spcBef>
                <a:spcPct val="30000"/>
              </a:spcBef>
              <a:spcAft>
                <a:spcPct val="0"/>
              </a:spcAft>
              <a:defRPr sz="1200">
                <a:solidFill>
                  <a:schemeClr val="tx1"/>
                </a:solidFill>
                <a:latin typeface="Calibri" pitchFamily="34" charset="0"/>
              </a:defRPr>
            </a:lvl7pPr>
            <a:lvl8pPr marL="3429000" indent="-228600" defTabSz="922338" eaLnBrk="0" fontAlgn="base" hangingPunct="0">
              <a:spcBef>
                <a:spcPct val="30000"/>
              </a:spcBef>
              <a:spcAft>
                <a:spcPct val="0"/>
              </a:spcAft>
              <a:defRPr sz="1200">
                <a:solidFill>
                  <a:schemeClr val="tx1"/>
                </a:solidFill>
                <a:latin typeface="Calibri" pitchFamily="34" charset="0"/>
              </a:defRPr>
            </a:lvl8pPr>
            <a:lvl9pPr marL="3886200" indent="-228600" defTabSz="922338" eaLnBrk="0" fontAlgn="base" hangingPunct="0">
              <a:spcBef>
                <a:spcPct val="30000"/>
              </a:spcBef>
              <a:spcAft>
                <a:spcPct val="0"/>
              </a:spcAft>
              <a:defRPr sz="1200">
                <a:solidFill>
                  <a:schemeClr val="tx1"/>
                </a:solidFill>
                <a:latin typeface="Calibri" pitchFamily="34" charset="0"/>
              </a:defRPr>
            </a:lvl9pPr>
          </a:lstStyle>
          <a:p>
            <a:pPr algn="r">
              <a:spcBef>
                <a:spcPct val="50000"/>
              </a:spcBef>
            </a:pPr>
            <a:fld id="{AE737374-B0B1-4D9E-AE9B-06C0ED1FA1E4}" type="slidenum">
              <a:rPr lang="en-US" altLang="en-US" b="1">
                <a:solidFill>
                  <a:srgbClr val="000000"/>
                </a:solidFill>
                <a:latin typeface="Arial" charset="0"/>
                <a:ea typeface="ＭＳ Ｐゴシック" pitchFamily="34" charset="-128"/>
              </a:rPr>
              <a:pPr algn="r">
                <a:spcBef>
                  <a:spcPct val="50000"/>
                </a:spcBef>
              </a:pPr>
              <a:t>7</a:t>
            </a:fld>
            <a:endParaRPr lang="en-US" altLang="en-US" b="1">
              <a:solidFill>
                <a:srgbClr val="000000"/>
              </a:solidFill>
              <a:latin typeface="Arial" charset="0"/>
              <a:ea typeface="ＭＳ Ｐゴシック" pitchFamily="34" charset="-128"/>
            </a:endParaRPr>
          </a:p>
        </p:txBody>
      </p:sp>
      <p:sp>
        <p:nvSpPr>
          <p:cNvPr id="310277" name="Rectangle 4"/>
          <p:cNvSpPr>
            <a:spLocks noGrp="1" noChangeArrowheads="1"/>
          </p:cNvSpPr>
          <p:nvPr>
            <p:ph type="body" idx="1"/>
          </p:nvPr>
        </p:nvSpPr>
        <p:spPr bwMode="auto">
          <a:xfrm>
            <a:off x="890226" y="5130442"/>
            <a:ext cx="4966881" cy="48356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502" tIns="45753" rIns="91502" bIns="45753" numCol="1" anchor="t" anchorCtr="0" compatLnSpc="1">
            <a:prstTxWarp prst="textNoShape">
              <a:avLst/>
            </a:prstTxWarp>
          </a:bodyPr>
          <a:lstStyle/>
          <a:p>
            <a:pPr>
              <a:spcBef>
                <a:spcPct val="0"/>
              </a:spcBef>
            </a:pPr>
            <a:endParaRPr lang="en-GB" altLang="en-US" dirty="0"/>
          </a:p>
        </p:txBody>
      </p:sp>
    </p:spTree>
    <p:extLst>
      <p:ext uri="{BB962C8B-B14F-4D97-AF65-F5344CB8AC3E}">
        <p14:creationId xmlns:p14="http://schemas.microsoft.com/office/powerpoint/2010/main" val="2091781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56989" y="9442373"/>
            <a:ext cx="2948616" cy="495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324" tIns="48660" rIns="97324" bIns="48660" anchor="b"/>
          <a:lstStyle>
            <a:lvl1pPr defTabSz="925513" eaLnBrk="0" hangingPunct="0">
              <a:defRPr>
                <a:solidFill>
                  <a:schemeClr val="tx1"/>
                </a:solidFill>
                <a:latin typeface="Calibri" pitchFamily="34" charset="0"/>
                <a:cs typeface="Arial" charset="0"/>
              </a:defRPr>
            </a:lvl1pPr>
            <a:lvl2pPr marL="742950" indent="-285750" defTabSz="925513" eaLnBrk="0" hangingPunct="0">
              <a:defRPr>
                <a:solidFill>
                  <a:schemeClr val="tx1"/>
                </a:solidFill>
                <a:latin typeface="Calibri" pitchFamily="34" charset="0"/>
                <a:cs typeface="Arial" charset="0"/>
              </a:defRPr>
            </a:lvl2pPr>
            <a:lvl3pPr marL="1143000" indent="-228600" defTabSz="925513" eaLnBrk="0" hangingPunct="0">
              <a:defRPr>
                <a:solidFill>
                  <a:schemeClr val="tx1"/>
                </a:solidFill>
                <a:latin typeface="Calibri" pitchFamily="34" charset="0"/>
                <a:cs typeface="Arial" charset="0"/>
              </a:defRPr>
            </a:lvl3pPr>
            <a:lvl4pPr marL="1600200" indent="-228600" defTabSz="925513" eaLnBrk="0" hangingPunct="0">
              <a:defRPr>
                <a:solidFill>
                  <a:schemeClr val="tx1"/>
                </a:solidFill>
                <a:latin typeface="Calibri" pitchFamily="34" charset="0"/>
                <a:cs typeface="Arial" charset="0"/>
              </a:defRPr>
            </a:lvl4pPr>
            <a:lvl5pPr marL="2057400" indent="-228600" defTabSz="925513" eaLnBrk="0" hangingPunct="0">
              <a:defRPr>
                <a:solidFill>
                  <a:schemeClr val="tx1"/>
                </a:solidFill>
                <a:latin typeface="Calibri" pitchFamily="34" charset="0"/>
                <a:cs typeface="Arial" charset="0"/>
              </a:defRPr>
            </a:lvl5pPr>
            <a:lvl6pPr marL="2514600" indent="-228600" defTabSz="925513" eaLnBrk="0" fontAlgn="base" hangingPunct="0">
              <a:spcBef>
                <a:spcPct val="0"/>
              </a:spcBef>
              <a:spcAft>
                <a:spcPct val="0"/>
              </a:spcAft>
              <a:defRPr>
                <a:solidFill>
                  <a:schemeClr val="tx1"/>
                </a:solidFill>
                <a:latin typeface="Calibri" pitchFamily="34" charset="0"/>
                <a:cs typeface="Arial" charset="0"/>
              </a:defRPr>
            </a:lvl6pPr>
            <a:lvl7pPr marL="2971800" indent="-228600" defTabSz="925513" eaLnBrk="0" fontAlgn="base" hangingPunct="0">
              <a:spcBef>
                <a:spcPct val="0"/>
              </a:spcBef>
              <a:spcAft>
                <a:spcPct val="0"/>
              </a:spcAft>
              <a:defRPr>
                <a:solidFill>
                  <a:schemeClr val="tx1"/>
                </a:solidFill>
                <a:latin typeface="Calibri" pitchFamily="34" charset="0"/>
                <a:cs typeface="Arial" charset="0"/>
              </a:defRPr>
            </a:lvl7pPr>
            <a:lvl8pPr marL="3429000" indent="-228600" defTabSz="925513" eaLnBrk="0" fontAlgn="base" hangingPunct="0">
              <a:spcBef>
                <a:spcPct val="0"/>
              </a:spcBef>
              <a:spcAft>
                <a:spcPct val="0"/>
              </a:spcAft>
              <a:defRPr>
                <a:solidFill>
                  <a:schemeClr val="tx1"/>
                </a:solidFill>
                <a:latin typeface="Calibri" pitchFamily="34" charset="0"/>
                <a:cs typeface="Arial" charset="0"/>
              </a:defRPr>
            </a:lvl8pPr>
            <a:lvl9pPr marL="3886200" indent="-228600" defTabSz="925513"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876D2A12-8AD5-465E-A9F8-67588F848EA3}" type="slidenum">
              <a:rPr lang="en-US" altLang="en-US" sz="1200">
                <a:solidFill>
                  <a:srgbClr val="000000"/>
                </a:solidFill>
                <a:latin typeface="Arial" charset="0"/>
                <a:ea typeface="MS PGothic" pitchFamily="34" charset="-128"/>
              </a:rPr>
              <a:pPr algn="r" eaLnBrk="1" hangingPunct="1"/>
              <a:t>8</a:t>
            </a:fld>
            <a:endParaRPr lang="en-US" altLang="en-US" sz="1200">
              <a:solidFill>
                <a:srgbClr val="000000"/>
              </a:solidFill>
              <a:latin typeface="Arial" charset="0"/>
              <a:ea typeface="MS PGothic" pitchFamily="34" charset="-128"/>
            </a:endParaRPr>
          </a:p>
        </p:txBody>
      </p:sp>
      <p:sp>
        <p:nvSpPr>
          <p:cNvPr id="33795" name="Rectangle 2"/>
          <p:cNvSpPr>
            <a:spLocks noGrp="1" noRot="1" noChangeAspect="1" noChangeArrowheads="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tabLst>
                <a:tab pos="3154363" algn="l"/>
              </a:tabLst>
            </a:pPr>
            <a:r>
              <a:rPr lang="en-GB" altLang="en-US">
                <a:latin typeface="Arial" charset="0"/>
                <a:ea typeface="MS PGothic" pitchFamily="34" charset="-128"/>
                <a:cs typeface="Times New Roman" pitchFamily="18" charset="0"/>
              </a:rPr>
              <a:t>This is the bespoke mission given to ARRC HQ by COM ARRC in his 2020 Directive. It recognises the requirement for the ARRC to be held at R4 and the primary purpose of facilitating NATO requirements.</a:t>
            </a:r>
          </a:p>
        </p:txBody>
      </p:sp>
    </p:spTree>
    <p:extLst>
      <p:ext uri="{BB962C8B-B14F-4D97-AF65-F5344CB8AC3E}">
        <p14:creationId xmlns:p14="http://schemas.microsoft.com/office/powerpoint/2010/main" val="2817271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defTabSz="914550" eaLnBrk="1" fontAlgn="auto" hangingPunct="1">
              <a:spcBef>
                <a:spcPts val="0"/>
              </a:spcBef>
              <a:spcAft>
                <a:spcPts val="0"/>
              </a:spcAft>
              <a:defRPr/>
            </a:pPr>
            <a:r>
              <a:rPr lang="en-GB" dirty="0"/>
              <a:t>The ARRC is a NATO High Readiness Force (Land) HQ with the UK as Framework Nation. The ARRC HQ has a dual OPCOM relationship, reflecting the HQ’s nature as an entity maintained by the UK with the primary purpose of facilitating NATO requirements. As such the ARRC can deploy under a NATO, national or coalition mandate.</a:t>
            </a:r>
          </a:p>
          <a:p>
            <a:pPr defTabSz="914550" eaLnBrk="1" fontAlgn="auto" hangingPunct="1">
              <a:spcBef>
                <a:spcPts val="0"/>
              </a:spcBef>
              <a:spcAft>
                <a:spcPts val="0"/>
              </a:spcAft>
              <a:defRPr/>
            </a:pPr>
            <a:endParaRPr lang="en-GB" dirty="0"/>
          </a:p>
          <a:p>
            <a:pPr defTabSz="914550" eaLnBrk="1" fontAlgn="auto" hangingPunct="1">
              <a:spcBef>
                <a:spcPts val="0"/>
              </a:spcBef>
              <a:spcAft>
                <a:spcPts val="0"/>
              </a:spcAft>
              <a:defRPr/>
            </a:pPr>
            <a:r>
              <a:rPr lang="en-GB" dirty="0"/>
              <a:t>C2 during peacetime:</a:t>
            </a:r>
          </a:p>
          <a:p>
            <a:pPr defTabSz="914550" eaLnBrk="1" fontAlgn="auto" hangingPunct="1">
              <a:spcBef>
                <a:spcPts val="0"/>
              </a:spcBef>
              <a:spcAft>
                <a:spcPts val="0"/>
              </a:spcAft>
              <a:defRPr/>
            </a:pPr>
            <a:endParaRPr lang="en-GB" dirty="0"/>
          </a:p>
          <a:p>
            <a:pPr marL="171478" indent="-171478" defTabSz="914550" eaLnBrk="1" fontAlgn="auto" hangingPunct="1">
              <a:spcBef>
                <a:spcPts val="0"/>
              </a:spcBef>
              <a:spcAft>
                <a:spcPts val="0"/>
              </a:spcAft>
              <a:buFont typeface="Arial" panose="020B0604020202020204" pitchFamily="34" charset="0"/>
              <a:buChar char="•"/>
              <a:defRPr/>
            </a:pPr>
            <a:r>
              <a:rPr lang="en-GB" dirty="0"/>
              <a:t>HQ ARRC is OPCOM SACEUR and SHAPE will direct HQ ARRC activity including participation in major exercises, and preparation for and deployment on operations. In addition DIRLAUTH is in place with HQ LANDCOM, which has the remit to coordinate activity across NATO Land HQs within the NATO Force Structure.</a:t>
            </a:r>
          </a:p>
          <a:p>
            <a:pPr marL="171478" indent="-171478" defTabSz="914550" eaLnBrk="1" fontAlgn="auto" hangingPunct="1">
              <a:spcBef>
                <a:spcPts val="0"/>
              </a:spcBef>
              <a:spcAft>
                <a:spcPts val="0"/>
              </a:spcAft>
              <a:buFont typeface="Arial" panose="020B0604020202020204" pitchFamily="34" charset="0"/>
              <a:buChar char="•"/>
              <a:defRPr/>
            </a:pPr>
            <a:endParaRPr lang="en-GB" dirty="0"/>
          </a:p>
          <a:p>
            <a:pPr marL="171478" indent="-171478" defTabSz="914550" eaLnBrk="1" fontAlgn="auto" hangingPunct="1">
              <a:spcBef>
                <a:spcPts val="0"/>
              </a:spcBef>
              <a:spcAft>
                <a:spcPts val="0"/>
              </a:spcAft>
              <a:buFont typeface="Arial" panose="020B0604020202020204" pitchFamily="34" charset="0"/>
              <a:buChar char="•"/>
              <a:defRPr/>
            </a:pPr>
            <a:r>
              <a:rPr lang="en-GB" dirty="0"/>
              <a:t>HQ ARRC is also OPCOM CGS (delegated to CFA), who is responsible for ensuring that HQ ARRC and the ARRC </a:t>
            </a:r>
            <a:r>
              <a:rPr lang="en-GB" dirty="0" err="1"/>
              <a:t>Gp</a:t>
            </a:r>
            <a:r>
              <a:rPr lang="en-GB" dirty="0"/>
              <a:t> is properly maintained, supported, enabled and held at readiness in order to meet NATO commitments.</a:t>
            </a:r>
          </a:p>
          <a:p>
            <a:pPr defTabSz="914550" eaLnBrk="1" fontAlgn="auto" hangingPunct="1">
              <a:spcBef>
                <a:spcPts val="0"/>
              </a:spcBef>
              <a:spcAft>
                <a:spcPts val="0"/>
              </a:spcAft>
              <a:defRPr/>
            </a:pPr>
            <a:endParaRPr lang="en-GB" dirty="0"/>
          </a:p>
          <a:p>
            <a:pPr defTabSz="914550" eaLnBrk="1" fontAlgn="auto" hangingPunct="1">
              <a:spcBef>
                <a:spcPts val="0"/>
              </a:spcBef>
              <a:spcAft>
                <a:spcPts val="0"/>
              </a:spcAft>
              <a:defRPr/>
            </a:pPr>
            <a:endParaRPr lang="en-GB" dirty="0"/>
          </a:p>
          <a:p>
            <a:pPr defTabSz="914550" eaLnBrk="1" fontAlgn="auto" hangingPunct="1">
              <a:spcBef>
                <a:spcPts val="0"/>
              </a:spcBef>
              <a:spcAft>
                <a:spcPts val="0"/>
              </a:spcAft>
              <a:defRPr/>
            </a:pPr>
            <a:r>
              <a:rPr lang="en-GB" dirty="0"/>
              <a:t>C2 on operations:</a:t>
            </a:r>
          </a:p>
          <a:p>
            <a:pPr defTabSz="914550" eaLnBrk="1" fontAlgn="auto" hangingPunct="1">
              <a:spcBef>
                <a:spcPts val="0"/>
              </a:spcBef>
              <a:spcAft>
                <a:spcPts val="0"/>
              </a:spcAft>
              <a:defRPr/>
            </a:pPr>
            <a:endParaRPr lang="en-GB" dirty="0"/>
          </a:p>
          <a:p>
            <a:pPr marL="171478" indent="-171478" defTabSz="914550" eaLnBrk="1" fontAlgn="auto" hangingPunct="1">
              <a:spcBef>
                <a:spcPts val="0"/>
              </a:spcBef>
              <a:spcAft>
                <a:spcPts val="0"/>
              </a:spcAft>
              <a:buFont typeface="Arial" panose="020B0604020202020204" pitchFamily="34" charset="0"/>
              <a:buChar char="•"/>
              <a:defRPr/>
            </a:pPr>
            <a:r>
              <a:rPr lang="en-GB" dirty="0"/>
              <a:t>HQ ARRC may be deployed on a NATO operation by SHAPE in a time of crisis, once a political decision has been made. In this case, it is expected that the ARRC </a:t>
            </a:r>
            <a:r>
              <a:rPr lang="en-GB" dirty="0" err="1"/>
              <a:t>Gp</a:t>
            </a:r>
            <a:r>
              <a:rPr lang="en-GB" dirty="0"/>
              <a:t> and those formations generated through the NATO Force generation process, would also become OPCOM SACEUR.</a:t>
            </a:r>
          </a:p>
          <a:p>
            <a:pPr marL="171478" indent="-171478" defTabSz="914550" eaLnBrk="1" fontAlgn="auto" hangingPunct="1">
              <a:spcBef>
                <a:spcPts val="0"/>
              </a:spcBef>
              <a:spcAft>
                <a:spcPts val="0"/>
              </a:spcAft>
              <a:buFont typeface="Arial" panose="020B0604020202020204" pitchFamily="34" charset="0"/>
              <a:buChar char="•"/>
              <a:defRPr/>
            </a:pPr>
            <a:endParaRPr lang="en-GB" dirty="0"/>
          </a:p>
          <a:p>
            <a:pPr marL="171478" indent="-171478" defTabSz="914550" eaLnBrk="1" fontAlgn="auto" hangingPunct="1">
              <a:spcBef>
                <a:spcPts val="0"/>
              </a:spcBef>
              <a:spcAft>
                <a:spcPts val="0"/>
              </a:spcAft>
              <a:buFont typeface="Arial" panose="020B0604020202020204" pitchFamily="34" charset="0"/>
              <a:buChar char="•"/>
              <a:defRPr/>
            </a:pPr>
            <a:r>
              <a:rPr lang="en-GB" dirty="0"/>
              <a:t>HQ ARRC may also be deployed on non-NATO operations, either UK national operations or as part of a ‘coalition of the willing’. Participation of non-UK HQ Staff would be determined on a country-by-country basis and the HQ would not be available for NATO commitments during its deployed period.</a:t>
            </a:r>
          </a:p>
          <a:p>
            <a:pPr eaLnBrk="1" fontAlgn="auto" hangingPunct="1">
              <a:spcBef>
                <a:spcPts val="0"/>
              </a:spcBef>
              <a:spcAft>
                <a:spcPts val="0"/>
              </a:spcAft>
              <a:defRPr/>
            </a:pPr>
            <a:endParaRPr lang="en-GB" dirty="0"/>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Two items of policy govern how the ARRC is manned and employed – The Memorandum of Understanding and the Command and Control Technical Agreement (C2TA).  </a:t>
            </a:r>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The MOU is the primary agreement between ARRC Participating Nations and dictates funding, manpower, administrative and logistical support of the ARRC.</a:t>
            </a:r>
          </a:p>
          <a:p>
            <a:pPr eaLnBrk="1" fontAlgn="auto" hangingPunct="1">
              <a:spcBef>
                <a:spcPts val="0"/>
              </a:spcBef>
              <a:spcAft>
                <a:spcPts val="0"/>
              </a:spcAft>
              <a:defRPr/>
            </a:pPr>
            <a:endParaRPr lang="en-GB" dirty="0"/>
          </a:p>
          <a:p>
            <a:pPr eaLnBrk="1" fontAlgn="auto" hangingPunct="1">
              <a:spcBef>
                <a:spcPts val="0"/>
              </a:spcBef>
              <a:spcAft>
                <a:spcPts val="0"/>
              </a:spcAft>
              <a:defRPr/>
            </a:pPr>
            <a:r>
              <a:rPr lang="en-GB" dirty="0"/>
              <a:t>The C2TA is an agreement between UK Secretary of State for Defence and SHAPE, and outlines the Command and Control arrangements for the ARRC and its </a:t>
            </a:r>
            <a:r>
              <a:rPr lang="en-GB"/>
              <a:t>affiliated units. The </a:t>
            </a:r>
            <a:r>
              <a:rPr lang="en-GB" dirty="0"/>
              <a:t>C2TA defines the ‘ARRC Group’ which contains those formations necessary for the deployment of the ARRC HQ, this is covered in more detail later.</a:t>
            </a:r>
          </a:p>
          <a:p>
            <a:pPr eaLnBrk="1" fontAlgn="auto" hangingPunct="1">
              <a:spcBef>
                <a:spcPts val="0"/>
              </a:spcBef>
              <a:spcAft>
                <a:spcPts val="0"/>
              </a:spcAft>
              <a:defRPr/>
            </a:pPr>
            <a:endParaRPr lang="en-GB" dirty="0"/>
          </a:p>
        </p:txBody>
      </p:sp>
      <p:sp>
        <p:nvSpPr>
          <p:cNvPr id="3482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A648AB3A-33B9-4646-ABE8-1032F71F6C8A}" type="slidenum">
              <a:rPr lang="en-GB" altLang="en-US" smtClean="0"/>
              <a:pPr fontAlgn="base">
                <a:spcBef>
                  <a:spcPct val="0"/>
                </a:spcBef>
                <a:spcAft>
                  <a:spcPct val="0"/>
                </a:spcAft>
                <a:defRPr/>
              </a:pPr>
              <a:t>9</a:t>
            </a:fld>
            <a:endParaRPr lang="en-GB" altLang="en-US"/>
          </a:p>
        </p:txBody>
      </p:sp>
    </p:spTree>
    <p:extLst>
      <p:ext uri="{BB962C8B-B14F-4D97-AF65-F5344CB8AC3E}">
        <p14:creationId xmlns:p14="http://schemas.microsoft.com/office/powerpoint/2010/main" val="1057851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471B740-3D7C-4184-B3A7-2505C73E040B}" type="slidenum">
              <a:rPr lang="en-GB" smtClean="0"/>
              <a:t>10</a:t>
            </a:fld>
            <a:endParaRPr lang="en-GB" dirty="0"/>
          </a:p>
        </p:txBody>
      </p:sp>
    </p:spTree>
    <p:extLst>
      <p:ext uri="{BB962C8B-B14F-4D97-AF65-F5344CB8AC3E}">
        <p14:creationId xmlns:p14="http://schemas.microsoft.com/office/powerpoint/2010/main" val="1721856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2075" y="746125"/>
            <a:ext cx="6623050" cy="3725863"/>
          </a:xfrm>
        </p:spPr>
      </p:sp>
      <p:sp>
        <p:nvSpPr>
          <p:cNvPr id="3" name="Notes Placeholder 2"/>
          <p:cNvSpPr>
            <a:spLocks noGrp="1"/>
          </p:cNvSpPr>
          <p:nvPr>
            <p:ph type="body" idx="1"/>
          </p:nvPr>
        </p:nvSpPr>
        <p:spPr/>
        <p:txBody>
          <a:bodyPr/>
          <a:lstStyle/>
          <a:p>
            <a:r>
              <a:rPr lang="en-GB" b="1" dirty="0">
                <a:latin typeface="Times New Roman"/>
                <a:cs typeface="Times New Roman"/>
              </a:rPr>
              <a:t>Slide 4:   Manning</a:t>
            </a:r>
            <a:endParaRPr lang="en-US" dirty="0">
              <a:latin typeface="Times New Roman"/>
              <a:cs typeface="Times New Roman"/>
            </a:endParaRPr>
          </a:p>
          <a:p>
            <a:r>
              <a:rPr lang="en-GB" b="1" dirty="0">
                <a:latin typeface="Times New Roman"/>
                <a:cs typeface="Times New Roman"/>
              </a:rPr>
              <a:t>2 Minute</a:t>
            </a:r>
            <a:endParaRPr lang="en-US" dirty="0">
              <a:latin typeface="Times New Roman"/>
              <a:cs typeface="Times New Roman"/>
            </a:endParaRPr>
          </a:p>
          <a:p>
            <a:endParaRPr lang="en-GB" dirty="0"/>
          </a:p>
          <a:p>
            <a:r>
              <a:rPr lang="en-GB" dirty="0">
                <a:latin typeface="Times New Roman"/>
                <a:cs typeface="Times New Roman"/>
              </a:rPr>
              <a:t>GBR mandated to provide 60% of posts as Framework Nation.  Currently this sits at 65% of posts.</a:t>
            </a:r>
            <a:endParaRPr lang="en-US" dirty="0">
              <a:latin typeface="Times New Roman"/>
              <a:cs typeface="Times New Roman"/>
            </a:endParaRPr>
          </a:p>
          <a:p>
            <a:r>
              <a:rPr lang="en-GB" dirty="0">
                <a:latin typeface="Times New Roman"/>
                <a:cs typeface="Times New Roman"/>
              </a:rPr>
              <a:t>443 total manned at 91% meet NATO targets</a:t>
            </a:r>
            <a:endParaRPr lang="en-US" dirty="0">
              <a:latin typeface="Times New Roman"/>
              <a:cs typeface="Times New Roman"/>
            </a:endParaRPr>
          </a:p>
          <a:p>
            <a:r>
              <a:rPr lang="en-GB" dirty="0">
                <a:latin typeface="Times New Roman"/>
                <a:cs typeface="Times New Roman"/>
              </a:rPr>
              <a:t>20 nations</a:t>
            </a:r>
            <a:endParaRPr lang="en-US" dirty="0">
              <a:latin typeface="Times New Roman"/>
              <a:cs typeface="Times New Roman"/>
            </a:endParaRPr>
          </a:p>
          <a:p>
            <a:r>
              <a:rPr lang="en-GB" dirty="0">
                <a:latin typeface="Times New Roman"/>
                <a:cs typeface="Times New Roman"/>
              </a:rPr>
              <a:t>UK FN 65%</a:t>
            </a:r>
            <a:endParaRPr lang="en-US" dirty="0">
              <a:latin typeface="Times New Roman"/>
              <a:cs typeface="Times New Roman"/>
            </a:endParaRPr>
          </a:p>
          <a:p>
            <a:r>
              <a:rPr lang="en-GB" dirty="0">
                <a:latin typeface="Times New Roman"/>
                <a:cs typeface="Times New Roman"/>
              </a:rPr>
              <a:t>Rank structure is young:  OF3 and OF2 equal half the HQ</a:t>
            </a:r>
            <a:endParaRPr lang="en-US" dirty="0">
              <a:latin typeface="Times New Roman"/>
              <a:cs typeface="Times New Roman"/>
            </a:endParaRPr>
          </a:p>
          <a:p>
            <a:r>
              <a:rPr lang="en-GB" dirty="0">
                <a:latin typeface="Times New Roman"/>
                <a:cs typeface="Times New Roman"/>
              </a:rPr>
              <a:t>NCOS are a ¼ of HQ</a:t>
            </a:r>
            <a:endParaRPr lang="en-US" dirty="0">
              <a:latin typeface="Times New Roman"/>
              <a:cs typeface="Times New Roman"/>
            </a:endParaRPr>
          </a:p>
          <a:p>
            <a:r>
              <a:rPr lang="en-GB" dirty="0">
                <a:latin typeface="Times New Roman"/>
                <a:cs typeface="Times New Roman"/>
              </a:rPr>
              <a:t>A little top heavy with 16% being Colonels and above.  </a:t>
            </a:r>
            <a:endParaRPr lang="en-US" dirty="0">
              <a:latin typeface="Times New Roman"/>
              <a:cs typeface="Times New Roman"/>
            </a:endParaRPr>
          </a:p>
          <a:p>
            <a:endParaRPr lang="en-GB" dirty="0"/>
          </a:p>
          <a:p>
            <a:endParaRPr lang="en-GB" dirty="0"/>
          </a:p>
          <a:p>
            <a:r>
              <a:rPr lang="en-GB" dirty="0"/>
              <a:t>Diverse, multi national, multi cultural – vibrant and fun</a:t>
            </a:r>
            <a:endParaRPr lang="en-US" dirty="0"/>
          </a:p>
          <a:p>
            <a:r>
              <a:rPr lang="en-GB" dirty="0"/>
              <a:t>True joint, alliance planning</a:t>
            </a:r>
            <a:endParaRPr lang="en-US" dirty="0"/>
          </a:p>
          <a:p>
            <a:r>
              <a:rPr lang="en-GB" dirty="0">
                <a:latin typeface="Times New Roman"/>
                <a:cs typeface="Times New Roman"/>
              </a:rPr>
              <a:t>Employability</a:t>
            </a:r>
            <a:endParaRPr lang="en-US" dirty="0">
              <a:latin typeface="Times New Roman"/>
              <a:cs typeface="Times New Roman"/>
            </a:endParaRPr>
          </a:p>
          <a:p>
            <a:r>
              <a:rPr lang="en-GB" dirty="0">
                <a:latin typeface="Times New Roman"/>
                <a:cs typeface="Times New Roman"/>
              </a:rPr>
              <a:t>Networking</a:t>
            </a:r>
            <a:endParaRPr lang="en-US" dirty="0">
              <a:latin typeface="Times New Roman"/>
              <a:cs typeface="Times New Roman"/>
            </a:endParaRPr>
          </a:p>
          <a:p>
            <a:r>
              <a:rPr lang="en-GB" dirty="0"/>
              <a:t>Contingents could be small, medium or large however Nations are all great and proud.</a:t>
            </a:r>
          </a:p>
          <a:p>
            <a:endParaRPr lang="en-GB" dirty="0"/>
          </a:p>
          <a:p>
            <a:r>
              <a:rPr lang="en-GB" dirty="0"/>
              <a:t>For PN personnel it’s a great opportunity to serve in the UK. For FN personnel it’s the gateway to NATO.</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217046-CE34-4C0F-99C8-D94518A1E580}" type="slidenum">
              <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alt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0163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txBox="1">
            <a:spLocks noGrp="1" noChangeArrowheads="1"/>
          </p:cNvSpPr>
          <p:nvPr/>
        </p:nvSpPr>
        <p:spPr bwMode="auto">
          <a:xfrm>
            <a:off x="3856989" y="9442373"/>
            <a:ext cx="2948616" cy="4953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7324" tIns="48660" rIns="97324" bIns="48660" anchor="b"/>
          <a:lstStyle>
            <a:lvl1pPr defTabSz="925513" eaLnBrk="0" hangingPunct="0">
              <a:defRPr>
                <a:solidFill>
                  <a:schemeClr val="tx1"/>
                </a:solidFill>
                <a:latin typeface="Calibri" pitchFamily="34" charset="0"/>
                <a:cs typeface="Arial" charset="0"/>
              </a:defRPr>
            </a:lvl1pPr>
            <a:lvl2pPr marL="742950" indent="-285750" defTabSz="925513" eaLnBrk="0" hangingPunct="0">
              <a:defRPr>
                <a:solidFill>
                  <a:schemeClr val="tx1"/>
                </a:solidFill>
                <a:latin typeface="Calibri" pitchFamily="34" charset="0"/>
                <a:cs typeface="Arial" charset="0"/>
              </a:defRPr>
            </a:lvl2pPr>
            <a:lvl3pPr marL="1143000" indent="-228600" defTabSz="925513" eaLnBrk="0" hangingPunct="0">
              <a:defRPr>
                <a:solidFill>
                  <a:schemeClr val="tx1"/>
                </a:solidFill>
                <a:latin typeface="Calibri" pitchFamily="34" charset="0"/>
                <a:cs typeface="Arial" charset="0"/>
              </a:defRPr>
            </a:lvl3pPr>
            <a:lvl4pPr marL="1600200" indent="-228600" defTabSz="925513" eaLnBrk="0" hangingPunct="0">
              <a:defRPr>
                <a:solidFill>
                  <a:schemeClr val="tx1"/>
                </a:solidFill>
                <a:latin typeface="Calibri" pitchFamily="34" charset="0"/>
                <a:cs typeface="Arial" charset="0"/>
              </a:defRPr>
            </a:lvl4pPr>
            <a:lvl5pPr marL="2057400" indent="-228600" defTabSz="925513" eaLnBrk="0" hangingPunct="0">
              <a:defRPr>
                <a:solidFill>
                  <a:schemeClr val="tx1"/>
                </a:solidFill>
                <a:latin typeface="Calibri" pitchFamily="34" charset="0"/>
                <a:cs typeface="Arial" charset="0"/>
              </a:defRPr>
            </a:lvl5pPr>
            <a:lvl6pPr marL="2514600" indent="-228600" defTabSz="925513" eaLnBrk="0" fontAlgn="base" hangingPunct="0">
              <a:spcBef>
                <a:spcPct val="0"/>
              </a:spcBef>
              <a:spcAft>
                <a:spcPct val="0"/>
              </a:spcAft>
              <a:defRPr>
                <a:solidFill>
                  <a:schemeClr val="tx1"/>
                </a:solidFill>
                <a:latin typeface="Calibri" pitchFamily="34" charset="0"/>
                <a:cs typeface="Arial" charset="0"/>
              </a:defRPr>
            </a:lvl6pPr>
            <a:lvl7pPr marL="2971800" indent="-228600" defTabSz="925513" eaLnBrk="0" fontAlgn="base" hangingPunct="0">
              <a:spcBef>
                <a:spcPct val="0"/>
              </a:spcBef>
              <a:spcAft>
                <a:spcPct val="0"/>
              </a:spcAft>
              <a:defRPr>
                <a:solidFill>
                  <a:schemeClr val="tx1"/>
                </a:solidFill>
                <a:latin typeface="Calibri" pitchFamily="34" charset="0"/>
                <a:cs typeface="Arial" charset="0"/>
              </a:defRPr>
            </a:lvl7pPr>
            <a:lvl8pPr marL="3429000" indent="-228600" defTabSz="925513" eaLnBrk="0" fontAlgn="base" hangingPunct="0">
              <a:spcBef>
                <a:spcPct val="0"/>
              </a:spcBef>
              <a:spcAft>
                <a:spcPct val="0"/>
              </a:spcAft>
              <a:defRPr>
                <a:solidFill>
                  <a:schemeClr val="tx1"/>
                </a:solidFill>
                <a:latin typeface="Calibri" pitchFamily="34" charset="0"/>
                <a:cs typeface="Arial" charset="0"/>
              </a:defRPr>
            </a:lvl8pPr>
            <a:lvl9pPr marL="3886200" indent="-228600" defTabSz="925513" eaLnBrk="0" fontAlgn="base" hangingPunct="0">
              <a:spcBef>
                <a:spcPct val="0"/>
              </a:spcBef>
              <a:spcAft>
                <a:spcPct val="0"/>
              </a:spcAft>
              <a:defRPr>
                <a:solidFill>
                  <a:schemeClr val="tx1"/>
                </a:solidFill>
                <a:latin typeface="Calibri" pitchFamily="34" charset="0"/>
                <a:cs typeface="Arial" charset="0"/>
              </a:defRPr>
            </a:lvl9pPr>
          </a:lstStyle>
          <a:p>
            <a:pPr algn="r" eaLnBrk="1" hangingPunct="1"/>
            <a:fld id="{6D0435F5-8514-484C-85F5-D3B0076DB2E4}" type="slidenum">
              <a:rPr lang="en-US" altLang="en-US" sz="1200">
                <a:solidFill>
                  <a:srgbClr val="000000"/>
                </a:solidFill>
                <a:latin typeface="Arial" charset="0"/>
                <a:ea typeface="MS PGothic" pitchFamily="34" charset="-128"/>
              </a:rPr>
              <a:pPr algn="r" eaLnBrk="1" hangingPunct="1"/>
              <a:t>12</a:t>
            </a:fld>
            <a:endParaRPr lang="en-US" altLang="en-US" sz="1200">
              <a:solidFill>
                <a:srgbClr val="000000"/>
              </a:solidFill>
              <a:latin typeface="Arial" charset="0"/>
              <a:ea typeface="MS PGothic" pitchFamily="34" charset="-128"/>
            </a:endParaRPr>
          </a:p>
        </p:txBody>
      </p:sp>
      <p:sp>
        <p:nvSpPr>
          <p:cNvPr id="32771" name="Rectangle 2"/>
          <p:cNvSpPr>
            <a:spLocks noGrp="1" noRot="1" noChangeAspect="1" noChangeArrowheads="1" noTextEdit="1"/>
          </p:cNvSpPr>
          <p:nvPr>
            <p:ph type="sldImg"/>
          </p:nvPr>
        </p:nvSpPr>
        <p:spPr bwMode="auto">
          <a:xfrm>
            <a:off x="92075" y="746125"/>
            <a:ext cx="6623050" cy="372586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tabLst>
                <a:tab pos="3154363" algn="l"/>
              </a:tabLst>
            </a:pPr>
            <a:r>
              <a:rPr lang="en-GB" altLang="en-US">
                <a:latin typeface="Arial" charset="0"/>
                <a:ea typeface="MS PGothic" pitchFamily="34" charset="-128"/>
                <a:cs typeface="Times New Roman" pitchFamily="18" charset="0"/>
              </a:rPr>
              <a:t>This is the ARRC Mission given by SACEUR, it is driven by the Long Term Commitments Plan which dictates the role of the ARRC.</a:t>
            </a:r>
          </a:p>
        </p:txBody>
      </p:sp>
    </p:spTree>
    <p:extLst>
      <p:ext uri="{BB962C8B-B14F-4D97-AF65-F5344CB8AC3E}">
        <p14:creationId xmlns:p14="http://schemas.microsoft.com/office/powerpoint/2010/main" val="1843375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2250" y="809625"/>
            <a:ext cx="7192963" cy="4046538"/>
          </a:xfrm>
        </p:spPr>
      </p:sp>
      <p:sp>
        <p:nvSpPr>
          <p:cNvPr id="3" name="Notes Placeholder 2"/>
          <p:cNvSpPr>
            <a:spLocks noGrp="1"/>
          </p:cNvSpPr>
          <p:nvPr>
            <p:ph type="body" idx="1"/>
          </p:nvPr>
        </p:nvSpPr>
        <p:spPr/>
        <p:txBody>
          <a:bodyPr/>
          <a:lstStyle/>
          <a:p>
            <a:pPr eaLnBrk="1" hangingPunct="1">
              <a:spcBef>
                <a:spcPct val="0"/>
              </a:spcBef>
            </a:pPr>
            <a:r>
              <a:rPr lang="en-GB" altLang="en-US" dirty="0"/>
              <a:t>The Long Term Commitments Plan dictates the roles of the nine GRF(L) HQs in the NATO Force Structure. Each of the GRF(L)s will rotate on a yearly basis, fulfilling each of the roles in turn. There are four roles which the GRF(L)s will fulfil:</a:t>
            </a:r>
          </a:p>
          <a:p>
            <a:pPr eaLnBrk="1" hangingPunct="1">
              <a:spcBef>
                <a:spcPct val="0"/>
              </a:spcBef>
            </a:pPr>
            <a:endParaRPr lang="en-GB" altLang="en-US" dirty="0"/>
          </a:p>
          <a:p>
            <a:pPr eaLnBrk="1" hangingPunct="1">
              <a:spcBef>
                <a:spcPct val="0"/>
              </a:spcBef>
            </a:pPr>
            <a:r>
              <a:rPr lang="en-GB" altLang="en-US" dirty="0"/>
              <a:t>Warfighting Corps HQ</a:t>
            </a:r>
          </a:p>
          <a:p>
            <a:pPr eaLnBrk="1" hangingPunct="1">
              <a:spcBef>
                <a:spcPct val="0"/>
              </a:spcBef>
            </a:pPr>
            <a:r>
              <a:rPr lang="en-GB" altLang="en-US" dirty="0"/>
              <a:t>NRF Land Component Command</a:t>
            </a:r>
          </a:p>
          <a:p>
            <a:pPr eaLnBrk="1" hangingPunct="1">
              <a:spcBef>
                <a:spcPct val="0"/>
              </a:spcBef>
            </a:pPr>
            <a:r>
              <a:rPr lang="en-GB" altLang="en-US" dirty="0"/>
              <a:t>Joint Task Force Headquarters</a:t>
            </a:r>
          </a:p>
          <a:p>
            <a:pPr eaLnBrk="1" hangingPunct="1">
              <a:spcBef>
                <a:spcPct val="0"/>
              </a:spcBef>
            </a:pPr>
            <a:r>
              <a:rPr lang="en-GB" altLang="en-US" dirty="0"/>
              <a:t>Multi-Corps Land Component Command – this role will be undertaken</a:t>
            </a:r>
            <a:r>
              <a:rPr lang="en-GB" altLang="en-US" baseline="0" dirty="0"/>
              <a:t> for the foreseeable future by HQ LANDCOM</a:t>
            </a:r>
          </a:p>
          <a:p>
            <a:pPr eaLnBrk="1" hangingPunct="1">
              <a:spcBef>
                <a:spcPct val="0"/>
              </a:spcBef>
            </a:pPr>
            <a:endParaRPr lang="en-GB" altLang="en-US" baseline="0" dirty="0"/>
          </a:p>
          <a:p>
            <a:pPr eaLnBrk="1" hangingPunct="1">
              <a:spcBef>
                <a:spcPct val="0"/>
              </a:spcBef>
            </a:pPr>
            <a:r>
              <a:rPr lang="en-GB" altLang="en-US" baseline="0" dirty="0"/>
              <a:t>In 2022, the ARRC was originally scheduled to undertake the role of MC-LCC, this has subsequently been taken over by LANDCOM. The ARRC will now continue to focus on Corps WF, but will not officially be @Readiness. </a:t>
            </a:r>
            <a:endParaRPr lang="en-GB" altLang="en-US" dirty="0"/>
          </a:p>
          <a:p>
            <a:endParaRPr lang="en-GB" dirty="0"/>
          </a:p>
        </p:txBody>
      </p:sp>
      <p:sp>
        <p:nvSpPr>
          <p:cNvPr id="4" name="Slide Number Placeholder 3"/>
          <p:cNvSpPr>
            <a:spLocks noGrp="1"/>
          </p:cNvSpPr>
          <p:nvPr>
            <p:ph type="sldNum" sz="quarter" idx="10"/>
          </p:nvPr>
        </p:nvSpPr>
        <p:spPr/>
        <p:txBody>
          <a:bodyPr/>
          <a:lstStyle/>
          <a:p>
            <a:fld id="{95EC9E59-77D3-4725-B265-88642DCFFA97}" type="slidenum">
              <a:rPr lang="en-GB" smtClean="0">
                <a:solidFill>
                  <a:prstClr val="black"/>
                </a:solidFill>
              </a:rPr>
              <a:pPr/>
              <a:t>13</a:t>
            </a:fld>
            <a:endParaRPr lang="en-GB" dirty="0">
              <a:solidFill>
                <a:prstClr val="black"/>
              </a:solidFill>
            </a:endParaRPr>
          </a:p>
        </p:txBody>
      </p:sp>
    </p:spTree>
    <p:extLst>
      <p:ext uri="{BB962C8B-B14F-4D97-AF65-F5344CB8AC3E}">
        <p14:creationId xmlns:p14="http://schemas.microsoft.com/office/powerpoint/2010/main" val="245814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9DCB73A-1BA6-4A52-8024-C0981D7BE752}" type="slidenum">
              <a:rPr lang="en-GB" smtClean="0"/>
              <a:t>15</a:t>
            </a:fld>
            <a:endParaRPr lang="en-GB"/>
          </a:p>
        </p:txBody>
      </p:sp>
    </p:spTree>
    <p:extLst>
      <p:ext uri="{BB962C8B-B14F-4D97-AF65-F5344CB8AC3E}">
        <p14:creationId xmlns:p14="http://schemas.microsoft.com/office/powerpoint/2010/main" val="3986711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583B7-5FB4-46F4-840E-E616931802F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9448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A6583B7-5FB4-46F4-840E-E616931802F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8721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9DCB73A-1BA6-4A52-8024-C0981D7BE752}" type="slidenum">
              <a:rPr lang="en-GB" smtClean="0"/>
              <a:t>22</a:t>
            </a:fld>
            <a:endParaRPr lang="en-GB"/>
          </a:p>
        </p:txBody>
      </p:sp>
    </p:spTree>
    <p:extLst>
      <p:ext uri="{BB962C8B-B14F-4D97-AF65-F5344CB8AC3E}">
        <p14:creationId xmlns:p14="http://schemas.microsoft.com/office/powerpoint/2010/main" val="217570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78C2CB-92DE-CC40-B566-DF0687972C3D}" type="slidenum">
              <a:rPr lang="x-none" smtClean="0"/>
              <a:t>23</a:t>
            </a:fld>
            <a:endParaRPr lang="x-none"/>
          </a:p>
        </p:txBody>
      </p:sp>
    </p:spTree>
    <p:extLst>
      <p:ext uri="{BB962C8B-B14F-4D97-AF65-F5344CB8AC3E}">
        <p14:creationId xmlns:p14="http://schemas.microsoft.com/office/powerpoint/2010/main" val="39886830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F04D6F40-8017-4D81-98CF-6A9037DB19FD}" type="slidenum">
              <a:rPr lang="en-GB" smtClean="0">
                <a:solidFill>
                  <a:prstClr val="black"/>
                </a:solidFill>
              </a:rPr>
              <a:pPr/>
              <a:t>24</a:t>
            </a:fld>
            <a:endParaRPr lang="en-GB" dirty="0">
              <a:solidFill>
                <a:prstClr val="black"/>
              </a:solidFill>
            </a:endParaRPr>
          </a:p>
        </p:txBody>
      </p:sp>
    </p:spTree>
    <p:extLst>
      <p:ext uri="{BB962C8B-B14F-4D97-AF65-F5344CB8AC3E}">
        <p14:creationId xmlns:p14="http://schemas.microsoft.com/office/powerpoint/2010/main" val="33210811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txBox="1">
            <a:spLocks noGrp="1" noChangeArrowheads="1"/>
          </p:cNvSpPr>
          <p:nvPr/>
        </p:nvSpPr>
        <p:spPr bwMode="auto">
          <a:xfrm>
            <a:off x="3856675" y="9441818"/>
            <a:ext cx="2948939" cy="495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76" tIns="46288" rIns="92576" bIns="46288" anchor="b"/>
          <a:lstStyle>
            <a:lvl1pPr defTabSz="935038" eaLnBrk="0" hangingPunct="0">
              <a:spcBef>
                <a:spcPct val="30000"/>
              </a:spcBef>
              <a:defRPr sz="1200">
                <a:solidFill>
                  <a:schemeClr val="tx1"/>
                </a:solidFill>
                <a:latin typeface="Arial" charset="0"/>
              </a:defRPr>
            </a:lvl1pPr>
            <a:lvl2pPr marL="742950" indent="-285750" defTabSz="935038" eaLnBrk="0" hangingPunct="0">
              <a:spcBef>
                <a:spcPct val="30000"/>
              </a:spcBef>
              <a:defRPr sz="1200">
                <a:solidFill>
                  <a:schemeClr val="tx1"/>
                </a:solidFill>
                <a:latin typeface="Arial" charset="0"/>
              </a:defRPr>
            </a:lvl2pPr>
            <a:lvl3pPr marL="1143000" indent="-228600" defTabSz="935038" eaLnBrk="0" hangingPunct="0">
              <a:spcBef>
                <a:spcPct val="30000"/>
              </a:spcBef>
              <a:defRPr sz="1200">
                <a:solidFill>
                  <a:schemeClr val="tx1"/>
                </a:solidFill>
                <a:latin typeface="Arial" charset="0"/>
              </a:defRPr>
            </a:lvl3pPr>
            <a:lvl4pPr marL="1600200" indent="-228600" defTabSz="935038" eaLnBrk="0" hangingPunct="0">
              <a:spcBef>
                <a:spcPct val="30000"/>
              </a:spcBef>
              <a:defRPr sz="1200">
                <a:solidFill>
                  <a:schemeClr val="tx1"/>
                </a:solidFill>
                <a:latin typeface="Arial" charset="0"/>
              </a:defRPr>
            </a:lvl4pPr>
            <a:lvl5pPr marL="2057400" indent="-228600" defTabSz="935038" eaLnBrk="0" hangingPunct="0">
              <a:spcBef>
                <a:spcPct val="30000"/>
              </a:spcBef>
              <a:defRPr sz="1200">
                <a:solidFill>
                  <a:schemeClr val="tx1"/>
                </a:solidFill>
                <a:latin typeface="Arial" charset="0"/>
              </a:defRPr>
            </a:lvl5pPr>
            <a:lvl6pPr marL="2514600" indent="-228600" defTabSz="935038" eaLnBrk="0" fontAlgn="base" hangingPunct="0">
              <a:spcBef>
                <a:spcPct val="30000"/>
              </a:spcBef>
              <a:spcAft>
                <a:spcPct val="0"/>
              </a:spcAft>
              <a:defRPr sz="1200">
                <a:solidFill>
                  <a:schemeClr val="tx1"/>
                </a:solidFill>
                <a:latin typeface="Arial" charset="0"/>
              </a:defRPr>
            </a:lvl6pPr>
            <a:lvl7pPr marL="2971800" indent="-228600" defTabSz="935038" eaLnBrk="0" fontAlgn="base" hangingPunct="0">
              <a:spcBef>
                <a:spcPct val="30000"/>
              </a:spcBef>
              <a:spcAft>
                <a:spcPct val="0"/>
              </a:spcAft>
              <a:defRPr sz="1200">
                <a:solidFill>
                  <a:schemeClr val="tx1"/>
                </a:solidFill>
                <a:latin typeface="Arial" charset="0"/>
              </a:defRPr>
            </a:lvl7pPr>
            <a:lvl8pPr marL="3429000" indent="-228600" defTabSz="935038" eaLnBrk="0" fontAlgn="base" hangingPunct="0">
              <a:spcBef>
                <a:spcPct val="30000"/>
              </a:spcBef>
              <a:spcAft>
                <a:spcPct val="0"/>
              </a:spcAft>
              <a:defRPr sz="1200">
                <a:solidFill>
                  <a:schemeClr val="tx1"/>
                </a:solidFill>
                <a:latin typeface="Arial" charset="0"/>
              </a:defRPr>
            </a:lvl8pPr>
            <a:lvl9pPr marL="3886200" indent="-228600" defTabSz="935038" eaLnBrk="0" fontAlgn="base" hangingPunct="0">
              <a:spcBef>
                <a:spcPct val="30000"/>
              </a:spcBef>
              <a:spcAft>
                <a:spcPct val="0"/>
              </a:spcAft>
              <a:defRPr sz="1200">
                <a:solidFill>
                  <a:schemeClr val="tx1"/>
                </a:solidFill>
                <a:latin typeface="Arial" charset="0"/>
              </a:defRPr>
            </a:lvl9pPr>
          </a:lstStyle>
          <a:p>
            <a:pPr algn="r" defTabSz="942799" eaLnBrk="1" fontAlgn="base" hangingPunct="1">
              <a:spcBef>
                <a:spcPct val="0"/>
              </a:spcBef>
              <a:spcAft>
                <a:spcPct val="0"/>
              </a:spcAft>
              <a:defRPr/>
            </a:pPr>
            <a:fld id="{4A663E5D-AFB2-4EEB-9683-4DD5D1F2F0FB}" type="slidenum">
              <a:rPr lang="en-US" altLang="en-US" b="1" kern="0">
                <a:solidFill>
                  <a:srgbClr val="000000"/>
                </a:solidFill>
                <a:ea typeface="MS PGothic" pitchFamily="34" charset="-128"/>
              </a:rPr>
              <a:pPr algn="r" defTabSz="942799" eaLnBrk="1" fontAlgn="base" hangingPunct="1">
                <a:spcBef>
                  <a:spcPct val="0"/>
                </a:spcBef>
                <a:spcAft>
                  <a:spcPct val="0"/>
                </a:spcAft>
                <a:defRPr/>
              </a:pPr>
              <a:t>25</a:t>
            </a:fld>
            <a:endParaRPr lang="en-US" altLang="en-US" b="1" kern="0" dirty="0">
              <a:solidFill>
                <a:srgbClr val="000000"/>
              </a:solidFill>
              <a:ea typeface="MS PGothic" pitchFamily="34" charset="-128"/>
            </a:endParaRPr>
          </a:p>
        </p:txBody>
      </p:sp>
      <p:sp>
        <p:nvSpPr>
          <p:cNvPr id="246787" name="Rectangle 2"/>
          <p:cNvSpPr>
            <a:spLocks noGrp="1" noRot="1" noChangeAspect="1" noChangeArrowheads="1" noTextEdit="1"/>
          </p:cNvSpPr>
          <p:nvPr>
            <p:ph type="sldImg"/>
          </p:nvPr>
        </p:nvSpPr>
        <p:spPr>
          <a:xfrm>
            <a:off x="93663" y="757238"/>
            <a:ext cx="6627812" cy="3729037"/>
          </a:xfrm>
          <a:ln/>
        </p:spPr>
      </p:sp>
      <p:sp>
        <p:nvSpPr>
          <p:cNvPr id="246788" name="Rectangle 3"/>
          <p:cNvSpPr>
            <a:spLocks noGrp="1" noChangeArrowheads="1"/>
          </p:cNvSpPr>
          <p:nvPr>
            <p:ph type="body" idx="1"/>
          </p:nvPr>
        </p:nvSpPr>
        <p:spPr>
          <a:xfrm>
            <a:off x="898198" y="4725681"/>
            <a:ext cx="5010812" cy="445545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76" tIns="46288" rIns="92576" bIns="46288"/>
          <a:lstStyle/>
          <a:p>
            <a:pPr eaLnBrk="1" hangingPunct="1"/>
            <a:endParaRPr lang="en-GB" altLang="en-US" dirty="0">
              <a:latin typeface="Arial" charset="0"/>
            </a:endParaRPr>
          </a:p>
        </p:txBody>
      </p:sp>
    </p:spTree>
    <p:extLst>
      <p:ext uri="{BB962C8B-B14F-4D97-AF65-F5344CB8AC3E}">
        <p14:creationId xmlns:p14="http://schemas.microsoft.com/office/powerpoint/2010/main" val="2346179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4.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12155"/>
            <a:ext cx="10972800" cy="850106"/>
          </a:xfrm>
        </p:spPr>
        <p:txBody>
          <a:bodyPr>
            <a:normAutofit/>
          </a:bodyPr>
          <a:lstStyle>
            <a:lvl1pPr>
              <a:defRPr sz="27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p:txBody>
          <a:bodyPr>
            <a:normAutofit/>
          </a:bodyPr>
          <a:lstStyle>
            <a:lvl1pPr>
              <a:defRPr sz="21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50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82827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t="2685" b="10320"/>
          <a:stretch/>
        </p:blipFill>
        <p:spPr>
          <a:xfrm>
            <a:off x="9228" y="209550"/>
            <a:ext cx="12192000" cy="5962651"/>
          </a:xfrm>
          <a:prstGeom prst="rect">
            <a:avLst/>
          </a:prstGeom>
        </p:spPr>
      </p:pic>
      <p:sp>
        <p:nvSpPr>
          <p:cNvPr id="2" name="Title 1"/>
          <p:cNvSpPr>
            <a:spLocks noGrp="1"/>
          </p:cNvSpPr>
          <p:nvPr>
            <p:ph type="ctrTitle" hasCustomPrompt="1"/>
          </p:nvPr>
        </p:nvSpPr>
        <p:spPr>
          <a:xfrm>
            <a:off x="914400" y="2032274"/>
            <a:ext cx="10363200" cy="1470025"/>
          </a:xfrm>
        </p:spPr>
        <p:txBody>
          <a:bodyPr>
            <a:normAutofit/>
          </a:bodyPr>
          <a:lstStyle>
            <a:lvl1pPr>
              <a:defRPr sz="4000">
                <a:latin typeface="Arial" panose="020B0604020202020204" pitchFamily="34" charset="0"/>
                <a:cs typeface="Arial" panose="020B0604020202020204" pitchFamily="34" charset="0"/>
              </a:defRPr>
            </a:lvl1pPr>
          </a:lstStyle>
          <a:p>
            <a:r>
              <a:rPr lang="en-US" dirty="0"/>
              <a:t>Title</a:t>
            </a:r>
            <a:endParaRPr lang="en-GB" dirty="0"/>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baseline="0">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Rank</a:t>
            </a:r>
          </a:p>
          <a:p>
            <a:r>
              <a:rPr lang="en-US" dirty="0"/>
              <a:t>Position</a:t>
            </a:r>
            <a:endParaRPr lang="en-GB" dirty="0"/>
          </a:p>
        </p:txBody>
      </p:sp>
    </p:spTree>
    <p:extLst>
      <p:ext uri="{BB962C8B-B14F-4D97-AF65-F5344CB8AC3E}">
        <p14:creationId xmlns:p14="http://schemas.microsoft.com/office/powerpoint/2010/main" val="837296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fld id="{8AC73558-45ED-4ABC-BFBD-10AB3FCA5298}" type="datetime1">
              <a:rPr lang="en-GB" smtClean="0">
                <a:solidFill>
                  <a:prstClr val="black">
                    <a:tint val="75000"/>
                  </a:prstClr>
                </a:solidFill>
              </a:rPr>
              <a:pPr/>
              <a:t>04/11/2022</a:t>
            </a:fld>
            <a:endParaRPr lang="en-GB">
              <a:solidFill>
                <a:prstClr val="black">
                  <a:tint val="75000"/>
                </a:prstClr>
              </a:solidFill>
            </a:endParaRPr>
          </a:p>
        </p:txBody>
      </p:sp>
      <p:sp>
        <p:nvSpPr>
          <p:cNvPr id="3" name="Footer Placeholder 2"/>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53642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DB9D303F-4741-4017-AB4D-0E69B16FA1BD}" type="datetime1">
              <a:rPr lang="en-GB" smtClean="0">
                <a:solidFill>
                  <a:prstClr val="black">
                    <a:tint val="75000"/>
                  </a:prstClr>
                </a:solidFill>
              </a:rPr>
              <a:pPr/>
              <a:t>04/11/2022</a:t>
            </a:fld>
            <a:endParaRPr lang="en-GB">
              <a:solidFill>
                <a:prstClr val="black">
                  <a:tint val="75000"/>
                </a:prstClr>
              </a:solidFill>
            </a:endParaRPr>
          </a:p>
        </p:txBody>
      </p:sp>
      <p:sp>
        <p:nvSpPr>
          <p:cNvPr id="4" name="Footer Placeholder 3"/>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59912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15123" t="3452" r="3870" b="12049"/>
          <a:stretch/>
        </p:blipFill>
        <p:spPr>
          <a:xfrm>
            <a:off x="1875551" y="209550"/>
            <a:ext cx="9871949" cy="5794960"/>
          </a:xfrm>
          <a:prstGeom prst="rect">
            <a:avLst/>
          </a:prstGeom>
        </p:spPr>
      </p:pic>
      <p:sp>
        <p:nvSpPr>
          <p:cNvPr id="9" name="Rectangle 8"/>
          <p:cNvSpPr/>
          <p:nvPr userDrawn="1"/>
        </p:nvSpPr>
        <p:spPr>
          <a:xfrm>
            <a:off x="239350" y="209550"/>
            <a:ext cx="11713301" cy="98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2000417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GB"/>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GB">
              <a:solidFill>
                <a:srgbClr val="4D4D4D"/>
              </a:solidFill>
            </a:endParaRPr>
          </a:p>
        </p:txBody>
      </p:sp>
      <p:sp>
        <p:nvSpPr>
          <p:cNvPr id="5" name="Slide Number Placeholder 5"/>
          <p:cNvSpPr>
            <a:spLocks noGrp="1"/>
          </p:cNvSpPr>
          <p:nvPr>
            <p:ph type="sldNum" sz="quarter" idx="12"/>
          </p:nvPr>
        </p:nvSpPr>
        <p:spPr>
          <a:xfrm>
            <a:off x="9792000" y="6678000"/>
            <a:ext cx="2400000" cy="180000"/>
          </a:xfrm>
          <a:prstGeom prst="rect">
            <a:avLst/>
          </a:prstGeom>
        </p:spPr>
        <p:txBody>
          <a:bodyPr/>
          <a:lstStyle>
            <a:lvl1pPr>
              <a:defRPr/>
            </a:lvl1pPr>
          </a:lstStyle>
          <a:p>
            <a:pPr>
              <a:defRPr/>
            </a:pPr>
            <a:fld id="{99020C3E-5BFE-4380-A45D-9E23B6CDEA86}" type="slidenum">
              <a:rPr lang="en-GB">
                <a:solidFill>
                  <a:srgbClr val="4D4D4D"/>
                </a:solidFill>
              </a:rPr>
              <a:pPr>
                <a:defRPr/>
              </a:pPr>
              <a:t>‹#›</a:t>
            </a:fld>
            <a:endParaRPr lang="en-GB">
              <a:solidFill>
                <a:srgbClr val="4D4D4D"/>
              </a:solidFill>
            </a:endParaRPr>
          </a:p>
        </p:txBody>
      </p:sp>
      <p:sp>
        <p:nvSpPr>
          <p:cNvPr id="8" name="Title 1"/>
          <p:cNvSpPr>
            <a:spLocks noGrp="1"/>
          </p:cNvSpPr>
          <p:nvPr>
            <p:ph type="title"/>
          </p:nvPr>
        </p:nvSpPr>
        <p:spPr>
          <a:xfrm>
            <a:off x="1391477" y="333376"/>
            <a:ext cx="9505056" cy="647353"/>
          </a:xfrm>
        </p:spPr>
        <p:txBody>
          <a:bodyPr/>
          <a:lstStyle/>
          <a:p>
            <a:r>
              <a:rPr lang="en-US"/>
              <a:t>Click to edit Master title style</a:t>
            </a:r>
            <a:endParaRPr lang="en-GB"/>
          </a:p>
        </p:txBody>
      </p:sp>
      <p:sp>
        <p:nvSpPr>
          <p:cNvPr id="9" name="Slide Number Placeholder 1"/>
          <p:cNvSpPr txBox="1">
            <a:spLocks/>
          </p:cNvSpPr>
          <p:nvPr userDrawn="1"/>
        </p:nvSpPr>
        <p:spPr>
          <a:xfrm>
            <a:off x="10992000" y="6316084"/>
            <a:ext cx="1200000" cy="2606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r>
              <a:rPr lang="en-GB" sz="1400" b="1">
                <a:solidFill>
                  <a:prstClr val="black"/>
                </a:solidFill>
                <a:latin typeface="Arial" charset="0"/>
              </a:rPr>
              <a:t>Slide </a:t>
            </a:r>
            <a:fld id="{C7FBE417-DF31-47C9-9D3C-1E16E1C4BF58}" type="slidenum">
              <a:rPr lang="en-GB" sz="1400" b="1" smtClean="0">
                <a:solidFill>
                  <a:prstClr val="black"/>
                </a:solidFill>
                <a:latin typeface="Arial" charset="0"/>
              </a:rPr>
              <a:pPr algn="ctr" fontAlgn="base">
                <a:spcBef>
                  <a:spcPct val="0"/>
                </a:spcBef>
                <a:spcAft>
                  <a:spcPct val="0"/>
                </a:spcAft>
                <a:defRPr/>
              </a:pPr>
              <a:t>‹#›</a:t>
            </a:fld>
            <a:endParaRPr lang="en-GB" sz="1400" b="1" dirty="0">
              <a:solidFill>
                <a:prstClr val="black"/>
              </a:solidFill>
              <a:latin typeface="Arial" charset="0"/>
            </a:endParaRPr>
          </a:p>
        </p:txBody>
      </p:sp>
    </p:spTree>
    <p:extLst>
      <p:ext uri="{BB962C8B-B14F-4D97-AF65-F5344CB8AC3E}">
        <p14:creationId xmlns:p14="http://schemas.microsoft.com/office/powerpoint/2010/main" val="1058286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 Light">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8" y="4314696"/>
            <a:ext cx="5761413" cy="1519393"/>
          </a:xfrm>
          <a:noFill/>
          <a:ln w="25400">
            <a:noFill/>
          </a:ln>
          <a:effectLst/>
        </p:spPr>
        <p:txBody>
          <a:bodyPr anchor="t">
            <a:normAutofit/>
          </a:bodyPr>
          <a:lstStyle>
            <a:lvl1pPr marL="0" indent="0" algn="l">
              <a:lnSpc>
                <a:spcPct val="150000"/>
              </a:lnSpc>
              <a:buNone/>
              <a:defRPr sz="1350">
                <a:solidFill>
                  <a:srgbClr val="48504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499265" y="4483864"/>
            <a:ext cx="45719" cy="16430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solidFill>
                <a:srgbClr val="5FAF4B"/>
              </a:solidFill>
            </a:endParaRPr>
          </a:p>
        </p:txBody>
      </p:sp>
      <p:sp>
        <p:nvSpPr>
          <p:cNvPr id="8" name="Text Placeholder 7">
            <a:extLst>
              <a:ext uri="{FF2B5EF4-FFF2-40B4-BE49-F238E27FC236}">
                <a16:creationId xmlns:a16="http://schemas.microsoft.com/office/drawing/2014/main" id="{E521D610-C921-4645-94DC-BE9CD8D3A5CC}"/>
              </a:ext>
            </a:extLst>
          </p:cNvPr>
          <p:cNvSpPr>
            <a:spLocks noGrp="1"/>
          </p:cNvSpPr>
          <p:nvPr>
            <p:ph type="body" sz="quarter" idx="13" hasCustomPrompt="1"/>
          </p:nvPr>
        </p:nvSpPr>
        <p:spPr>
          <a:xfrm>
            <a:off x="2566989" y="5834087"/>
            <a:ext cx="4981012" cy="412750"/>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7" name="Picture Placeholder 6">
            <a:extLst>
              <a:ext uri="{FF2B5EF4-FFF2-40B4-BE49-F238E27FC236}">
                <a16:creationId xmlns:a16="http://schemas.microsoft.com/office/drawing/2014/main" id="{E5E6CAAC-B629-E548-B330-A9FD0C579282}"/>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2387600"/>
          </a:xfrm>
        </p:spPr>
        <p:txBody>
          <a:bodyPr anchor="b">
            <a:normAutofit/>
          </a:bodyPr>
          <a:lstStyle>
            <a:lvl1pPr algn="l">
              <a:lnSpc>
                <a:spcPct val="100000"/>
              </a:lnSpc>
              <a:defRPr sz="4050"/>
            </a:lvl1pPr>
          </a:lstStyle>
          <a:p>
            <a:r>
              <a:rPr lang="en-US"/>
              <a:t>Click to edit Master title style</a:t>
            </a:r>
            <a:endParaRPr lang="x-none" dirty="0"/>
          </a:p>
        </p:txBody>
      </p:sp>
      <p:sp>
        <p:nvSpPr>
          <p:cNvPr id="14" name="Text Placeholder 13">
            <a:extLst>
              <a:ext uri="{FF2B5EF4-FFF2-40B4-BE49-F238E27FC236}">
                <a16:creationId xmlns:a16="http://schemas.microsoft.com/office/drawing/2014/main" id="{E45601A6-C54D-FA46-96D8-A2AAFAD3FB0A}"/>
              </a:ext>
            </a:extLst>
          </p:cNvPr>
          <p:cNvSpPr>
            <a:spLocks noGrp="1"/>
          </p:cNvSpPr>
          <p:nvPr>
            <p:ph type="body" sz="quarter" idx="15" hasCustomPrompt="1"/>
          </p:nvPr>
        </p:nvSpPr>
        <p:spPr>
          <a:xfrm>
            <a:off x="1785937" y="5837238"/>
            <a:ext cx="781051" cy="412750"/>
          </a:xfrm>
        </p:spPr>
        <p:txBody>
          <a:bodyPr anchor="ctr" anchorCtr="0">
            <a:normAutofit/>
          </a:bodyPr>
          <a:lstStyle>
            <a:lvl1pPr marL="0" indent="0">
              <a:buNone/>
              <a:defRPr sz="900">
                <a:solidFill>
                  <a:srgbClr val="5FAF4B"/>
                </a:solidFill>
              </a:defRPr>
            </a:lvl1pPr>
          </a:lstStyle>
          <a:p>
            <a:pPr lvl="0"/>
            <a:r>
              <a:rPr lang="x-none" dirty="0"/>
              <a:t>LABEL</a:t>
            </a:r>
          </a:p>
        </p:txBody>
      </p:sp>
      <p:sp>
        <p:nvSpPr>
          <p:cNvPr id="5" name="Text Placeholder 4">
            <a:extLst>
              <a:ext uri="{FF2B5EF4-FFF2-40B4-BE49-F238E27FC236}">
                <a16:creationId xmlns:a16="http://schemas.microsoft.com/office/drawing/2014/main" id="{7823D1CF-5877-EE45-827A-30064F759AB9}"/>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noFill/>
              </a:defRPr>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57725425"/>
      </p:ext>
    </p:extLst>
  </p:cSld>
  <p:clrMapOvr>
    <a:masterClrMapping/>
  </p:clrMapOvr>
  <p:hf hdr="0" dt="0"/>
  <p:extLst>
    <p:ext uri="{DCECCB84-F9BA-43D5-87BE-67443E8EF086}">
      <p15:sldGuideLst xmlns:p15="http://schemas.microsoft.com/office/powerpoint/2012/main">
        <p15:guide id="1" pos="9807" userDrawn="1">
          <p15:clr>
            <a:srgbClr val="FBAE40"/>
          </p15:clr>
        </p15:guide>
        <p15:guide id="2" pos="40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486564" y="5551439"/>
            <a:ext cx="58419" cy="4698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485045"/>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7" y="5582045"/>
            <a:ext cx="781051" cy="412750"/>
          </a:xfrm>
        </p:spPr>
        <p:txBody>
          <a:bodyPr anchor="ctr" anchorCtr="0">
            <a:normAutofit/>
          </a:bodyPr>
          <a:lstStyle>
            <a:lvl1pPr marL="0" indent="0">
              <a:buNone/>
              <a:defRPr sz="900">
                <a:solidFill>
                  <a:srgbClr val="5FAF4B"/>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7" name="Text Placeholder 4">
            <a:extLst>
              <a:ext uri="{FF2B5EF4-FFF2-40B4-BE49-F238E27FC236}">
                <a16:creationId xmlns:a16="http://schemas.microsoft.com/office/drawing/2014/main" id="{C2FFC997-FFDE-DC45-993A-28712DCD039E}"/>
              </a:ext>
            </a:extLst>
          </p:cNvPr>
          <p:cNvSpPr>
            <a:spLocks noGrp="1"/>
          </p:cNvSpPr>
          <p:nvPr>
            <p:ph type="body" sz="quarter" idx="16" hasCustomPrompt="1"/>
          </p:nvPr>
        </p:nvSpPr>
        <p:spPr>
          <a:xfrm>
            <a:off x="1260001" y="180000"/>
            <a:ext cx="2412777" cy="540000"/>
          </a:xfrm>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941182629"/>
      </p:ext>
    </p:extLst>
  </p:cSld>
  <p:clrMapOvr>
    <a:masterClrMapping/>
  </p:clrMapOvr>
  <p:hf hdr="0" dt="0"/>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 Dark">
    <p:bg>
      <p:bgPr>
        <a:solidFill>
          <a:srgbClr val="122C0E"/>
        </a:solidFill>
        <a:effectLst/>
      </p:bgPr>
    </p:bg>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1D7E0AEA-FCB4-FA45-9683-7D647C3899A5}"/>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2387600"/>
          </a:xfrm>
        </p:spPr>
        <p:txBody>
          <a:bodyPr anchor="b">
            <a:normAutofit/>
          </a:bodyPr>
          <a:lstStyle>
            <a:lvl1pPr algn="l">
              <a:lnSpc>
                <a:spcPct val="100000"/>
              </a:lnSpc>
              <a:defRPr sz="4050">
                <a:solidFill>
                  <a:srgbClr val="DCEBD5"/>
                </a:solidFill>
              </a:defRPr>
            </a:lvl1pPr>
          </a:lstStyle>
          <a:p>
            <a:r>
              <a:rPr lang="en-US"/>
              <a:t>Click to edit Master title style</a:t>
            </a:r>
            <a:endParaRPr lang="x-none" dirty="0"/>
          </a:p>
        </p:txBody>
      </p:sp>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8" y="4314696"/>
            <a:ext cx="5761413" cy="874313"/>
          </a:xfrm>
          <a:noFill/>
          <a:ln w="25400">
            <a:noFill/>
          </a:ln>
          <a:effectLst/>
        </p:spPr>
        <p:txBody>
          <a:bodyPr anchor="t">
            <a:normAutofit/>
          </a:bodyPr>
          <a:lstStyle>
            <a:lvl1pPr marL="0" indent="0" algn="l">
              <a:lnSpc>
                <a:spcPct val="150000"/>
              </a:lnSpc>
              <a:buNone/>
              <a:defRPr sz="1350">
                <a:solidFill>
                  <a:srgbClr val="F0F4F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499265" y="4483864"/>
            <a:ext cx="45719" cy="16430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0" name="Text Placeholder 7">
            <a:extLst>
              <a:ext uri="{FF2B5EF4-FFF2-40B4-BE49-F238E27FC236}">
                <a16:creationId xmlns:a16="http://schemas.microsoft.com/office/drawing/2014/main" id="{3D0BB9A1-3CA7-0341-8982-29D7CEE2B6B3}"/>
              </a:ext>
            </a:extLst>
          </p:cNvPr>
          <p:cNvSpPr>
            <a:spLocks noGrp="1"/>
          </p:cNvSpPr>
          <p:nvPr>
            <p:ph type="body" sz="quarter" idx="13" hasCustomPrompt="1"/>
          </p:nvPr>
        </p:nvSpPr>
        <p:spPr>
          <a:xfrm>
            <a:off x="2566989" y="5834087"/>
            <a:ext cx="4981012" cy="412750"/>
          </a:xfrm>
        </p:spPr>
        <p:txBody>
          <a:bodyPr>
            <a:normAutofit/>
          </a:bodyPr>
          <a:lstStyle>
            <a:lvl1pPr marL="0" indent="0">
              <a:buNone/>
              <a:defRPr sz="1050">
                <a:solidFill>
                  <a:srgbClr val="F0F4F8"/>
                </a:solidFill>
              </a:defRPr>
            </a:lvl1pPr>
          </a:lstStyle>
          <a:p>
            <a:pPr lvl="0"/>
            <a:r>
              <a:rPr lang="en-GB" dirty="0"/>
              <a:t>Add Division/Unit/… and change label in front</a:t>
            </a:r>
            <a:endParaRPr lang="x-none" dirty="0"/>
          </a:p>
        </p:txBody>
      </p:sp>
      <p:sp>
        <p:nvSpPr>
          <p:cNvPr id="21" name="Text Placeholder 13">
            <a:extLst>
              <a:ext uri="{FF2B5EF4-FFF2-40B4-BE49-F238E27FC236}">
                <a16:creationId xmlns:a16="http://schemas.microsoft.com/office/drawing/2014/main" id="{B7AF234C-DAB3-CC46-8E4B-405085B6F193}"/>
              </a:ext>
            </a:extLst>
          </p:cNvPr>
          <p:cNvSpPr>
            <a:spLocks noGrp="1"/>
          </p:cNvSpPr>
          <p:nvPr>
            <p:ph type="body" sz="quarter" idx="15" hasCustomPrompt="1"/>
          </p:nvPr>
        </p:nvSpPr>
        <p:spPr>
          <a:xfrm>
            <a:off x="1785937" y="5837238"/>
            <a:ext cx="781051" cy="412750"/>
          </a:xfrm>
        </p:spPr>
        <p:txBody>
          <a:bodyPr>
            <a:normAutofit/>
          </a:bodyPr>
          <a:lstStyle>
            <a:lvl1pPr marL="0" indent="0">
              <a:buNone/>
              <a:defRPr sz="900">
                <a:solidFill>
                  <a:srgbClr val="5FAF4B"/>
                </a:solidFill>
              </a:defRPr>
            </a:lvl1pPr>
          </a:lstStyle>
          <a:p>
            <a:pPr lvl="0"/>
            <a:r>
              <a:rPr lang="x-none" dirty="0"/>
              <a:t>LABEL</a:t>
            </a:r>
          </a:p>
        </p:txBody>
      </p:sp>
      <p:sp>
        <p:nvSpPr>
          <p:cNvPr id="10" name="Picture Placeholder 6">
            <a:extLst>
              <a:ext uri="{FF2B5EF4-FFF2-40B4-BE49-F238E27FC236}">
                <a16:creationId xmlns:a16="http://schemas.microsoft.com/office/drawing/2014/main" id="{B48B4BE8-597B-0046-A030-B3891F45CEC2}"/>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1759190379"/>
      </p:ext>
    </p:extLst>
  </p:cSld>
  <p:clrMapOvr>
    <a:masterClrMapping/>
  </p:clrMapOvr>
  <p:hf hdr="0" dt="0"/>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lide - Dark">
    <p:bg>
      <p:bgPr>
        <a:solidFill>
          <a:srgbClr val="122C0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solidFill>
                  <a:srgbClr val="DCEBD5"/>
                </a:solidFill>
              </a:defRPr>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487490" y="5589240"/>
            <a:ext cx="57495" cy="393744"/>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18" name="Text Placeholder 7">
            <a:extLst>
              <a:ext uri="{FF2B5EF4-FFF2-40B4-BE49-F238E27FC236}">
                <a16:creationId xmlns:a16="http://schemas.microsoft.com/office/drawing/2014/main" id="{483EE20C-AAAD-0E46-8D16-931DCEBEB9CE}"/>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F0F4F8"/>
                </a:solidFill>
              </a:defRPr>
            </a:lvl1pPr>
          </a:lstStyle>
          <a:p>
            <a:pPr lvl="0"/>
            <a:r>
              <a:rPr lang="en-GB" dirty="0"/>
              <a:t>Add Division/Unit/… and change label in front</a:t>
            </a:r>
            <a:endParaRPr lang="x-none" dirty="0"/>
          </a:p>
        </p:txBody>
      </p:sp>
      <p:sp>
        <p:nvSpPr>
          <p:cNvPr id="19" name="Text Placeholder 13">
            <a:extLst>
              <a:ext uri="{FF2B5EF4-FFF2-40B4-BE49-F238E27FC236}">
                <a16:creationId xmlns:a16="http://schemas.microsoft.com/office/drawing/2014/main" id="{ED0381FC-A6F2-6941-BE1B-0BAB619E2BBA}"/>
              </a:ext>
            </a:extLst>
          </p:cNvPr>
          <p:cNvSpPr>
            <a:spLocks noGrp="1"/>
          </p:cNvSpPr>
          <p:nvPr>
            <p:ph type="body" sz="quarter" idx="15" hasCustomPrompt="1"/>
          </p:nvPr>
        </p:nvSpPr>
        <p:spPr>
          <a:xfrm>
            <a:off x="1785937" y="5582045"/>
            <a:ext cx="781051" cy="412750"/>
          </a:xfrm>
        </p:spPr>
        <p:txBody>
          <a:bodyPr>
            <a:normAutofit/>
          </a:bodyPr>
          <a:lstStyle>
            <a:lvl1pPr marL="0" indent="0">
              <a:buNone/>
              <a:defRPr sz="900">
                <a:solidFill>
                  <a:srgbClr val="5FAF4B"/>
                </a:solidFill>
              </a:defRPr>
            </a:lvl1pPr>
          </a:lstStyle>
          <a:p>
            <a:pPr lvl="0"/>
            <a:r>
              <a:rPr lang="x-none" dirty="0"/>
              <a:t>LABEL</a:t>
            </a:r>
          </a:p>
        </p:txBody>
      </p:sp>
      <p:sp>
        <p:nvSpPr>
          <p:cNvPr id="15" name="Text Placeholder 4">
            <a:extLst>
              <a:ext uri="{FF2B5EF4-FFF2-40B4-BE49-F238E27FC236}">
                <a16:creationId xmlns:a16="http://schemas.microsoft.com/office/drawing/2014/main" id="{FA7D826C-573F-8845-9B3F-5DD1C8E2219C}"/>
              </a:ext>
            </a:extLst>
          </p:cNvPr>
          <p:cNvSpPr>
            <a:spLocks noGrp="1"/>
          </p:cNvSpPr>
          <p:nvPr>
            <p:ph type="body" sz="quarter" idx="17" hasCustomPrompt="1"/>
          </p:nvPr>
        </p:nvSpPr>
        <p:spPr>
          <a:xfrm>
            <a:off x="1260000" y="180117"/>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10" name="Picture Placeholder 6">
            <a:extLst>
              <a:ext uri="{FF2B5EF4-FFF2-40B4-BE49-F238E27FC236}">
                <a16:creationId xmlns:a16="http://schemas.microsoft.com/office/drawing/2014/main" id="{6979B6F6-617E-8547-A144-C62BF97DA45E}"/>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3001201245"/>
      </p:ext>
    </p:extLst>
  </p:cSld>
  <p:clrMapOvr>
    <a:masterClrMapping/>
  </p:clrMapOvr>
  <p:hf hdr="0" dt="0"/>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7" y="2969843"/>
            <a:ext cx="677243" cy="813217"/>
          </a:xfrm>
        </p:spPr>
        <p:txBody>
          <a:bodyPr/>
          <a:lstStyle>
            <a:lvl1pPr marL="0" indent="0">
              <a:buNone/>
              <a:defRPr sz="1800">
                <a:solidFill>
                  <a:srgbClr val="5FAF4B"/>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7"/>
            <a:ext cx="9024319" cy="1325563"/>
          </a:xfrm>
        </p:spPr>
        <p:txBody>
          <a:bodyPr/>
          <a:lstStyle>
            <a:lvl1pPr>
              <a:defRPr>
                <a:solidFill>
                  <a:srgbClr val="DCEBD5"/>
                </a:solidFill>
              </a:defRPr>
            </a:lvl1pPr>
          </a:lstStyle>
          <a:p>
            <a:r>
              <a:rPr lang="en-US"/>
              <a:t>Click to edit Master title style</a:t>
            </a:r>
            <a:endParaRPr lang="x-none"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4" name="Text Placeholder 4">
            <a:extLst>
              <a:ext uri="{FF2B5EF4-FFF2-40B4-BE49-F238E27FC236}">
                <a16:creationId xmlns:a16="http://schemas.microsoft.com/office/drawing/2014/main" id="{1F64F2DE-F121-494D-8765-8AC89A2E43A7}"/>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Tree>
    <p:extLst>
      <p:ext uri="{BB962C8B-B14F-4D97-AF65-F5344CB8AC3E}">
        <p14:creationId xmlns:p14="http://schemas.microsoft.com/office/powerpoint/2010/main" val="656607199"/>
      </p:ext>
    </p:extLst>
  </p:cSld>
  <p:clrMapOvr>
    <a:masterClrMapping/>
  </p:clrMapOvr>
  <p:hf hdr="0" dt="0"/>
  <p:extLst>
    <p:ext uri="{DCECCB84-F9BA-43D5-87BE-67443E8EF086}">
      <p15:sldGuideLst xmlns:p15="http://schemas.microsoft.com/office/powerpoint/2012/main">
        <p15:guide id="1" pos="100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with image">
    <p:bg>
      <p:bgPr>
        <a:solidFill>
          <a:srgbClr val="122C0E"/>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7" y="2969843"/>
            <a:ext cx="677243" cy="813217"/>
          </a:xfrm>
        </p:spPr>
        <p:txBody>
          <a:bodyPr/>
          <a:lstStyle>
            <a:lvl1pPr marL="0" indent="0">
              <a:buNone/>
              <a:defRPr sz="1800">
                <a:solidFill>
                  <a:srgbClr val="5FAF4B"/>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7"/>
            <a:ext cx="9024319" cy="1325563"/>
          </a:xfrm>
        </p:spPr>
        <p:txBody>
          <a:bodyPr/>
          <a:lstStyle>
            <a:lvl1pPr>
              <a:defRPr>
                <a:solidFill>
                  <a:srgbClr val="DCEBD5"/>
                </a:solidFill>
              </a:defRPr>
            </a:lvl1pPr>
          </a:lstStyle>
          <a:p>
            <a:r>
              <a:rPr lang="en-US"/>
              <a:t>Click to edit Master title style</a:t>
            </a:r>
            <a:endParaRPr lang="x-none"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4" name="Text Placeholder 4">
            <a:extLst>
              <a:ext uri="{FF2B5EF4-FFF2-40B4-BE49-F238E27FC236}">
                <a16:creationId xmlns:a16="http://schemas.microsoft.com/office/drawing/2014/main" id="{1F64F2DE-F121-494D-8765-8AC89A2E43A7}"/>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7" name="Picture Placeholder 6">
            <a:extLst>
              <a:ext uri="{FF2B5EF4-FFF2-40B4-BE49-F238E27FC236}">
                <a16:creationId xmlns:a16="http://schemas.microsoft.com/office/drawing/2014/main" id="{B40077F8-A3D3-D24F-81D6-3CE2A150732E}"/>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873599116"/>
      </p:ext>
    </p:extLst>
  </p:cSld>
  <p:clrMapOvr>
    <a:masterClrMapping/>
  </p:clrMapOvr>
  <p:hf hdr="0" dt="0"/>
  <p:extLst>
    <p:ext uri="{DCECCB84-F9BA-43D5-87BE-67443E8EF086}">
      <p15:sldGuideLst xmlns:p15="http://schemas.microsoft.com/office/powerpoint/2012/main">
        <p15:guide id="1" pos="100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a:buClr>
                <a:srgbClr val="5FAF4B"/>
              </a:buClr>
              <a:defRPr sz="1800"/>
            </a:lvl1pPr>
            <a:lvl2pPr>
              <a:buClr>
                <a:srgbClr val="5FAF4B"/>
              </a:buClr>
              <a:defRPr sz="1500"/>
            </a:lvl2pPr>
            <a:lvl3pPr>
              <a:buClr>
                <a:srgbClr val="5FAF4B"/>
              </a:buClr>
              <a:defRPr sz="1350"/>
            </a:lvl3pPr>
            <a:lvl4pPr>
              <a:buClr>
                <a:srgbClr val="5FAF4B"/>
              </a:buClr>
              <a:defRPr sz="1200"/>
            </a:lvl4pPr>
            <a:lvl5pPr>
              <a:buClr>
                <a:srgbClr val="AFD8ED"/>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4952566C-E2DF-5E42-B591-A069FB971D2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821916717"/>
      </p:ext>
    </p:extLst>
  </p:cSld>
  <p:clrMapOvr>
    <a:masterClrMapping/>
  </p:clrMapOvr>
  <p:hf hdr="0" dt="0"/>
  <p:extLst>
    <p:ext uri="{DCECCB84-F9BA-43D5-87BE-67443E8EF086}">
      <p15:sldGuideLst xmlns:p15="http://schemas.microsoft.com/office/powerpoint/2012/main">
        <p15:guide id="1" orient="horz" pos="386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D866-E399-4749-A091-29E354D847D2}"/>
              </a:ext>
            </a:extLst>
          </p:cNvPr>
          <p:cNvSpPr>
            <a:spLocks noGrp="1"/>
          </p:cNvSpPr>
          <p:nvPr>
            <p:ph type="title"/>
          </p:nvPr>
        </p:nvSpPr>
        <p:spPr/>
        <p:txBody>
          <a:body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867FE3B6-0510-964C-9271-434C25AE8921}"/>
              </a:ext>
            </a:extLst>
          </p:cNvPr>
          <p:cNvSpPr>
            <a:spLocks noGrp="1"/>
          </p:cNvSpPr>
          <p:nvPr>
            <p:ph sz="half" idx="1"/>
          </p:nvPr>
        </p:nvSpPr>
        <p:spPr>
          <a:xfrm>
            <a:off x="515939"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87E9ADC8-A008-C44B-A3C2-64236DA179A2}"/>
              </a:ext>
            </a:extLst>
          </p:cNvPr>
          <p:cNvSpPr>
            <a:spLocks noGrp="1"/>
          </p:cNvSpPr>
          <p:nvPr>
            <p:ph sz="half" idx="2"/>
          </p:nvPr>
        </p:nvSpPr>
        <p:spPr>
          <a:xfrm>
            <a:off x="5849939"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Footer Placeholder 4">
            <a:extLst>
              <a:ext uri="{FF2B5EF4-FFF2-40B4-BE49-F238E27FC236}">
                <a16:creationId xmlns:a16="http://schemas.microsoft.com/office/drawing/2014/main" id="{3E074557-22EE-0646-9DE6-1A844A2479D3}"/>
              </a:ext>
            </a:extLst>
          </p:cNvPr>
          <p:cNvSpPr>
            <a:spLocks noGrp="1"/>
          </p:cNvSpPr>
          <p:nvPr>
            <p:ph type="ftr" sz="quarter" idx="10"/>
          </p:nvPr>
        </p:nvSpPr>
        <p:spPr>
          <a:xfrm>
            <a:off x="188696" y="6308727"/>
            <a:ext cx="4114800" cy="365125"/>
          </a:xfrm>
        </p:spPr>
        <p:txBody>
          <a:bodyPr/>
          <a:lstStyle/>
          <a:p>
            <a:r>
              <a:rPr lang="x-none"/>
              <a:t>NATO UNCLASSIFIED</a:t>
            </a:r>
            <a:endParaRPr lang="x-none" dirty="0"/>
          </a:p>
        </p:txBody>
      </p:sp>
      <p:sp>
        <p:nvSpPr>
          <p:cNvPr id="8" name="Slide Number Placeholder 5">
            <a:extLst>
              <a:ext uri="{FF2B5EF4-FFF2-40B4-BE49-F238E27FC236}">
                <a16:creationId xmlns:a16="http://schemas.microsoft.com/office/drawing/2014/main" id="{E668F466-E152-7947-B655-E84B190F14E2}"/>
              </a:ext>
            </a:extLst>
          </p:cNvPr>
          <p:cNvSpPr>
            <a:spLocks noGrp="1"/>
          </p:cNvSpPr>
          <p:nvPr>
            <p:ph type="sldNum" sz="quarter" idx="11"/>
          </p:nvPr>
        </p:nvSpPr>
        <p:spPr>
          <a:xfrm>
            <a:off x="9180297" y="6308727"/>
            <a:ext cx="2743200" cy="365125"/>
          </a:xfrm>
        </p:spPr>
        <p:txBody>
          <a:body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364344B6-EE9A-2E48-85CC-00A1B787833E}"/>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620846637"/>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3173412"/>
            <a:ext cx="5157787"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2438256"/>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1" y="3173412"/>
            <a:ext cx="5183188"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9" y="1112695"/>
            <a:ext cx="10515600" cy="1325563"/>
          </a:xfrm>
        </p:spPr>
        <p:txBody>
          <a:bodyPr/>
          <a:lstStyle/>
          <a:p>
            <a:r>
              <a:rPr lang="en-US"/>
              <a:t>Click to edit Master title style</a:t>
            </a:r>
            <a:endParaRPr lang="x-none" dirty="0"/>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1" y="2438256"/>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4" name="Footer Placeholder 4">
            <a:extLst>
              <a:ext uri="{FF2B5EF4-FFF2-40B4-BE49-F238E27FC236}">
                <a16:creationId xmlns:a16="http://schemas.microsoft.com/office/drawing/2014/main" id="{170AD413-BADD-CC44-B7AA-EA8896768556}"/>
              </a:ext>
            </a:extLst>
          </p:cNvPr>
          <p:cNvSpPr>
            <a:spLocks noGrp="1"/>
          </p:cNvSpPr>
          <p:nvPr>
            <p:ph type="ftr" sz="quarter" idx="10"/>
          </p:nvPr>
        </p:nvSpPr>
        <p:spPr>
          <a:xfrm>
            <a:off x="188696" y="6308727"/>
            <a:ext cx="4114800" cy="365125"/>
          </a:xfrm>
        </p:spPr>
        <p:txBody>
          <a:bodyPr/>
          <a:lstStyle/>
          <a:p>
            <a:r>
              <a:rPr lang="x-none"/>
              <a:t>NATO UNCLASSIFIED</a:t>
            </a:r>
            <a:endParaRPr lang="x-none" dirty="0"/>
          </a:p>
        </p:txBody>
      </p:sp>
      <p:sp>
        <p:nvSpPr>
          <p:cNvPr id="15" name="Slide Number Placeholder 5">
            <a:extLst>
              <a:ext uri="{FF2B5EF4-FFF2-40B4-BE49-F238E27FC236}">
                <a16:creationId xmlns:a16="http://schemas.microsoft.com/office/drawing/2014/main" id="{5F3BEDC5-2F3C-A544-87B2-874948386E0B}"/>
              </a:ext>
            </a:extLst>
          </p:cNvPr>
          <p:cNvSpPr>
            <a:spLocks noGrp="1"/>
          </p:cNvSpPr>
          <p:nvPr>
            <p:ph type="sldNum" sz="quarter" idx="11"/>
          </p:nvPr>
        </p:nvSpPr>
        <p:spPr>
          <a:xfrm>
            <a:off x="9180297" y="6308727"/>
            <a:ext cx="2743200" cy="365125"/>
          </a:xfrm>
        </p:spPr>
        <p:txBody>
          <a:body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653E5540-03DD-5E4D-9836-0E62D771842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600588017"/>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9" y="1112695"/>
            <a:ext cx="10515600" cy="1325563"/>
          </a:xfrm>
        </p:spPr>
        <p:txBody>
          <a:bodyPr/>
          <a:lstStyle/>
          <a:p>
            <a:r>
              <a:rPr lang="en-US"/>
              <a:t>Click to edit Master title style</a:t>
            </a:r>
            <a:endParaRPr lang="x-none" dirty="0"/>
          </a:p>
        </p:txBody>
      </p:sp>
      <p:sp>
        <p:nvSpPr>
          <p:cNvPr id="9" name="Content Placeholder 3">
            <a:extLst>
              <a:ext uri="{FF2B5EF4-FFF2-40B4-BE49-F238E27FC236}">
                <a16:creationId xmlns:a16="http://schemas.microsoft.com/office/drawing/2014/main" id="{DA10ADEA-8541-5B43-B7EA-A39366AB1A97}"/>
              </a:ext>
            </a:extLst>
          </p:cNvPr>
          <p:cNvSpPr>
            <a:spLocks noGrp="1"/>
          </p:cNvSpPr>
          <p:nvPr>
            <p:ph sz="half" idx="12"/>
          </p:nvPr>
        </p:nvSpPr>
        <p:spPr>
          <a:xfrm>
            <a:off x="4113905"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96C39F72-553D-D64C-9D1D-AA635EB41EE2}"/>
              </a:ext>
            </a:extLst>
          </p:cNvPr>
          <p:cNvSpPr>
            <a:spLocks noGrp="1"/>
          </p:cNvSpPr>
          <p:nvPr>
            <p:ph type="body" idx="13" hasCustomPrompt="1"/>
          </p:nvPr>
        </p:nvSpPr>
        <p:spPr>
          <a:xfrm>
            <a:off x="4113905"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5" name="Content Placeholder 3">
            <a:extLst>
              <a:ext uri="{FF2B5EF4-FFF2-40B4-BE49-F238E27FC236}">
                <a16:creationId xmlns:a16="http://schemas.microsoft.com/office/drawing/2014/main" id="{D2530195-F13F-B04D-A745-E6A53976FAC4}"/>
              </a:ext>
            </a:extLst>
          </p:cNvPr>
          <p:cNvSpPr>
            <a:spLocks noGrp="1"/>
          </p:cNvSpPr>
          <p:nvPr>
            <p:ph sz="half" idx="14"/>
          </p:nvPr>
        </p:nvSpPr>
        <p:spPr>
          <a:xfrm>
            <a:off x="7711870"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6" name="Text Placeholder 2">
            <a:extLst>
              <a:ext uri="{FF2B5EF4-FFF2-40B4-BE49-F238E27FC236}">
                <a16:creationId xmlns:a16="http://schemas.microsoft.com/office/drawing/2014/main" id="{4413D92C-A42C-2A46-98A0-B29B40B50B28}"/>
              </a:ext>
            </a:extLst>
          </p:cNvPr>
          <p:cNvSpPr>
            <a:spLocks noGrp="1"/>
          </p:cNvSpPr>
          <p:nvPr>
            <p:ph type="body" idx="15" hasCustomPrompt="1"/>
          </p:nvPr>
        </p:nvSpPr>
        <p:spPr>
          <a:xfrm>
            <a:off x="7711870"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3" name="Footer Placeholder 4">
            <a:extLst>
              <a:ext uri="{FF2B5EF4-FFF2-40B4-BE49-F238E27FC236}">
                <a16:creationId xmlns:a16="http://schemas.microsoft.com/office/drawing/2014/main" id="{64E23829-47DA-2C44-AED6-17CED323073B}"/>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7" name="Slide Number Placeholder 5">
            <a:extLst>
              <a:ext uri="{FF2B5EF4-FFF2-40B4-BE49-F238E27FC236}">
                <a16:creationId xmlns:a16="http://schemas.microsoft.com/office/drawing/2014/main" id="{A9A77119-278E-9C47-87E6-D91C61F6D60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25B49990-A5DE-E84C-968C-FDBA5ED9CA5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marR="0" indent="0" algn="l" defTabSz="685800" rtl="0" eaLnBrk="1" fontAlgn="auto" latinLnBrk="0" hangingPunct="1">
              <a:lnSpc>
                <a:spcPct val="100000"/>
              </a:lnSpc>
              <a:spcBef>
                <a:spcPts val="0"/>
              </a:spcBef>
              <a:spcAft>
                <a:spcPts val="0"/>
              </a:spcAft>
              <a:buClr>
                <a:srgbClr val="5FAF4B"/>
              </a:buClr>
              <a:buSzTx/>
              <a:buFont typeface="Wingdings" pitchFamily="2" charset="2"/>
              <a:buNone/>
              <a:tabLst/>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782324806"/>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1772816"/>
            <a:ext cx="5157787"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1037660"/>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1" y="1772816"/>
            <a:ext cx="5183188"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1" y="1037660"/>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7" name="Content Placeholder 3">
            <a:extLst>
              <a:ext uri="{FF2B5EF4-FFF2-40B4-BE49-F238E27FC236}">
                <a16:creationId xmlns:a16="http://schemas.microsoft.com/office/drawing/2014/main" id="{C19221D1-052C-5D40-8511-336429F936DF}"/>
              </a:ext>
            </a:extLst>
          </p:cNvPr>
          <p:cNvSpPr>
            <a:spLocks noGrp="1"/>
          </p:cNvSpPr>
          <p:nvPr>
            <p:ph sz="half" idx="13"/>
          </p:nvPr>
        </p:nvSpPr>
        <p:spPr>
          <a:xfrm>
            <a:off x="515939" y="4476260"/>
            <a:ext cx="5157787"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8" name="Text Placeholder 2">
            <a:extLst>
              <a:ext uri="{FF2B5EF4-FFF2-40B4-BE49-F238E27FC236}">
                <a16:creationId xmlns:a16="http://schemas.microsoft.com/office/drawing/2014/main" id="{720B8056-8C88-0746-A769-F1530B55EF31}"/>
              </a:ext>
            </a:extLst>
          </p:cNvPr>
          <p:cNvSpPr>
            <a:spLocks noGrp="1"/>
          </p:cNvSpPr>
          <p:nvPr>
            <p:ph type="body" idx="14" hasCustomPrompt="1"/>
          </p:nvPr>
        </p:nvSpPr>
        <p:spPr>
          <a:xfrm>
            <a:off x="515939" y="3741104"/>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9" name="Content Placeholder 5">
            <a:extLst>
              <a:ext uri="{FF2B5EF4-FFF2-40B4-BE49-F238E27FC236}">
                <a16:creationId xmlns:a16="http://schemas.microsoft.com/office/drawing/2014/main" id="{0A01FA02-3A50-1046-81FF-94E3ADF0CF6E}"/>
              </a:ext>
            </a:extLst>
          </p:cNvPr>
          <p:cNvSpPr>
            <a:spLocks noGrp="1"/>
          </p:cNvSpPr>
          <p:nvPr>
            <p:ph sz="quarter" idx="15"/>
          </p:nvPr>
        </p:nvSpPr>
        <p:spPr>
          <a:xfrm>
            <a:off x="5848351" y="4476260"/>
            <a:ext cx="5183188"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0" name="Text Placeholder 2">
            <a:extLst>
              <a:ext uri="{FF2B5EF4-FFF2-40B4-BE49-F238E27FC236}">
                <a16:creationId xmlns:a16="http://schemas.microsoft.com/office/drawing/2014/main" id="{297670B0-9EC5-7C4B-98A8-A7C940914871}"/>
              </a:ext>
            </a:extLst>
          </p:cNvPr>
          <p:cNvSpPr>
            <a:spLocks noGrp="1"/>
          </p:cNvSpPr>
          <p:nvPr>
            <p:ph type="body" idx="16" hasCustomPrompt="1"/>
          </p:nvPr>
        </p:nvSpPr>
        <p:spPr>
          <a:xfrm>
            <a:off x="5848351" y="3741104"/>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Footer Placeholder 4">
            <a:extLst>
              <a:ext uri="{FF2B5EF4-FFF2-40B4-BE49-F238E27FC236}">
                <a16:creationId xmlns:a16="http://schemas.microsoft.com/office/drawing/2014/main" id="{B7AB4C84-30B5-7C4B-9D27-50F642A26B28}"/>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4" name="Slide Number Placeholder 5">
            <a:extLst>
              <a:ext uri="{FF2B5EF4-FFF2-40B4-BE49-F238E27FC236}">
                <a16:creationId xmlns:a16="http://schemas.microsoft.com/office/drawing/2014/main" id="{919B5221-A9B0-7940-9FF9-F60966C81219}"/>
              </a:ext>
            </a:extLst>
          </p:cNvPr>
          <p:cNvSpPr>
            <a:spLocks noGrp="1"/>
          </p:cNvSpPr>
          <p:nvPr>
            <p:ph type="sldNum" sz="quarter" idx="17"/>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5" name="Text Placeholder 4">
            <a:extLst>
              <a:ext uri="{FF2B5EF4-FFF2-40B4-BE49-F238E27FC236}">
                <a16:creationId xmlns:a16="http://schemas.microsoft.com/office/drawing/2014/main" id="{2DB69B9D-3DBF-E743-B0CB-E207BEA74444}"/>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619753454"/>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b="1" i="0">
                <a:latin typeface="Garamond" panose="02020404030301010803" pitchFamily="18" charset="0"/>
              </a:defRPr>
            </a:lvl1p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6" name="Text Placeholder 4">
            <a:extLst>
              <a:ext uri="{FF2B5EF4-FFF2-40B4-BE49-F238E27FC236}">
                <a16:creationId xmlns:a16="http://schemas.microsoft.com/office/drawing/2014/main" id="{0E8B1BC0-D67F-1148-9FE5-B2569AD7913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547427516"/>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DA92727E-717D-E447-AF16-5D9B7CF899DD}"/>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231208526"/>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Blank">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296A31A4-614A-E247-B166-B359536A3B8A}"/>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068354169"/>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D6976331-1309-C042-9AF4-EDA40FF1CFF4}"/>
              </a:ext>
            </a:extLst>
          </p:cNvPr>
          <p:cNvSpPr>
            <a:spLocks noGrp="1"/>
          </p:cNvSpPr>
          <p:nvPr>
            <p:ph type="chart" sz="quarter" idx="17" hasCustomPrompt="1"/>
          </p:nvPr>
        </p:nvSpPr>
        <p:spPr>
          <a:xfrm>
            <a:off x="1631505" y="2716922"/>
            <a:ext cx="4114801" cy="3412416"/>
          </a:xfrm>
          <a:noFill/>
        </p:spPr>
        <p:txBody>
          <a:bodyPr/>
          <a:lstStyle/>
          <a:p>
            <a:r>
              <a:rPr lang="x-none" dirty="0"/>
              <a:t>Insert your chart here</a:t>
            </a:r>
          </a:p>
        </p:txBody>
      </p:sp>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5E4B9F0E-FFC5-E94D-BC48-D7B9E7D197B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
        <p:nvSpPr>
          <p:cNvPr id="14" name="Chart Placeholder 3">
            <a:extLst>
              <a:ext uri="{FF2B5EF4-FFF2-40B4-BE49-F238E27FC236}">
                <a16:creationId xmlns:a16="http://schemas.microsoft.com/office/drawing/2014/main" id="{1B140CC4-1E97-5648-89C8-8FF0C929DE16}"/>
              </a:ext>
            </a:extLst>
          </p:cNvPr>
          <p:cNvSpPr>
            <a:spLocks noGrp="1"/>
          </p:cNvSpPr>
          <p:nvPr>
            <p:ph type="chart" sz="quarter" idx="18" hasCustomPrompt="1"/>
          </p:nvPr>
        </p:nvSpPr>
        <p:spPr>
          <a:xfrm>
            <a:off x="6113005" y="2716922"/>
            <a:ext cx="4114801" cy="3412416"/>
          </a:xfrm>
          <a:noFill/>
        </p:spPr>
        <p:txBody>
          <a:bodyPr/>
          <a:lstStyle/>
          <a:p>
            <a:r>
              <a:rPr lang="x-none" dirty="0"/>
              <a:t>Insert your chart here</a:t>
            </a:r>
          </a:p>
        </p:txBody>
      </p:sp>
    </p:spTree>
    <p:extLst>
      <p:ext uri="{BB962C8B-B14F-4D97-AF65-F5344CB8AC3E}">
        <p14:creationId xmlns:p14="http://schemas.microsoft.com/office/powerpoint/2010/main" val="1397615512"/>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9623DB7B-FB37-DB4D-B1E4-80DB069B01D0}"/>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
        <p:nvSpPr>
          <p:cNvPr id="7" name="SmartArt Placeholder 6">
            <a:extLst>
              <a:ext uri="{FF2B5EF4-FFF2-40B4-BE49-F238E27FC236}">
                <a16:creationId xmlns:a16="http://schemas.microsoft.com/office/drawing/2014/main" id="{C7E162FF-C55C-8C41-99DA-A81EF46BB63D}"/>
              </a:ext>
            </a:extLst>
          </p:cNvPr>
          <p:cNvSpPr>
            <a:spLocks noGrp="1"/>
          </p:cNvSpPr>
          <p:nvPr>
            <p:ph type="dgm" sz="quarter" idx="17"/>
          </p:nvPr>
        </p:nvSpPr>
        <p:spPr>
          <a:xfrm>
            <a:off x="515939" y="2837815"/>
            <a:ext cx="11160125" cy="2036037"/>
          </a:xfrm>
        </p:spPr>
        <p:txBody>
          <a:bodyPr/>
          <a:lstStyle/>
          <a:p>
            <a:r>
              <a:rPr lang="en-US"/>
              <a:t>Click icon to add SmartArt graphic</a:t>
            </a:r>
            <a:endParaRPr lang="x-none"/>
          </a:p>
        </p:txBody>
      </p:sp>
    </p:spTree>
    <p:extLst>
      <p:ext uri="{BB962C8B-B14F-4D97-AF65-F5344CB8AC3E}">
        <p14:creationId xmlns:p14="http://schemas.microsoft.com/office/powerpoint/2010/main" val="590056582"/>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50A1-80AA-4540-867E-9337914D1645}"/>
              </a:ext>
            </a:extLst>
          </p:cNvPr>
          <p:cNvSpPr>
            <a:spLocks noGrp="1"/>
          </p:cNvSpPr>
          <p:nvPr>
            <p:ph type="title"/>
          </p:nvPr>
        </p:nvSpPr>
        <p:spPr>
          <a:xfrm>
            <a:off x="522234" y="1247775"/>
            <a:ext cx="3932237" cy="1069975"/>
          </a:xfrm>
        </p:spPr>
        <p:txBody>
          <a:bodyPr anchor="b"/>
          <a:lstStyle>
            <a:lvl1pPr>
              <a:defRPr sz="2400"/>
            </a:lvl1p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55392917-C80D-0645-B785-B6B129FA74F5}"/>
              </a:ext>
            </a:extLst>
          </p:cNvPr>
          <p:cNvSpPr>
            <a:spLocks noGrp="1"/>
          </p:cNvSpPr>
          <p:nvPr>
            <p:ph idx="1"/>
          </p:nvPr>
        </p:nvSpPr>
        <p:spPr>
          <a:xfrm>
            <a:off x="5183188" y="1166813"/>
            <a:ext cx="6172200" cy="4962526"/>
          </a:xfrm>
        </p:spPr>
        <p:txBody>
          <a:bodyPr/>
          <a:lstStyle>
            <a:lvl1pPr>
              <a:defRPr sz="180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585E5D54-8724-9B4C-B479-706A97DF72DC}"/>
              </a:ext>
            </a:extLst>
          </p:cNvPr>
          <p:cNvSpPr>
            <a:spLocks noGrp="1"/>
          </p:cNvSpPr>
          <p:nvPr>
            <p:ph type="body" sz="half" idx="2"/>
          </p:nvPr>
        </p:nvSpPr>
        <p:spPr>
          <a:xfrm>
            <a:off x="522234" y="231775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Footer Placeholder 4">
            <a:extLst>
              <a:ext uri="{FF2B5EF4-FFF2-40B4-BE49-F238E27FC236}">
                <a16:creationId xmlns:a16="http://schemas.microsoft.com/office/drawing/2014/main" id="{01662CC6-465C-4A42-BFF8-83D38E994D1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0" name="Slide Number Placeholder 5">
            <a:extLst>
              <a:ext uri="{FF2B5EF4-FFF2-40B4-BE49-F238E27FC236}">
                <a16:creationId xmlns:a16="http://schemas.microsoft.com/office/drawing/2014/main" id="{3F18D5C7-803B-E84A-BEDB-AFCEC6FE9849}"/>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87A74755-9C87-EA42-8BB2-17615B608259}"/>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620480114"/>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854C744-C537-8445-893C-CE55E502E8A8}"/>
              </a:ext>
            </a:extLst>
          </p:cNvPr>
          <p:cNvSpPr>
            <a:spLocks noGrp="1"/>
          </p:cNvSpPr>
          <p:nvPr>
            <p:ph type="pic" idx="1"/>
          </p:nvPr>
        </p:nvSpPr>
        <p:spPr>
          <a:xfrm>
            <a:off x="5183188" y="987427"/>
            <a:ext cx="6172200" cy="4873625"/>
          </a:xfrm>
        </p:spPr>
        <p:txBody>
          <a:bodyPr anchor="ctr"/>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x-none"/>
          </a:p>
        </p:txBody>
      </p:sp>
      <p:sp>
        <p:nvSpPr>
          <p:cNvPr id="10" name="Title 1">
            <a:extLst>
              <a:ext uri="{FF2B5EF4-FFF2-40B4-BE49-F238E27FC236}">
                <a16:creationId xmlns:a16="http://schemas.microsoft.com/office/drawing/2014/main" id="{66136E74-530E-CF40-8523-50A97C1F702A}"/>
              </a:ext>
            </a:extLst>
          </p:cNvPr>
          <p:cNvSpPr>
            <a:spLocks noGrp="1"/>
          </p:cNvSpPr>
          <p:nvPr>
            <p:ph type="title"/>
          </p:nvPr>
        </p:nvSpPr>
        <p:spPr>
          <a:xfrm>
            <a:off x="522234" y="1247775"/>
            <a:ext cx="3932237" cy="1069975"/>
          </a:xfrm>
        </p:spPr>
        <p:txBody>
          <a:bodyPr anchor="b"/>
          <a:lstStyle>
            <a:lvl1pPr>
              <a:defRPr sz="2400"/>
            </a:lvl1pPr>
          </a:lstStyle>
          <a:p>
            <a:r>
              <a:rPr lang="en-US"/>
              <a:t>Click to edit Master title style</a:t>
            </a:r>
            <a:endParaRPr lang="x-none" dirty="0"/>
          </a:p>
        </p:txBody>
      </p:sp>
      <p:sp>
        <p:nvSpPr>
          <p:cNvPr id="11"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522234" y="231775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Footer Placeholder 4">
            <a:extLst>
              <a:ext uri="{FF2B5EF4-FFF2-40B4-BE49-F238E27FC236}">
                <a16:creationId xmlns:a16="http://schemas.microsoft.com/office/drawing/2014/main" id="{CA37A7F5-EE0D-7146-BDF7-6B4C160EBD7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2" name="Slide Number Placeholder 5">
            <a:extLst>
              <a:ext uri="{FF2B5EF4-FFF2-40B4-BE49-F238E27FC236}">
                <a16:creationId xmlns:a16="http://schemas.microsoft.com/office/drawing/2014/main" id="{7AD4BF7A-9D8E-134C-93D6-6AAD43A5196E}"/>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6D86AE46-5DBA-3F46-89D1-7D2DF3A7F398}"/>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marR="0" indent="0" algn="l" defTabSz="685800" rtl="0" eaLnBrk="1" fontAlgn="auto" latinLnBrk="0" hangingPunct="1">
              <a:lnSpc>
                <a:spcPct val="100000"/>
              </a:lnSpc>
              <a:spcBef>
                <a:spcPts val="0"/>
              </a:spcBef>
              <a:spcAft>
                <a:spcPts val="0"/>
              </a:spcAft>
              <a:buClr>
                <a:srgbClr val="5FAF4B"/>
              </a:buClr>
              <a:buSzTx/>
              <a:buFont typeface="Wingdings" pitchFamily="2" charset="2"/>
              <a:buNone/>
              <a:tabLst/>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846301097"/>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90" y="1089026"/>
            <a:ext cx="10088895"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8894" h="4679951">
                <a:moveTo>
                  <a:pt x="0" y="0"/>
                </a:moveTo>
                <a:lnTo>
                  <a:pt x="10088894" y="10510"/>
                </a:lnTo>
                <a:cubicBezTo>
                  <a:pt x="10086138" y="267009"/>
                  <a:pt x="10072871" y="2215673"/>
                  <a:pt x="10070115" y="2472172"/>
                </a:cubicBezTo>
                <a:lnTo>
                  <a:pt x="5376643" y="2484494"/>
                </a:lnTo>
                <a:lnTo>
                  <a:pt x="5371990" y="4679951"/>
                </a:lnTo>
                <a:lnTo>
                  <a:pt x="0" y="4679951"/>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7" name="Rectangle 6">
            <a:extLst>
              <a:ext uri="{FF2B5EF4-FFF2-40B4-BE49-F238E27FC236}">
                <a16:creationId xmlns:a16="http://schemas.microsoft.com/office/drawing/2014/main" id="{7B8D8AE4-C68B-F147-A1AE-DC7E19D6F874}"/>
              </a:ext>
            </a:extLst>
          </p:cNvPr>
          <p:cNvSpPr/>
          <p:nvPr/>
        </p:nvSpPr>
        <p:spPr>
          <a:xfrm>
            <a:off x="6436661" y="3675531"/>
            <a:ext cx="4966447" cy="231289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651626" y="3836988"/>
            <a:ext cx="5024439"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651626" y="4536236"/>
            <a:ext cx="5024439" cy="145218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DD849F12-153D-9740-A0FC-33B2B220462D}"/>
              </a:ext>
            </a:extLst>
          </p:cNvPr>
          <p:cNvSpPr>
            <a:spLocks noGrp="1"/>
          </p:cNvSpPr>
          <p:nvPr>
            <p:ph type="body" sz="quarter" idx="16" hasCustomPrompt="1"/>
          </p:nvPr>
        </p:nvSpPr>
        <p:spPr>
          <a:xfrm>
            <a:off x="1260001" y="162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393784790"/>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90" y="1089026"/>
            <a:ext cx="10088895"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0 w 10088894"/>
              <a:gd name="connsiteY4" fmla="*/ 4679951 h 4679951"/>
              <a:gd name="connsiteX5" fmla="*/ 0 w 10088894"/>
              <a:gd name="connsiteY5"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894" h="4679951">
                <a:moveTo>
                  <a:pt x="0" y="0"/>
                </a:moveTo>
                <a:lnTo>
                  <a:pt x="10088894" y="10510"/>
                </a:lnTo>
                <a:cubicBezTo>
                  <a:pt x="10086138" y="267009"/>
                  <a:pt x="10072871" y="2215673"/>
                  <a:pt x="10070115" y="2472172"/>
                </a:cubicBezTo>
                <a:cubicBezTo>
                  <a:pt x="10072898" y="3206294"/>
                  <a:pt x="10075682" y="3940417"/>
                  <a:pt x="10078465" y="4674539"/>
                </a:cubicBezTo>
                <a:lnTo>
                  <a:pt x="0" y="4679951"/>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195D1333-C477-7C49-BCAB-3301E77E969D}"/>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749511101"/>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7" y="3617540"/>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7" y="4316788"/>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304281"/>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F2008B75-392B-1A41-81B9-B8F1B8A2A50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2F2AC46F-A001-3448-8143-A28C03D45CA0}"/>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8F1C4313-CAB6-9C43-BA42-670FCE77E34A}"/>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4250368373"/>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7" y="3617540"/>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7" y="4709935"/>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697428"/>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515938" y="4338884"/>
            <a:ext cx="4602161"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240877" y="4338884"/>
            <a:ext cx="4602161"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7" name="Footer Placeholder 4">
            <a:extLst>
              <a:ext uri="{FF2B5EF4-FFF2-40B4-BE49-F238E27FC236}">
                <a16:creationId xmlns:a16="http://schemas.microsoft.com/office/drawing/2014/main" id="{113CB47B-AEEC-094C-A57F-100EACC17D4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8" name="Slide Number Placeholder 5">
            <a:extLst>
              <a:ext uri="{FF2B5EF4-FFF2-40B4-BE49-F238E27FC236}">
                <a16:creationId xmlns:a16="http://schemas.microsoft.com/office/drawing/2014/main" id="{00295F0B-E73E-2F44-8AD2-948678D00F9E}"/>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9" name="Text Placeholder 4">
            <a:extLst>
              <a:ext uri="{FF2B5EF4-FFF2-40B4-BE49-F238E27FC236}">
                <a16:creationId xmlns:a16="http://schemas.microsoft.com/office/drawing/2014/main" id="{975A923B-BC78-D745-8E89-A26DF4CC3BC3}"/>
              </a:ext>
            </a:extLst>
          </p:cNvPr>
          <p:cNvSpPr>
            <a:spLocks noGrp="1"/>
          </p:cNvSpPr>
          <p:nvPr>
            <p:ph type="body" sz="quarter" idx="20"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675014663"/>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p:nvSpPr>
        <p:spPr>
          <a:xfrm>
            <a:off x="6243607" y="3424419"/>
            <a:ext cx="4824412" cy="2704921"/>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 name="Rectangle 1">
            <a:extLst>
              <a:ext uri="{FF2B5EF4-FFF2-40B4-BE49-F238E27FC236}">
                <a16:creationId xmlns:a16="http://schemas.microsoft.com/office/drawing/2014/main" id="{367F2593-0F80-E145-BAF0-C444627EEA99}"/>
              </a:ext>
            </a:extLst>
          </p:cNvPr>
          <p:cNvSpPr/>
          <p:nvPr/>
        </p:nvSpPr>
        <p:spPr>
          <a:xfrm>
            <a:off x="515939" y="3428999"/>
            <a:ext cx="4824412" cy="2717428"/>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8" y="3617540"/>
            <a:ext cx="449532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8" y="4709935"/>
            <a:ext cx="4495329" cy="180161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697428"/>
            <a:ext cx="4435219" cy="180161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696517" y="4338884"/>
            <a:ext cx="4469395"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413313" y="4338884"/>
            <a:ext cx="4435217"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8" name="Footer Placeholder 4">
            <a:extLst>
              <a:ext uri="{FF2B5EF4-FFF2-40B4-BE49-F238E27FC236}">
                <a16:creationId xmlns:a16="http://schemas.microsoft.com/office/drawing/2014/main" id="{FD57E253-7FE0-8F4F-A844-1990B4ED320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9" name="Slide Number Placeholder 5">
            <a:extLst>
              <a:ext uri="{FF2B5EF4-FFF2-40B4-BE49-F238E27FC236}">
                <a16:creationId xmlns:a16="http://schemas.microsoft.com/office/drawing/2014/main" id="{53FBBF50-0C91-5247-9CFE-37D8091E4C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20" name="Text Placeholder 4">
            <a:extLst>
              <a:ext uri="{FF2B5EF4-FFF2-40B4-BE49-F238E27FC236}">
                <a16:creationId xmlns:a16="http://schemas.microsoft.com/office/drawing/2014/main" id="{A7D4CC89-7F1F-9D48-911C-9B7F5ECDB1D4}"/>
              </a:ext>
            </a:extLst>
          </p:cNvPr>
          <p:cNvSpPr>
            <a:spLocks noGrp="1"/>
          </p:cNvSpPr>
          <p:nvPr>
            <p:ph type="body" sz="quarter" idx="20"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866936444"/>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p:nvSpPr>
        <p:spPr>
          <a:xfrm>
            <a:off x="6232738" y="3429002"/>
            <a:ext cx="4824412" cy="2704921"/>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67F2593-0F80-E145-BAF0-C444627EEA99}"/>
              </a:ext>
            </a:extLst>
          </p:cNvPr>
          <p:cNvSpPr/>
          <p:nvPr/>
        </p:nvSpPr>
        <p:spPr>
          <a:xfrm>
            <a:off x="515939" y="3428999"/>
            <a:ext cx="4824412" cy="2717428"/>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8" y="3617540"/>
            <a:ext cx="449532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8" y="4314263"/>
            <a:ext cx="4495329" cy="2197291"/>
          </a:xfrm>
        </p:spPr>
        <p:txBody>
          <a:bodyPr>
            <a:normAutofit/>
          </a:bodyPr>
          <a:lstStyle>
            <a:lvl1pPr marL="0" indent="0">
              <a:lnSpc>
                <a:spcPct val="150000"/>
              </a:lnSpc>
              <a:buFontTx/>
              <a:buNone/>
              <a:defRPr sz="1200" b="0" i="0">
                <a:solidFill>
                  <a:srgbClr val="FFFFFF"/>
                </a:solidFill>
                <a:latin typeface="Noto Sans" panose="020B0502040504020204" pitchFamily="34" charset="0"/>
                <a:ea typeface="Noto Sans" panose="020B0502040504020204" pitchFamily="34" charset="0"/>
                <a:cs typeface="Noto Sans" panose="020B0502040504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314262"/>
            <a:ext cx="4435219" cy="2184784"/>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8" name="Text Placeholder 4">
            <a:extLst>
              <a:ext uri="{FF2B5EF4-FFF2-40B4-BE49-F238E27FC236}">
                <a16:creationId xmlns:a16="http://schemas.microsoft.com/office/drawing/2014/main" id="{E417A375-2EEE-3349-8CF2-C1ED8ED28024}"/>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118176550"/>
      </p:ext>
    </p:extLst>
  </p:cSld>
  <p:clrMapOvr>
    <a:masterClrMapping/>
  </p:clrMapOvr>
  <p:hf hdr="0" dt="0"/>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Ins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p:nvSpPr>
        <p:spPr>
          <a:xfrm>
            <a:off x="515939" y="2321768"/>
            <a:ext cx="11160125" cy="3447209"/>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096001" y="3031052"/>
            <a:ext cx="502443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096001" y="3755651"/>
            <a:ext cx="5040313" cy="145218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3" name="Picture Placeholder 2">
            <a:extLst>
              <a:ext uri="{FF2B5EF4-FFF2-40B4-BE49-F238E27FC236}">
                <a16:creationId xmlns:a16="http://schemas.microsoft.com/office/drawing/2014/main" id="{8319F1B3-37EE-E548-B284-431ED7681904}"/>
              </a:ext>
            </a:extLst>
          </p:cNvPr>
          <p:cNvSpPr>
            <a:spLocks noGrp="1"/>
          </p:cNvSpPr>
          <p:nvPr>
            <p:ph type="pic" sz="quarter" idx="15" hasCustomPrompt="1"/>
          </p:nvPr>
        </p:nvSpPr>
        <p:spPr>
          <a:xfrm>
            <a:off x="1092200" y="1760631"/>
            <a:ext cx="4550317" cy="3447209"/>
          </a:xfrm>
          <a:solidFill>
            <a:srgbClr val="DCEBD5"/>
          </a:solidFill>
        </p:spPr>
        <p:txBody>
          <a:bodyPr anchor="ctr"/>
          <a:lstStyle>
            <a:lvl1pPr marL="0" indent="0" algn="ctr">
              <a:buNone/>
              <a:defRPr/>
            </a:lvl1pPr>
          </a:lstStyle>
          <a:p>
            <a:r>
              <a:rPr lang="nl-BE" dirty="0"/>
              <a:t>Choose picture</a:t>
            </a:r>
            <a:endParaRPr lang="x-none"/>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6096000" y="2641585"/>
            <a:ext cx="3003551" cy="358542"/>
          </a:xfrm>
        </p:spPr>
        <p:txBody>
          <a:bodyPr>
            <a:noAutofit/>
          </a:bodyPr>
          <a:lstStyle>
            <a:lvl1pPr marL="0" indent="0">
              <a:buNone/>
              <a:defRPr sz="900">
                <a:solidFill>
                  <a:srgbClr val="5FAF4B"/>
                </a:solidFill>
              </a:defRPr>
            </a:lvl1pPr>
          </a:lstStyle>
          <a:p>
            <a:pPr lvl="0"/>
            <a:r>
              <a:rPr lang="en-GB" dirty="0"/>
              <a:t>INSIGHT</a:t>
            </a:r>
            <a:endParaRPr lang="x-none" dirty="0"/>
          </a:p>
        </p:txBody>
      </p:sp>
      <p:sp>
        <p:nvSpPr>
          <p:cNvPr id="12" name="Footer Placeholder 4">
            <a:extLst>
              <a:ext uri="{FF2B5EF4-FFF2-40B4-BE49-F238E27FC236}">
                <a16:creationId xmlns:a16="http://schemas.microsoft.com/office/drawing/2014/main" id="{43251F8B-F318-5F44-B782-0A1B78572AD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18648030-9CF7-004F-82B0-682CBA02C2E0}"/>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62A3F005-67B4-1744-A87B-CD8D53271F4E}"/>
              </a:ext>
            </a:extLst>
          </p:cNvPr>
          <p:cNvSpPr>
            <a:spLocks noGrp="1"/>
          </p:cNvSpPr>
          <p:nvPr>
            <p:ph type="body" sz="quarter" idx="17"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034604731"/>
      </p:ext>
    </p:extLst>
  </p:cSld>
  <p:clrMapOvr>
    <a:masterClrMapping/>
  </p:clrMapOvr>
  <p:hf hdr="0" dt="0"/>
  <p:extLst>
    <p:ext uri="{DCECCB84-F9BA-43D5-87BE-67443E8EF086}">
      <p15:sldGuideLst xmlns:p15="http://schemas.microsoft.com/office/powerpoint/2012/main">
        <p15:guide id="1" pos="91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p:nvSpPr>
        <p:spPr>
          <a:xfrm>
            <a:off x="515939" y="1705397"/>
            <a:ext cx="5580063" cy="3447209"/>
          </a:xfrm>
          <a:prstGeom prst="rect">
            <a:avLst/>
          </a:prstGeom>
          <a:solidFill>
            <a:srgbClr val="DCE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solidFill>
                <a:srgbClr val="001D39"/>
              </a:solidFill>
            </a:endParaRP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1124285" y="2636912"/>
            <a:ext cx="10044113" cy="1123488"/>
          </a:xfrm>
        </p:spPr>
        <p:txBody>
          <a:bodyPr/>
          <a:lstStyle>
            <a:lvl1pPr marL="0" marR="0" indent="0" algn="l" defTabSz="685800" rtl="0" eaLnBrk="1" fontAlgn="auto" latinLnBrk="0" hangingPunct="1">
              <a:lnSpc>
                <a:spcPct val="150000"/>
              </a:lnSpc>
              <a:spcBef>
                <a:spcPts val="750"/>
              </a:spcBef>
              <a:spcAft>
                <a:spcPts val="0"/>
              </a:spcAft>
              <a:buClr>
                <a:srgbClr val="AFD8ED"/>
              </a:buClr>
              <a:buSzTx/>
              <a:buFontTx/>
              <a:buNone/>
              <a:tabLst/>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marL="0" marR="0" lvl="0" indent="0" algn="l" defTabSz="685800" rtl="0" eaLnBrk="1" fontAlgn="auto" latinLnBrk="0" hangingPunct="1">
              <a:lnSpc>
                <a:spcPct val="150000"/>
              </a:lnSpc>
              <a:spcBef>
                <a:spcPts val="750"/>
              </a:spcBef>
              <a:spcAft>
                <a:spcPts val="0"/>
              </a:spcAft>
              <a:buClr>
                <a:srgbClr val="AFD8ED"/>
              </a:buClr>
              <a:buSzTx/>
              <a:buFontTx/>
              <a:buNone/>
              <a:tabLst/>
              <a:defRPr/>
            </a:pPr>
            <a:r>
              <a:rPr lang="en-GB" dirty="0"/>
              <a:t>Quote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a:p>
            <a:pPr lvl="0"/>
            <a:endParaRPr lang="en-GB" dirty="0"/>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1631505" y="3979918"/>
            <a:ext cx="4354100" cy="358542"/>
          </a:xfrm>
        </p:spPr>
        <p:txBody>
          <a:bodyPr>
            <a:noAutofit/>
          </a:bodyPr>
          <a:lstStyle>
            <a:lvl1pPr marL="0" indent="0">
              <a:buNone/>
              <a:defRPr sz="900">
                <a:solidFill>
                  <a:srgbClr val="5FAF4B"/>
                </a:solidFill>
              </a:defRPr>
            </a:lvl1pPr>
          </a:lstStyle>
          <a:p>
            <a:pPr lvl="0"/>
            <a:r>
              <a:rPr lang="en-US" dirty="0">
                <a:effectLst/>
              </a:rPr>
              <a:t>NATO SECRETARY GENERAL JENS STOLTENBERG</a:t>
            </a:r>
            <a:endParaRPr lang="x-none" dirty="0"/>
          </a:p>
        </p:txBody>
      </p:sp>
      <p:sp>
        <p:nvSpPr>
          <p:cNvPr id="2" name="Rectangle 1">
            <a:extLst>
              <a:ext uri="{FF2B5EF4-FFF2-40B4-BE49-F238E27FC236}">
                <a16:creationId xmlns:a16="http://schemas.microsoft.com/office/drawing/2014/main" id="{66461205-76E3-1645-BAEA-9824F907EE9C}"/>
              </a:ext>
            </a:extLst>
          </p:cNvPr>
          <p:cNvSpPr/>
          <p:nvPr/>
        </p:nvSpPr>
        <p:spPr>
          <a:xfrm>
            <a:off x="1236216" y="4161488"/>
            <a:ext cx="323280" cy="45719"/>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ooter Placeholder 4">
            <a:extLst>
              <a:ext uri="{FF2B5EF4-FFF2-40B4-BE49-F238E27FC236}">
                <a16:creationId xmlns:a16="http://schemas.microsoft.com/office/drawing/2014/main" id="{9B4FD6F2-1834-E84C-AE9F-F790780A946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A2259B1D-626B-0445-B9CA-501D4CE9A872}"/>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pic>
        <p:nvPicPr>
          <p:cNvPr id="16" name="Graphic 15">
            <a:extLst>
              <a:ext uri="{FF2B5EF4-FFF2-40B4-BE49-F238E27FC236}">
                <a16:creationId xmlns:a16="http://schemas.microsoft.com/office/drawing/2014/main" id="{0F87250E-4397-1D43-9DEF-7A2143B0AC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5401" y="1936347"/>
            <a:ext cx="457649" cy="406799"/>
          </a:xfrm>
          <a:prstGeom prst="rect">
            <a:avLst/>
          </a:prstGeom>
        </p:spPr>
      </p:pic>
      <p:pic>
        <p:nvPicPr>
          <p:cNvPr id="18" name="Graphic 17">
            <a:extLst>
              <a:ext uri="{FF2B5EF4-FFF2-40B4-BE49-F238E27FC236}">
                <a16:creationId xmlns:a16="http://schemas.microsoft.com/office/drawing/2014/main" id="{92219949-D07D-2E48-A414-A18D53FE40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96162" y="4579001"/>
            <a:ext cx="457649" cy="406799"/>
          </a:xfrm>
          <a:prstGeom prst="rect">
            <a:avLst/>
          </a:prstGeom>
        </p:spPr>
      </p:pic>
      <p:sp>
        <p:nvSpPr>
          <p:cNvPr id="10" name="Text Placeholder 4">
            <a:extLst>
              <a:ext uri="{FF2B5EF4-FFF2-40B4-BE49-F238E27FC236}">
                <a16:creationId xmlns:a16="http://schemas.microsoft.com/office/drawing/2014/main" id="{5942F261-A0BA-3B40-A99D-FB9F12308BC5}"/>
              </a:ext>
            </a:extLst>
          </p:cNvPr>
          <p:cNvSpPr>
            <a:spLocks noGrp="1"/>
          </p:cNvSpPr>
          <p:nvPr>
            <p:ph type="body" sz="quarter" idx="17"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929354014"/>
      </p:ext>
    </p:extLst>
  </p:cSld>
  <p:clrMapOvr>
    <a:masterClrMapping/>
  </p:clrMapOvr>
  <p:hf hdr="0" dt="0"/>
  <p:extLst>
    <p:ext uri="{DCECCB84-F9BA-43D5-87BE-67443E8EF086}">
      <p15:sldGuideLst xmlns:p15="http://schemas.microsoft.com/office/powerpoint/2012/main">
        <p15:guide id="1" pos="91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7540FA-DACD-CE4A-ACC0-6B27872EFE03}"/>
              </a:ext>
            </a:extLst>
          </p:cNvPr>
          <p:cNvSpPr>
            <a:spLocks noGrp="1"/>
          </p:cNvSpPr>
          <p:nvPr>
            <p:ph type="title" hasCustomPrompt="1"/>
          </p:nvPr>
        </p:nvSpPr>
        <p:spPr>
          <a:xfrm>
            <a:off x="1200150" y="2996954"/>
            <a:ext cx="9024319" cy="1325563"/>
          </a:xfrm>
        </p:spPr>
        <p:txBody>
          <a:bodyPr/>
          <a:lstStyle>
            <a:lvl1pPr>
              <a:defRPr>
                <a:solidFill>
                  <a:srgbClr val="DCEBD5"/>
                </a:solidFill>
              </a:defRPr>
            </a:lvl1pPr>
          </a:lstStyle>
          <a:p>
            <a:r>
              <a:rPr lang="en-GB" dirty="0"/>
              <a:t>Contact us</a:t>
            </a:r>
            <a:endParaRPr lang="x-none" dirty="0"/>
          </a:p>
        </p:txBody>
      </p:sp>
      <p:sp>
        <p:nvSpPr>
          <p:cNvPr id="10" name="Rectangle 9">
            <a:extLst>
              <a:ext uri="{FF2B5EF4-FFF2-40B4-BE49-F238E27FC236}">
                <a16:creationId xmlns:a16="http://schemas.microsoft.com/office/drawing/2014/main" id="{5090C143-DA3B-4448-9677-16B52934BB82}"/>
              </a:ext>
            </a:extLst>
          </p:cNvPr>
          <p:cNvSpPr/>
          <p:nvPr/>
        </p:nvSpPr>
        <p:spPr>
          <a:xfrm>
            <a:off x="1319684" y="4350172"/>
            <a:ext cx="64667" cy="769003"/>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 name="TextBox 1">
            <a:extLst>
              <a:ext uri="{FF2B5EF4-FFF2-40B4-BE49-F238E27FC236}">
                <a16:creationId xmlns:a16="http://schemas.microsoft.com/office/drawing/2014/main" id="{1C510BFC-7967-9A42-8BDB-BFB3BEAC4429}"/>
              </a:ext>
            </a:extLst>
          </p:cNvPr>
          <p:cNvSpPr txBox="1"/>
          <p:nvPr/>
        </p:nvSpPr>
        <p:spPr>
          <a:xfrm>
            <a:off x="3160209" y="5290457"/>
            <a:ext cx="184731" cy="300082"/>
          </a:xfrm>
          <a:prstGeom prst="rect">
            <a:avLst/>
          </a:prstGeom>
          <a:noFill/>
        </p:spPr>
        <p:txBody>
          <a:bodyPr wrap="none" rtlCol="0">
            <a:spAutoFit/>
          </a:bodyPr>
          <a:lstStyle/>
          <a:p>
            <a:endParaRPr lang="x-none" sz="1350" dirty="0"/>
          </a:p>
        </p:txBody>
      </p:sp>
      <p:sp>
        <p:nvSpPr>
          <p:cNvPr id="21" name="Text Placeholder 20">
            <a:extLst>
              <a:ext uri="{FF2B5EF4-FFF2-40B4-BE49-F238E27FC236}">
                <a16:creationId xmlns:a16="http://schemas.microsoft.com/office/drawing/2014/main" id="{D61FBFD3-0C7E-6944-839E-23CE2A3959D9}"/>
              </a:ext>
            </a:extLst>
          </p:cNvPr>
          <p:cNvSpPr>
            <a:spLocks noGrp="1"/>
          </p:cNvSpPr>
          <p:nvPr>
            <p:ph type="body" sz="quarter" idx="14" hasCustomPrompt="1"/>
          </p:nvPr>
        </p:nvSpPr>
        <p:spPr>
          <a:xfrm>
            <a:off x="2351089" y="4337729"/>
            <a:ext cx="3887787" cy="342900"/>
          </a:xfrm>
        </p:spPr>
        <p:txBody>
          <a:bodyPr anchor="ctr">
            <a:noAutofit/>
          </a:bodyPr>
          <a:lstStyle>
            <a:lvl1pPr marL="0" indent="0">
              <a:buNone/>
              <a:defRPr sz="1050">
                <a:solidFill>
                  <a:srgbClr val="FFFFFF"/>
                </a:solidFill>
              </a:defRPr>
            </a:lvl1pPr>
          </a:lstStyle>
          <a:p>
            <a:pPr lvl="0"/>
            <a:r>
              <a:rPr lang="en-GB" dirty="0" err="1"/>
              <a:t>John.doe@nato.int</a:t>
            </a:r>
            <a:endParaRPr lang="x-none" dirty="0"/>
          </a:p>
        </p:txBody>
      </p:sp>
      <p:sp>
        <p:nvSpPr>
          <p:cNvPr id="22" name="Text Placeholder 20">
            <a:extLst>
              <a:ext uri="{FF2B5EF4-FFF2-40B4-BE49-F238E27FC236}">
                <a16:creationId xmlns:a16="http://schemas.microsoft.com/office/drawing/2014/main" id="{48D2D7B9-9719-5948-A695-3E51EFFC1289}"/>
              </a:ext>
            </a:extLst>
          </p:cNvPr>
          <p:cNvSpPr>
            <a:spLocks noGrp="1"/>
          </p:cNvSpPr>
          <p:nvPr>
            <p:ph type="body" sz="quarter" idx="15" hasCustomPrompt="1"/>
          </p:nvPr>
        </p:nvSpPr>
        <p:spPr>
          <a:xfrm>
            <a:off x="2351089" y="4714542"/>
            <a:ext cx="3887787" cy="342900"/>
          </a:xfrm>
        </p:spPr>
        <p:txBody>
          <a:bodyPr anchor="ctr">
            <a:noAutofit/>
          </a:bodyPr>
          <a:lstStyle>
            <a:lvl1pPr marL="0" indent="0">
              <a:buNone/>
              <a:defRPr sz="1050">
                <a:solidFill>
                  <a:srgbClr val="FFFFFF"/>
                </a:solidFill>
              </a:defRPr>
            </a:lvl1pPr>
          </a:lstStyle>
          <a:p>
            <a:pPr lvl="0"/>
            <a:r>
              <a:rPr lang="en-GB" dirty="0"/>
              <a:t>+32 (0)475 12 34 56</a:t>
            </a:r>
            <a:endParaRPr lang="x-none" dirty="0"/>
          </a:p>
        </p:txBody>
      </p:sp>
      <p:sp>
        <p:nvSpPr>
          <p:cNvPr id="15" name="Footer Placeholder 4">
            <a:extLst>
              <a:ext uri="{FF2B5EF4-FFF2-40B4-BE49-F238E27FC236}">
                <a16:creationId xmlns:a16="http://schemas.microsoft.com/office/drawing/2014/main" id="{9B634A37-9158-B44C-BD04-1C623BBE927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7" name="Slide Number Placeholder 5">
            <a:extLst>
              <a:ext uri="{FF2B5EF4-FFF2-40B4-BE49-F238E27FC236}">
                <a16:creationId xmlns:a16="http://schemas.microsoft.com/office/drawing/2014/main" id="{0C5CCA6E-E857-D343-9DF5-20B5F4BA616B}"/>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4" name="Text Placeholder 13">
            <a:extLst>
              <a:ext uri="{FF2B5EF4-FFF2-40B4-BE49-F238E27FC236}">
                <a16:creationId xmlns:a16="http://schemas.microsoft.com/office/drawing/2014/main" id="{CFB8BF25-CCAE-7542-AC64-559F2A7B95C5}"/>
              </a:ext>
            </a:extLst>
          </p:cNvPr>
          <p:cNvSpPr>
            <a:spLocks noGrp="1"/>
          </p:cNvSpPr>
          <p:nvPr>
            <p:ph type="body" sz="quarter" idx="18" hasCustomPrompt="1"/>
          </p:nvPr>
        </p:nvSpPr>
        <p:spPr>
          <a:xfrm>
            <a:off x="1580345" y="4329033"/>
            <a:ext cx="781051" cy="385511"/>
          </a:xfrm>
        </p:spPr>
        <p:txBody>
          <a:bodyPr>
            <a:normAutofit/>
          </a:bodyPr>
          <a:lstStyle>
            <a:lvl1pPr marL="0" indent="0">
              <a:buNone/>
              <a:defRPr sz="900">
                <a:solidFill>
                  <a:srgbClr val="5FAF4B"/>
                </a:solidFill>
              </a:defRPr>
            </a:lvl1pPr>
          </a:lstStyle>
          <a:p>
            <a:pPr lvl="0"/>
            <a:r>
              <a:rPr lang="x-none" dirty="0"/>
              <a:t>LABEL</a:t>
            </a:r>
          </a:p>
        </p:txBody>
      </p:sp>
      <p:sp>
        <p:nvSpPr>
          <p:cNvPr id="18" name="Text Placeholder 13">
            <a:extLst>
              <a:ext uri="{FF2B5EF4-FFF2-40B4-BE49-F238E27FC236}">
                <a16:creationId xmlns:a16="http://schemas.microsoft.com/office/drawing/2014/main" id="{FC7BFCDB-4508-B448-A3F8-E4129CF2A33E}"/>
              </a:ext>
            </a:extLst>
          </p:cNvPr>
          <p:cNvSpPr>
            <a:spLocks noGrp="1"/>
          </p:cNvSpPr>
          <p:nvPr>
            <p:ph type="body" sz="quarter" idx="19" hasCustomPrompt="1"/>
          </p:nvPr>
        </p:nvSpPr>
        <p:spPr>
          <a:xfrm>
            <a:off x="1580345" y="4704171"/>
            <a:ext cx="781051" cy="385511"/>
          </a:xfrm>
        </p:spPr>
        <p:txBody>
          <a:bodyPr>
            <a:normAutofit/>
          </a:bodyPr>
          <a:lstStyle>
            <a:lvl1pPr marL="0" indent="0">
              <a:buNone/>
              <a:defRPr sz="900">
                <a:solidFill>
                  <a:srgbClr val="5FAF4B"/>
                </a:solidFill>
              </a:defRPr>
            </a:lvl1pPr>
          </a:lstStyle>
          <a:p>
            <a:pPr lvl="0"/>
            <a:r>
              <a:rPr lang="x-none" dirty="0"/>
              <a:t>LABEL</a:t>
            </a:r>
          </a:p>
        </p:txBody>
      </p:sp>
      <p:sp>
        <p:nvSpPr>
          <p:cNvPr id="23" name="Text Placeholder 4">
            <a:extLst>
              <a:ext uri="{FF2B5EF4-FFF2-40B4-BE49-F238E27FC236}">
                <a16:creationId xmlns:a16="http://schemas.microsoft.com/office/drawing/2014/main" id="{FF4190C7-7DAB-CD49-A4F0-5DE76CA06461}"/>
              </a:ext>
            </a:extLst>
          </p:cNvPr>
          <p:cNvSpPr>
            <a:spLocks noGrp="1"/>
          </p:cNvSpPr>
          <p:nvPr>
            <p:ph type="body" sz="quarter" idx="17" hasCustomPrompt="1"/>
          </p:nvPr>
        </p:nvSpPr>
        <p:spPr>
          <a:xfrm>
            <a:off x="1260000" y="180117"/>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Tree>
    <p:extLst>
      <p:ext uri="{BB962C8B-B14F-4D97-AF65-F5344CB8AC3E}">
        <p14:creationId xmlns:p14="http://schemas.microsoft.com/office/powerpoint/2010/main" val="3544135770"/>
      </p:ext>
    </p:extLst>
  </p:cSld>
  <p:clrMapOvr>
    <a:masterClrMapping/>
  </p:clrMapOvr>
  <p:hf hdr="0" dt="0"/>
  <p:extLst>
    <p:ext uri="{DCECCB84-F9BA-43D5-87BE-67443E8EF086}">
      <p15:sldGuideLst xmlns:p15="http://schemas.microsoft.com/office/powerpoint/2012/main">
        <p15:guide id="1" pos="10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p:nvSpPr>
        <p:spPr>
          <a:xfrm>
            <a:off x="1486564" y="5551439"/>
            <a:ext cx="58419" cy="469851"/>
          </a:xfrm>
          <a:prstGeom prst="rect">
            <a:avLst/>
          </a:prstGeom>
          <a:solidFill>
            <a:srgbClr val="DCE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7" y="5582045"/>
            <a:ext cx="781051" cy="412750"/>
          </a:xfrm>
        </p:spPr>
        <p:txBody>
          <a:bodyPr>
            <a:normAutofit/>
          </a:bodyPr>
          <a:lstStyle>
            <a:lvl1pPr marL="0" indent="0">
              <a:buNone/>
              <a:defRPr sz="900">
                <a:solidFill>
                  <a:srgbClr val="02590F"/>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10" name="Text Placeholder 4">
            <a:extLst>
              <a:ext uri="{FF2B5EF4-FFF2-40B4-BE49-F238E27FC236}">
                <a16:creationId xmlns:a16="http://schemas.microsoft.com/office/drawing/2014/main" id="{C08B3918-EE62-5A43-B2C2-1117F4527B0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684870409"/>
      </p:ext>
    </p:extLst>
  </p:cSld>
  <p:clrMapOvr>
    <a:masterClrMapping/>
  </p:clrMapOvr>
  <p:hf hdr="0" dt="0"/>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t="2685" b="10320"/>
          <a:stretch/>
        </p:blipFill>
        <p:spPr>
          <a:xfrm>
            <a:off x="9228" y="209550"/>
            <a:ext cx="12192000" cy="5962651"/>
          </a:xfrm>
          <a:prstGeom prst="rect">
            <a:avLst/>
          </a:prstGeom>
        </p:spPr>
      </p:pic>
      <p:sp>
        <p:nvSpPr>
          <p:cNvPr id="2" name="Title 1"/>
          <p:cNvSpPr>
            <a:spLocks noGrp="1"/>
          </p:cNvSpPr>
          <p:nvPr>
            <p:ph type="ctrTitle" hasCustomPrompt="1"/>
          </p:nvPr>
        </p:nvSpPr>
        <p:spPr>
          <a:xfrm>
            <a:off x="914400" y="2032274"/>
            <a:ext cx="10363200" cy="1470025"/>
          </a:xfrm>
        </p:spPr>
        <p:txBody>
          <a:bodyPr>
            <a:normAutofit/>
          </a:bodyPr>
          <a:lstStyle>
            <a:lvl1pPr>
              <a:defRPr sz="4000">
                <a:latin typeface="Arial" panose="020B0604020202020204" pitchFamily="34" charset="0"/>
                <a:cs typeface="Arial" panose="020B0604020202020204" pitchFamily="34" charset="0"/>
              </a:defRPr>
            </a:lvl1pPr>
          </a:lstStyle>
          <a:p>
            <a:r>
              <a:rPr lang="en-US" dirty="0"/>
              <a:t>Title</a:t>
            </a:r>
            <a:endParaRPr lang="en-GB" dirty="0"/>
          </a:p>
        </p:txBody>
      </p:sp>
      <p:sp>
        <p:nvSpPr>
          <p:cNvPr id="3" name="Subtitle 2"/>
          <p:cNvSpPr>
            <a:spLocks noGrp="1"/>
          </p:cNvSpPr>
          <p:nvPr>
            <p:ph type="subTitle" idx="1" hasCustomPrompt="1"/>
          </p:nvPr>
        </p:nvSpPr>
        <p:spPr>
          <a:xfrm>
            <a:off x="1828800" y="3886200"/>
            <a:ext cx="8534400" cy="1752600"/>
          </a:xfrm>
        </p:spPr>
        <p:txBody>
          <a:bodyPr/>
          <a:lstStyle>
            <a:lvl1pPr marL="0" indent="0" algn="ctr">
              <a:buNone/>
              <a:defRPr baseline="0">
                <a:solidFill>
                  <a:schemeClr val="tx1">
                    <a:tint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Rank</a:t>
            </a:r>
          </a:p>
          <a:p>
            <a:r>
              <a:rPr lang="en-US" dirty="0"/>
              <a:t>Position</a:t>
            </a:r>
            <a:endParaRPr lang="en-GB" dirty="0"/>
          </a:p>
        </p:txBody>
      </p:sp>
    </p:spTree>
    <p:extLst>
      <p:ext uri="{BB962C8B-B14F-4D97-AF65-F5344CB8AC3E}">
        <p14:creationId xmlns:p14="http://schemas.microsoft.com/office/powerpoint/2010/main" val="35237994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fld id="{8AC73558-45ED-4ABC-BFBD-10AB3FCA5298}" type="datetime1">
              <a:rPr lang="en-GB" smtClean="0">
                <a:solidFill>
                  <a:prstClr val="black">
                    <a:tint val="75000"/>
                  </a:prstClr>
                </a:solidFill>
              </a:rPr>
              <a:pPr/>
              <a:t>04/11/2022</a:t>
            </a:fld>
            <a:endParaRPr lang="en-GB">
              <a:solidFill>
                <a:prstClr val="black">
                  <a:tint val="75000"/>
                </a:prstClr>
              </a:solidFill>
            </a:endParaRPr>
          </a:p>
        </p:txBody>
      </p:sp>
      <p:sp>
        <p:nvSpPr>
          <p:cNvPr id="3" name="Footer Placeholder 2"/>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154804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12155"/>
            <a:ext cx="10972800" cy="850106"/>
          </a:xfrm>
        </p:spPr>
        <p:txBody>
          <a:bodyPr>
            <a:normAutofit/>
          </a:bodyPr>
          <a:lstStyle>
            <a:lvl1pPr>
              <a:defRPr sz="27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p:txBody>
          <a:bodyPr>
            <a:normAutofit/>
          </a:bodyPr>
          <a:lstStyle>
            <a:lvl1pPr>
              <a:defRPr sz="21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50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60923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DB9D303F-4741-4017-AB4D-0E69B16FA1BD}" type="datetime1">
              <a:rPr lang="en-GB" smtClean="0">
                <a:solidFill>
                  <a:prstClr val="black">
                    <a:tint val="75000"/>
                  </a:prstClr>
                </a:solidFill>
              </a:rPr>
              <a:pPr/>
              <a:t>04/11/2022</a:t>
            </a:fld>
            <a:endParaRPr lang="en-GB">
              <a:solidFill>
                <a:prstClr val="black">
                  <a:tint val="75000"/>
                </a:prstClr>
              </a:solidFill>
            </a:endParaRPr>
          </a:p>
        </p:txBody>
      </p:sp>
      <p:sp>
        <p:nvSpPr>
          <p:cNvPr id="4" name="Footer Placeholder 3"/>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12842952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15123" t="3452" r="3870" b="12049"/>
          <a:stretch/>
        </p:blipFill>
        <p:spPr>
          <a:xfrm>
            <a:off x="1875551" y="209550"/>
            <a:ext cx="9871949" cy="5794960"/>
          </a:xfrm>
          <a:prstGeom prst="rect">
            <a:avLst/>
          </a:prstGeom>
        </p:spPr>
      </p:pic>
      <p:sp>
        <p:nvSpPr>
          <p:cNvPr id="9" name="Rectangle 8"/>
          <p:cNvSpPr/>
          <p:nvPr userDrawn="1"/>
        </p:nvSpPr>
        <p:spPr>
          <a:xfrm>
            <a:off x="239350" y="209550"/>
            <a:ext cx="11713301" cy="98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19751207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Light">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8" y="4314696"/>
            <a:ext cx="5761413" cy="1519393"/>
          </a:xfrm>
          <a:noFill/>
          <a:ln w="25400">
            <a:noFill/>
          </a:ln>
          <a:effectLst/>
        </p:spPr>
        <p:txBody>
          <a:bodyPr anchor="t">
            <a:normAutofit/>
          </a:bodyPr>
          <a:lstStyle>
            <a:lvl1pPr marL="0" indent="0" algn="l">
              <a:lnSpc>
                <a:spcPct val="150000"/>
              </a:lnSpc>
              <a:buNone/>
              <a:defRPr sz="1350">
                <a:solidFill>
                  <a:srgbClr val="485045"/>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99265" y="4483864"/>
            <a:ext cx="45719" cy="16430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solidFill>
                <a:srgbClr val="5FAF4B"/>
              </a:solidFill>
            </a:endParaRPr>
          </a:p>
        </p:txBody>
      </p:sp>
      <p:sp>
        <p:nvSpPr>
          <p:cNvPr id="8" name="Text Placeholder 7">
            <a:extLst>
              <a:ext uri="{FF2B5EF4-FFF2-40B4-BE49-F238E27FC236}">
                <a16:creationId xmlns:a16="http://schemas.microsoft.com/office/drawing/2014/main" id="{E521D610-C921-4645-94DC-BE9CD8D3A5CC}"/>
              </a:ext>
            </a:extLst>
          </p:cNvPr>
          <p:cNvSpPr>
            <a:spLocks noGrp="1"/>
          </p:cNvSpPr>
          <p:nvPr>
            <p:ph type="body" sz="quarter" idx="13" hasCustomPrompt="1"/>
          </p:nvPr>
        </p:nvSpPr>
        <p:spPr>
          <a:xfrm>
            <a:off x="2566989" y="5834087"/>
            <a:ext cx="4981012" cy="412750"/>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7" name="Picture Placeholder 6">
            <a:extLst>
              <a:ext uri="{FF2B5EF4-FFF2-40B4-BE49-F238E27FC236}">
                <a16:creationId xmlns:a16="http://schemas.microsoft.com/office/drawing/2014/main" id="{E5E6CAAC-B629-E548-B330-A9FD0C579282}"/>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2387600"/>
          </a:xfrm>
        </p:spPr>
        <p:txBody>
          <a:bodyPr anchor="b">
            <a:normAutofit/>
          </a:bodyPr>
          <a:lstStyle>
            <a:lvl1pPr algn="l">
              <a:lnSpc>
                <a:spcPct val="100000"/>
              </a:lnSpc>
              <a:defRPr sz="4050"/>
            </a:lvl1pPr>
          </a:lstStyle>
          <a:p>
            <a:r>
              <a:rPr lang="en-US"/>
              <a:t>Click to edit Master title style</a:t>
            </a:r>
            <a:endParaRPr lang="x-none" dirty="0"/>
          </a:p>
        </p:txBody>
      </p:sp>
      <p:sp>
        <p:nvSpPr>
          <p:cNvPr id="14" name="Text Placeholder 13">
            <a:extLst>
              <a:ext uri="{FF2B5EF4-FFF2-40B4-BE49-F238E27FC236}">
                <a16:creationId xmlns:a16="http://schemas.microsoft.com/office/drawing/2014/main" id="{E45601A6-C54D-FA46-96D8-A2AAFAD3FB0A}"/>
              </a:ext>
            </a:extLst>
          </p:cNvPr>
          <p:cNvSpPr>
            <a:spLocks noGrp="1"/>
          </p:cNvSpPr>
          <p:nvPr>
            <p:ph type="body" sz="quarter" idx="15" hasCustomPrompt="1"/>
          </p:nvPr>
        </p:nvSpPr>
        <p:spPr>
          <a:xfrm>
            <a:off x="1785937" y="5837238"/>
            <a:ext cx="781051" cy="412750"/>
          </a:xfrm>
        </p:spPr>
        <p:txBody>
          <a:bodyPr anchor="ctr" anchorCtr="0">
            <a:normAutofit/>
          </a:bodyPr>
          <a:lstStyle>
            <a:lvl1pPr marL="0" indent="0">
              <a:buNone/>
              <a:defRPr sz="900">
                <a:solidFill>
                  <a:srgbClr val="5FAF4B"/>
                </a:solidFill>
              </a:defRPr>
            </a:lvl1pPr>
          </a:lstStyle>
          <a:p>
            <a:pPr lvl="0"/>
            <a:r>
              <a:rPr lang="x-none" dirty="0"/>
              <a:t>LABEL</a:t>
            </a:r>
          </a:p>
        </p:txBody>
      </p:sp>
      <p:sp>
        <p:nvSpPr>
          <p:cNvPr id="5" name="Text Placeholder 4">
            <a:extLst>
              <a:ext uri="{FF2B5EF4-FFF2-40B4-BE49-F238E27FC236}">
                <a16:creationId xmlns:a16="http://schemas.microsoft.com/office/drawing/2014/main" id="{7823D1CF-5877-EE45-827A-30064F759AB9}"/>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noFill/>
              </a:defRPr>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996864607"/>
      </p:ext>
    </p:extLst>
  </p:cSld>
  <p:clrMapOvr>
    <a:masterClrMapping/>
  </p:clrMapOvr>
  <p:extLst>
    <p:ext uri="{DCECCB84-F9BA-43D5-87BE-67443E8EF086}">
      <p15:sldGuideLst xmlns:p15="http://schemas.microsoft.com/office/powerpoint/2012/main">
        <p15:guide id="1" pos="9807" userDrawn="1">
          <p15:clr>
            <a:srgbClr val="FBAE40"/>
          </p15:clr>
        </p15:guide>
        <p15:guide id="2" pos="40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6564" y="5551439"/>
            <a:ext cx="58419" cy="4698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485045"/>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7" y="5582045"/>
            <a:ext cx="781051" cy="412750"/>
          </a:xfrm>
        </p:spPr>
        <p:txBody>
          <a:bodyPr anchor="ctr" anchorCtr="0">
            <a:normAutofit/>
          </a:bodyPr>
          <a:lstStyle>
            <a:lvl1pPr marL="0" indent="0">
              <a:buNone/>
              <a:defRPr sz="900">
                <a:solidFill>
                  <a:srgbClr val="5FAF4B"/>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7" name="Text Placeholder 4">
            <a:extLst>
              <a:ext uri="{FF2B5EF4-FFF2-40B4-BE49-F238E27FC236}">
                <a16:creationId xmlns:a16="http://schemas.microsoft.com/office/drawing/2014/main" id="{C2FFC997-FFDE-DC45-993A-28712DCD039E}"/>
              </a:ext>
            </a:extLst>
          </p:cNvPr>
          <p:cNvSpPr>
            <a:spLocks noGrp="1"/>
          </p:cNvSpPr>
          <p:nvPr>
            <p:ph type="body" sz="quarter" idx="16" hasCustomPrompt="1"/>
          </p:nvPr>
        </p:nvSpPr>
        <p:spPr>
          <a:xfrm>
            <a:off x="1260001" y="180000"/>
            <a:ext cx="2412777" cy="540000"/>
          </a:xfrm>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133713241"/>
      </p:ext>
    </p:extLst>
  </p:cSld>
  <p:clrMapOvr>
    <a:masterClrMapping/>
  </p:clrMapOvr>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22C0E"/>
        </a:solidFill>
        <a:effectLst/>
      </p:bgPr>
    </p:bg>
    <p:spTree>
      <p:nvGrpSpPr>
        <p:cNvPr id="1" name=""/>
        <p:cNvGrpSpPr/>
        <p:nvPr/>
      </p:nvGrpSpPr>
      <p:grpSpPr>
        <a:xfrm>
          <a:off x="0" y="0"/>
          <a:ext cx="0" cy="0"/>
          <a:chOff x="0" y="0"/>
          <a:chExt cx="0" cy="0"/>
        </a:xfrm>
      </p:grpSpPr>
      <p:sp>
        <p:nvSpPr>
          <p:cNvPr id="14" name="Text Placeholder 4">
            <a:extLst>
              <a:ext uri="{FF2B5EF4-FFF2-40B4-BE49-F238E27FC236}">
                <a16:creationId xmlns:a16="http://schemas.microsoft.com/office/drawing/2014/main" id="{1D7E0AEA-FCB4-FA45-9683-7D647C3899A5}"/>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2387600"/>
          </a:xfrm>
        </p:spPr>
        <p:txBody>
          <a:bodyPr anchor="b">
            <a:normAutofit/>
          </a:bodyPr>
          <a:lstStyle>
            <a:lvl1pPr algn="l">
              <a:lnSpc>
                <a:spcPct val="100000"/>
              </a:lnSpc>
              <a:defRPr sz="4050">
                <a:solidFill>
                  <a:srgbClr val="DCEBD5"/>
                </a:solidFill>
              </a:defRPr>
            </a:lvl1pPr>
          </a:lstStyle>
          <a:p>
            <a:r>
              <a:rPr lang="en-US"/>
              <a:t>Click to edit Master title style</a:t>
            </a:r>
            <a:endParaRPr lang="x-none" dirty="0"/>
          </a:p>
        </p:txBody>
      </p:sp>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8" y="4314696"/>
            <a:ext cx="5761413" cy="874313"/>
          </a:xfrm>
          <a:noFill/>
          <a:ln w="25400">
            <a:noFill/>
          </a:ln>
          <a:effectLst/>
        </p:spPr>
        <p:txBody>
          <a:bodyPr anchor="t">
            <a:normAutofit/>
          </a:bodyPr>
          <a:lstStyle>
            <a:lvl1pPr marL="0" indent="0" algn="l">
              <a:lnSpc>
                <a:spcPct val="150000"/>
              </a:lnSpc>
              <a:buNone/>
              <a:defRPr sz="1350">
                <a:solidFill>
                  <a:srgbClr val="F0F4F8"/>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 </a:t>
            </a:r>
            <a:endParaRPr lang="x-none"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99265" y="4483864"/>
            <a:ext cx="45719" cy="1643051"/>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0" name="Text Placeholder 7">
            <a:extLst>
              <a:ext uri="{FF2B5EF4-FFF2-40B4-BE49-F238E27FC236}">
                <a16:creationId xmlns:a16="http://schemas.microsoft.com/office/drawing/2014/main" id="{3D0BB9A1-3CA7-0341-8982-29D7CEE2B6B3}"/>
              </a:ext>
            </a:extLst>
          </p:cNvPr>
          <p:cNvSpPr>
            <a:spLocks noGrp="1"/>
          </p:cNvSpPr>
          <p:nvPr>
            <p:ph type="body" sz="quarter" idx="13" hasCustomPrompt="1"/>
          </p:nvPr>
        </p:nvSpPr>
        <p:spPr>
          <a:xfrm>
            <a:off x="2566989" y="5834087"/>
            <a:ext cx="4981012" cy="412750"/>
          </a:xfrm>
        </p:spPr>
        <p:txBody>
          <a:bodyPr>
            <a:normAutofit/>
          </a:bodyPr>
          <a:lstStyle>
            <a:lvl1pPr marL="0" indent="0">
              <a:buNone/>
              <a:defRPr sz="1050">
                <a:solidFill>
                  <a:srgbClr val="F0F4F8"/>
                </a:solidFill>
              </a:defRPr>
            </a:lvl1pPr>
          </a:lstStyle>
          <a:p>
            <a:pPr lvl="0"/>
            <a:r>
              <a:rPr lang="en-GB" dirty="0"/>
              <a:t>Add Division/Unit/… and change label in front</a:t>
            </a:r>
            <a:endParaRPr lang="x-none" dirty="0"/>
          </a:p>
        </p:txBody>
      </p:sp>
      <p:sp>
        <p:nvSpPr>
          <p:cNvPr id="21" name="Text Placeholder 13">
            <a:extLst>
              <a:ext uri="{FF2B5EF4-FFF2-40B4-BE49-F238E27FC236}">
                <a16:creationId xmlns:a16="http://schemas.microsoft.com/office/drawing/2014/main" id="{B7AF234C-DAB3-CC46-8E4B-405085B6F193}"/>
              </a:ext>
            </a:extLst>
          </p:cNvPr>
          <p:cNvSpPr>
            <a:spLocks noGrp="1"/>
          </p:cNvSpPr>
          <p:nvPr>
            <p:ph type="body" sz="quarter" idx="15" hasCustomPrompt="1"/>
          </p:nvPr>
        </p:nvSpPr>
        <p:spPr>
          <a:xfrm>
            <a:off x="1785937" y="5837238"/>
            <a:ext cx="781051" cy="412750"/>
          </a:xfrm>
        </p:spPr>
        <p:txBody>
          <a:bodyPr>
            <a:normAutofit/>
          </a:bodyPr>
          <a:lstStyle>
            <a:lvl1pPr marL="0" indent="0">
              <a:buNone/>
              <a:defRPr sz="900">
                <a:solidFill>
                  <a:srgbClr val="5FAF4B"/>
                </a:solidFill>
              </a:defRPr>
            </a:lvl1pPr>
          </a:lstStyle>
          <a:p>
            <a:pPr lvl="0"/>
            <a:r>
              <a:rPr lang="x-none" dirty="0"/>
              <a:t>LABEL</a:t>
            </a:r>
          </a:p>
        </p:txBody>
      </p:sp>
      <p:sp>
        <p:nvSpPr>
          <p:cNvPr id="10" name="Picture Placeholder 6">
            <a:extLst>
              <a:ext uri="{FF2B5EF4-FFF2-40B4-BE49-F238E27FC236}">
                <a16:creationId xmlns:a16="http://schemas.microsoft.com/office/drawing/2014/main" id="{B48B4BE8-597B-0046-A030-B3891F45CEC2}"/>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3836263785"/>
      </p:ext>
    </p:extLst>
  </p:cSld>
  <p:clrMapOvr>
    <a:masterClrMapping/>
  </p:clrMapOvr>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Title Slide - Dark">
    <p:bg>
      <p:bgPr>
        <a:solidFill>
          <a:srgbClr val="122C0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solidFill>
                  <a:srgbClr val="DCEBD5"/>
                </a:solidFill>
              </a:defRPr>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7490" y="5589240"/>
            <a:ext cx="57495" cy="393744"/>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18" name="Text Placeholder 7">
            <a:extLst>
              <a:ext uri="{FF2B5EF4-FFF2-40B4-BE49-F238E27FC236}">
                <a16:creationId xmlns:a16="http://schemas.microsoft.com/office/drawing/2014/main" id="{483EE20C-AAAD-0E46-8D16-931DCEBEB9CE}"/>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F0F4F8"/>
                </a:solidFill>
              </a:defRPr>
            </a:lvl1pPr>
          </a:lstStyle>
          <a:p>
            <a:pPr lvl="0"/>
            <a:r>
              <a:rPr lang="en-GB" dirty="0"/>
              <a:t>Add Division/Unit/… and change label in front</a:t>
            </a:r>
            <a:endParaRPr lang="x-none" dirty="0"/>
          </a:p>
        </p:txBody>
      </p:sp>
      <p:sp>
        <p:nvSpPr>
          <p:cNvPr id="19" name="Text Placeholder 13">
            <a:extLst>
              <a:ext uri="{FF2B5EF4-FFF2-40B4-BE49-F238E27FC236}">
                <a16:creationId xmlns:a16="http://schemas.microsoft.com/office/drawing/2014/main" id="{ED0381FC-A6F2-6941-BE1B-0BAB619E2BBA}"/>
              </a:ext>
            </a:extLst>
          </p:cNvPr>
          <p:cNvSpPr>
            <a:spLocks noGrp="1"/>
          </p:cNvSpPr>
          <p:nvPr>
            <p:ph type="body" sz="quarter" idx="15" hasCustomPrompt="1"/>
          </p:nvPr>
        </p:nvSpPr>
        <p:spPr>
          <a:xfrm>
            <a:off x="1785937" y="5582045"/>
            <a:ext cx="781051" cy="412750"/>
          </a:xfrm>
        </p:spPr>
        <p:txBody>
          <a:bodyPr>
            <a:normAutofit/>
          </a:bodyPr>
          <a:lstStyle>
            <a:lvl1pPr marL="0" indent="0">
              <a:buNone/>
              <a:defRPr sz="900">
                <a:solidFill>
                  <a:srgbClr val="5FAF4B"/>
                </a:solidFill>
              </a:defRPr>
            </a:lvl1pPr>
          </a:lstStyle>
          <a:p>
            <a:pPr lvl="0"/>
            <a:r>
              <a:rPr lang="x-none" dirty="0"/>
              <a:t>LABEL</a:t>
            </a:r>
          </a:p>
        </p:txBody>
      </p:sp>
      <p:sp>
        <p:nvSpPr>
          <p:cNvPr id="15" name="Text Placeholder 4">
            <a:extLst>
              <a:ext uri="{FF2B5EF4-FFF2-40B4-BE49-F238E27FC236}">
                <a16:creationId xmlns:a16="http://schemas.microsoft.com/office/drawing/2014/main" id="{FA7D826C-573F-8845-9B3F-5DD1C8E2219C}"/>
              </a:ext>
            </a:extLst>
          </p:cNvPr>
          <p:cNvSpPr>
            <a:spLocks noGrp="1"/>
          </p:cNvSpPr>
          <p:nvPr>
            <p:ph type="body" sz="quarter" idx="17" hasCustomPrompt="1"/>
          </p:nvPr>
        </p:nvSpPr>
        <p:spPr>
          <a:xfrm>
            <a:off x="1260000" y="180117"/>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10" name="Picture Placeholder 6">
            <a:extLst>
              <a:ext uri="{FF2B5EF4-FFF2-40B4-BE49-F238E27FC236}">
                <a16:creationId xmlns:a16="http://schemas.microsoft.com/office/drawing/2014/main" id="{6979B6F6-617E-8547-A144-C62BF97DA45E}"/>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1036748060"/>
      </p:ext>
    </p:extLst>
  </p:cSld>
  <p:clrMapOvr>
    <a:masterClrMapping/>
  </p:clrMapOvr>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7" y="2969843"/>
            <a:ext cx="677243" cy="813217"/>
          </a:xfrm>
        </p:spPr>
        <p:txBody>
          <a:bodyPr/>
          <a:lstStyle>
            <a:lvl1pPr marL="0" indent="0">
              <a:buNone/>
              <a:defRPr sz="1800">
                <a:solidFill>
                  <a:srgbClr val="5FAF4B"/>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7"/>
            <a:ext cx="9024319" cy="1325563"/>
          </a:xfrm>
        </p:spPr>
        <p:txBody>
          <a:bodyPr/>
          <a:lstStyle>
            <a:lvl1pPr>
              <a:defRPr>
                <a:solidFill>
                  <a:srgbClr val="DCEBD5"/>
                </a:solidFill>
              </a:defRPr>
            </a:lvl1pPr>
          </a:lstStyle>
          <a:p>
            <a:r>
              <a:rPr lang="en-US"/>
              <a:t>Click to edit Master title style</a:t>
            </a:r>
            <a:endParaRPr lang="x-none"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14" name="Text Placeholder 4">
            <a:extLst>
              <a:ext uri="{FF2B5EF4-FFF2-40B4-BE49-F238E27FC236}">
                <a16:creationId xmlns:a16="http://schemas.microsoft.com/office/drawing/2014/main" id="{1F64F2DE-F121-494D-8765-8AC89A2E43A7}"/>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Tree>
    <p:extLst>
      <p:ext uri="{BB962C8B-B14F-4D97-AF65-F5344CB8AC3E}">
        <p14:creationId xmlns:p14="http://schemas.microsoft.com/office/powerpoint/2010/main" val="3901494430"/>
      </p:ext>
    </p:extLst>
  </p:cSld>
  <p:clrMapOvr>
    <a:masterClrMapping/>
  </p:clrMapOvr>
  <p:extLst>
    <p:ext uri="{DCECCB84-F9BA-43D5-87BE-67443E8EF086}">
      <p15:sldGuideLst xmlns:p15="http://schemas.microsoft.com/office/powerpoint/2012/main">
        <p15:guide id="1" pos="100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solidFill>
          <a:srgbClr val="122C0E"/>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7" y="2969843"/>
            <a:ext cx="677243" cy="813217"/>
          </a:xfrm>
        </p:spPr>
        <p:txBody>
          <a:bodyPr/>
          <a:lstStyle>
            <a:lvl1pPr marL="0" indent="0">
              <a:buNone/>
              <a:defRPr sz="1800">
                <a:solidFill>
                  <a:srgbClr val="5FAF4B"/>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7"/>
            <a:ext cx="9024319" cy="1325563"/>
          </a:xfrm>
        </p:spPr>
        <p:txBody>
          <a:bodyPr/>
          <a:lstStyle>
            <a:lvl1pPr>
              <a:defRPr>
                <a:solidFill>
                  <a:srgbClr val="DCEBD5"/>
                </a:solidFill>
              </a:defRPr>
            </a:lvl1pPr>
          </a:lstStyle>
          <a:p>
            <a:r>
              <a:rPr lang="en-US"/>
              <a:t>Click to edit Master title style</a:t>
            </a:r>
            <a:endParaRPr lang="x-none"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14" name="Text Placeholder 4">
            <a:extLst>
              <a:ext uri="{FF2B5EF4-FFF2-40B4-BE49-F238E27FC236}">
                <a16:creationId xmlns:a16="http://schemas.microsoft.com/office/drawing/2014/main" id="{1F64F2DE-F121-494D-8765-8AC89A2E43A7}"/>
              </a:ext>
            </a:extLst>
          </p:cNvPr>
          <p:cNvSpPr>
            <a:spLocks noGrp="1"/>
          </p:cNvSpPr>
          <p:nvPr>
            <p:ph type="body" sz="quarter" idx="17" hasCustomPrompt="1"/>
          </p:nvPr>
        </p:nvSpPr>
        <p:spPr>
          <a:xfrm>
            <a:off x="1260000" y="180000"/>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
        <p:nvSpPr>
          <p:cNvPr id="7" name="Picture Placeholder 6">
            <a:extLst>
              <a:ext uri="{FF2B5EF4-FFF2-40B4-BE49-F238E27FC236}">
                <a16:creationId xmlns:a16="http://schemas.microsoft.com/office/drawing/2014/main" id="{B40077F8-A3D3-D24F-81D6-3CE2A150732E}"/>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Tree>
    <p:extLst>
      <p:ext uri="{BB962C8B-B14F-4D97-AF65-F5344CB8AC3E}">
        <p14:creationId xmlns:p14="http://schemas.microsoft.com/office/powerpoint/2010/main" val="979281985"/>
      </p:ext>
    </p:extLst>
  </p:cSld>
  <p:clrMapOvr>
    <a:masterClrMapping/>
  </p:clrMapOvr>
  <p:extLst>
    <p:ext uri="{DCECCB84-F9BA-43D5-87BE-67443E8EF086}">
      <p15:sldGuideLst xmlns:p15="http://schemas.microsoft.com/office/powerpoint/2012/main">
        <p15:guide id="1" pos="100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a:buClr>
                <a:srgbClr val="5FAF4B"/>
              </a:buClr>
              <a:defRPr sz="1800"/>
            </a:lvl1pPr>
            <a:lvl2pPr>
              <a:buClr>
                <a:srgbClr val="5FAF4B"/>
              </a:buClr>
              <a:defRPr sz="1500"/>
            </a:lvl2pPr>
            <a:lvl3pPr>
              <a:buClr>
                <a:srgbClr val="5FAF4B"/>
              </a:buClr>
              <a:defRPr sz="1350"/>
            </a:lvl3pPr>
            <a:lvl4pPr>
              <a:buClr>
                <a:srgbClr val="5FAF4B"/>
              </a:buClr>
              <a:defRPr sz="1200"/>
            </a:lvl4pPr>
            <a:lvl5pPr>
              <a:buClr>
                <a:srgbClr val="AFD8ED"/>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4952566C-E2DF-5E42-B591-A069FB971D2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503372191"/>
      </p:ext>
    </p:extLst>
  </p:cSld>
  <p:clrMapOvr>
    <a:masterClrMapping/>
  </p:clrMapOvr>
  <p:extLst>
    <p:ext uri="{DCECCB84-F9BA-43D5-87BE-67443E8EF086}">
      <p15:sldGuideLst xmlns:p15="http://schemas.microsoft.com/office/powerpoint/2012/main">
        <p15:guide id="1" orient="horz" pos="3861"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D866-E399-4749-A091-29E354D847D2}"/>
              </a:ext>
            </a:extLst>
          </p:cNvPr>
          <p:cNvSpPr>
            <a:spLocks noGrp="1"/>
          </p:cNvSpPr>
          <p:nvPr>
            <p:ph type="title"/>
          </p:nvPr>
        </p:nvSpPr>
        <p:spPr/>
        <p:txBody>
          <a:body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867FE3B6-0510-964C-9271-434C25AE8921}"/>
              </a:ext>
            </a:extLst>
          </p:cNvPr>
          <p:cNvSpPr>
            <a:spLocks noGrp="1"/>
          </p:cNvSpPr>
          <p:nvPr>
            <p:ph sz="half" idx="1"/>
          </p:nvPr>
        </p:nvSpPr>
        <p:spPr>
          <a:xfrm>
            <a:off x="515939"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87E9ADC8-A008-C44B-A3C2-64236DA179A2}"/>
              </a:ext>
            </a:extLst>
          </p:cNvPr>
          <p:cNvSpPr>
            <a:spLocks noGrp="1"/>
          </p:cNvSpPr>
          <p:nvPr>
            <p:ph sz="half" idx="2"/>
          </p:nvPr>
        </p:nvSpPr>
        <p:spPr>
          <a:xfrm>
            <a:off x="5849939"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Footer Placeholder 4">
            <a:extLst>
              <a:ext uri="{FF2B5EF4-FFF2-40B4-BE49-F238E27FC236}">
                <a16:creationId xmlns:a16="http://schemas.microsoft.com/office/drawing/2014/main" id="{3E074557-22EE-0646-9DE6-1A844A2479D3}"/>
              </a:ext>
            </a:extLst>
          </p:cNvPr>
          <p:cNvSpPr>
            <a:spLocks noGrp="1"/>
          </p:cNvSpPr>
          <p:nvPr>
            <p:ph type="ftr" sz="quarter" idx="10"/>
          </p:nvPr>
        </p:nvSpPr>
        <p:spPr>
          <a:xfrm>
            <a:off x="188696" y="6308727"/>
            <a:ext cx="4114800" cy="365125"/>
          </a:xfrm>
        </p:spPr>
        <p:txBody>
          <a:bodyPr/>
          <a:lstStyle/>
          <a:p>
            <a:r>
              <a:rPr lang="x-none" dirty="0"/>
              <a:t>NATO UNCLASSIFIED</a:t>
            </a:r>
          </a:p>
        </p:txBody>
      </p:sp>
      <p:sp>
        <p:nvSpPr>
          <p:cNvPr id="8" name="Slide Number Placeholder 5">
            <a:extLst>
              <a:ext uri="{FF2B5EF4-FFF2-40B4-BE49-F238E27FC236}">
                <a16:creationId xmlns:a16="http://schemas.microsoft.com/office/drawing/2014/main" id="{E668F466-E152-7947-B655-E84B190F14E2}"/>
              </a:ext>
            </a:extLst>
          </p:cNvPr>
          <p:cNvSpPr>
            <a:spLocks noGrp="1"/>
          </p:cNvSpPr>
          <p:nvPr>
            <p:ph type="sldNum" sz="quarter" idx="11"/>
          </p:nvPr>
        </p:nvSpPr>
        <p:spPr>
          <a:xfrm>
            <a:off x="9180297" y="6308727"/>
            <a:ext cx="2743200" cy="365125"/>
          </a:xfrm>
        </p:spPr>
        <p:txBody>
          <a:bodyPr/>
          <a:lstStyle/>
          <a:p>
            <a:fld id="{9E9C1426-0F0D-BC4F-BF6C-4B07893ACD48}" type="datetimeFigureOut">
              <a:rPr lang="x-none" smtClean="0"/>
              <a:pPr/>
              <a:t>11/4/2022</a:t>
            </a:fld>
            <a:r>
              <a:rPr lang="x-none" dirty="0"/>
              <a:t>  </a:t>
            </a:r>
            <a:r>
              <a:rPr lang="x-none" dirty="0">
                <a:effectLst/>
              </a:rPr>
              <a:t>|  </a:t>
            </a:r>
            <a:r>
              <a:rPr lang="en-GB" dirty="0"/>
              <a:t>P</a:t>
            </a:r>
            <a:r>
              <a:rPr lang="x-none" dirty="0"/>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364344B6-EE9A-2E48-85CC-00A1B787833E}"/>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0163680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3173412"/>
            <a:ext cx="5157787"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2438256"/>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1" y="3173412"/>
            <a:ext cx="5183188"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9" y="1112695"/>
            <a:ext cx="10515600" cy="1325563"/>
          </a:xfrm>
        </p:spPr>
        <p:txBody>
          <a:bodyPr/>
          <a:lstStyle/>
          <a:p>
            <a:r>
              <a:rPr lang="en-US"/>
              <a:t>Click to edit Master title style</a:t>
            </a:r>
            <a:endParaRPr lang="x-none" dirty="0"/>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1" y="2438256"/>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4" name="Footer Placeholder 4">
            <a:extLst>
              <a:ext uri="{FF2B5EF4-FFF2-40B4-BE49-F238E27FC236}">
                <a16:creationId xmlns:a16="http://schemas.microsoft.com/office/drawing/2014/main" id="{170AD413-BADD-CC44-B7AA-EA8896768556}"/>
              </a:ext>
            </a:extLst>
          </p:cNvPr>
          <p:cNvSpPr>
            <a:spLocks noGrp="1"/>
          </p:cNvSpPr>
          <p:nvPr>
            <p:ph type="ftr" sz="quarter" idx="10"/>
          </p:nvPr>
        </p:nvSpPr>
        <p:spPr>
          <a:xfrm>
            <a:off x="188696" y="6308727"/>
            <a:ext cx="4114800" cy="365125"/>
          </a:xfrm>
        </p:spPr>
        <p:txBody>
          <a:bodyPr/>
          <a:lstStyle/>
          <a:p>
            <a:r>
              <a:rPr lang="x-none" dirty="0"/>
              <a:t>NATO UNCLASSIFIED</a:t>
            </a:r>
          </a:p>
        </p:txBody>
      </p:sp>
      <p:sp>
        <p:nvSpPr>
          <p:cNvPr id="15" name="Slide Number Placeholder 5">
            <a:extLst>
              <a:ext uri="{FF2B5EF4-FFF2-40B4-BE49-F238E27FC236}">
                <a16:creationId xmlns:a16="http://schemas.microsoft.com/office/drawing/2014/main" id="{5F3BEDC5-2F3C-A544-87B2-874948386E0B}"/>
              </a:ext>
            </a:extLst>
          </p:cNvPr>
          <p:cNvSpPr>
            <a:spLocks noGrp="1"/>
          </p:cNvSpPr>
          <p:nvPr>
            <p:ph type="sldNum" sz="quarter" idx="11"/>
          </p:nvPr>
        </p:nvSpPr>
        <p:spPr>
          <a:xfrm>
            <a:off x="9180297" y="6308727"/>
            <a:ext cx="2743200" cy="365125"/>
          </a:xfrm>
        </p:spPr>
        <p:txBody>
          <a:bodyPr/>
          <a:lstStyle/>
          <a:p>
            <a:fld id="{9E9C1426-0F0D-BC4F-BF6C-4B07893ACD48}" type="datetimeFigureOut">
              <a:rPr lang="x-none" smtClean="0"/>
              <a:pPr/>
              <a:t>11/4/2022</a:t>
            </a:fld>
            <a:r>
              <a:rPr lang="x-none" dirty="0"/>
              <a:t>  </a:t>
            </a:r>
            <a:r>
              <a:rPr lang="x-none" dirty="0">
                <a:effectLst/>
              </a:rPr>
              <a:t>|  </a:t>
            </a:r>
            <a:r>
              <a:rPr lang="en-GB" dirty="0"/>
              <a:t>P</a:t>
            </a:r>
            <a:r>
              <a:rPr lang="x-none" dirty="0"/>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653E5540-03DD-5E4D-9836-0E62D771842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2714069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9" y="1112695"/>
            <a:ext cx="10515600" cy="1325563"/>
          </a:xfrm>
        </p:spPr>
        <p:txBody>
          <a:bodyPr/>
          <a:lstStyle/>
          <a:p>
            <a:r>
              <a:rPr lang="en-US"/>
              <a:t>Click to edit Master title style</a:t>
            </a:r>
            <a:endParaRPr lang="x-none" dirty="0"/>
          </a:p>
        </p:txBody>
      </p:sp>
      <p:sp>
        <p:nvSpPr>
          <p:cNvPr id="9" name="Content Placeholder 3">
            <a:extLst>
              <a:ext uri="{FF2B5EF4-FFF2-40B4-BE49-F238E27FC236}">
                <a16:creationId xmlns:a16="http://schemas.microsoft.com/office/drawing/2014/main" id="{DA10ADEA-8541-5B43-B7EA-A39366AB1A97}"/>
              </a:ext>
            </a:extLst>
          </p:cNvPr>
          <p:cNvSpPr>
            <a:spLocks noGrp="1"/>
          </p:cNvSpPr>
          <p:nvPr>
            <p:ph sz="half" idx="12"/>
          </p:nvPr>
        </p:nvSpPr>
        <p:spPr>
          <a:xfrm>
            <a:off x="4113905"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96C39F72-553D-D64C-9D1D-AA635EB41EE2}"/>
              </a:ext>
            </a:extLst>
          </p:cNvPr>
          <p:cNvSpPr>
            <a:spLocks noGrp="1"/>
          </p:cNvSpPr>
          <p:nvPr>
            <p:ph type="body" idx="13" hasCustomPrompt="1"/>
          </p:nvPr>
        </p:nvSpPr>
        <p:spPr>
          <a:xfrm>
            <a:off x="4113905"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5" name="Content Placeholder 3">
            <a:extLst>
              <a:ext uri="{FF2B5EF4-FFF2-40B4-BE49-F238E27FC236}">
                <a16:creationId xmlns:a16="http://schemas.microsoft.com/office/drawing/2014/main" id="{D2530195-F13F-B04D-A745-E6A53976FAC4}"/>
              </a:ext>
            </a:extLst>
          </p:cNvPr>
          <p:cNvSpPr>
            <a:spLocks noGrp="1"/>
          </p:cNvSpPr>
          <p:nvPr>
            <p:ph sz="half" idx="14"/>
          </p:nvPr>
        </p:nvSpPr>
        <p:spPr>
          <a:xfrm>
            <a:off x="7711870"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6" name="Text Placeholder 2">
            <a:extLst>
              <a:ext uri="{FF2B5EF4-FFF2-40B4-BE49-F238E27FC236}">
                <a16:creationId xmlns:a16="http://schemas.microsoft.com/office/drawing/2014/main" id="{4413D92C-A42C-2A46-98A0-B29B40B50B28}"/>
              </a:ext>
            </a:extLst>
          </p:cNvPr>
          <p:cNvSpPr>
            <a:spLocks noGrp="1"/>
          </p:cNvSpPr>
          <p:nvPr>
            <p:ph type="body" idx="15" hasCustomPrompt="1"/>
          </p:nvPr>
        </p:nvSpPr>
        <p:spPr>
          <a:xfrm>
            <a:off x="7711870" y="2438256"/>
            <a:ext cx="3347815"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3" name="Footer Placeholder 4">
            <a:extLst>
              <a:ext uri="{FF2B5EF4-FFF2-40B4-BE49-F238E27FC236}">
                <a16:creationId xmlns:a16="http://schemas.microsoft.com/office/drawing/2014/main" id="{64E23829-47DA-2C44-AED6-17CED323073B}"/>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7" name="Slide Number Placeholder 5">
            <a:extLst>
              <a:ext uri="{FF2B5EF4-FFF2-40B4-BE49-F238E27FC236}">
                <a16:creationId xmlns:a16="http://schemas.microsoft.com/office/drawing/2014/main" id="{A9A77119-278E-9C47-87E6-D91C61F6D60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25B49990-A5DE-E84C-968C-FDBA5ED9CA5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marR="0" indent="0" algn="l" defTabSz="685800" rtl="0" eaLnBrk="1" fontAlgn="auto" latinLnBrk="0" hangingPunct="1">
              <a:lnSpc>
                <a:spcPct val="100000"/>
              </a:lnSpc>
              <a:spcBef>
                <a:spcPts val="0"/>
              </a:spcBef>
              <a:spcAft>
                <a:spcPts val="0"/>
              </a:spcAft>
              <a:buClr>
                <a:srgbClr val="5FAF4B"/>
              </a:buClr>
              <a:buSzTx/>
              <a:buFont typeface="Wingdings" pitchFamily="2" charset="2"/>
              <a:buNone/>
              <a:tabLst/>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9092611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9" y="1772816"/>
            <a:ext cx="5157787"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1037660"/>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1" y="1772816"/>
            <a:ext cx="5183188"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1" y="1037660"/>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7" name="Content Placeholder 3">
            <a:extLst>
              <a:ext uri="{FF2B5EF4-FFF2-40B4-BE49-F238E27FC236}">
                <a16:creationId xmlns:a16="http://schemas.microsoft.com/office/drawing/2014/main" id="{C19221D1-052C-5D40-8511-336429F936DF}"/>
              </a:ext>
            </a:extLst>
          </p:cNvPr>
          <p:cNvSpPr>
            <a:spLocks noGrp="1"/>
          </p:cNvSpPr>
          <p:nvPr>
            <p:ph sz="half" idx="13"/>
          </p:nvPr>
        </p:nvSpPr>
        <p:spPr>
          <a:xfrm>
            <a:off x="515939" y="4476260"/>
            <a:ext cx="5157787"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8" name="Text Placeholder 2">
            <a:extLst>
              <a:ext uri="{FF2B5EF4-FFF2-40B4-BE49-F238E27FC236}">
                <a16:creationId xmlns:a16="http://schemas.microsoft.com/office/drawing/2014/main" id="{720B8056-8C88-0746-A769-F1530B55EF31}"/>
              </a:ext>
            </a:extLst>
          </p:cNvPr>
          <p:cNvSpPr>
            <a:spLocks noGrp="1"/>
          </p:cNvSpPr>
          <p:nvPr>
            <p:ph type="body" idx="14" hasCustomPrompt="1"/>
          </p:nvPr>
        </p:nvSpPr>
        <p:spPr>
          <a:xfrm>
            <a:off x="515939" y="3741104"/>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9" name="Content Placeholder 5">
            <a:extLst>
              <a:ext uri="{FF2B5EF4-FFF2-40B4-BE49-F238E27FC236}">
                <a16:creationId xmlns:a16="http://schemas.microsoft.com/office/drawing/2014/main" id="{0A01FA02-3A50-1046-81FF-94E3ADF0CF6E}"/>
              </a:ext>
            </a:extLst>
          </p:cNvPr>
          <p:cNvSpPr>
            <a:spLocks noGrp="1"/>
          </p:cNvSpPr>
          <p:nvPr>
            <p:ph sz="quarter" idx="15"/>
          </p:nvPr>
        </p:nvSpPr>
        <p:spPr>
          <a:xfrm>
            <a:off x="5848351" y="4476260"/>
            <a:ext cx="5183188" cy="1656184"/>
          </a:xfrm>
        </p:spPr>
        <p:txBody>
          <a:bodyPr/>
          <a:lstStyle>
            <a:lvl5pPr marL="13716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0" name="Text Placeholder 2">
            <a:extLst>
              <a:ext uri="{FF2B5EF4-FFF2-40B4-BE49-F238E27FC236}">
                <a16:creationId xmlns:a16="http://schemas.microsoft.com/office/drawing/2014/main" id="{297670B0-9EC5-7C4B-98A8-A7C940914871}"/>
              </a:ext>
            </a:extLst>
          </p:cNvPr>
          <p:cNvSpPr>
            <a:spLocks noGrp="1"/>
          </p:cNvSpPr>
          <p:nvPr>
            <p:ph type="body" idx="16" hasCustomPrompt="1"/>
          </p:nvPr>
        </p:nvSpPr>
        <p:spPr>
          <a:xfrm>
            <a:off x="5848351" y="3741104"/>
            <a:ext cx="5157787" cy="735156"/>
          </a:xfrm>
        </p:spPr>
        <p:txBody>
          <a:bodyPr anchor="b">
            <a:normAutofit/>
          </a:bodyPr>
          <a:lstStyle>
            <a:lvl1pPr marL="0" indent="0">
              <a:buNone/>
              <a:defRPr sz="1500" b="1">
                <a:solidFill>
                  <a:srgbClr val="02590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EDIT MASTER TEXT STYLES</a:t>
            </a:r>
          </a:p>
        </p:txBody>
      </p:sp>
      <p:sp>
        <p:nvSpPr>
          <p:cNvPr id="12" name="Footer Placeholder 4">
            <a:extLst>
              <a:ext uri="{FF2B5EF4-FFF2-40B4-BE49-F238E27FC236}">
                <a16:creationId xmlns:a16="http://schemas.microsoft.com/office/drawing/2014/main" id="{B7AB4C84-30B5-7C4B-9D27-50F642A26B28}"/>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4" name="Slide Number Placeholder 5">
            <a:extLst>
              <a:ext uri="{FF2B5EF4-FFF2-40B4-BE49-F238E27FC236}">
                <a16:creationId xmlns:a16="http://schemas.microsoft.com/office/drawing/2014/main" id="{919B5221-A9B0-7940-9FF9-F60966C81219}"/>
              </a:ext>
            </a:extLst>
          </p:cNvPr>
          <p:cNvSpPr>
            <a:spLocks noGrp="1"/>
          </p:cNvSpPr>
          <p:nvPr>
            <p:ph type="sldNum" sz="quarter" idx="17"/>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15" name="Text Placeholder 4">
            <a:extLst>
              <a:ext uri="{FF2B5EF4-FFF2-40B4-BE49-F238E27FC236}">
                <a16:creationId xmlns:a16="http://schemas.microsoft.com/office/drawing/2014/main" id="{2DB69B9D-3DBF-E743-B0CB-E207BEA74444}"/>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1559149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b="1" i="0">
                <a:latin typeface="Garamond" panose="02020404030301010803" pitchFamily="18" charset="0"/>
              </a:defRPr>
            </a:lvl1p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6" name="Text Placeholder 4">
            <a:extLst>
              <a:ext uri="{FF2B5EF4-FFF2-40B4-BE49-F238E27FC236}">
                <a16:creationId xmlns:a16="http://schemas.microsoft.com/office/drawing/2014/main" id="{0E8B1BC0-D67F-1148-9FE5-B2569AD7913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66574373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DA92727E-717D-E447-AF16-5D9B7CF899DD}"/>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7182776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296A31A4-614A-E247-B166-B359536A3B8A}"/>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92566532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hart Placeholder 3">
            <a:extLst>
              <a:ext uri="{FF2B5EF4-FFF2-40B4-BE49-F238E27FC236}">
                <a16:creationId xmlns:a16="http://schemas.microsoft.com/office/drawing/2014/main" id="{D6976331-1309-C042-9AF4-EDA40FF1CFF4}"/>
              </a:ext>
            </a:extLst>
          </p:cNvPr>
          <p:cNvSpPr>
            <a:spLocks noGrp="1"/>
          </p:cNvSpPr>
          <p:nvPr>
            <p:ph type="chart" sz="quarter" idx="17" hasCustomPrompt="1"/>
          </p:nvPr>
        </p:nvSpPr>
        <p:spPr>
          <a:xfrm>
            <a:off x="1631505" y="2716922"/>
            <a:ext cx="4114801" cy="3412416"/>
          </a:xfrm>
          <a:noFill/>
        </p:spPr>
        <p:txBody>
          <a:bodyPr/>
          <a:lstStyle/>
          <a:p>
            <a:r>
              <a:rPr lang="x-none" dirty="0"/>
              <a:t>Insert your chart here</a:t>
            </a:r>
          </a:p>
        </p:txBody>
      </p:sp>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5E4B9F0E-FFC5-E94D-BC48-D7B9E7D197B7}"/>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
        <p:nvSpPr>
          <p:cNvPr id="14" name="Chart Placeholder 3">
            <a:extLst>
              <a:ext uri="{FF2B5EF4-FFF2-40B4-BE49-F238E27FC236}">
                <a16:creationId xmlns:a16="http://schemas.microsoft.com/office/drawing/2014/main" id="{1B140CC4-1E97-5648-89C8-8FF0C929DE16}"/>
              </a:ext>
            </a:extLst>
          </p:cNvPr>
          <p:cNvSpPr>
            <a:spLocks noGrp="1"/>
          </p:cNvSpPr>
          <p:nvPr>
            <p:ph type="chart" sz="quarter" idx="18" hasCustomPrompt="1"/>
          </p:nvPr>
        </p:nvSpPr>
        <p:spPr>
          <a:xfrm>
            <a:off x="6113005" y="2716922"/>
            <a:ext cx="4114801" cy="3412416"/>
          </a:xfrm>
          <a:noFill/>
        </p:spPr>
        <p:txBody>
          <a:bodyPr/>
          <a:lstStyle/>
          <a:p>
            <a:r>
              <a:rPr lang="x-none" dirty="0"/>
              <a:t>Insert your chart here</a:t>
            </a:r>
          </a:p>
        </p:txBody>
      </p:sp>
    </p:spTree>
    <p:extLst>
      <p:ext uri="{BB962C8B-B14F-4D97-AF65-F5344CB8AC3E}">
        <p14:creationId xmlns:p14="http://schemas.microsoft.com/office/powerpoint/2010/main" val="23022314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p>
            <a:r>
              <a:rPr lang="en-US"/>
              <a:t>Click to edit Master title style</a:t>
            </a:r>
            <a:endParaRPr lang="x-non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9" name="Text Placeholder 4">
            <a:extLst>
              <a:ext uri="{FF2B5EF4-FFF2-40B4-BE49-F238E27FC236}">
                <a16:creationId xmlns:a16="http://schemas.microsoft.com/office/drawing/2014/main" id="{9623DB7B-FB37-DB4D-B1E4-80DB069B01D0}"/>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
        <p:nvSpPr>
          <p:cNvPr id="7" name="SmartArt Placeholder 6">
            <a:extLst>
              <a:ext uri="{FF2B5EF4-FFF2-40B4-BE49-F238E27FC236}">
                <a16:creationId xmlns:a16="http://schemas.microsoft.com/office/drawing/2014/main" id="{C7E162FF-C55C-8C41-99DA-A81EF46BB63D}"/>
              </a:ext>
            </a:extLst>
          </p:cNvPr>
          <p:cNvSpPr>
            <a:spLocks noGrp="1"/>
          </p:cNvSpPr>
          <p:nvPr>
            <p:ph type="dgm" sz="quarter" idx="17"/>
          </p:nvPr>
        </p:nvSpPr>
        <p:spPr>
          <a:xfrm>
            <a:off x="515939" y="2837815"/>
            <a:ext cx="11160125" cy="2036037"/>
          </a:xfrm>
        </p:spPr>
        <p:txBody>
          <a:bodyPr/>
          <a:lstStyle/>
          <a:p>
            <a:r>
              <a:rPr lang="en-US"/>
              <a:t>Click icon to add SmartArt graphic</a:t>
            </a:r>
            <a:endParaRPr lang="x-none"/>
          </a:p>
        </p:txBody>
      </p:sp>
    </p:spTree>
    <p:extLst>
      <p:ext uri="{BB962C8B-B14F-4D97-AF65-F5344CB8AC3E}">
        <p14:creationId xmlns:p14="http://schemas.microsoft.com/office/powerpoint/2010/main" val="176314054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50A1-80AA-4540-867E-9337914D1645}"/>
              </a:ext>
            </a:extLst>
          </p:cNvPr>
          <p:cNvSpPr>
            <a:spLocks noGrp="1"/>
          </p:cNvSpPr>
          <p:nvPr>
            <p:ph type="title"/>
          </p:nvPr>
        </p:nvSpPr>
        <p:spPr>
          <a:xfrm>
            <a:off x="522234" y="1247775"/>
            <a:ext cx="3932237" cy="1069975"/>
          </a:xfrm>
        </p:spPr>
        <p:txBody>
          <a:bodyPr anchor="b"/>
          <a:lstStyle>
            <a:lvl1pPr>
              <a:defRPr sz="2400"/>
            </a:lvl1p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55392917-C80D-0645-B785-B6B129FA74F5}"/>
              </a:ext>
            </a:extLst>
          </p:cNvPr>
          <p:cNvSpPr>
            <a:spLocks noGrp="1"/>
          </p:cNvSpPr>
          <p:nvPr>
            <p:ph idx="1"/>
          </p:nvPr>
        </p:nvSpPr>
        <p:spPr>
          <a:xfrm>
            <a:off x="5183188" y="1166813"/>
            <a:ext cx="6172200" cy="4962526"/>
          </a:xfrm>
        </p:spPr>
        <p:txBody>
          <a:bodyPr/>
          <a:lstStyle>
            <a:lvl1pPr>
              <a:defRPr sz="1800"/>
            </a:lvl1pPr>
            <a:lvl2pPr>
              <a:defRPr sz="1500"/>
            </a:lvl2pPr>
            <a:lvl3pPr>
              <a:defRPr sz="1350"/>
            </a:lvl3pPr>
            <a:lvl4pPr>
              <a:defRPr sz="12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585E5D54-8724-9B4C-B479-706A97DF72DC}"/>
              </a:ext>
            </a:extLst>
          </p:cNvPr>
          <p:cNvSpPr>
            <a:spLocks noGrp="1"/>
          </p:cNvSpPr>
          <p:nvPr>
            <p:ph type="body" sz="half" idx="2"/>
          </p:nvPr>
        </p:nvSpPr>
        <p:spPr>
          <a:xfrm>
            <a:off x="522234" y="231775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Footer Placeholder 4">
            <a:extLst>
              <a:ext uri="{FF2B5EF4-FFF2-40B4-BE49-F238E27FC236}">
                <a16:creationId xmlns:a16="http://schemas.microsoft.com/office/drawing/2014/main" id="{01662CC6-465C-4A42-BFF8-83D38E994D1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0" name="Slide Number Placeholder 5">
            <a:extLst>
              <a:ext uri="{FF2B5EF4-FFF2-40B4-BE49-F238E27FC236}">
                <a16:creationId xmlns:a16="http://schemas.microsoft.com/office/drawing/2014/main" id="{3F18D5C7-803B-E84A-BEDB-AFCEC6FE9849}"/>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87A74755-9C87-EA42-8BB2-17615B608259}"/>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7343438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854C744-C537-8445-893C-CE55E502E8A8}"/>
              </a:ext>
            </a:extLst>
          </p:cNvPr>
          <p:cNvSpPr>
            <a:spLocks noGrp="1"/>
          </p:cNvSpPr>
          <p:nvPr>
            <p:ph type="pic" idx="1"/>
          </p:nvPr>
        </p:nvSpPr>
        <p:spPr>
          <a:xfrm>
            <a:off x="5183188" y="987427"/>
            <a:ext cx="6172200" cy="4873625"/>
          </a:xfrm>
        </p:spPr>
        <p:txBody>
          <a:bodyPr anchor="ctr"/>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x-none"/>
          </a:p>
        </p:txBody>
      </p:sp>
      <p:sp>
        <p:nvSpPr>
          <p:cNvPr id="10" name="Title 1">
            <a:extLst>
              <a:ext uri="{FF2B5EF4-FFF2-40B4-BE49-F238E27FC236}">
                <a16:creationId xmlns:a16="http://schemas.microsoft.com/office/drawing/2014/main" id="{66136E74-530E-CF40-8523-50A97C1F702A}"/>
              </a:ext>
            </a:extLst>
          </p:cNvPr>
          <p:cNvSpPr>
            <a:spLocks noGrp="1"/>
          </p:cNvSpPr>
          <p:nvPr>
            <p:ph type="title"/>
          </p:nvPr>
        </p:nvSpPr>
        <p:spPr>
          <a:xfrm>
            <a:off x="522234" y="1247775"/>
            <a:ext cx="3932237" cy="1069975"/>
          </a:xfrm>
        </p:spPr>
        <p:txBody>
          <a:bodyPr anchor="b"/>
          <a:lstStyle>
            <a:lvl1pPr>
              <a:defRPr sz="2400"/>
            </a:lvl1pPr>
          </a:lstStyle>
          <a:p>
            <a:r>
              <a:rPr lang="en-US"/>
              <a:t>Click to edit Master title style</a:t>
            </a:r>
            <a:endParaRPr lang="x-none" dirty="0"/>
          </a:p>
        </p:txBody>
      </p:sp>
      <p:sp>
        <p:nvSpPr>
          <p:cNvPr id="11"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522234" y="231775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Footer Placeholder 4">
            <a:extLst>
              <a:ext uri="{FF2B5EF4-FFF2-40B4-BE49-F238E27FC236}">
                <a16:creationId xmlns:a16="http://schemas.microsoft.com/office/drawing/2014/main" id="{CA37A7F5-EE0D-7146-BDF7-6B4C160EBD7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2" name="Slide Number Placeholder 5">
            <a:extLst>
              <a:ext uri="{FF2B5EF4-FFF2-40B4-BE49-F238E27FC236}">
                <a16:creationId xmlns:a16="http://schemas.microsoft.com/office/drawing/2014/main" id="{7AD4BF7A-9D8E-134C-93D6-6AAD43A5196E}"/>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6D86AE46-5DBA-3F46-89D1-7D2DF3A7F398}"/>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marR="0" indent="0" algn="l" defTabSz="685800" rtl="0" eaLnBrk="1" fontAlgn="auto" latinLnBrk="0" hangingPunct="1">
              <a:lnSpc>
                <a:spcPct val="100000"/>
              </a:lnSpc>
              <a:spcBef>
                <a:spcPts val="0"/>
              </a:spcBef>
              <a:spcAft>
                <a:spcPts val="0"/>
              </a:spcAft>
              <a:buClr>
                <a:srgbClr val="5FAF4B"/>
              </a:buClr>
              <a:buSzTx/>
              <a:buFont typeface="Wingdings" pitchFamily="2" charset="2"/>
              <a:buNone/>
              <a:tabLst/>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9250594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90" y="1089026"/>
            <a:ext cx="10088895"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8894" h="4679951">
                <a:moveTo>
                  <a:pt x="0" y="0"/>
                </a:moveTo>
                <a:lnTo>
                  <a:pt x="10088894" y="10510"/>
                </a:lnTo>
                <a:cubicBezTo>
                  <a:pt x="10086138" y="267009"/>
                  <a:pt x="10072871" y="2215673"/>
                  <a:pt x="10070115" y="2472172"/>
                </a:cubicBezTo>
                <a:lnTo>
                  <a:pt x="5376643" y="2484494"/>
                </a:lnTo>
                <a:lnTo>
                  <a:pt x="5371990" y="4679951"/>
                </a:lnTo>
                <a:lnTo>
                  <a:pt x="0" y="4679951"/>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7" name="Rectangle 6">
            <a:extLst>
              <a:ext uri="{FF2B5EF4-FFF2-40B4-BE49-F238E27FC236}">
                <a16:creationId xmlns:a16="http://schemas.microsoft.com/office/drawing/2014/main" id="{7B8D8AE4-C68B-F147-A1AE-DC7E19D6F874}"/>
              </a:ext>
            </a:extLst>
          </p:cNvPr>
          <p:cNvSpPr/>
          <p:nvPr userDrawn="1"/>
        </p:nvSpPr>
        <p:spPr>
          <a:xfrm>
            <a:off x="6436661" y="3675531"/>
            <a:ext cx="4966447" cy="231289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651626" y="3836988"/>
            <a:ext cx="5024439"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651626" y="4536236"/>
            <a:ext cx="5024439" cy="145218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DD849F12-153D-9740-A0FC-33B2B220462D}"/>
              </a:ext>
            </a:extLst>
          </p:cNvPr>
          <p:cNvSpPr>
            <a:spLocks noGrp="1"/>
          </p:cNvSpPr>
          <p:nvPr>
            <p:ph type="body" sz="quarter" idx="16" hasCustomPrompt="1"/>
          </p:nvPr>
        </p:nvSpPr>
        <p:spPr>
          <a:xfrm>
            <a:off x="1260001" y="162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610505566"/>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90" y="1089026"/>
            <a:ext cx="10088895"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0 w 10088894"/>
              <a:gd name="connsiteY4" fmla="*/ 4679951 h 4679951"/>
              <a:gd name="connsiteX5" fmla="*/ 0 w 10088894"/>
              <a:gd name="connsiteY5"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894" h="4679951">
                <a:moveTo>
                  <a:pt x="0" y="0"/>
                </a:moveTo>
                <a:lnTo>
                  <a:pt x="10088894" y="10510"/>
                </a:lnTo>
                <a:cubicBezTo>
                  <a:pt x="10086138" y="267009"/>
                  <a:pt x="10072871" y="2215673"/>
                  <a:pt x="10070115" y="2472172"/>
                </a:cubicBezTo>
                <a:cubicBezTo>
                  <a:pt x="10072898" y="3206294"/>
                  <a:pt x="10075682" y="3940417"/>
                  <a:pt x="10078465" y="4674539"/>
                </a:cubicBezTo>
                <a:lnTo>
                  <a:pt x="0" y="4679951"/>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5" name="Text Placeholder 4">
            <a:extLst>
              <a:ext uri="{FF2B5EF4-FFF2-40B4-BE49-F238E27FC236}">
                <a16:creationId xmlns:a16="http://schemas.microsoft.com/office/drawing/2014/main" id="{195D1333-C477-7C49-BCAB-3301E77E969D}"/>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775526045"/>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7" y="3617540"/>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7" y="4316788"/>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304281"/>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F2008B75-392B-1A41-81B9-B8F1B8A2A502}"/>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2F2AC46F-A001-3448-8143-A28C03D45CA0}"/>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8F1C4313-CAB6-9C43-BA42-670FCE77E34A}"/>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391300059"/>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7" y="3617540"/>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7" y="4709935"/>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3" cy="698500"/>
          </a:xfrm>
        </p:spPr>
        <p:txBody>
          <a:bodyPr/>
          <a:lstStyle>
            <a:lvl1pPr marL="0" indent="0">
              <a:buFontTx/>
              <a:buNone/>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697428"/>
            <a:ext cx="4602163" cy="1801619"/>
          </a:xfrm>
        </p:spPr>
        <p:txBody>
          <a:bodyPr>
            <a:normAutofit/>
          </a:bodyPr>
          <a:lstStyle>
            <a:lvl1pPr marL="0" indent="0">
              <a:lnSpc>
                <a:spcPct val="150000"/>
              </a:lnSpc>
              <a:buFontTx/>
              <a:buNone/>
              <a:defRPr sz="12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515938" y="4338884"/>
            <a:ext cx="4602161"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240877" y="4338884"/>
            <a:ext cx="4602161"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7" name="Footer Placeholder 4">
            <a:extLst>
              <a:ext uri="{FF2B5EF4-FFF2-40B4-BE49-F238E27FC236}">
                <a16:creationId xmlns:a16="http://schemas.microsoft.com/office/drawing/2014/main" id="{113CB47B-AEEC-094C-A57F-100EACC17D4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8" name="Slide Number Placeholder 5">
            <a:extLst>
              <a:ext uri="{FF2B5EF4-FFF2-40B4-BE49-F238E27FC236}">
                <a16:creationId xmlns:a16="http://schemas.microsoft.com/office/drawing/2014/main" id="{00295F0B-E73E-2F44-8AD2-948678D00F9E}"/>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9" name="Text Placeholder 4">
            <a:extLst>
              <a:ext uri="{FF2B5EF4-FFF2-40B4-BE49-F238E27FC236}">
                <a16:creationId xmlns:a16="http://schemas.microsoft.com/office/drawing/2014/main" id="{975A923B-BC78-D745-8E89-A26DF4CC3BC3}"/>
              </a:ext>
            </a:extLst>
          </p:cNvPr>
          <p:cNvSpPr>
            <a:spLocks noGrp="1"/>
          </p:cNvSpPr>
          <p:nvPr>
            <p:ph type="body" sz="quarter" idx="20"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759699592"/>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userDrawn="1"/>
        </p:nvSpPr>
        <p:spPr>
          <a:xfrm>
            <a:off x="6243607" y="3424419"/>
            <a:ext cx="4824412" cy="2704921"/>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 name="Rectangle 1">
            <a:extLst>
              <a:ext uri="{FF2B5EF4-FFF2-40B4-BE49-F238E27FC236}">
                <a16:creationId xmlns:a16="http://schemas.microsoft.com/office/drawing/2014/main" id="{367F2593-0F80-E145-BAF0-C444627EEA99}"/>
              </a:ext>
            </a:extLst>
          </p:cNvPr>
          <p:cNvSpPr/>
          <p:nvPr userDrawn="1"/>
        </p:nvSpPr>
        <p:spPr>
          <a:xfrm>
            <a:off x="515939" y="3428999"/>
            <a:ext cx="4824412" cy="2717428"/>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8" y="3617540"/>
            <a:ext cx="449532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8" y="4709935"/>
            <a:ext cx="4495329" cy="180161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697428"/>
            <a:ext cx="4435219" cy="180161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696517" y="4338884"/>
            <a:ext cx="4469395"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413313" y="4338884"/>
            <a:ext cx="4435217" cy="358542"/>
          </a:xfrm>
        </p:spPr>
        <p:txBody>
          <a:bodyPr>
            <a:noAutofit/>
          </a:bodyPr>
          <a:lstStyle>
            <a:lvl1pPr marL="0" indent="0">
              <a:buNone/>
              <a:defRPr sz="900">
                <a:solidFill>
                  <a:srgbClr val="5FAF4B"/>
                </a:solidFill>
              </a:defRPr>
            </a:lvl1pPr>
          </a:lstStyle>
          <a:p>
            <a:pPr lvl="0"/>
            <a:r>
              <a:rPr lang="en-GB" dirty="0"/>
              <a:t>04/04/2020</a:t>
            </a:r>
            <a:endParaRPr lang="x-none" dirty="0"/>
          </a:p>
        </p:txBody>
      </p:sp>
      <p:sp>
        <p:nvSpPr>
          <p:cNvPr id="18" name="Footer Placeholder 4">
            <a:extLst>
              <a:ext uri="{FF2B5EF4-FFF2-40B4-BE49-F238E27FC236}">
                <a16:creationId xmlns:a16="http://schemas.microsoft.com/office/drawing/2014/main" id="{FD57E253-7FE0-8F4F-A844-1990B4ED320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9" name="Slide Number Placeholder 5">
            <a:extLst>
              <a:ext uri="{FF2B5EF4-FFF2-40B4-BE49-F238E27FC236}">
                <a16:creationId xmlns:a16="http://schemas.microsoft.com/office/drawing/2014/main" id="{53FBBF50-0C91-5247-9CFE-37D8091E4C46}"/>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20" name="Text Placeholder 4">
            <a:extLst>
              <a:ext uri="{FF2B5EF4-FFF2-40B4-BE49-F238E27FC236}">
                <a16:creationId xmlns:a16="http://schemas.microsoft.com/office/drawing/2014/main" id="{A7D4CC89-7F1F-9D48-911C-9B7F5ECDB1D4}"/>
              </a:ext>
            </a:extLst>
          </p:cNvPr>
          <p:cNvSpPr>
            <a:spLocks noGrp="1"/>
          </p:cNvSpPr>
          <p:nvPr>
            <p:ph type="body" sz="quarter" idx="20"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042863216"/>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userDrawn="1"/>
        </p:nvSpPr>
        <p:spPr>
          <a:xfrm>
            <a:off x="6232738" y="3429002"/>
            <a:ext cx="4824412" cy="2704921"/>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67F2593-0F80-E145-BAF0-C444627EEA99}"/>
              </a:ext>
            </a:extLst>
          </p:cNvPr>
          <p:cNvSpPr/>
          <p:nvPr userDrawn="1"/>
        </p:nvSpPr>
        <p:spPr>
          <a:xfrm>
            <a:off x="515939" y="3428999"/>
            <a:ext cx="4824412" cy="2717428"/>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7"/>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8" y="3617540"/>
            <a:ext cx="449532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8" y="4314263"/>
            <a:ext cx="4495329" cy="2197291"/>
          </a:xfrm>
        </p:spPr>
        <p:txBody>
          <a:bodyPr>
            <a:normAutofit/>
          </a:bodyPr>
          <a:lstStyle>
            <a:lvl1pPr marL="0" indent="0">
              <a:lnSpc>
                <a:spcPct val="150000"/>
              </a:lnSpc>
              <a:buFontTx/>
              <a:buNone/>
              <a:defRPr sz="1200" b="0" i="0">
                <a:solidFill>
                  <a:srgbClr val="FFFFFF"/>
                </a:solidFill>
                <a:latin typeface="Noto Sans" panose="020B0502040504020204" pitchFamily="34" charset="0"/>
                <a:ea typeface="Noto Sans" panose="020B0502040504020204" pitchFamily="34" charset="0"/>
                <a:cs typeface="Noto Sans" panose="020B0502040504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6" y="1076520"/>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02590F"/>
          </a:solidFill>
        </p:spPr>
        <p:txBody>
          <a:bodyPr anchor="t"/>
          <a:lstStyle>
            <a:lvl1pPr marL="0" indent="0" algn="l">
              <a:buNone/>
              <a:defRPr>
                <a:solidFill>
                  <a:schemeClr val="bg1">
                    <a:lumMod val="95000"/>
                  </a:schemeClr>
                </a:solidFill>
              </a:defRPr>
            </a:lvl1pPr>
          </a:lstStyle>
          <a:p>
            <a:r>
              <a:rPr lang="x-none"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314262"/>
            <a:ext cx="4435219" cy="2184784"/>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6"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8" name="Text Placeholder 4">
            <a:extLst>
              <a:ext uri="{FF2B5EF4-FFF2-40B4-BE49-F238E27FC236}">
                <a16:creationId xmlns:a16="http://schemas.microsoft.com/office/drawing/2014/main" id="{E417A375-2EEE-3349-8CF2-C1ED8ED28024}"/>
              </a:ext>
            </a:extLst>
          </p:cNvPr>
          <p:cNvSpPr>
            <a:spLocks noGrp="1"/>
          </p:cNvSpPr>
          <p:nvPr>
            <p:ph type="body" sz="quarter" idx="18"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571049620"/>
      </p:ext>
    </p:extLst>
  </p:cSld>
  <p:clrMapOvr>
    <a:masterClrMapping/>
  </p:clrMapOvr>
  <p:extLst>
    <p:ext uri="{DCECCB84-F9BA-43D5-87BE-67443E8EF086}">
      <p15:sldGuideLst xmlns:p15="http://schemas.microsoft.com/office/powerpoint/2012/main">
        <p15:guide id="1" pos="88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guide id="5" pos="4485" userDrawn="1">
          <p15:clr>
            <a:srgbClr val="FBAE40"/>
          </p15:clr>
        </p15:guide>
        <p15:guide id="6" pos="4999" userDrawn="1">
          <p15:clr>
            <a:srgbClr val="FBAE40"/>
          </p15:clr>
        </p15:guide>
        <p15:guide id="7" orient="horz" pos="2591"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ns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515939" y="2321768"/>
            <a:ext cx="11160125" cy="3447209"/>
          </a:xfrm>
          <a:prstGeom prst="rect">
            <a:avLst/>
          </a:prstGeom>
          <a:solidFill>
            <a:srgbClr val="122C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096001" y="3031052"/>
            <a:ext cx="5024439" cy="698500"/>
          </a:xfrm>
        </p:spPr>
        <p:txBody>
          <a:bodyPr/>
          <a:lstStyle>
            <a:lvl1pPr marL="0" indent="0">
              <a:buFontTx/>
              <a:buNone/>
              <a:defRPr b="1" i="0">
                <a:solidFill>
                  <a:srgbClr val="DCEBD5"/>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096001" y="3755651"/>
            <a:ext cx="5040313" cy="1452189"/>
          </a:xfrm>
        </p:spPr>
        <p:txBody>
          <a:bodyPr>
            <a:normAutofit/>
          </a:bodyPr>
          <a:lstStyle>
            <a:lvl1pPr marL="0" indent="0">
              <a:lnSpc>
                <a:spcPct val="150000"/>
              </a:lnSpc>
              <a:buFontTx/>
              <a:buNone/>
              <a:defRPr sz="12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3" name="Picture Placeholder 2">
            <a:extLst>
              <a:ext uri="{FF2B5EF4-FFF2-40B4-BE49-F238E27FC236}">
                <a16:creationId xmlns:a16="http://schemas.microsoft.com/office/drawing/2014/main" id="{8319F1B3-37EE-E548-B284-431ED7681904}"/>
              </a:ext>
            </a:extLst>
          </p:cNvPr>
          <p:cNvSpPr>
            <a:spLocks noGrp="1"/>
          </p:cNvSpPr>
          <p:nvPr>
            <p:ph type="pic" sz="quarter" idx="15" hasCustomPrompt="1"/>
          </p:nvPr>
        </p:nvSpPr>
        <p:spPr>
          <a:xfrm>
            <a:off x="1092200" y="1760631"/>
            <a:ext cx="4550317" cy="3447209"/>
          </a:xfrm>
          <a:solidFill>
            <a:srgbClr val="DCEBD5"/>
          </a:solidFill>
        </p:spPr>
        <p:txBody>
          <a:bodyPr anchor="ctr"/>
          <a:lstStyle>
            <a:lvl1pPr marL="0" indent="0" algn="ctr">
              <a:buNone/>
              <a:defRPr/>
            </a:lvl1pPr>
          </a:lstStyle>
          <a:p>
            <a:r>
              <a:rPr lang="nl-BE" dirty="0"/>
              <a:t>Choose picture</a:t>
            </a:r>
            <a:endParaRPr lang="x-none"/>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6096000" y="2641585"/>
            <a:ext cx="3003551" cy="358542"/>
          </a:xfrm>
        </p:spPr>
        <p:txBody>
          <a:bodyPr>
            <a:noAutofit/>
          </a:bodyPr>
          <a:lstStyle>
            <a:lvl1pPr marL="0" indent="0">
              <a:buNone/>
              <a:defRPr sz="900">
                <a:solidFill>
                  <a:srgbClr val="5FAF4B"/>
                </a:solidFill>
              </a:defRPr>
            </a:lvl1pPr>
          </a:lstStyle>
          <a:p>
            <a:pPr lvl="0"/>
            <a:r>
              <a:rPr lang="en-GB" dirty="0"/>
              <a:t>INSIGHT</a:t>
            </a:r>
            <a:endParaRPr lang="x-none" dirty="0"/>
          </a:p>
        </p:txBody>
      </p:sp>
      <p:sp>
        <p:nvSpPr>
          <p:cNvPr id="12" name="Footer Placeholder 4">
            <a:extLst>
              <a:ext uri="{FF2B5EF4-FFF2-40B4-BE49-F238E27FC236}">
                <a16:creationId xmlns:a16="http://schemas.microsoft.com/office/drawing/2014/main" id="{43251F8B-F318-5F44-B782-0A1B78572AD7}"/>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18648030-9CF7-004F-82B0-682CBA02C2E0}"/>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1" name="Text Placeholder 4">
            <a:extLst>
              <a:ext uri="{FF2B5EF4-FFF2-40B4-BE49-F238E27FC236}">
                <a16:creationId xmlns:a16="http://schemas.microsoft.com/office/drawing/2014/main" id="{62A3F005-67B4-1744-A87B-CD8D53271F4E}"/>
              </a:ext>
            </a:extLst>
          </p:cNvPr>
          <p:cNvSpPr>
            <a:spLocks noGrp="1"/>
          </p:cNvSpPr>
          <p:nvPr>
            <p:ph type="body" sz="quarter" idx="17"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3265959082"/>
      </p:ext>
    </p:extLst>
  </p:cSld>
  <p:clrMapOvr>
    <a:masterClrMapping/>
  </p:clrMapOvr>
  <p:extLst>
    <p:ext uri="{DCECCB84-F9BA-43D5-87BE-67443E8EF086}">
      <p15:sldGuideLst xmlns:p15="http://schemas.microsoft.com/office/powerpoint/2012/main">
        <p15:guide id="1" pos="91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515939" y="1705397"/>
            <a:ext cx="5580063" cy="3447209"/>
          </a:xfrm>
          <a:prstGeom prst="rect">
            <a:avLst/>
          </a:prstGeom>
          <a:solidFill>
            <a:srgbClr val="DCE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a:solidFill>
                <a:srgbClr val="001D39"/>
              </a:solidFill>
            </a:endParaRP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1124285" y="2636912"/>
            <a:ext cx="10044113" cy="1123488"/>
          </a:xfrm>
        </p:spPr>
        <p:txBody>
          <a:bodyPr/>
          <a:lstStyle>
            <a:lvl1pPr marL="0" marR="0" indent="0" algn="l" defTabSz="685800" rtl="0" eaLnBrk="1" fontAlgn="auto" latinLnBrk="0" hangingPunct="1">
              <a:lnSpc>
                <a:spcPct val="150000"/>
              </a:lnSpc>
              <a:spcBef>
                <a:spcPts val="750"/>
              </a:spcBef>
              <a:spcAft>
                <a:spcPts val="0"/>
              </a:spcAft>
              <a:buClr>
                <a:srgbClr val="AFD8ED"/>
              </a:buClr>
              <a:buSzTx/>
              <a:buFontTx/>
              <a:buNone/>
              <a:tabLst/>
              <a:defRPr b="1" i="0">
                <a:solidFill>
                  <a:srgbClr val="122C0E"/>
                </a:solidFill>
                <a:latin typeface="Garamond" panose="02020404030301010803" pitchFamily="18" charset="0"/>
                <a:ea typeface="Noto Serif" panose="02020600060500020200" pitchFamily="18" charset="0"/>
                <a:cs typeface="Noto Serif" panose="02020600060500020200" pitchFamily="18" charset="0"/>
              </a:defRPr>
            </a:lvl1pPr>
            <a:lvl2pPr>
              <a:defRPr b="0" i="0">
                <a:solidFill>
                  <a:srgbClr val="001D39"/>
                </a:solidFill>
                <a:latin typeface="Orpheus Pro Medium" panose="02000000000000000000" pitchFamily="2" charset="77"/>
              </a:defRPr>
            </a:lvl2pPr>
            <a:lvl3pPr marL="685800" indent="0">
              <a:buFontTx/>
              <a:buNone/>
              <a:defRPr b="0" i="0">
                <a:solidFill>
                  <a:srgbClr val="001D39"/>
                </a:solidFill>
                <a:latin typeface="Orpheus Pro Medium" panose="02000000000000000000" pitchFamily="2" charset="77"/>
              </a:defRPr>
            </a:lvl3pPr>
            <a:lvl4pPr marL="1028700" indent="0">
              <a:buFontTx/>
              <a:buNone/>
              <a:defRPr b="0" i="0">
                <a:solidFill>
                  <a:srgbClr val="001D39"/>
                </a:solidFill>
                <a:latin typeface="Orpheus Pro Medium" panose="02000000000000000000" pitchFamily="2" charset="77"/>
              </a:defRPr>
            </a:lvl4pPr>
            <a:lvl5pPr marL="1371600" indent="0">
              <a:buFontTx/>
              <a:buNone/>
              <a:defRPr b="0" i="0">
                <a:solidFill>
                  <a:srgbClr val="001D39"/>
                </a:solidFill>
                <a:latin typeface="Orpheus Pro Medium" panose="02000000000000000000" pitchFamily="2" charset="77"/>
              </a:defRPr>
            </a:lvl5pPr>
          </a:lstStyle>
          <a:p>
            <a:pPr marL="0" marR="0" lvl="0" indent="0" algn="l" defTabSz="685800" rtl="0" eaLnBrk="1" fontAlgn="auto" latinLnBrk="0" hangingPunct="1">
              <a:lnSpc>
                <a:spcPct val="150000"/>
              </a:lnSpc>
              <a:spcBef>
                <a:spcPts val="750"/>
              </a:spcBef>
              <a:spcAft>
                <a:spcPts val="0"/>
              </a:spcAft>
              <a:buClr>
                <a:srgbClr val="AFD8ED"/>
              </a:buClr>
              <a:buSzTx/>
              <a:buFontTx/>
              <a:buNone/>
              <a:tabLst/>
              <a:defRPr/>
            </a:pPr>
            <a:r>
              <a:rPr lang="en-GB" dirty="0"/>
              <a:t>Quote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a:p>
            <a:pPr lvl="0"/>
            <a:endParaRPr lang="en-GB" dirty="0"/>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1631505" y="3979918"/>
            <a:ext cx="4354100" cy="358542"/>
          </a:xfrm>
        </p:spPr>
        <p:txBody>
          <a:bodyPr>
            <a:noAutofit/>
          </a:bodyPr>
          <a:lstStyle>
            <a:lvl1pPr marL="0" indent="0">
              <a:buNone/>
              <a:defRPr sz="900">
                <a:solidFill>
                  <a:srgbClr val="5FAF4B"/>
                </a:solidFill>
              </a:defRPr>
            </a:lvl1pPr>
          </a:lstStyle>
          <a:p>
            <a:pPr lvl="0"/>
            <a:r>
              <a:rPr lang="en-US" dirty="0">
                <a:effectLst/>
              </a:rPr>
              <a:t>NATO SECRETARY GENERAL JENS STOLTENBERG</a:t>
            </a:r>
            <a:endParaRPr lang="x-none" dirty="0"/>
          </a:p>
        </p:txBody>
      </p:sp>
      <p:sp>
        <p:nvSpPr>
          <p:cNvPr id="2" name="Rectangle 1">
            <a:extLst>
              <a:ext uri="{FF2B5EF4-FFF2-40B4-BE49-F238E27FC236}">
                <a16:creationId xmlns:a16="http://schemas.microsoft.com/office/drawing/2014/main" id="{66461205-76E3-1645-BAEA-9824F907EE9C}"/>
              </a:ext>
            </a:extLst>
          </p:cNvPr>
          <p:cNvSpPr/>
          <p:nvPr userDrawn="1"/>
        </p:nvSpPr>
        <p:spPr>
          <a:xfrm>
            <a:off x="1236216" y="4161488"/>
            <a:ext cx="323280" cy="45719"/>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Footer Placeholder 4">
            <a:extLst>
              <a:ext uri="{FF2B5EF4-FFF2-40B4-BE49-F238E27FC236}">
                <a16:creationId xmlns:a16="http://schemas.microsoft.com/office/drawing/2014/main" id="{9B4FD6F2-1834-E84C-AE9F-F790780A946D}"/>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3" name="Slide Number Placeholder 5">
            <a:extLst>
              <a:ext uri="{FF2B5EF4-FFF2-40B4-BE49-F238E27FC236}">
                <a16:creationId xmlns:a16="http://schemas.microsoft.com/office/drawing/2014/main" id="{A2259B1D-626B-0445-B9CA-501D4CE9A872}"/>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pic>
        <p:nvPicPr>
          <p:cNvPr id="16" name="Graphic 15">
            <a:extLst>
              <a:ext uri="{FF2B5EF4-FFF2-40B4-BE49-F238E27FC236}">
                <a16:creationId xmlns:a16="http://schemas.microsoft.com/office/drawing/2014/main" id="{0F87250E-4397-1D43-9DEF-7A2143B0AC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401" y="1936347"/>
            <a:ext cx="457649" cy="406799"/>
          </a:xfrm>
          <a:prstGeom prst="rect">
            <a:avLst/>
          </a:prstGeom>
        </p:spPr>
      </p:pic>
      <p:pic>
        <p:nvPicPr>
          <p:cNvPr id="18" name="Graphic 17">
            <a:extLst>
              <a:ext uri="{FF2B5EF4-FFF2-40B4-BE49-F238E27FC236}">
                <a16:creationId xmlns:a16="http://schemas.microsoft.com/office/drawing/2014/main" id="{92219949-D07D-2E48-A414-A18D53FE409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96162" y="4579001"/>
            <a:ext cx="457649" cy="406799"/>
          </a:xfrm>
          <a:prstGeom prst="rect">
            <a:avLst/>
          </a:prstGeom>
        </p:spPr>
      </p:pic>
      <p:sp>
        <p:nvSpPr>
          <p:cNvPr id="10" name="Text Placeholder 4">
            <a:extLst>
              <a:ext uri="{FF2B5EF4-FFF2-40B4-BE49-F238E27FC236}">
                <a16:creationId xmlns:a16="http://schemas.microsoft.com/office/drawing/2014/main" id="{5942F261-A0BA-3B40-A99D-FB9F12308BC5}"/>
              </a:ext>
            </a:extLst>
          </p:cNvPr>
          <p:cNvSpPr>
            <a:spLocks noGrp="1"/>
          </p:cNvSpPr>
          <p:nvPr>
            <p:ph type="body" sz="quarter" idx="17"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507145049"/>
      </p:ext>
    </p:extLst>
  </p:cSld>
  <p:clrMapOvr>
    <a:masterClrMapping/>
  </p:clrMapOvr>
  <p:extLst>
    <p:ext uri="{DCECCB84-F9BA-43D5-87BE-67443E8EF086}">
      <p15:sldGuideLst xmlns:p15="http://schemas.microsoft.com/office/powerpoint/2012/main">
        <p15:guide id="1" pos="917" userDrawn="1">
          <p15:clr>
            <a:srgbClr val="FBAE40"/>
          </p15:clr>
        </p15:guide>
        <p15:guide id="2" pos="9353" userDrawn="1">
          <p15:clr>
            <a:srgbClr val="FBAE40"/>
          </p15:clr>
        </p15:guide>
        <p15:guide id="3" orient="horz" pos="686" userDrawn="1">
          <p15:clr>
            <a:srgbClr val="FBAE40"/>
          </p15:clr>
        </p15:guide>
        <p15:guide id="4" orient="horz" pos="3634"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7540FA-DACD-CE4A-ACC0-6B27872EFE03}"/>
              </a:ext>
            </a:extLst>
          </p:cNvPr>
          <p:cNvSpPr>
            <a:spLocks noGrp="1"/>
          </p:cNvSpPr>
          <p:nvPr>
            <p:ph type="title" hasCustomPrompt="1"/>
          </p:nvPr>
        </p:nvSpPr>
        <p:spPr>
          <a:xfrm>
            <a:off x="1200150" y="2996954"/>
            <a:ext cx="9024319" cy="1325563"/>
          </a:xfrm>
        </p:spPr>
        <p:txBody>
          <a:bodyPr/>
          <a:lstStyle>
            <a:lvl1pPr>
              <a:defRPr>
                <a:solidFill>
                  <a:srgbClr val="DCEBD5"/>
                </a:solidFill>
              </a:defRPr>
            </a:lvl1pPr>
          </a:lstStyle>
          <a:p>
            <a:r>
              <a:rPr lang="en-GB" dirty="0"/>
              <a:t>Contact us</a:t>
            </a:r>
            <a:endParaRPr lang="x-none" dirty="0"/>
          </a:p>
        </p:txBody>
      </p:sp>
      <p:sp>
        <p:nvSpPr>
          <p:cNvPr id="10" name="Rectangle 9">
            <a:extLst>
              <a:ext uri="{FF2B5EF4-FFF2-40B4-BE49-F238E27FC236}">
                <a16:creationId xmlns:a16="http://schemas.microsoft.com/office/drawing/2014/main" id="{5090C143-DA3B-4448-9677-16B52934BB82}"/>
              </a:ext>
            </a:extLst>
          </p:cNvPr>
          <p:cNvSpPr/>
          <p:nvPr userDrawn="1"/>
        </p:nvSpPr>
        <p:spPr>
          <a:xfrm>
            <a:off x="1319684" y="4350172"/>
            <a:ext cx="64667" cy="769003"/>
          </a:xfrm>
          <a:prstGeom prst="rect">
            <a:avLst/>
          </a:prstGeom>
          <a:solidFill>
            <a:srgbClr val="5FA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 name="TextBox 1">
            <a:extLst>
              <a:ext uri="{FF2B5EF4-FFF2-40B4-BE49-F238E27FC236}">
                <a16:creationId xmlns:a16="http://schemas.microsoft.com/office/drawing/2014/main" id="{1C510BFC-7967-9A42-8BDB-BFB3BEAC4429}"/>
              </a:ext>
            </a:extLst>
          </p:cNvPr>
          <p:cNvSpPr txBox="1"/>
          <p:nvPr userDrawn="1"/>
        </p:nvSpPr>
        <p:spPr>
          <a:xfrm>
            <a:off x="3160209" y="5290457"/>
            <a:ext cx="184731" cy="300082"/>
          </a:xfrm>
          <a:prstGeom prst="rect">
            <a:avLst/>
          </a:prstGeom>
          <a:noFill/>
        </p:spPr>
        <p:txBody>
          <a:bodyPr wrap="none" rtlCol="0">
            <a:spAutoFit/>
          </a:bodyPr>
          <a:lstStyle/>
          <a:p>
            <a:endParaRPr lang="x-none" sz="1350" dirty="0"/>
          </a:p>
        </p:txBody>
      </p:sp>
      <p:sp>
        <p:nvSpPr>
          <p:cNvPr id="21" name="Text Placeholder 20">
            <a:extLst>
              <a:ext uri="{FF2B5EF4-FFF2-40B4-BE49-F238E27FC236}">
                <a16:creationId xmlns:a16="http://schemas.microsoft.com/office/drawing/2014/main" id="{D61FBFD3-0C7E-6944-839E-23CE2A3959D9}"/>
              </a:ext>
            </a:extLst>
          </p:cNvPr>
          <p:cNvSpPr>
            <a:spLocks noGrp="1"/>
          </p:cNvSpPr>
          <p:nvPr>
            <p:ph type="body" sz="quarter" idx="14" hasCustomPrompt="1"/>
          </p:nvPr>
        </p:nvSpPr>
        <p:spPr>
          <a:xfrm>
            <a:off x="2351089" y="4337729"/>
            <a:ext cx="3887787" cy="342900"/>
          </a:xfrm>
        </p:spPr>
        <p:txBody>
          <a:bodyPr anchor="ctr">
            <a:noAutofit/>
          </a:bodyPr>
          <a:lstStyle>
            <a:lvl1pPr marL="0" indent="0">
              <a:buNone/>
              <a:defRPr sz="1050">
                <a:solidFill>
                  <a:srgbClr val="FFFFFF"/>
                </a:solidFill>
              </a:defRPr>
            </a:lvl1pPr>
          </a:lstStyle>
          <a:p>
            <a:pPr lvl="0"/>
            <a:r>
              <a:rPr lang="en-GB" dirty="0" err="1"/>
              <a:t>John.doe@nato.int</a:t>
            </a:r>
            <a:endParaRPr lang="x-none" dirty="0"/>
          </a:p>
        </p:txBody>
      </p:sp>
      <p:sp>
        <p:nvSpPr>
          <p:cNvPr id="22" name="Text Placeholder 20">
            <a:extLst>
              <a:ext uri="{FF2B5EF4-FFF2-40B4-BE49-F238E27FC236}">
                <a16:creationId xmlns:a16="http://schemas.microsoft.com/office/drawing/2014/main" id="{48D2D7B9-9719-5948-A695-3E51EFFC1289}"/>
              </a:ext>
            </a:extLst>
          </p:cNvPr>
          <p:cNvSpPr>
            <a:spLocks noGrp="1"/>
          </p:cNvSpPr>
          <p:nvPr>
            <p:ph type="body" sz="quarter" idx="15" hasCustomPrompt="1"/>
          </p:nvPr>
        </p:nvSpPr>
        <p:spPr>
          <a:xfrm>
            <a:off x="2351089" y="4714542"/>
            <a:ext cx="3887787" cy="342900"/>
          </a:xfrm>
        </p:spPr>
        <p:txBody>
          <a:bodyPr anchor="ctr">
            <a:noAutofit/>
          </a:bodyPr>
          <a:lstStyle>
            <a:lvl1pPr marL="0" indent="0">
              <a:buNone/>
              <a:defRPr sz="1050">
                <a:solidFill>
                  <a:srgbClr val="FFFFFF"/>
                </a:solidFill>
              </a:defRPr>
            </a:lvl1pPr>
          </a:lstStyle>
          <a:p>
            <a:pPr lvl="0"/>
            <a:r>
              <a:rPr lang="en-GB" dirty="0"/>
              <a:t>+32 (0)475 12 34 56</a:t>
            </a:r>
            <a:endParaRPr lang="x-none" dirty="0"/>
          </a:p>
        </p:txBody>
      </p:sp>
      <p:sp>
        <p:nvSpPr>
          <p:cNvPr id="15" name="Footer Placeholder 4">
            <a:extLst>
              <a:ext uri="{FF2B5EF4-FFF2-40B4-BE49-F238E27FC236}">
                <a16:creationId xmlns:a16="http://schemas.microsoft.com/office/drawing/2014/main" id="{9B634A37-9158-B44C-BD04-1C623BBE9270}"/>
              </a:ext>
            </a:extLst>
          </p:cNvPr>
          <p:cNvSpPr>
            <a:spLocks noGrp="1"/>
          </p:cNvSpPr>
          <p:nvPr>
            <p:ph type="ftr" sz="quarter" idx="3"/>
          </p:nvPr>
        </p:nvSpPr>
        <p:spPr>
          <a:xfrm>
            <a:off x="188696" y="6308727"/>
            <a:ext cx="4114800" cy="365125"/>
          </a:xfrm>
          <a:prstGeom prst="rect">
            <a:avLst/>
          </a:prstGeom>
        </p:spPr>
        <p:txBody>
          <a:bodyPr vert="horz" lIns="91440" tIns="45720" rIns="91440" bIns="45720" rtlCol="0" anchor="ctr"/>
          <a:lstStyle>
            <a:lvl1pPr algn="l">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17" name="Slide Number Placeholder 5">
            <a:extLst>
              <a:ext uri="{FF2B5EF4-FFF2-40B4-BE49-F238E27FC236}">
                <a16:creationId xmlns:a16="http://schemas.microsoft.com/office/drawing/2014/main" id="{0C5CCA6E-E857-D343-9DF5-20B5F4BA616B}"/>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sp>
        <p:nvSpPr>
          <p:cNvPr id="14" name="Text Placeholder 13">
            <a:extLst>
              <a:ext uri="{FF2B5EF4-FFF2-40B4-BE49-F238E27FC236}">
                <a16:creationId xmlns:a16="http://schemas.microsoft.com/office/drawing/2014/main" id="{CFB8BF25-CCAE-7542-AC64-559F2A7B95C5}"/>
              </a:ext>
            </a:extLst>
          </p:cNvPr>
          <p:cNvSpPr>
            <a:spLocks noGrp="1"/>
          </p:cNvSpPr>
          <p:nvPr>
            <p:ph type="body" sz="quarter" idx="18" hasCustomPrompt="1"/>
          </p:nvPr>
        </p:nvSpPr>
        <p:spPr>
          <a:xfrm>
            <a:off x="1580345" y="4329033"/>
            <a:ext cx="781051" cy="385511"/>
          </a:xfrm>
        </p:spPr>
        <p:txBody>
          <a:bodyPr>
            <a:normAutofit/>
          </a:bodyPr>
          <a:lstStyle>
            <a:lvl1pPr marL="0" indent="0">
              <a:buNone/>
              <a:defRPr sz="900">
                <a:solidFill>
                  <a:srgbClr val="5FAF4B"/>
                </a:solidFill>
              </a:defRPr>
            </a:lvl1pPr>
          </a:lstStyle>
          <a:p>
            <a:pPr lvl="0"/>
            <a:r>
              <a:rPr lang="x-none" dirty="0"/>
              <a:t>LABEL</a:t>
            </a:r>
          </a:p>
        </p:txBody>
      </p:sp>
      <p:sp>
        <p:nvSpPr>
          <p:cNvPr id="18" name="Text Placeholder 13">
            <a:extLst>
              <a:ext uri="{FF2B5EF4-FFF2-40B4-BE49-F238E27FC236}">
                <a16:creationId xmlns:a16="http://schemas.microsoft.com/office/drawing/2014/main" id="{FC7BFCDB-4508-B448-A3F8-E4129CF2A33E}"/>
              </a:ext>
            </a:extLst>
          </p:cNvPr>
          <p:cNvSpPr>
            <a:spLocks noGrp="1"/>
          </p:cNvSpPr>
          <p:nvPr>
            <p:ph type="body" sz="quarter" idx="19" hasCustomPrompt="1"/>
          </p:nvPr>
        </p:nvSpPr>
        <p:spPr>
          <a:xfrm>
            <a:off x="1580345" y="4704171"/>
            <a:ext cx="781051" cy="385511"/>
          </a:xfrm>
        </p:spPr>
        <p:txBody>
          <a:bodyPr>
            <a:normAutofit/>
          </a:bodyPr>
          <a:lstStyle>
            <a:lvl1pPr marL="0" indent="0">
              <a:buNone/>
              <a:defRPr sz="900">
                <a:solidFill>
                  <a:srgbClr val="5FAF4B"/>
                </a:solidFill>
              </a:defRPr>
            </a:lvl1pPr>
          </a:lstStyle>
          <a:p>
            <a:pPr lvl="0"/>
            <a:r>
              <a:rPr lang="x-none" dirty="0"/>
              <a:t>LABEL</a:t>
            </a:r>
          </a:p>
        </p:txBody>
      </p:sp>
      <p:sp>
        <p:nvSpPr>
          <p:cNvPr id="23" name="Text Placeholder 4">
            <a:extLst>
              <a:ext uri="{FF2B5EF4-FFF2-40B4-BE49-F238E27FC236}">
                <a16:creationId xmlns:a16="http://schemas.microsoft.com/office/drawing/2014/main" id="{FF4190C7-7DAB-CD49-A4F0-5DE76CA06461}"/>
              </a:ext>
            </a:extLst>
          </p:cNvPr>
          <p:cNvSpPr>
            <a:spLocks noGrp="1"/>
          </p:cNvSpPr>
          <p:nvPr>
            <p:ph type="body" sz="quarter" idx="17" hasCustomPrompt="1"/>
          </p:nvPr>
        </p:nvSpPr>
        <p:spPr>
          <a:xfrm>
            <a:off x="1260000" y="180117"/>
            <a:ext cx="2413000" cy="540000"/>
          </a:xfrm>
          <a:solidFill>
            <a:srgbClr val="122C0E"/>
          </a:solidFill>
        </p:spPr>
        <p:txBody>
          <a:bodyPr anchor="ctr" anchorCtr="0">
            <a:normAutofit/>
          </a:bodyPr>
          <a:lstStyle>
            <a:lvl1pPr marL="0" indent="0">
              <a:lnSpc>
                <a:spcPct val="100000"/>
              </a:lnSpc>
              <a:spcBef>
                <a:spcPts val="0"/>
              </a:spcBef>
              <a:buNone/>
              <a:defRPr sz="1050" b="1">
                <a:solidFill>
                  <a:schemeClr val="bg1"/>
                </a:solidFill>
              </a:defRPr>
            </a:lvl1pPr>
          </a:lstStyle>
          <a:p>
            <a:pPr lvl="0"/>
            <a:r>
              <a:rPr lang="en-GB" dirty="0"/>
              <a:t>ALLIED RAPID REACTION CORPS</a:t>
            </a:r>
            <a:endParaRPr lang="x-none" dirty="0"/>
          </a:p>
        </p:txBody>
      </p:sp>
    </p:spTree>
    <p:extLst>
      <p:ext uri="{BB962C8B-B14F-4D97-AF65-F5344CB8AC3E}">
        <p14:creationId xmlns:p14="http://schemas.microsoft.com/office/powerpoint/2010/main" val="335637687"/>
      </p:ext>
    </p:extLst>
  </p:cSld>
  <p:clrMapOvr>
    <a:masterClrMapping/>
  </p:clrMapOvr>
  <p:extLst>
    <p:ext uri="{DCECCB84-F9BA-43D5-87BE-67443E8EF086}">
      <p15:sldGuideLst xmlns:p15="http://schemas.microsoft.com/office/powerpoint/2012/main">
        <p15:guide id="1" pos="1008"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2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1" y="1923442"/>
            <a:ext cx="7192753" cy="3305758"/>
          </a:xfrm>
        </p:spPr>
        <p:txBody>
          <a:bodyPr anchor="b">
            <a:normAutofit/>
          </a:bodyPr>
          <a:lstStyle>
            <a:lvl1pPr algn="l">
              <a:lnSpc>
                <a:spcPct val="100000"/>
              </a:lnSpc>
              <a:defRPr sz="4050"/>
            </a:lvl1pPr>
          </a:lstStyle>
          <a:p>
            <a:r>
              <a:rPr lang="en-US"/>
              <a:t>Click to edit Master title style</a:t>
            </a:r>
            <a:endParaRPr lang="x-none"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6564" y="5551439"/>
            <a:ext cx="58419" cy="469851"/>
          </a:xfrm>
          <a:prstGeom prst="rect">
            <a:avLst/>
          </a:prstGeom>
          <a:solidFill>
            <a:srgbClr val="DCE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sz="1350"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9" y="5578894"/>
            <a:ext cx="4981012" cy="412750"/>
          </a:xfrm>
        </p:spPr>
        <p:txBody>
          <a:bodyPr>
            <a:normAutofit/>
          </a:bodyPr>
          <a:lstStyle>
            <a:lvl1pPr marL="0" indent="0">
              <a:buNone/>
              <a:defRPr sz="1050">
                <a:solidFill>
                  <a:srgbClr val="545454"/>
                </a:solidFill>
              </a:defRPr>
            </a:lvl1pPr>
          </a:lstStyle>
          <a:p>
            <a:pPr lvl="0"/>
            <a:r>
              <a:rPr lang="en-GB" dirty="0"/>
              <a:t>Add Division/Unit/… and change label in front</a:t>
            </a:r>
            <a:endParaRPr lang="x-none"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7" y="5582045"/>
            <a:ext cx="781051" cy="412750"/>
          </a:xfrm>
        </p:spPr>
        <p:txBody>
          <a:bodyPr>
            <a:normAutofit/>
          </a:bodyPr>
          <a:lstStyle>
            <a:lvl1pPr marL="0" indent="0">
              <a:buNone/>
              <a:defRPr sz="900">
                <a:solidFill>
                  <a:srgbClr val="02590F"/>
                </a:solidFill>
              </a:defRPr>
            </a:lvl1pPr>
          </a:lstStyle>
          <a:p>
            <a:pPr lvl="0"/>
            <a:r>
              <a:rPr lang="x-none"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2"/>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DCEBD5">
              <a:alpha val="10196"/>
            </a:srgbClr>
          </a:solidFill>
        </p:spPr>
        <p:txBody>
          <a:bodyPr anchor="ctr"/>
          <a:lstStyle>
            <a:lvl1pPr marL="0" indent="0" algn="ctr">
              <a:buNone/>
              <a:defRPr>
                <a:solidFill>
                  <a:srgbClr val="545454"/>
                </a:solidFill>
              </a:defRPr>
            </a:lvl1pPr>
          </a:lstStyle>
          <a:p>
            <a:r>
              <a:rPr lang="en-US"/>
              <a:t>Click icon to add picture</a:t>
            </a:r>
            <a:endParaRPr lang="x-none" dirty="0"/>
          </a:p>
        </p:txBody>
      </p:sp>
      <p:sp>
        <p:nvSpPr>
          <p:cNvPr id="10" name="Text Placeholder 4">
            <a:extLst>
              <a:ext uri="{FF2B5EF4-FFF2-40B4-BE49-F238E27FC236}">
                <a16:creationId xmlns:a16="http://schemas.microsoft.com/office/drawing/2014/main" id="{C08B3918-EE62-5A43-B2C2-1117F4527B04}"/>
              </a:ext>
            </a:extLst>
          </p:cNvPr>
          <p:cNvSpPr>
            <a:spLocks noGrp="1"/>
          </p:cNvSpPr>
          <p:nvPr>
            <p:ph type="body" sz="quarter" idx="16" hasCustomPrompt="1"/>
          </p:nvPr>
        </p:nvSpPr>
        <p:spPr>
          <a:xfrm>
            <a:off x="1260001" y="180000"/>
            <a:ext cx="2412777" cy="540000"/>
          </a:xfrm>
          <a:solidFill>
            <a:schemeClr val="bg1"/>
          </a:solidFill>
        </p:spPr>
        <p:txBody>
          <a:bodyPr anchor="ctr" anchorCtr="0">
            <a:normAutofit/>
          </a:bodyPr>
          <a:lstStyle>
            <a:lvl1pPr marL="0" indent="0">
              <a:lnSpc>
                <a:spcPct val="100000"/>
              </a:lnSpc>
              <a:spcBef>
                <a:spcPts val="0"/>
              </a:spcBef>
              <a:buNone/>
              <a:defRPr sz="105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1505208449"/>
      </p:ext>
    </p:extLst>
  </p:cSld>
  <p:clrMapOvr>
    <a:masterClrMapping/>
  </p:clrMapOvr>
  <p:extLst>
    <p:ext uri="{DCECCB84-F9BA-43D5-87BE-67443E8EF086}">
      <p15:sldGuideLst xmlns:p15="http://schemas.microsoft.com/office/powerpoint/2012/main">
        <p15:guide id="1" pos="9807" userDrawn="1">
          <p15:clr>
            <a:srgbClr val="FBAE40"/>
          </p15:clr>
        </p15:guide>
        <p15:guide id="2" pos="433" userDrawn="1">
          <p15:clr>
            <a:srgbClr val="FBAE40"/>
          </p15:clr>
        </p15:guide>
        <p15:guide id="3" orient="horz" pos="346" userDrawn="1">
          <p15:clr>
            <a:srgbClr val="FBAE40"/>
          </p15:clr>
        </p15:guide>
        <p15:guide id="4" orient="horz" pos="3974" userDrawn="1">
          <p15:clr>
            <a:srgbClr val="FBAE40"/>
          </p15:clr>
        </p15:guide>
        <p15:guide id="5" pos="887" userDrawn="1">
          <p15:clr>
            <a:srgbClr val="FBAE40"/>
          </p15:clr>
        </p15:guide>
        <p15:guide id="6" orient="horz" pos="2160" userDrawn="1">
          <p15:clr>
            <a:srgbClr val="FBAE40"/>
          </p15:clr>
        </p15:guide>
        <p15:guide id="7" pos="1219"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fld id="{8AC73558-45ED-4ABC-BFBD-10AB3FCA5298}" type="datetime1">
              <a:rPr lang="en-GB" smtClean="0">
                <a:solidFill>
                  <a:prstClr val="black">
                    <a:tint val="75000"/>
                  </a:prstClr>
                </a:solidFill>
              </a:rPr>
              <a:pPr/>
              <a:t>04/11/2022</a:t>
            </a:fld>
            <a:endParaRPr lang="en-GB">
              <a:solidFill>
                <a:prstClr val="black">
                  <a:tint val="75000"/>
                </a:prstClr>
              </a:solidFill>
            </a:endParaRPr>
          </a:p>
        </p:txBody>
      </p:sp>
      <p:sp>
        <p:nvSpPr>
          <p:cNvPr id="3" name="Footer Placeholder 2"/>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554442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12155"/>
            <a:ext cx="10972800" cy="850106"/>
          </a:xfrm>
        </p:spPr>
        <p:txBody>
          <a:bodyPr>
            <a:normAutofit/>
          </a:bodyPr>
          <a:lstStyle>
            <a:lvl1pPr>
              <a:defRPr sz="27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p:txBody>
          <a:bodyPr>
            <a:normAutofit/>
          </a:bodyPr>
          <a:lstStyle>
            <a:lvl1pPr>
              <a:defRPr sz="21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50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4737998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GB"/>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GB">
              <a:solidFill>
                <a:srgbClr val="4D4D4D"/>
              </a:solidFill>
            </a:endParaRPr>
          </a:p>
        </p:txBody>
      </p:sp>
      <p:sp>
        <p:nvSpPr>
          <p:cNvPr id="5" name="Slide Number Placeholder 5"/>
          <p:cNvSpPr>
            <a:spLocks noGrp="1"/>
          </p:cNvSpPr>
          <p:nvPr>
            <p:ph type="sldNum" sz="quarter" idx="12"/>
          </p:nvPr>
        </p:nvSpPr>
        <p:spPr>
          <a:xfrm>
            <a:off x="9792000" y="6678000"/>
            <a:ext cx="2400000" cy="180000"/>
          </a:xfrm>
          <a:prstGeom prst="rect">
            <a:avLst/>
          </a:prstGeom>
        </p:spPr>
        <p:txBody>
          <a:bodyPr/>
          <a:lstStyle>
            <a:lvl1pPr>
              <a:defRPr/>
            </a:lvl1pPr>
          </a:lstStyle>
          <a:p>
            <a:pPr>
              <a:defRPr/>
            </a:pPr>
            <a:fld id="{99020C3E-5BFE-4380-A45D-9E23B6CDEA86}" type="slidenum">
              <a:rPr lang="en-GB">
                <a:solidFill>
                  <a:srgbClr val="4D4D4D"/>
                </a:solidFill>
              </a:rPr>
              <a:pPr>
                <a:defRPr/>
              </a:pPr>
              <a:t>‹#›</a:t>
            </a:fld>
            <a:endParaRPr lang="en-GB">
              <a:solidFill>
                <a:srgbClr val="4D4D4D"/>
              </a:solidFill>
            </a:endParaRPr>
          </a:p>
        </p:txBody>
      </p:sp>
      <p:sp>
        <p:nvSpPr>
          <p:cNvPr id="8" name="Title 1"/>
          <p:cNvSpPr>
            <a:spLocks noGrp="1"/>
          </p:cNvSpPr>
          <p:nvPr>
            <p:ph type="title"/>
          </p:nvPr>
        </p:nvSpPr>
        <p:spPr>
          <a:xfrm>
            <a:off x="1391477" y="333376"/>
            <a:ext cx="9505056" cy="647353"/>
          </a:xfrm>
        </p:spPr>
        <p:txBody>
          <a:bodyPr/>
          <a:lstStyle/>
          <a:p>
            <a:r>
              <a:rPr lang="en-US"/>
              <a:t>Click to edit Master title style</a:t>
            </a:r>
            <a:endParaRPr lang="en-GB"/>
          </a:p>
        </p:txBody>
      </p:sp>
      <p:sp>
        <p:nvSpPr>
          <p:cNvPr id="9" name="Slide Number Placeholder 1"/>
          <p:cNvSpPr txBox="1">
            <a:spLocks/>
          </p:cNvSpPr>
          <p:nvPr userDrawn="1"/>
        </p:nvSpPr>
        <p:spPr>
          <a:xfrm>
            <a:off x="10992000" y="6316084"/>
            <a:ext cx="1200000" cy="2606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r>
              <a:rPr lang="en-GB" sz="1400" b="1">
                <a:solidFill>
                  <a:prstClr val="black"/>
                </a:solidFill>
                <a:latin typeface="Arial" charset="0"/>
              </a:rPr>
              <a:t>Slide </a:t>
            </a:r>
            <a:fld id="{C7FBE417-DF31-47C9-9D3C-1E16E1C4BF58}" type="slidenum">
              <a:rPr lang="en-GB" sz="1400" b="1" smtClean="0">
                <a:solidFill>
                  <a:prstClr val="black"/>
                </a:solidFill>
                <a:latin typeface="Arial" charset="0"/>
              </a:rPr>
              <a:pPr algn="ctr" fontAlgn="base">
                <a:spcBef>
                  <a:spcPct val="0"/>
                </a:spcBef>
                <a:spcAft>
                  <a:spcPct val="0"/>
                </a:spcAft>
                <a:defRPr/>
              </a:pPr>
              <a:t>‹#›</a:t>
            </a:fld>
            <a:endParaRPr lang="en-GB" sz="1400" b="1" dirty="0">
              <a:solidFill>
                <a:prstClr val="black"/>
              </a:solidFill>
              <a:latin typeface="Arial" charset="0"/>
            </a:endParaRPr>
          </a:p>
        </p:txBody>
      </p:sp>
    </p:spTree>
    <p:extLst>
      <p:ext uri="{BB962C8B-B14F-4D97-AF65-F5344CB8AC3E}">
        <p14:creationId xmlns:p14="http://schemas.microsoft.com/office/powerpoint/2010/main" val="26885513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15123" t="3452" r="3870" b="12049"/>
          <a:stretch/>
        </p:blipFill>
        <p:spPr>
          <a:xfrm>
            <a:off x="1875551" y="209550"/>
            <a:ext cx="9871949" cy="5794960"/>
          </a:xfrm>
          <a:prstGeom prst="rect">
            <a:avLst/>
          </a:prstGeom>
        </p:spPr>
      </p:pic>
      <p:sp>
        <p:nvSpPr>
          <p:cNvPr id="9" name="Rectangle 8"/>
          <p:cNvSpPr/>
          <p:nvPr userDrawn="1"/>
        </p:nvSpPr>
        <p:spPr>
          <a:xfrm>
            <a:off x="239350" y="209550"/>
            <a:ext cx="11713301" cy="98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394174553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p>
            <a:r>
              <a:rPr lang="en-US"/>
              <a:t>Click to edit Master title style</a:t>
            </a:r>
            <a:endParaRPr lang="x-none"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a:buClr>
                <a:srgbClr val="5FAF4B"/>
              </a:buClr>
              <a:defRPr sz="2400"/>
            </a:lvl1pPr>
            <a:lvl2pPr>
              <a:buClr>
                <a:srgbClr val="5FAF4B"/>
              </a:buClr>
              <a:defRPr sz="2000"/>
            </a:lvl2pPr>
            <a:lvl3pPr>
              <a:buClr>
                <a:srgbClr val="5FAF4B"/>
              </a:buClr>
              <a:defRPr sz="1800"/>
            </a:lvl3pPr>
            <a:lvl4pPr>
              <a:buClr>
                <a:srgbClr val="5FAF4B"/>
              </a:buClr>
              <a:defRPr sz="1600"/>
            </a:lvl4pPr>
            <a:lvl5pPr>
              <a:buClr>
                <a:srgbClr val="AFD8ED"/>
              </a:buCl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sp>
        <p:nvSpPr>
          <p:cNvPr id="8" name="Text Placeholder 4">
            <a:extLst>
              <a:ext uri="{FF2B5EF4-FFF2-40B4-BE49-F238E27FC236}">
                <a16:creationId xmlns:a16="http://schemas.microsoft.com/office/drawing/2014/main" id="{4952566C-E2DF-5E42-B591-A069FB971D24}"/>
              </a:ext>
            </a:extLst>
          </p:cNvPr>
          <p:cNvSpPr>
            <a:spLocks noGrp="1"/>
          </p:cNvSpPr>
          <p:nvPr>
            <p:ph type="body" sz="quarter" idx="16" hasCustomPrompt="1"/>
          </p:nvPr>
        </p:nvSpPr>
        <p:spPr>
          <a:xfrm>
            <a:off x="1260000" y="180000"/>
            <a:ext cx="2412777" cy="540000"/>
          </a:xfrm>
          <a:solidFill>
            <a:schemeClr val="bg1"/>
          </a:solidFill>
        </p:spPr>
        <p:txBody>
          <a:bodyPr anchor="ctr" anchorCtr="0">
            <a:normAutofit/>
          </a:bodyPr>
          <a:lstStyle>
            <a:lvl1pPr marL="0" indent="0">
              <a:lnSpc>
                <a:spcPct val="100000"/>
              </a:lnSpc>
              <a:spcBef>
                <a:spcPts val="0"/>
              </a:spcBef>
              <a:buNone/>
              <a:defRPr sz="1400" b="1"/>
            </a:lvl1pPr>
          </a:lstStyle>
          <a:p>
            <a:pPr>
              <a:defRPr/>
            </a:pPr>
            <a:r>
              <a:rPr lang="en-GB" altLang="en-US" dirty="0">
                <a:solidFill>
                  <a:srgbClr val="545454"/>
                </a:solidFill>
              </a:rPr>
              <a:t>ALLIED RAPID REACTION CORPS</a:t>
            </a:r>
          </a:p>
        </p:txBody>
      </p:sp>
    </p:spTree>
    <p:extLst>
      <p:ext uri="{BB962C8B-B14F-4D97-AF65-F5344CB8AC3E}">
        <p14:creationId xmlns:p14="http://schemas.microsoft.com/office/powerpoint/2010/main" val="2452102468"/>
      </p:ext>
    </p:extLst>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 Light">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7" y="4314694"/>
            <a:ext cx="5761413" cy="1519393"/>
          </a:xfrm>
          <a:noFill/>
          <a:ln w="25400">
            <a:noFill/>
          </a:ln>
          <a:effectLst/>
        </p:spPr>
        <p:txBody>
          <a:bodyPr anchor="t">
            <a:normAutofit/>
          </a:bodyPr>
          <a:lstStyle>
            <a:lvl1pPr marL="0" indent="0" algn="l">
              <a:lnSpc>
                <a:spcPct val="150000"/>
              </a:lnSpc>
              <a:buNone/>
              <a:defRPr sz="1800">
                <a:solidFill>
                  <a:srgbClr val="48504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 </a:t>
            </a:r>
            <a:endParaRPr lang="aa-ET"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99263" y="4483862"/>
            <a:ext cx="45719" cy="1643051"/>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solidFill>
                <a:srgbClr val="213065"/>
              </a:solidFill>
            </a:endParaRPr>
          </a:p>
        </p:txBody>
      </p:sp>
      <p:sp>
        <p:nvSpPr>
          <p:cNvPr id="8" name="Text Placeholder 7">
            <a:extLst>
              <a:ext uri="{FF2B5EF4-FFF2-40B4-BE49-F238E27FC236}">
                <a16:creationId xmlns:a16="http://schemas.microsoft.com/office/drawing/2014/main" id="{E521D610-C921-4645-94DC-BE9CD8D3A5CC}"/>
              </a:ext>
            </a:extLst>
          </p:cNvPr>
          <p:cNvSpPr>
            <a:spLocks noGrp="1"/>
          </p:cNvSpPr>
          <p:nvPr>
            <p:ph type="body" sz="quarter" idx="13" hasCustomPrompt="1"/>
          </p:nvPr>
        </p:nvSpPr>
        <p:spPr>
          <a:xfrm>
            <a:off x="2566988" y="5834087"/>
            <a:ext cx="4981012" cy="412750"/>
          </a:xfrm>
        </p:spPr>
        <p:txBody>
          <a:bodyPr>
            <a:normAutofit/>
          </a:bodyPr>
          <a:lstStyle>
            <a:lvl1pPr marL="0" indent="0">
              <a:buNone/>
              <a:defRPr sz="1400">
                <a:solidFill>
                  <a:srgbClr val="545454"/>
                </a:solidFill>
              </a:defRPr>
            </a:lvl1pPr>
          </a:lstStyle>
          <a:p>
            <a:pPr lvl="0"/>
            <a:r>
              <a:rPr lang="en-GB" dirty="0"/>
              <a:t>Add Division/Unit/… and change label in front</a:t>
            </a:r>
            <a:endParaRPr lang="aa-ET" dirty="0"/>
          </a:p>
        </p:txBody>
      </p:sp>
      <p:sp>
        <p:nvSpPr>
          <p:cNvPr id="7" name="Picture Placeholder 6">
            <a:extLst>
              <a:ext uri="{FF2B5EF4-FFF2-40B4-BE49-F238E27FC236}">
                <a16:creationId xmlns:a16="http://schemas.microsoft.com/office/drawing/2014/main" id="{E5E6CAAC-B629-E548-B330-A9FD0C579282}"/>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10196"/>
            </a:srgbClr>
          </a:solidFill>
        </p:spPr>
        <p:txBody>
          <a:bodyPr anchor="ctr"/>
          <a:lstStyle>
            <a:lvl1pPr marL="0" indent="0" algn="ctr">
              <a:buNone/>
              <a:defRPr>
                <a:solidFill>
                  <a:srgbClr val="545454"/>
                </a:solidFill>
              </a:defRPr>
            </a:lvl1pPr>
          </a:lstStyle>
          <a:p>
            <a:r>
              <a:rPr lang="en-US"/>
              <a:t>Click icon to add picture</a:t>
            </a:r>
            <a:endParaRPr lang="aa-ET" dirty="0"/>
          </a:p>
        </p:txBody>
      </p:sp>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0" y="1923442"/>
            <a:ext cx="7192753" cy="2387600"/>
          </a:xfrm>
        </p:spPr>
        <p:txBody>
          <a:bodyPr anchor="b">
            <a:normAutofit/>
          </a:bodyPr>
          <a:lstStyle>
            <a:lvl1pPr algn="l">
              <a:lnSpc>
                <a:spcPct val="100000"/>
              </a:lnSpc>
              <a:defRPr sz="5400">
                <a:solidFill>
                  <a:srgbClr val="327BB8"/>
                </a:solidFill>
              </a:defRPr>
            </a:lvl1pPr>
          </a:lstStyle>
          <a:p>
            <a:r>
              <a:rPr lang="en-US"/>
              <a:t>Click to edit Master title style</a:t>
            </a:r>
            <a:endParaRPr lang="aa-ET" dirty="0"/>
          </a:p>
        </p:txBody>
      </p:sp>
      <p:sp>
        <p:nvSpPr>
          <p:cNvPr id="14" name="Text Placeholder 13">
            <a:extLst>
              <a:ext uri="{FF2B5EF4-FFF2-40B4-BE49-F238E27FC236}">
                <a16:creationId xmlns:a16="http://schemas.microsoft.com/office/drawing/2014/main" id="{E45601A6-C54D-FA46-96D8-A2AAFAD3FB0A}"/>
              </a:ext>
            </a:extLst>
          </p:cNvPr>
          <p:cNvSpPr>
            <a:spLocks noGrp="1"/>
          </p:cNvSpPr>
          <p:nvPr>
            <p:ph type="body" sz="quarter" idx="15" hasCustomPrompt="1"/>
          </p:nvPr>
        </p:nvSpPr>
        <p:spPr>
          <a:xfrm>
            <a:off x="1785938" y="5837238"/>
            <a:ext cx="781050" cy="412750"/>
          </a:xfrm>
        </p:spPr>
        <p:txBody>
          <a:bodyPr>
            <a:normAutofit/>
          </a:bodyPr>
          <a:lstStyle>
            <a:lvl1pPr marL="0" indent="0">
              <a:buNone/>
              <a:defRPr sz="1200">
                <a:solidFill>
                  <a:srgbClr val="327BB8"/>
                </a:solidFill>
              </a:defRPr>
            </a:lvl1pPr>
          </a:lstStyle>
          <a:p>
            <a:pPr lvl="0"/>
            <a:r>
              <a:rPr lang="aa-ET" dirty="0"/>
              <a:t>LABEL</a:t>
            </a:r>
          </a:p>
        </p:txBody>
      </p:sp>
    </p:spTree>
    <p:extLst>
      <p:ext uri="{BB962C8B-B14F-4D97-AF65-F5344CB8AC3E}">
        <p14:creationId xmlns:p14="http://schemas.microsoft.com/office/powerpoint/2010/main" val="3434272254"/>
      </p:ext>
    </p:extLst>
  </p:cSld>
  <p:clrMapOvr>
    <a:masterClrMapping/>
  </p:clrMapOvr>
  <p:extLst>
    <p:ext uri="{DCECCB84-F9BA-43D5-87BE-67443E8EF086}">
      <p15:sldGuideLst xmlns:p15="http://schemas.microsoft.com/office/powerpoint/2012/main">
        <p15:guide id="1" pos="7333">
          <p15:clr>
            <a:srgbClr val="FBAE40"/>
          </p15:clr>
        </p15:guide>
        <p15:guide id="2" pos="302">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0" y="1923442"/>
            <a:ext cx="7192753" cy="3305758"/>
          </a:xfrm>
        </p:spPr>
        <p:txBody>
          <a:bodyPr anchor="b">
            <a:normAutofit/>
          </a:bodyPr>
          <a:lstStyle>
            <a:lvl1pPr algn="l">
              <a:lnSpc>
                <a:spcPct val="100000"/>
              </a:lnSpc>
              <a:defRPr sz="5400">
                <a:solidFill>
                  <a:srgbClr val="327BB8"/>
                </a:solidFill>
                <a:latin typeface="Arial" panose="020B0604020202020204" pitchFamily="34" charset="0"/>
                <a:cs typeface="Arial" panose="020B0604020202020204" pitchFamily="34" charset="0"/>
              </a:defRPr>
            </a:lvl1pPr>
          </a:lstStyle>
          <a:p>
            <a:r>
              <a:rPr lang="en-US"/>
              <a:t>Click to edit Master title style</a:t>
            </a:r>
            <a:endParaRPr lang="aa-ET"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6563" y="5551437"/>
            <a:ext cx="58419" cy="469851"/>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solidFill>
                <a:srgbClr val="D89623"/>
              </a:solidFill>
            </a:endParaRPr>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8" y="5578894"/>
            <a:ext cx="4981012" cy="412750"/>
          </a:xfrm>
        </p:spPr>
        <p:txBody>
          <a:bodyPr>
            <a:normAutofit/>
          </a:bodyPr>
          <a:lstStyle>
            <a:lvl1pPr marL="0" indent="0">
              <a:buNone/>
              <a:defRPr sz="1400">
                <a:solidFill>
                  <a:srgbClr val="485045"/>
                </a:solidFill>
              </a:defRPr>
            </a:lvl1pPr>
          </a:lstStyle>
          <a:p>
            <a:pPr lvl="0"/>
            <a:r>
              <a:rPr lang="en-GB" dirty="0"/>
              <a:t>Add Division/Unit/… and change label in front</a:t>
            </a:r>
            <a:endParaRPr lang="aa-ET"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8" y="5582045"/>
            <a:ext cx="781050" cy="412750"/>
          </a:xfrm>
        </p:spPr>
        <p:txBody>
          <a:bodyPr>
            <a:normAutofit/>
          </a:bodyPr>
          <a:lstStyle>
            <a:lvl1pPr marL="0" indent="0">
              <a:buNone/>
              <a:defRPr sz="1200">
                <a:solidFill>
                  <a:srgbClr val="327BB8"/>
                </a:solidFill>
              </a:defRPr>
            </a:lvl1pPr>
          </a:lstStyle>
          <a:p>
            <a:pPr lvl="0"/>
            <a:r>
              <a:rPr lang="aa-ET"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10196"/>
            </a:srgbClr>
          </a:solidFill>
        </p:spPr>
        <p:txBody>
          <a:bodyPr anchor="ctr"/>
          <a:lstStyle>
            <a:lvl1pPr marL="0" indent="0" algn="ctr">
              <a:buNone/>
              <a:defRPr>
                <a:solidFill>
                  <a:srgbClr val="004A91"/>
                </a:solidFill>
              </a:defRPr>
            </a:lvl1pPr>
          </a:lstStyle>
          <a:p>
            <a:r>
              <a:rPr lang="en-US"/>
              <a:t>Click icon to add picture</a:t>
            </a:r>
            <a:endParaRPr lang="aa-ET" dirty="0"/>
          </a:p>
        </p:txBody>
      </p:sp>
    </p:spTree>
    <p:extLst>
      <p:ext uri="{BB962C8B-B14F-4D97-AF65-F5344CB8AC3E}">
        <p14:creationId xmlns:p14="http://schemas.microsoft.com/office/powerpoint/2010/main" val="597146681"/>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892">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327B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0" y="1923442"/>
            <a:ext cx="7192753" cy="2387600"/>
          </a:xfrm>
        </p:spPr>
        <p:txBody>
          <a:bodyPr anchor="b">
            <a:normAutofit/>
          </a:bodyPr>
          <a:lstStyle>
            <a:lvl1pPr algn="l">
              <a:lnSpc>
                <a:spcPct val="100000"/>
              </a:lnSpc>
              <a:defRPr sz="5400">
                <a:solidFill>
                  <a:srgbClr val="E1E5EA"/>
                </a:solidFill>
              </a:defRPr>
            </a:lvl1pPr>
          </a:lstStyle>
          <a:p>
            <a:r>
              <a:rPr lang="en-US"/>
              <a:t>Click to edit Master title style</a:t>
            </a:r>
            <a:endParaRPr lang="aa-ET" dirty="0"/>
          </a:p>
        </p:txBody>
      </p:sp>
      <p:sp>
        <p:nvSpPr>
          <p:cNvPr id="3" name="Subtitle 2">
            <a:extLst>
              <a:ext uri="{FF2B5EF4-FFF2-40B4-BE49-F238E27FC236}">
                <a16:creationId xmlns:a16="http://schemas.microsoft.com/office/drawing/2014/main" id="{4EE69DA8-BCF7-694F-B1AD-16A00BB01A93}"/>
              </a:ext>
            </a:extLst>
          </p:cNvPr>
          <p:cNvSpPr>
            <a:spLocks noGrp="1"/>
          </p:cNvSpPr>
          <p:nvPr>
            <p:ph type="subTitle" idx="1" hasCustomPrompt="1"/>
          </p:nvPr>
        </p:nvSpPr>
        <p:spPr>
          <a:xfrm>
            <a:off x="1786587" y="4314694"/>
            <a:ext cx="5761413" cy="874313"/>
          </a:xfrm>
          <a:noFill/>
          <a:ln w="25400">
            <a:noFill/>
          </a:ln>
          <a:effectLst/>
        </p:spPr>
        <p:txBody>
          <a:bodyPr anchor="t">
            <a:normAutofit/>
          </a:bodyPr>
          <a:lstStyle>
            <a:lvl1pPr marL="0" indent="0" algn="l">
              <a:lnSpc>
                <a:spcPct val="150000"/>
              </a:lnSpc>
              <a:buNone/>
              <a:defRPr sz="1800">
                <a:solidFill>
                  <a:srgbClr val="F0F4F8"/>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 </a:t>
            </a:r>
            <a:endParaRPr lang="aa-ET"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99263" y="4483862"/>
            <a:ext cx="45719" cy="1643051"/>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solidFill>
                <a:srgbClr val="D89623"/>
              </a:solidFill>
            </a:endParaRPr>
          </a:p>
        </p:txBody>
      </p:sp>
      <p:sp>
        <p:nvSpPr>
          <p:cNvPr id="20" name="Text Placeholder 7">
            <a:extLst>
              <a:ext uri="{FF2B5EF4-FFF2-40B4-BE49-F238E27FC236}">
                <a16:creationId xmlns:a16="http://schemas.microsoft.com/office/drawing/2014/main" id="{3D0BB9A1-3CA7-0341-8982-29D7CEE2B6B3}"/>
              </a:ext>
            </a:extLst>
          </p:cNvPr>
          <p:cNvSpPr>
            <a:spLocks noGrp="1"/>
          </p:cNvSpPr>
          <p:nvPr>
            <p:ph type="body" sz="quarter" idx="13" hasCustomPrompt="1"/>
          </p:nvPr>
        </p:nvSpPr>
        <p:spPr>
          <a:xfrm>
            <a:off x="2566988" y="5834087"/>
            <a:ext cx="4981012" cy="412750"/>
          </a:xfrm>
        </p:spPr>
        <p:txBody>
          <a:bodyPr>
            <a:normAutofit/>
          </a:bodyPr>
          <a:lstStyle>
            <a:lvl1pPr marL="0" indent="0">
              <a:buNone/>
              <a:defRPr sz="1400">
                <a:solidFill>
                  <a:srgbClr val="F0F4F8"/>
                </a:solidFill>
              </a:defRPr>
            </a:lvl1pPr>
          </a:lstStyle>
          <a:p>
            <a:pPr lvl="0"/>
            <a:r>
              <a:rPr lang="en-GB" dirty="0"/>
              <a:t>Add Division/Unit/… and change label in front</a:t>
            </a:r>
            <a:endParaRPr lang="aa-ET" dirty="0"/>
          </a:p>
        </p:txBody>
      </p:sp>
      <p:sp>
        <p:nvSpPr>
          <p:cNvPr id="21" name="Text Placeholder 13">
            <a:extLst>
              <a:ext uri="{FF2B5EF4-FFF2-40B4-BE49-F238E27FC236}">
                <a16:creationId xmlns:a16="http://schemas.microsoft.com/office/drawing/2014/main" id="{B7AF234C-DAB3-CC46-8E4B-405085B6F193}"/>
              </a:ext>
            </a:extLst>
          </p:cNvPr>
          <p:cNvSpPr>
            <a:spLocks noGrp="1"/>
          </p:cNvSpPr>
          <p:nvPr>
            <p:ph type="body" sz="quarter" idx="15" hasCustomPrompt="1"/>
          </p:nvPr>
        </p:nvSpPr>
        <p:spPr>
          <a:xfrm>
            <a:off x="1785938" y="5837238"/>
            <a:ext cx="781050" cy="412750"/>
          </a:xfrm>
        </p:spPr>
        <p:txBody>
          <a:bodyPr>
            <a:normAutofit/>
          </a:bodyPr>
          <a:lstStyle>
            <a:lvl1pPr marL="0" indent="0">
              <a:buNone/>
              <a:defRPr sz="1200">
                <a:solidFill>
                  <a:srgbClr val="E1E5EA"/>
                </a:solidFill>
              </a:defRPr>
            </a:lvl1pPr>
          </a:lstStyle>
          <a:p>
            <a:pPr lvl="0"/>
            <a:r>
              <a:rPr lang="aa-ET" dirty="0"/>
              <a:t>LABEL</a:t>
            </a:r>
          </a:p>
        </p:txBody>
      </p:sp>
      <p:sp>
        <p:nvSpPr>
          <p:cNvPr id="10" name="Picture Placeholder 6">
            <a:extLst>
              <a:ext uri="{FF2B5EF4-FFF2-40B4-BE49-F238E27FC236}">
                <a16:creationId xmlns:a16="http://schemas.microsoft.com/office/drawing/2014/main" id="{B48B4BE8-597B-0046-A030-B3891F45CEC2}"/>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9804"/>
            </a:srgbClr>
          </a:solidFill>
        </p:spPr>
        <p:txBody>
          <a:bodyPr anchor="ctr"/>
          <a:lstStyle>
            <a:lvl1pPr marL="0" indent="0" algn="ctr">
              <a:buNone/>
              <a:defRPr>
                <a:solidFill>
                  <a:srgbClr val="545454"/>
                </a:solidFill>
              </a:defRPr>
            </a:lvl1pPr>
          </a:lstStyle>
          <a:p>
            <a:r>
              <a:rPr lang="en-US"/>
              <a:t>Click icon to add picture</a:t>
            </a:r>
            <a:endParaRPr lang="aa-ET" dirty="0"/>
          </a:p>
        </p:txBody>
      </p:sp>
    </p:spTree>
    <p:extLst>
      <p:ext uri="{BB962C8B-B14F-4D97-AF65-F5344CB8AC3E}">
        <p14:creationId xmlns:p14="http://schemas.microsoft.com/office/powerpoint/2010/main" val="3098075561"/>
      </p:ext>
    </p:extLst>
  </p:cSld>
  <p:clrMapOvr>
    <a:masterClrMapping/>
  </p:clrMapOvr>
  <p:extLst>
    <p:ext uri="{DCECCB84-F9BA-43D5-87BE-67443E8EF086}">
      <p15:sldGuideLst xmlns:p15="http://schemas.microsoft.com/office/powerpoint/2012/main">
        <p15:guide id="1" pos="7355">
          <p15:clr>
            <a:srgbClr val="FBAE40"/>
          </p15:clr>
        </p15:guide>
        <p15:guide id="2" pos="302">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Slide - Dark">
    <p:bg>
      <p:bgPr>
        <a:solidFill>
          <a:srgbClr val="327B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0" y="1923442"/>
            <a:ext cx="7192753" cy="3305758"/>
          </a:xfrm>
        </p:spPr>
        <p:txBody>
          <a:bodyPr anchor="b">
            <a:normAutofit/>
          </a:bodyPr>
          <a:lstStyle>
            <a:lvl1pPr algn="l">
              <a:lnSpc>
                <a:spcPct val="100000"/>
              </a:lnSpc>
              <a:defRPr sz="5400">
                <a:solidFill>
                  <a:srgbClr val="E1E5EA"/>
                </a:solidFill>
              </a:defRPr>
            </a:lvl1pPr>
          </a:lstStyle>
          <a:p>
            <a:r>
              <a:rPr lang="en-US"/>
              <a:t>Click to edit Master title style</a:t>
            </a:r>
            <a:endParaRPr lang="aa-ET"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7489" y="5589240"/>
            <a:ext cx="57494" cy="393744"/>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p>
        </p:txBody>
      </p:sp>
      <p:sp>
        <p:nvSpPr>
          <p:cNvPr id="18" name="Text Placeholder 7">
            <a:extLst>
              <a:ext uri="{FF2B5EF4-FFF2-40B4-BE49-F238E27FC236}">
                <a16:creationId xmlns:a16="http://schemas.microsoft.com/office/drawing/2014/main" id="{483EE20C-AAAD-0E46-8D16-931DCEBEB9CE}"/>
              </a:ext>
            </a:extLst>
          </p:cNvPr>
          <p:cNvSpPr>
            <a:spLocks noGrp="1"/>
          </p:cNvSpPr>
          <p:nvPr>
            <p:ph type="body" sz="quarter" idx="13" hasCustomPrompt="1"/>
          </p:nvPr>
        </p:nvSpPr>
        <p:spPr>
          <a:xfrm>
            <a:off x="2566988" y="5578894"/>
            <a:ext cx="4981012" cy="412750"/>
          </a:xfrm>
        </p:spPr>
        <p:txBody>
          <a:bodyPr>
            <a:normAutofit/>
          </a:bodyPr>
          <a:lstStyle>
            <a:lvl1pPr marL="0" indent="0">
              <a:buNone/>
              <a:defRPr sz="1400">
                <a:solidFill>
                  <a:srgbClr val="F0F4F8"/>
                </a:solidFill>
              </a:defRPr>
            </a:lvl1pPr>
          </a:lstStyle>
          <a:p>
            <a:pPr lvl="0"/>
            <a:r>
              <a:rPr lang="en-GB" dirty="0"/>
              <a:t>Add Division/Unit/… and change label in front</a:t>
            </a:r>
            <a:endParaRPr lang="aa-ET" dirty="0"/>
          </a:p>
        </p:txBody>
      </p:sp>
      <p:sp>
        <p:nvSpPr>
          <p:cNvPr id="19" name="Text Placeholder 13">
            <a:extLst>
              <a:ext uri="{FF2B5EF4-FFF2-40B4-BE49-F238E27FC236}">
                <a16:creationId xmlns:a16="http://schemas.microsoft.com/office/drawing/2014/main" id="{ED0381FC-A6F2-6941-BE1B-0BAB619E2BBA}"/>
              </a:ext>
            </a:extLst>
          </p:cNvPr>
          <p:cNvSpPr>
            <a:spLocks noGrp="1"/>
          </p:cNvSpPr>
          <p:nvPr>
            <p:ph type="body" sz="quarter" idx="15" hasCustomPrompt="1"/>
          </p:nvPr>
        </p:nvSpPr>
        <p:spPr>
          <a:xfrm>
            <a:off x="1785938" y="5582045"/>
            <a:ext cx="781050" cy="412750"/>
          </a:xfrm>
        </p:spPr>
        <p:txBody>
          <a:bodyPr>
            <a:normAutofit/>
          </a:bodyPr>
          <a:lstStyle>
            <a:lvl1pPr marL="0" indent="0">
              <a:buNone/>
              <a:defRPr sz="1200">
                <a:solidFill>
                  <a:srgbClr val="E1E5EA"/>
                </a:solidFill>
              </a:defRPr>
            </a:lvl1pPr>
          </a:lstStyle>
          <a:p>
            <a:pPr lvl="0"/>
            <a:r>
              <a:rPr lang="aa-ET" dirty="0"/>
              <a:t>LABEL</a:t>
            </a:r>
          </a:p>
        </p:txBody>
      </p:sp>
      <p:sp>
        <p:nvSpPr>
          <p:cNvPr id="10" name="Picture Placeholder 6">
            <a:extLst>
              <a:ext uri="{FF2B5EF4-FFF2-40B4-BE49-F238E27FC236}">
                <a16:creationId xmlns:a16="http://schemas.microsoft.com/office/drawing/2014/main" id="{6979B6F6-617E-8547-A144-C62BF97DA45E}"/>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10196"/>
            </a:srgbClr>
          </a:solidFill>
        </p:spPr>
        <p:txBody>
          <a:bodyPr anchor="ctr"/>
          <a:lstStyle>
            <a:lvl1pPr marL="0" indent="0" algn="ctr">
              <a:buNone/>
              <a:defRPr>
                <a:solidFill>
                  <a:srgbClr val="545454"/>
                </a:solidFill>
              </a:defRPr>
            </a:lvl1pPr>
          </a:lstStyle>
          <a:p>
            <a:r>
              <a:rPr lang="en-US"/>
              <a:t>Click icon to add picture</a:t>
            </a:r>
            <a:endParaRPr lang="aa-ET" dirty="0"/>
          </a:p>
        </p:txBody>
      </p:sp>
    </p:spTree>
    <p:extLst>
      <p:ext uri="{BB962C8B-B14F-4D97-AF65-F5344CB8AC3E}">
        <p14:creationId xmlns:p14="http://schemas.microsoft.com/office/powerpoint/2010/main" val="4271178832"/>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8" y="2969841"/>
            <a:ext cx="677242" cy="813217"/>
          </a:xfrm>
        </p:spPr>
        <p:txBody>
          <a:bodyPr/>
          <a:lstStyle>
            <a:lvl1pPr marL="0" indent="0">
              <a:buNone/>
              <a:defRPr sz="2400">
                <a:solidFill>
                  <a:srgbClr val="C4CCD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5"/>
            <a:ext cx="9024318" cy="1325563"/>
          </a:xfrm>
        </p:spPr>
        <p:txBody>
          <a:bodyPr/>
          <a:lstStyle>
            <a:lvl1pPr>
              <a:defRPr>
                <a:solidFill>
                  <a:srgbClr val="E1E5EA"/>
                </a:solidFill>
              </a:defRPr>
            </a:lvl1pPr>
          </a:lstStyle>
          <a:p>
            <a:r>
              <a:rPr lang="en-US"/>
              <a:t>Click to edit Master title style</a:t>
            </a:r>
            <a:endParaRPr lang="aa-ET"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3987471080"/>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Section Header with Image">
    <p:bg>
      <p:bgPr>
        <a:solidFill>
          <a:srgbClr val="327BB8"/>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D87768-FD67-8849-9497-B615192C4642}"/>
              </a:ext>
            </a:extLst>
          </p:cNvPr>
          <p:cNvSpPr>
            <a:spLocks noGrp="1"/>
          </p:cNvSpPr>
          <p:nvPr>
            <p:ph type="body" idx="1" hasCustomPrompt="1"/>
          </p:nvPr>
        </p:nvSpPr>
        <p:spPr>
          <a:xfrm>
            <a:off x="515938" y="2969841"/>
            <a:ext cx="677242" cy="813217"/>
          </a:xfrm>
        </p:spPr>
        <p:txBody>
          <a:bodyPr/>
          <a:lstStyle>
            <a:lvl1pPr marL="0" indent="0">
              <a:buNone/>
              <a:defRPr sz="2400">
                <a:solidFill>
                  <a:srgbClr val="C4CCD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01.</a:t>
            </a:r>
          </a:p>
        </p:txBody>
      </p:sp>
      <p:sp>
        <p:nvSpPr>
          <p:cNvPr id="8" name="Title 7">
            <a:extLst>
              <a:ext uri="{FF2B5EF4-FFF2-40B4-BE49-F238E27FC236}">
                <a16:creationId xmlns:a16="http://schemas.microsoft.com/office/drawing/2014/main" id="{FC7540FA-DACD-CE4A-ACC0-6B27872EFE03}"/>
              </a:ext>
            </a:extLst>
          </p:cNvPr>
          <p:cNvSpPr>
            <a:spLocks noGrp="1"/>
          </p:cNvSpPr>
          <p:nvPr>
            <p:ph type="title"/>
          </p:nvPr>
        </p:nvSpPr>
        <p:spPr>
          <a:xfrm>
            <a:off x="1200150" y="2668005"/>
            <a:ext cx="9024318" cy="1325563"/>
          </a:xfrm>
        </p:spPr>
        <p:txBody>
          <a:bodyPr/>
          <a:lstStyle>
            <a:lvl1pPr>
              <a:defRPr>
                <a:solidFill>
                  <a:srgbClr val="E1E5EA"/>
                </a:solidFill>
              </a:defRPr>
            </a:lvl1pPr>
          </a:lstStyle>
          <a:p>
            <a:r>
              <a:rPr lang="en-US"/>
              <a:t>Click to edit Master title style</a:t>
            </a:r>
            <a:endParaRPr lang="aa-ET" dirty="0"/>
          </a:p>
        </p:txBody>
      </p:sp>
      <p:sp>
        <p:nvSpPr>
          <p:cNvPr id="9" name="Footer Placeholder 4">
            <a:extLst>
              <a:ext uri="{FF2B5EF4-FFF2-40B4-BE49-F238E27FC236}">
                <a16:creationId xmlns:a16="http://schemas.microsoft.com/office/drawing/2014/main" id="{849237EC-B723-E145-9FEB-3C6B83BB1190}"/>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0" name="Slide Number Placeholder 5">
            <a:extLst>
              <a:ext uri="{FF2B5EF4-FFF2-40B4-BE49-F238E27FC236}">
                <a16:creationId xmlns:a16="http://schemas.microsoft.com/office/drawing/2014/main" id="{780797ED-47D5-2A4E-B24E-5FCCC52FD866}"/>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
        <p:nvSpPr>
          <p:cNvPr id="7" name="Picture Placeholder 6">
            <a:extLst>
              <a:ext uri="{FF2B5EF4-FFF2-40B4-BE49-F238E27FC236}">
                <a16:creationId xmlns:a16="http://schemas.microsoft.com/office/drawing/2014/main" id="{F0129D7C-5F05-A749-8516-B484A8F8301E}"/>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10196"/>
            </a:srgbClr>
          </a:solidFill>
        </p:spPr>
        <p:txBody>
          <a:bodyPr anchor="ctr"/>
          <a:lstStyle>
            <a:lvl1pPr marL="0" indent="0" algn="ctr">
              <a:buNone/>
              <a:defRPr>
                <a:solidFill>
                  <a:srgbClr val="545454"/>
                </a:solidFill>
              </a:defRPr>
            </a:lvl1pPr>
          </a:lstStyle>
          <a:p>
            <a:r>
              <a:rPr lang="en-US"/>
              <a:t>Click icon to add picture</a:t>
            </a:r>
            <a:endParaRPr lang="aa-ET" dirty="0"/>
          </a:p>
        </p:txBody>
      </p:sp>
    </p:spTree>
    <p:extLst>
      <p:ext uri="{BB962C8B-B14F-4D97-AF65-F5344CB8AC3E}">
        <p14:creationId xmlns:p14="http://schemas.microsoft.com/office/powerpoint/2010/main" val="2941723597"/>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lvl1pPr>
              <a:defRPr>
                <a:solidFill>
                  <a:srgbClr val="327BB8"/>
                </a:solidFill>
              </a:defRPr>
            </a:lvl1pPr>
          </a:lstStyle>
          <a:p>
            <a:r>
              <a:rPr lang="en-US"/>
              <a:t>Click to edit Master title style</a:t>
            </a:r>
            <a:endParaRPr lang="aa-ET"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a:buClr>
                <a:srgbClr val="C4CCD6"/>
              </a:buClr>
              <a:defRPr sz="2400"/>
            </a:lvl1pPr>
            <a:lvl2pPr>
              <a:buClr>
                <a:srgbClr val="C4CCD6"/>
              </a:buClr>
              <a:defRPr sz="2000"/>
            </a:lvl2pPr>
            <a:lvl3pPr>
              <a:buClr>
                <a:srgbClr val="C4CCD6"/>
              </a:buClr>
              <a:defRPr sz="1800"/>
            </a:lvl3pPr>
            <a:lvl4pPr>
              <a:buClr>
                <a:srgbClr val="C4CCD6"/>
              </a:buClr>
              <a:defRPr sz="1600"/>
            </a:lvl4pPr>
            <a:lvl5pPr>
              <a:buClr>
                <a:srgbClr val="AFD8ED"/>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1766410680"/>
      </p:ext>
    </p:extLst>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0D866-E399-4749-A091-29E354D847D2}"/>
              </a:ext>
            </a:extLst>
          </p:cNvPr>
          <p:cNvSpPr>
            <a:spLocks noGrp="1"/>
          </p:cNvSpPr>
          <p:nvPr>
            <p:ph type="title"/>
          </p:nvPr>
        </p:nvSpPr>
        <p:spPr/>
        <p:txBody>
          <a:bodyPr/>
          <a:lstStyle>
            <a:lvl1pPr>
              <a:defRPr>
                <a:solidFill>
                  <a:srgbClr val="327BB8"/>
                </a:solidFill>
              </a:defRPr>
            </a:lvl1pPr>
          </a:lstStyle>
          <a:p>
            <a:r>
              <a:rPr lang="en-US"/>
              <a:t>Click to edit Master title style</a:t>
            </a:r>
            <a:endParaRPr lang="aa-ET" dirty="0"/>
          </a:p>
        </p:txBody>
      </p:sp>
      <p:sp>
        <p:nvSpPr>
          <p:cNvPr id="3" name="Content Placeholder 2">
            <a:extLst>
              <a:ext uri="{FF2B5EF4-FFF2-40B4-BE49-F238E27FC236}">
                <a16:creationId xmlns:a16="http://schemas.microsoft.com/office/drawing/2014/main" id="{867FE3B6-0510-964C-9271-434C25AE8921}"/>
              </a:ext>
            </a:extLst>
          </p:cNvPr>
          <p:cNvSpPr>
            <a:spLocks noGrp="1"/>
          </p:cNvSpPr>
          <p:nvPr>
            <p:ph sz="half" idx="1"/>
          </p:nvPr>
        </p:nvSpPr>
        <p:spPr>
          <a:xfrm>
            <a:off x="515938"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87E9ADC8-A008-C44B-A3C2-64236DA179A2}"/>
              </a:ext>
            </a:extLst>
          </p:cNvPr>
          <p:cNvSpPr>
            <a:spLocks noGrp="1"/>
          </p:cNvSpPr>
          <p:nvPr>
            <p:ph sz="half" idx="2"/>
          </p:nvPr>
        </p:nvSpPr>
        <p:spPr>
          <a:xfrm>
            <a:off x="5849938" y="2438256"/>
            <a:ext cx="5181600" cy="3691082"/>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7" name="Footer Placeholder 4">
            <a:extLst>
              <a:ext uri="{FF2B5EF4-FFF2-40B4-BE49-F238E27FC236}">
                <a16:creationId xmlns:a16="http://schemas.microsoft.com/office/drawing/2014/main" id="{3E074557-22EE-0646-9DE6-1A844A2479D3}"/>
              </a:ext>
            </a:extLst>
          </p:cNvPr>
          <p:cNvSpPr>
            <a:spLocks noGrp="1"/>
          </p:cNvSpPr>
          <p:nvPr>
            <p:ph type="ftr" sz="quarter" idx="10"/>
          </p:nvPr>
        </p:nvSpPr>
        <p:spPr>
          <a:xfrm>
            <a:off x="188696" y="6308725"/>
            <a:ext cx="4114800" cy="365125"/>
          </a:xfrm>
        </p:spPr>
        <p:txBody>
          <a:bodyPr/>
          <a:lstStyle>
            <a:lvl1pPr>
              <a:defRPr>
                <a:solidFill>
                  <a:srgbClr val="327BB8"/>
                </a:solidFill>
              </a:defRPr>
            </a:lvl1pPr>
          </a:lstStyle>
          <a:p>
            <a:r>
              <a:rPr lang="aa-ET"/>
              <a:t>NATO UNCLASSIFIED</a:t>
            </a:r>
            <a:endParaRPr lang="aa-ET" dirty="0">
              <a:solidFill>
                <a:srgbClr val="327BB8"/>
              </a:solidFill>
            </a:endParaRPr>
          </a:p>
        </p:txBody>
      </p:sp>
      <p:sp>
        <p:nvSpPr>
          <p:cNvPr id="8" name="Slide Number Placeholder 5">
            <a:extLst>
              <a:ext uri="{FF2B5EF4-FFF2-40B4-BE49-F238E27FC236}">
                <a16:creationId xmlns:a16="http://schemas.microsoft.com/office/drawing/2014/main" id="{E668F466-E152-7947-B655-E84B190F14E2}"/>
              </a:ext>
            </a:extLst>
          </p:cNvPr>
          <p:cNvSpPr>
            <a:spLocks noGrp="1"/>
          </p:cNvSpPr>
          <p:nvPr>
            <p:ph type="sldNum" sz="quarter" idx="11"/>
          </p:nvPr>
        </p:nvSpPr>
        <p:spPr>
          <a:xfrm>
            <a:off x="9180297" y="6308725"/>
            <a:ext cx="2743200" cy="365125"/>
          </a:xfrm>
        </p:spPr>
        <p:txBody>
          <a:bodyPr/>
          <a:lstStyle>
            <a:lvl1pPr>
              <a:defRPr>
                <a:solidFill>
                  <a:srgbClr val="327BB8"/>
                </a:solidFill>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364969799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8" y="3173412"/>
            <a:ext cx="5157787"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8" y="2438256"/>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0" y="3173412"/>
            <a:ext cx="5183188"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8" y="1112693"/>
            <a:ext cx="10515600" cy="1325563"/>
          </a:xfrm>
        </p:spPr>
        <p:txBody>
          <a:bodyPr/>
          <a:lstStyle>
            <a:lvl1pPr>
              <a:defRPr>
                <a:solidFill>
                  <a:srgbClr val="327BB8"/>
                </a:solidFill>
              </a:defRPr>
            </a:lvl1pPr>
          </a:lstStyle>
          <a:p>
            <a:r>
              <a:rPr lang="en-US"/>
              <a:t>Click to edit Master title style</a:t>
            </a:r>
            <a:endParaRPr lang="aa-ET" dirty="0"/>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0" y="2438256"/>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4" name="Footer Placeholder 4">
            <a:extLst>
              <a:ext uri="{FF2B5EF4-FFF2-40B4-BE49-F238E27FC236}">
                <a16:creationId xmlns:a16="http://schemas.microsoft.com/office/drawing/2014/main" id="{170AD413-BADD-CC44-B7AA-EA8896768556}"/>
              </a:ext>
            </a:extLst>
          </p:cNvPr>
          <p:cNvSpPr>
            <a:spLocks noGrp="1"/>
          </p:cNvSpPr>
          <p:nvPr>
            <p:ph type="ftr" sz="quarter" idx="10"/>
          </p:nvPr>
        </p:nvSpPr>
        <p:spPr>
          <a:xfrm>
            <a:off x="188696" y="6308725"/>
            <a:ext cx="4114800" cy="365125"/>
          </a:xfrm>
        </p:spPr>
        <p:txBody>
          <a:bodyPr/>
          <a:lstStyle>
            <a:lvl1pPr>
              <a:defRPr>
                <a:solidFill>
                  <a:srgbClr val="327BB8"/>
                </a:solidFill>
              </a:defRPr>
            </a:lvl1pPr>
          </a:lstStyle>
          <a:p>
            <a:r>
              <a:rPr lang="aa-ET"/>
              <a:t>NATO UNCLASSIFIED</a:t>
            </a:r>
            <a:endParaRPr lang="aa-ET" dirty="0"/>
          </a:p>
        </p:txBody>
      </p:sp>
      <p:sp>
        <p:nvSpPr>
          <p:cNvPr id="15" name="Slide Number Placeholder 5">
            <a:extLst>
              <a:ext uri="{FF2B5EF4-FFF2-40B4-BE49-F238E27FC236}">
                <a16:creationId xmlns:a16="http://schemas.microsoft.com/office/drawing/2014/main" id="{5F3BEDC5-2F3C-A544-87B2-874948386E0B}"/>
              </a:ext>
            </a:extLst>
          </p:cNvPr>
          <p:cNvSpPr>
            <a:spLocks noGrp="1"/>
          </p:cNvSpPr>
          <p:nvPr>
            <p:ph type="sldNum" sz="quarter" idx="11"/>
          </p:nvPr>
        </p:nvSpPr>
        <p:spPr>
          <a:xfrm>
            <a:off x="9180297" y="6308725"/>
            <a:ext cx="2743200" cy="365125"/>
          </a:xfrm>
        </p:spPr>
        <p:txBody>
          <a:bodyPr/>
          <a:lstStyle>
            <a:lvl1pPr>
              <a:defRPr>
                <a:solidFill>
                  <a:srgbClr val="327BB8"/>
                </a:solidFill>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383947644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8"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9" y="2438256"/>
            <a:ext cx="3347814"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515938" y="1112693"/>
            <a:ext cx="10515600" cy="1325563"/>
          </a:xfrm>
        </p:spPr>
        <p:txBody>
          <a:bodyPr/>
          <a:lstStyle>
            <a:lvl1pPr>
              <a:defRPr>
                <a:solidFill>
                  <a:srgbClr val="327BB8"/>
                </a:solidFill>
              </a:defRPr>
            </a:lvl1pPr>
          </a:lstStyle>
          <a:p>
            <a:r>
              <a:rPr lang="en-US"/>
              <a:t>Click to edit Master title style</a:t>
            </a:r>
            <a:endParaRPr lang="aa-ET" dirty="0"/>
          </a:p>
        </p:txBody>
      </p:sp>
      <p:sp>
        <p:nvSpPr>
          <p:cNvPr id="9" name="Content Placeholder 3">
            <a:extLst>
              <a:ext uri="{FF2B5EF4-FFF2-40B4-BE49-F238E27FC236}">
                <a16:creationId xmlns:a16="http://schemas.microsoft.com/office/drawing/2014/main" id="{DA10ADEA-8541-5B43-B7EA-A39366AB1A97}"/>
              </a:ext>
            </a:extLst>
          </p:cNvPr>
          <p:cNvSpPr>
            <a:spLocks noGrp="1"/>
          </p:cNvSpPr>
          <p:nvPr>
            <p:ph sz="half" idx="12"/>
          </p:nvPr>
        </p:nvSpPr>
        <p:spPr>
          <a:xfrm>
            <a:off x="4113903"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4" name="Text Placeholder 2">
            <a:extLst>
              <a:ext uri="{FF2B5EF4-FFF2-40B4-BE49-F238E27FC236}">
                <a16:creationId xmlns:a16="http://schemas.microsoft.com/office/drawing/2014/main" id="{96C39F72-553D-D64C-9D1D-AA635EB41EE2}"/>
              </a:ext>
            </a:extLst>
          </p:cNvPr>
          <p:cNvSpPr>
            <a:spLocks noGrp="1"/>
          </p:cNvSpPr>
          <p:nvPr>
            <p:ph type="body" idx="13" hasCustomPrompt="1"/>
          </p:nvPr>
        </p:nvSpPr>
        <p:spPr>
          <a:xfrm>
            <a:off x="4113904" y="2438256"/>
            <a:ext cx="3347814"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5" name="Content Placeholder 3">
            <a:extLst>
              <a:ext uri="{FF2B5EF4-FFF2-40B4-BE49-F238E27FC236}">
                <a16:creationId xmlns:a16="http://schemas.microsoft.com/office/drawing/2014/main" id="{D2530195-F13F-B04D-A745-E6A53976FAC4}"/>
              </a:ext>
            </a:extLst>
          </p:cNvPr>
          <p:cNvSpPr>
            <a:spLocks noGrp="1"/>
          </p:cNvSpPr>
          <p:nvPr>
            <p:ph sz="half" idx="14"/>
          </p:nvPr>
        </p:nvSpPr>
        <p:spPr>
          <a:xfrm>
            <a:off x="7711869" y="3173412"/>
            <a:ext cx="3347815" cy="2955926"/>
          </a:xfrm>
        </p:spPr>
        <p:txBody>
          <a:bodyPr/>
          <a:lstStyle>
            <a:lvl5pPr>
              <a:buClr>
                <a:srgbClr val="5FAF4B"/>
              </a:buClr>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6" name="Text Placeholder 2">
            <a:extLst>
              <a:ext uri="{FF2B5EF4-FFF2-40B4-BE49-F238E27FC236}">
                <a16:creationId xmlns:a16="http://schemas.microsoft.com/office/drawing/2014/main" id="{4413D92C-A42C-2A46-98A0-B29B40B50B28}"/>
              </a:ext>
            </a:extLst>
          </p:cNvPr>
          <p:cNvSpPr>
            <a:spLocks noGrp="1"/>
          </p:cNvSpPr>
          <p:nvPr>
            <p:ph type="body" idx="15" hasCustomPrompt="1"/>
          </p:nvPr>
        </p:nvSpPr>
        <p:spPr>
          <a:xfrm>
            <a:off x="7711870" y="2438256"/>
            <a:ext cx="3347814"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3" name="Footer Placeholder 4">
            <a:extLst>
              <a:ext uri="{FF2B5EF4-FFF2-40B4-BE49-F238E27FC236}">
                <a16:creationId xmlns:a16="http://schemas.microsoft.com/office/drawing/2014/main" id="{64E23829-47DA-2C44-AED6-17CED323073B}"/>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7" name="Slide Number Placeholder 5">
            <a:extLst>
              <a:ext uri="{FF2B5EF4-FFF2-40B4-BE49-F238E27FC236}">
                <a16:creationId xmlns:a16="http://schemas.microsoft.com/office/drawing/2014/main" id="{A9A77119-278E-9C47-87E6-D91C61F6D608}"/>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4678841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515938" y="1772816"/>
            <a:ext cx="5157787" cy="1656184"/>
          </a:xfrm>
        </p:spPr>
        <p:txBody>
          <a:bodyPr/>
          <a:lstStyle>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515938" y="1037660"/>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5848350" y="1772816"/>
            <a:ext cx="5183188" cy="1656184"/>
          </a:xfrm>
        </p:spPr>
        <p:txBody>
          <a:bodyPr/>
          <a:lstStyle>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5848350" y="1037660"/>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7" name="Content Placeholder 3">
            <a:extLst>
              <a:ext uri="{FF2B5EF4-FFF2-40B4-BE49-F238E27FC236}">
                <a16:creationId xmlns:a16="http://schemas.microsoft.com/office/drawing/2014/main" id="{C19221D1-052C-5D40-8511-336429F936DF}"/>
              </a:ext>
            </a:extLst>
          </p:cNvPr>
          <p:cNvSpPr>
            <a:spLocks noGrp="1"/>
          </p:cNvSpPr>
          <p:nvPr>
            <p:ph sz="half" idx="13"/>
          </p:nvPr>
        </p:nvSpPr>
        <p:spPr>
          <a:xfrm>
            <a:off x="515938" y="4476260"/>
            <a:ext cx="5157787" cy="1656184"/>
          </a:xfrm>
        </p:spPr>
        <p:txBody>
          <a:bodyPr/>
          <a:lstStyle>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18" name="Text Placeholder 2">
            <a:extLst>
              <a:ext uri="{FF2B5EF4-FFF2-40B4-BE49-F238E27FC236}">
                <a16:creationId xmlns:a16="http://schemas.microsoft.com/office/drawing/2014/main" id="{720B8056-8C88-0746-A769-F1530B55EF31}"/>
              </a:ext>
            </a:extLst>
          </p:cNvPr>
          <p:cNvSpPr>
            <a:spLocks noGrp="1"/>
          </p:cNvSpPr>
          <p:nvPr>
            <p:ph type="body" idx="14" hasCustomPrompt="1"/>
          </p:nvPr>
        </p:nvSpPr>
        <p:spPr>
          <a:xfrm>
            <a:off x="515938" y="3741104"/>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9" name="Content Placeholder 5">
            <a:extLst>
              <a:ext uri="{FF2B5EF4-FFF2-40B4-BE49-F238E27FC236}">
                <a16:creationId xmlns:a16="http://schemas.microsoft.com/office/drawing/2014/main" id="{0A01FA02-3A50-1046-81FF-94E3ADF0CF6E}"/>
              </a:ext>
            </a:extLst>
          </p:cNvPr>
          <p:cNvSpPr>
            <a:spLocks noGrp="1"/>
          </p:cNvSpPr>
          <p:nvPr>
            <p:ph sz="quarter" idx="15"/>
          </p:nvPr>
        </p:nvSpPr>
        <p:spPr>
          <a:xfrm>
            <a:off x="5848350" y="4476260"/>
            <a:ext cx="5183188" cy="1656184"/>
          </a:xfrm>
        </p:spPr>
        <p:txBody>
          <a:bodyPr/>
          <a:lstStyle>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p:txBody>
      </p:sp>
      <p:sp>
        <p:nvSpPr>
          <p:cNvPr id="20" name="Text Placeholder 2">
            <a:extLst>
              <a:ext uri="{FF2B5EF4-FFF2-40B4-BE49-F238E27FC236}">
                <a16:creationId xmlns:a16="http://schemas.microsoft.com/office/drawing/2014/main" id="{297670B0-9EC5-7C4B-98A8-A7C940914871}"/>
              </a:ext>
            </a:extLst>
          </p:cNvPr>
          <p:cNvSpPr>
            <a:spLocks noGrp="1"/>
          </p:cNvSpPr>
          <p:nvPr>
            <p:ph type="body" idx="16" hasCustomPrompt="1"/>
          </p:nvPr>
        </p:nvSpPr>
        <p:spPr>
          <a:xfrm>
            <a:off x="5848350" y="3741104"/>
            <a:ext cx="5157787" cy="735156"/>
          </a:xfrm>
        </p:spPr>
        <p:txBody>
          <a:bodyPr anchor="b">
            <a:normAutofit/>
          </a:bodyPr>
          <a:lstStyle>
            <a:lvl1pPr marL="0" indent="0">
              <a:buNone/>
              <a:defRPr sz="2000" b="1">
                <a:solidFill>
                  <a:srgbClr val="327BB8"/>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2" name="Footer Placeholder 4">
            <a:extLst>
              <a:ext uri="{FF2B5EF4-FFF2-40B4-BE49-F238E27FC236}">
                <a16:creationId xmlns:a16="http://schemas.microsoft.com/office/drawing/2014/main" id="{B7AB4C84-30B5-7C4B-9D27-50F642A26B28}"/>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4" name="Slide Number Placeholder 5">
            <a:extLst>
              <a:ext uri="{FF2B5EF4-FFF2-40B4-BE49-F238E27FC236}">
                <a16:creationId xmlns:a16="http://schemas.microsoft.com/office/drawing/2014/main" id="{919B5221-A9B0-7940-9FF9-F60966C81219}"/>
              </a:ext>
            </a:extLst>
          </p:cNvPr>
          <p:cNvSpPr>
            <a:spLocks noGrp="1"/>
          </p:cNvSpPr>
          <p:nvPr>
            <p:ph type="sldNum" sz="quarter" idx="17"/>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24316851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b="1" i="0">
                <a:solidFill>
                  <a:srgbClr val="327BB8"/>
                </a:solidFill>
                <a:latin typeface="Garamond" panose="02020404030301010803" pitchFamily="18" charset="0"/>
              </a:defRPr>
            </a:lvl1pPr>
          </a:lstStyle>
          <a:p>
            <a:r>
              <a:rPr lang="en-US"/>
              <a:t>Click to edit Master title style</a:t>
            </a:r>
            <a:endParaRPr lang="aa-ET"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18959112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104416160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208952454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rgbClr val="327BB8"/>
                </a:solidFill>
              </a:defRPr>
            </a:lvl1pPr>
          </a:lstStyle>
          <a:p>
            <a:r>
              <a:rPr lang="en-US"/>
              <a:t>Click to edit Master title style</a:t>
            </a:r>
            <a:endParaRPr lang="aa-ET"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
        <p:nvSpPr>
          <p:cNvPr id="4" name="Chart Placeholder 3">
            <a:extLst>
              <a:ext uri="{FF2B5EF4-FFF2-40B4-BE49-F238E27FC236}">
                <a16:creationId xmlns:a16="http://schemas.microsoft.com/office/drawing/2014/main" id="{CD192DDE-0519-BB48-B2FB-A1392CA91087}"/>
              </a:ext>
            </a:extLst>
          </p:cNvPr>
          <p:cNvSpPr>
            <a:spLocks noGrp="1"/>
          </p:cNvSpPr>
          <p:nvPr>
            <p:ph type="chart" sz="quarter" idx="17"/>
          </p:nvPr>
        </p:nvSpPr>
        <p:spPr>
          <a:xfrm>
            <a:off x="1267691" y="2643144"/>
            <a:ext cx="4398818" cy="3378143"/>
          </a:xfrm>
        </p:spPr>
        <p:txBody>
          <a:bodyPr/>
          <a:lstStyle/>
          <a:p>
            <a:r>
              <a:rPr lang="en-US"/>
              <a:t>Click icon to add chart</a:t>
            </a:r>
            <a:endParaRPr lang="aa-ET"/>
          </a:p>
        </p:txBody>
      </p:sp>
      <p:sp>
        <p:nvSpPr>
          <p:cNvPr id="15" name="Chart Placeholder 3">
            <a:extLst>
              <a:ext uri="{FF2B5EF4-FFF2-40B4-BE49-F238E27FC236}">
                <a16:creationId xmlns:a16="http://schemas.microsoft.com/office/drawing/2014/main" id="{0F742DF2-ED5A-7D4E-8AE9-77E7AD9BD997}"/>
              </a:ext>
            </a:extLst>
          </p:cNvPr>
          <p:cNvSpPr>
            <a:spLocks noGrp="1"/>
          </p:cNvSpPr>
          <p:nvPr>
            <p:ph type="chart" sz="quarter" idx="18"/>
          </p:nvPr>
        </p:nvSpPr>
        <p:spPr>
          <a:xfrm>
            <a:off x="6100949" y="2643144"/>
            <a:ext cx="4398818" cy="3378143"/>
          </a:xfrm>
        </p:spPr>
        <p:txBody>
          <a:bodyPr/>
          <a:lstStyle/>
          <a:p>
            <a:r>
              <a:rPr lang="en-US"/>
              <a:t>Click icon to add chart</a:t>
            </a:r>
            <a:endParaRPr lang="aa-ET"/>
          </a:p>
        </p:txBody>
      </p:sp>
    </p:spTree>
    <p:extLst>
      <p:ext uri="{BB962C8B-B14F-4D97-AF65-F5344CB8AC3E}">
        <p14:creationId xmlns:p14="http://schemas.microsoft.com/office/powerpoint/2010/main" val="20668990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rgbClr val="327BB8"/>
                </a:solidFill>
              </a:defRPr>
            </a:lvl1pPr>
          </a:lstStyle>
          <a:p>
            <a:r>
              <a:rPr lang="en-US"/>
              <a:t>Click to edit Master title style</a:t>
            </a:r>
            <a:endParaRPr lang="aa-ET"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
        <p:nvSpPr>
          <p:cNvPr id="7" name="SmartArt Placeholder 6">
            <a:extLst>
              <a:ext uri="{FF2B5EF4-FFF2-40B4-BE49-F238E27FC236}">
                <a16:creationId xmlns:a16="http://schemas.microsoft.com/office/drawing/2014/main" id="{52C7D779-1844-9B42-BF71-C5C8C0C6E37E}"/>
              </a:ext>
            </a:extLst>
          </p:cNvPr>
          <p:cNvSpPr>
            <a:spLocks noGrp="1"/>
          </p:cNvSpPr>
          <p:nvPr>
            <p:ph type="dgm" sz="quarter" idx="17"/>
          </p:nvPr>
        </p:nvSpPr>
        <p:spPr>
          <a:xfrm>
            <a:off x="515937" y="2997201"/>
            <a:ext cx="11160125" cy="1799752"/>
          </a:xfrm>
        </p:spPr>
        <p:txBody>
          <a:bodyPr/>
          <a:lstStyle/>
          <a:p>
            <a:r>
              <a:rPr lang="en-US"/>
              <a:t>Click icon to add SmartArt graphic</a:t>
            </a:r>
            <a:endParaRPr lang="aa-ET"/>
          </a:p>
        </p:txBody>
      </p:sp>
    </p:spTree>
    <p:extLst>
      <p:ext uri="{BB962C8B-B14F-4D97-AF65-F5344CB8AC3E}">
        <p14:creationId xmlns:p14="http://schemas.microsoft.com/office/powerpoint/2010/main" val="244884464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50A1-80AA-4540-867E-9337914D1645}"/>
              </a:ext>
            </a:extLst>
          </p:cNvPr>
          <p:cNvSpPr>
            <a:spLocks noGrp="1"/>
          </p:cNvSpPr>
          <p:nvPr>
            <p:ph type="title"/>
          </p:nvPr>
        </p:nvSpPr>
        <p:spPr>
          <a:xfrm>
            <a:off x="522233" y="1247774"/>
            <a:ext cx="3932237" cy="1069975"/>
          </a:xfrm>
        </p:spPr>
        <p:txBody>
          <a:bodyPr anchor="b"/>
          <a:lstStyle>
            <a:lvl1pPr>
              <a:defRPr sz="3200">
                <a:solidFill>
                  <a:srgbClr val="327BB8"/>
                </a:solidFill>
              </a:defRPr>
            </a:lvl1pPr>
          </a:lstStyle>
          <a:p>
            <a:r>
              <a:rPr lang="en-US"/>
              <a:t>Click to edit Master title style</a:t>
            </a:r>
            <a:endParaRPr lang="aa-ET" dirty="0"/>
          </a:p>
        </p:txBody>
      </p:sp>
      <p:sp>
        <p:nvSpPr>
          <p:cNvPr id="3" name="Content Placeholder 2">
            <a:extLst>
              <a:ext uri="{FF2B5EF4-FFF2-40B4-BE49-F238E27FC236}">
                <a16:creationId xmlns:a16="http://schemas.microsoft.com/office/drawing/2014/main" id="{55392917-C80D-0645-B785-B6B129FA74F5}"/>
              </a:ext>
            </a:extLst>
          </p:cNvPr>
          <p:cNvSpPr>
            <a:spLocks noGrp="1"/>
          </p:cNvSpPr>
          <p:nvPr>
            <p:ph idx="1"/>
          </p:nvPr>
        </p:nvSpPr>
        <p:spPr>
          <a:xfrm>
            <a:off x="5183188" y="1166813"/>
            <a:ext cx="6172200" cy="4962526"/>
          </a:xfrm>
        </p:spPr>
        <p:txBody>
          <a:bodyPr/>
          <a:lstStyle>
            <a:lvl1pPr>
              <a:defRPr sz="2400"/>
            </a:lvl1pPr>
            <a:lvl2pPr>
              <a:defRPr sz="2000"/>
            </a:lvl2pPr>
            <a:lvl3pPr>
              <a:defRPr sz="1800"/>
            </a:lvl3pPr>
            <a:lvl4pPr>
              <a:defRPr sz="16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p:txBody>
      </p:sp>
      <p:sp>
        <p:nvSpPr>
          <p:cNvPr id="4" name="Text Placeholder 3">
            <a:extLst>
              <a:ext uri="{FF2B5EF4-FFF2-40B4-BE49-F238E27FC236}">
                <a16:creationId xmlns:a16="http://schemas.microsoft.com/office/drawing/2014/main" id="{585E5D54-8724-9B4C-B479-706A97DF72DC}"/>
              </a:ext>
            </a:extLst>
          </p:cNvPr>
          <p:cNvSpPr>
            <a:spLocks noGrp="1"/>
          </p:cNvSpPr>
          <p:nvPr>
            <p:ph type="body" sz="half" idx="2"/>
          </p:nvPr>
        </p:nvSpPr>
        <p:spPr>
          <a:xfrm>
            <a:off x="522233" y="23177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Footer Placeholder 4">
            <a:extLst>
              <a:ext uri="{FF2B5EF4-FFF2-40B4-BE49-F238E27FC236}">
                <a16:creationId xmlns:a16="http://schemas.microsoft.com/office/drawing/2014/main" id="{01662CC6-465C-4A42-BFF8-83D38E994D1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0" name="Slide Number Placeholder 5">
            <a:extLst>
              <a:ext uri="{FF2B5EF4-FFF2-40B4-BE49-F238E27FC236}">
                <a16:creationId xmlns:a16="http://schemas.microsoft.com/office/drawing/2014/main" id="{3F18D5C7-803B-E84A-BEDB-AFCEC6FE9849}"/>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45293938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854C744-C537-8445-893C-CE55E502E8A8}"/>
              </a:ext>
            </a:extLst>
          </p:cNvPr>
          <p:cNvSpPr>
            <a:spLocks noGrp="1"/>
          </p:cNvSpPr>
          <p:nvPr>
            <p:ph type="pic" idx="1"/>
          </p:nvPr>
        </p:nvSpPr>
        <p:spPr>
          <a:xfrm>
            <a:off x="5183188" y="987425"/>
            <a:ext cx="6172200" cy="4873625"/>
          </a:xfrm>
        </p:spPr>
        <p:txBody>
          <a:bodyPr anchor="ctr"/>
          <a:lstStyle>
            <a:lvl1pPr marL="0" indent="0" algn="ctr">
              <a:buNone/>
              <a:defRPr sz="3200">
                <a:solidFill>
                  <a:srgbClr val="327BB8"/>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aa-ET"/>
          </a:p>
        </p:txBody>
      </p:sp>
      <p:sp>
        <p:nvSpPr>
          <p:cNvPr id="10" name="Title 1">
            <a:extLst>
              <a:ext uri="{FF2B5EF4-FFF2-40B4-BE49-F238E27FC236}">
                <a16:creationId xmlns:a16="http://schemas.microsoft.com/office/drawing/2014/main" id="{66136E74-530E-CF40-8523-50A97C1F702A}"/>
              </a:ext>
            </a:extLst>
          </p:cNvPr>
          <p:cNvSpPr>
            <a:spLocks noGrp="1"/>
          </p:cNvSpPr>
          <p:nvPr>
            <p:ph type="title"/>
          </p:nvPr>
        </p:nvSpPr>
        <p:spPr>
          <a:xfrm>
            <a:off x="522233" y="1247774"/>
            <a:ext cx="3932237" cy="1069975"/>
          </a:xfrm>
        </p:spPr>
        <p:txBody>
          <a:bodyPr anchor="b"/>
          <a:lstStyle>
            <a:lvl1pPr>
              <a:defRPr sz="3200">
                <a:solidFill>
                  <a:srgbClr val="327BB8"/>
                </a:solidFill>
              </a:defRPr>
            </a:lvl1pPr>
          </a:lstStyle>
          <a:p>
            <a:r>
              <a:rPr lang="en-US"/>
              <a:t>Click to edit Master title style</a:t>
            </a:r>
            <a:endParaRPr lang="aa-ET" dirty="0"/>
          </a:p>
        </p:txBody>
      </p:sp>
      <p:sp>
        <p:nvSpPr>
          <p:cNvPr id="11"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522233" y="23177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7" name="Footer Placeholder 4">
            <a:extLst>
              <a:ext uri="{FF2B5EF4-FFF2-40B4-BE49-F238E27FC236}">
                <a16:creationId xmlns:a16="http://schemas.microsoft.com/office/drawing/2014/main" id="{CA37A7F5-EE0D-7146-BDF7-6B4C160EBD7D}"/>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2" name="Slide Number Placeholder 5">
            <a:extLst>
              <a:ext uri="{FF2B5EF4-FFF2-40B4-BE49-F238E27FC236}">
                <a16:creationId xmlns:a16="http://schemas.microsoft.com/office/drawing/2014/main" id="{7AD4BF7A-9D8E-134C-93D6-6AAD43A5196E}"/>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301286327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4"/>
            <a:ext cx="10088894"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8894" h="4679951">
                <a:moveTo>
                  <a:pt x="0" y="0"/>
                </a:moveTo>
                <a:lnTo>
                  <a:pt x="10088894" y="10510"/>
                </a:lnTo>
                <a:cubicBezTo>
                  <a:pt x="10086138" y="267009"/>
                  <a:pt x="10072871" y="2215673"/>
                  <a:pt x="10070115" y="2472172"/>
                </a:cubicBezTo>
                <a:lnTo>
                  <a:pt x="5376643" y="2484494"/>
                </a:lnTo>
                <a:lnTo>
                  <a:pt x="5371990" y="4679951"/>
                </a:lnTo>
                <a:lnTo>
                  <a:pt x="0" y="4679951"/>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7" name="Rectangle 6">
            <a:extLst>
              <a:ext uri="{FF2B5EF4-FFF2-40B4-BE49-F238E27FC236}">
                <a16:creationId xmlns:a16="http://schemas.microsoft.com/office/drawing/2014/main" id="{7B8D8AE4-C68B-F147-A1AE-DC7E19D6F874}"/>
              </a:ext>
            </a:extLst>
          </p:cNvPr>
          <p:cNvSpPr/>
          <p:nvPr userDrawn="1"/>
        </p:nvSpPr>
        <p:spPr>
          <a:xfrm>
            <a:off x="6436659" y="3675529"/>
            <a:ext cx="4966447" cy="231289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651625" y="3836988"/>
            <a:ext cx="5024438" cy="698500"/>
          </a:xfrm>
        </p:spPr>
        <p:txBody>
          <a:bodyPr/>
          <a:lstStyle>
            <a:lvl1pPr marL="0" indent="0">
              <a:buFontTx/>
              <a:buNone/>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651625" y="4536234"/>
            <a:ext cx="5024438" cy="1452189"/>
          </a:xfrm>
        </p:spPr>
        <p:txBody>
          <a:bodyPr>
            <a:normAutofit/>
          </a:bodyPr>
          <a:lstStyle>
            <a:lvl1pPr marL="0" indent="0">
              <a:lnSpc>
                <a:spcPct val="150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226414191"/>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Single pictur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9" y="1089024"/>
            <a:ext cx="10088894"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0 w 10088894"/>
              <a:gd name="connsiteY4" fmla="*/ 4679951 h 4679951"/>
              <a:gd name="connsiteX5" fmla="*/ 0 w 10088894"/>
              <a:gd name="connsiteY5"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894" h="4679951">
                <a:moveTo>
                  <a:pt x="0" y="0"/>
                </a:moveTo>
                <a:lnTo>
                  <a:pt x="10088894" y="10510"/>
                </a:lnTo>
                <a:cubicBezTo>
                  <a:pt x="10086138" y="267009"/>
                  <a:pt x="10072871" y="2215673"/>
                  <a:pt x="10070115" y="2472172"/>
                </a:cubicBezTo>
                <a:cubicBezTo>
                  <a:pt x="10072898" y="3206294"/>
                  <a:pt x="10075682" y="3940417"/>
                  <a:pt x="10078465" y="4674539"/>
                </a:cubicBezTo>
                <a:lnTo>
                  <a:pt x="0" y="4679951"/>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991409764"/>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8" y="1089025"/>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8" y="3617540"/>
            <a:ext cx="4602162" cy="698500"/>
          </a:xfrm>
        </p:spPr>
        <p:txBody>
          <a:bodyPr/>
          <a:lstStyle>
            <a:lvl1pPr marL="0" indent="0">
              <a:buFontTx/>
              <a:buNone/>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8" y="4316786"/>
            <a:ext cx="4602162" cy="1801619"/>
          </a:xfrm>
        </p:spPr>
        <p:txBody>
          <a:bodyPr>
            <a:normAutofit/>
          </a:bodyPr>
          <a:lstStyle>
            <a:lvl1pPr marL="0" indent="0">
              <a:lnSpc>
                <a:spcPct val="150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5" y="1076518"/>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2" cy="698500"/>
          </a:xfrm>
        </p:spPr>
        <p:txBody>
          <a:bodyPr/>
          <a:lstStyle>
            <a:lvl1pPr marL="0" indent="0">
              <a:buFontTx/>
              <a:buNone/>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304279"/>
            <a:ext cx="4602162" cy="1801619"/>
          </a:xfrm>
        </p:spPr>
        <p:txBody>
          <a:bodyPr>
            <a:normAutofit/>
          </a:bodyPr>
          <a:lstStyle>
            <a:lvl1pPr marL="0" indent="0">
              <a:lnSpc>
                <a:spcPct val="150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F2008B75-392B-1A41-81B9-B8F1B8A2A502}"/>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6" name="Slide Number Placeholder 5">
            <a:extLst>
              <a:ext uri="{FF2B5EF4-FFF2-40B4-BE49-F238E27FC236}">
                <a16:creationId xmlns:a16="http://schemas.microsoft.com/office/drawing/2014/main" id="{2F2AC46F-A001-3448-8143-A28C03D45CA0}"/>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2948543950"/>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2 Column pictures">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8" y="1089025"/>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515938" y="3617540"/>
            <a:ext cx="4602162" cy="698500"/>
          </a:xfrm>
        </p:spPr>
        <p:txBody>
          <a:bodyPr/>
          <a:lstStyle>
            <a:lvl1pPr marL="0" indent="0">
              <a:buFontTx/>
              <a:buNone/>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515938" y="4709933"/>
            <a:ext cx="4602162" cy="1801619"/>
          </a:xfrm>
        </p:spPr>
        <p:txBody>
          <a:bodyPr>
            <a:normAutofit/>
          </a:bodyPr>
          <a:lstStyle>
            <a:lvl1pPr marL="0" indent="0">
              <a:lnSpc>
                <a:spcPct val="150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5" y="1076518"/>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327BB8"/>
          </a:solidFill>
        </p:spPr>
        <p:txBody>
          <a:bodyPr anchor="t"/>
          <a:lstStyle>
            <a:lvl1pPr marL="0" indent="0" algn="l">
              <a:buNone/>
              <a:defRPr>
                <a:solidFill>
                  <a:schemeClr val="bg1">
                    <a:lumMod val="95000"/>
                  </a:schemeClr>
                </a:solidFill>
              </a:defRPr>
            </a:lvl1pPr>
          </a:lstStyle>
          <a:p>
            <a:r>
              <a:rPr lang="aa-ET"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232735" y="3605033"/>
            <a:ext cx="4602162" cy="698500"/>
          </a:xfrm>
        </p:spPr>
        <p:txBody>
          <a:bodyPr/>
          <a:lstStyle>
            <a:lvl1pPr marL="0" indent="0">
              <a:buFontTx/>
              <a:buNone/>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232735" y="4697426"/>
            <a:ext cx="4602162" cy="1801619"/>
          </a:xfrm>
        </p:spPr>
        <p:txBody>
          <a:bodyPr>
            <a:normAutofit/>
          </a:bodyPr>
          <a:lstStyle>
            <a:lvl1pPr marL="0" indent="0">
              <a:lnSpc>
                <a:spcPct val="150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515937" y="4338884"/>
            <a:ext cx="4602161" cy="358542"/>
          </a:xfrm>
        </p:spPr>
        <p:txBody>
          <a:bodyPr>
            <a:noAutofit/>
          </a:bodyPr>
          <a:lstStyle>
            <a:lvl1pPr marL="0" indent="0">
              <a:buNone/>
              <a:defRPr sz="1200">
                <a:solidFill>
                  <a:srgbClr val="327BB8"/>
                </a:solidFill>
              </a:defRPr>
            </a:lvl1pPr>
          </a:lstStyle>
          <a:p>
            <a:pPr lvl="0"/>
            <a:r>
              <a:rPr lang="en-GB" dirty="0"/>
              <a:t>04/04/2020</a:t>
            </a:r>
            <a:endParaRPr lang="aa-ET"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240876" y="4338884"/>
            <a:ext cx="4602161" cy="358542"/>
          </a:xfrm>
        </p:spPr>
        <p:txBody>
          <a:bodyPr>
            <a:noAutofit/>
          </a:bodyPr>
          <a:lstStyle>
            <a:lvl1pPr marL="0" indent="0">
              <a:buNone/>
              <a:defRPr sz="1200">
                <a:solidFill>
                  <a:srgbClr val="327BB8"/>
                </a:solidFill>
              </a:defRPr>
            </a:lvl1pPr>
          </a:lstStyle>
          <a:p>
            <a:pPr lvl="0"/>
            <a:r>
              <a:rPr lang="en-GB" dirty="0"/>
              <a:t>04/04/2020</a:t>
            </a:r>
            <a:endParaRPr lang="aa-ET" dirty="0"/>
          </a:p>
        </p:txBody>
      </p:sp>
      <p:sp>
        <p:nvSpPr>
          <p:cNvPr id="17" name="Footer Placeholder 4">
            <a:extLst>
              <a:ext uri="{FF2B5EF4-FFF2-40B4-BE49-F238E27FC236}">
                <a16:creationId xmlns:a16="http://schemas.microsoft.com/office/drawing/2014/main" id="{113CB47B-AEEC-094C-A57F-100EACC17D4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8" name="Slide Number Placeholder 5">
            <a:extLst>
              <a:ext uri="{FF2B5EF4-FFF2-40B4-BE49-F238E27FC236}">
                <a16:creationId xmlns:a16="http://schemas.microsoft.com/office/drawing/2014/main" id="{00295F0B-E73E-2F44-8AD2-948678D00F9E}"/>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3409484911"/>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userDrawn="1"/>
        </p:nvSpPr>
        <p:spPr>
          <a:xfrm>
            <a:off x="6243607" y="3424417"/>
            <a:ext cx="4824412" cy="2704921"/>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p>
        </p:txBody>
      </p:sp>
      <p:sp>
        <p:nvSpPr>
          <p:cNvPr id="2" name="Rectangle 1">
            <a:extLst>
              <a:ext uri="{FF2B5EF4-FFF2-40B4-BE49-F238E27FC236}">
                <a16:creationId xmlns:a16="http://schemas.microsoft.com/office/drawing/2014/main" id="{367F2593-0F80-E145-BAF0-C444627EEA99}"/>
              </a:ext>
            </a:extLst>
          </p:cNvPr>
          <p:cNvSpPr/>
          <p:nvPr userDrawn="1"/>
        </p:nvSpPr>
        <p:spPr>
          <a:xfrm>
            <a:off x="515939" y="3428999"/>
            <a:ext cx="4824412" cy="2717428"/>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8" y="1089025"/>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E1E5EA"/>
          </a:solidFill>
        </p:spPr>
        <p:txBody>
          <a:bodyPr anchor="t"/>
          <a:lstStyle>
            <a:lvl1pPr marL="0" indent="0" algn="l">
              <a:buNone/>
              <a:defRPr>
                <a:solidFill>
                  <a:srgbClr val="327BB8"/>
                </a:solidFill>
              </a:defRPr>
            </a:lvl1pPr>
          </a:lstStyle>
          <a:p>
            <a:r>
              <a:rPr lang="aa-ET"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7" y="3617540"/>
            <a:ext cx="4495329" cy="698500"/>
          </a:xfrm>
        </p:spPr>
        <p:txBody>
          <a:bodyPr/>
          <a:lstStyle>
            <a:lvl1pPr marL="0" indent="0">
              <a:buFontTx/>
              <a:buNone/>
              <a:defRPr b="1" i="0">
                <a:solidFill>
                  <a:srgbClr val="E1E5EA"/>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7" y="4709933"/>
            <a:ext cx="4495329" cy="1801619"/>
          </a:xfrm>
        </p:spPr>
        <p:txBody>
          <a:bodyPr>
            <a:normAutofit/>
          </a:bodyPr>
          <a:lstStyle>
            <a:lvl1pPr marL="0" indent="0">
              <a:lnSpc>
                <a:spcPct val="150000"/>
              </a:lnSpc>
              <a:buFontTx/>
              <a:buNone/>
              <a:defRPr sz="16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5" y="1076518"/>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E1E5EA"/>
          </a:solidFill>
        </p:spPr>
        <p:txBody>
          <a:bodyPr anchor="t"/>
          <a:lstStyle>
            <a:lvl1pPr marL="0" indent="0" algn="l">
              <a:buNone/>
              <a:defRPr>
                <a:solidFill>
                  <a:srgbClr val="327BB8"/>
                </a:solidFill>
              </a:defRPr>
            </a:lvl1pPr>
          </a:lstStyle>
          <a:p>
            <a:r>
              <a:rPr lang="aa-ET"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8" cy="698500"/>
          </a:xfrm>
        </p:spPr>
        <p:txBody>
          <a:bodyPr/>
          <a:lstStyle>
            <a:lvl1pPr marL="0" indent="0">
              <a:buFontTx/>
              <a:buNone/>
              <a:defRPr b="1" i="0">
                <a:solidFill>
                  <a:srgbClr val="E1E5EA"/>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697426"/>
            <a:ext cx="4435218" cy="1801619"/>
          </a:xfrm>
        </p:spPr>
        <p:txBody>
          <a:bodyPr>
            <a:normAutofit/>
          </a:bodyPr>
          <a:lstStyle>
            <a:lvl1pPr marL="0" indent="0">
              <a:lnSpc>
                <a:spcPct val="150000"/>
              </a:lnSpc>
              <a:buFontTx/>
              <a:buNone/>
              <a:defRPr sz="16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Text Placeholder 4">
            <a:extLst>
              <a:ext uri="{FF2B5EF4-FFF2-40B4-BE49-F238E27FC236}">
                <a16:creationId xmlns:a16="http://schemas.microsoft.com/office/drawing/2014/main" id="{F4CB97AA-9189-3C45-98CD-178295F25D9A}"/>
              </a:ext>
            </a:extLst>
          </p:cNvPr>
          <p:cNvSpPr>
            <a:spLocks noGrp="1"/>
          </p:cNvSpPr>
          <p:nvPr>
            <p:ph type="body" sz="quarter" idx="18" hasCustomPrompt="1"/>
          </p:nvPr>
        </p:nvSpPr>
        <p:spPr>
          <a:xfrm>
            <a:off x="696516" y="4338884"/>
            <a:ext cx="4469395" cy="358542"/>
          </a:xfrm>
        </p:spPr>
        <p:txBody>
          <a:bodyPr>
            <a:noAutofit/>
          </a:bodyPr>
          <a:lstStyle>
            <a:lvl1pPr marL="0" indent="0">
              <a:buNone/>
              <a:defRPr sz="1200">
                <a:solidFill>
                  <a:srgbClr val="E1E5EA"/>
                </a:solidFill>
              </a:defRPr>
            </a:lvl1pPr>
          </a:lstStyle>
          <a:p>
            <a:pPr lvl="0"/>
            <a:r>
              <a:rPr lang="en-GB" dirty="0"/>
              <a:t>04/04/2020</a:t>
            </a:r>
            <a:endParaRPr lang="aa-ET" dirty="0"/>
          </a:p>
        </p:txBody>
      </p:sp>
      <p:sp>
        <p:nvSpPr>
          <p:cNvPr id="16" name="Text Placeholder 4">
            <a:extLst>
              <a:ext uri="{FF2B5EF4-FFF2-40B4-BE49-F238E27FC236}">
                <a16:creationId xmlns:a16="http://schemas.microsoft.com/office/drawing/2014/main" id="{3F2148FE-A34A-5E44-A0E3-FF3BECC7A4CB}"/>
              </a:ext>
            </a:extLst>
          </p:cNvPr>
          <p:cNvSpPr>
            <a:spLocks noGrp="1"/>
          </p:cNvSpPr>
          <p:nvPr>
            <p:ph type="body" sz="quarter" idx="19" hasCustomPrompt="1"/>
          </p:nvPr>
        </p:nvSpPr>
        <p:spPr>
          <a:xfrm>
            <a:off x="6413311" y="4338884"/>
            <a:ext cx="4435217" cy="358542"/>
          </a:xfrm>
        </p:spPr>
        <p:txBody>
          <a:bodyPr>
            <a:noAutofit/>
          </a:bodyPr>
          <a:lstStyle>
            <a:lvl1pPr marL="0" indent="0">
              <a:buNone/>
              <a:defRPr sz="1200">
                <a:solidFill>
                  <a:srgbClr val="E1E5EA"/>
                </a:solidFill>
              </a:defRPr>
            </a:lvl1pPr>
          </a:lstStyle>
          <a:p>
            <a:pPr lvl="0"/>
            <a:r>
              <a:rPr lang="en-GB" dirty="0"/>
              <a:t>04/04/2020</a:t>
            </a:r>
            <a:endParaRPr lang="aa-ET" dirty="0"/>
          </a:p>
        </p:txBody>
      </p:sp>
      <p:sp>
        <p:nvSpPr>
          <p:cNvPr id="18" name="Footer Placeholder 4">
            <a:extLst>
              <a:ext uri="{FF2B5EF4-FFF2-40B4-BE49-F238E27FC236}">
                <a16:creationId xmlns:a16="http://schemas.microsoft.com/office/drawing/2014/main" id="{FD57E253-7FE0-8F4F-A844-1990B4ED320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9" name="Slide Number Placeholder 5">
            <a:extLst>
              <a:ext uri="{FF2B5EF4-FFF2-40B4-BE49-F238E27FC236}">
                <a16:creationId xmlns:a16="http://schemas.microsoft.com/office/drawing/2014/main" id="{53FBBF50-0C91-5247-9CFE-37D8091E4C46}"/>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1956429556"/>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_2 Column pictures">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04C343-087C-524F-830F-3969246D07E5}"/>
              </a:ext>
            </a:extLst>
          </p:cNvPr>
          <p:cNvSpPr/>
          <p:nvPr userDrawn="1"/>
        </p:nvSpPr>
        <p:spPr>
          <a:xfrm>
            <a:off x="6232737" y="3429000"/>
            <a:ext cx="4824412" cy="2704921"/>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367F2593-0F80-E145-BAF0-C444627EEA99}"/>
              </a:ext>
            </a:extLst>
          </p:cNvPr>
          <p:cNvSpPr/>
          <p:nvPr userDrawn="1"/>
        </p:nvSpPr>
        <p:spPr>
          <a:xfrm>
            <a:off x="515939" y="3428999"/>
            <a:ext cx="4824412" cy="2717428"/>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055688" y="1089025"/>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E1E5EA"/>
          </a:solidFill>
        </p:spPr>
        <p:txBody>
          <a:bodyPr anchor="t"/>
          <a:lstStyle>
            <a:lvl1pPr marL="0" indent="0" algn="l">
              <a:buNone/>
              <a:defRPr>
                <a:solidFill>
                  <a:srgbClr val="327BB8"/>
                </a:solidFill>
              </a:defRPr>
            </a:lvl1pPr>
          </a:lstStyle>
          <a:p>
            <a:r>
              <a:rPr lang="aa-ET" dirty="0"/>
              <a:t>Choose picture</a:t>
            </a: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96517" y="3617540"/>
            <a:ext cx="4495329" cy="698500"/>
          </a:xfrm>
        </p:spPr>
        <p:txBody>
          <a:bodyPr/>
          <a:lstStyle>
            <a:lvl1pPr marL="0" indent="0">
              <a:buFontTx/>
              <a:buNone/>
              <a:defRPr b="1" i="0">
                <a:solidFill>
                  <a:srgbClr val="E1E5EA"/>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96517" y="4314261"/>
            <a:ext cx="4495329" cy="2197291"/>
          </a:xfrm>
        </p:spPr>
        <p:txBody>
          <a:bodyPr>
            <a:normAutofit/>
          </a:bodyPr>
          <a:lstStyle>
            <a:lvl1pPr marL="0" indent="0">
              <a:lnSpc>
                <a:spcPct val="150000"/>
              </a:lnSpc>
              <a:buFontTx/>
              <a:buNone/>
              <a:defRPr sz="16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2" name="Picture Placeholder 5">
            <a:extLst>
              <a:ext uri="{FF2B5EF4-FFF2-40B4-BE49-F238E27FC236}">
                <a16:creationId xmlns:a16="http://schemas.microsoft.com/office/drawing/2014/main" id="{FA54FFD7-8E71-AF41-BFDF-E5799B07A545}"/>
              </a:ext>
            </a:extLst>
          </p:cNvPr>
          <p:cNvSpPr>
            <a:spLocks noGrp="1"/>
          </p:cNvSpPr>
          <p:nvPr>
            <p:ph type="pic" sz="quarter" idx="15" hasCustomPrompt="1"/>
          </p:nvPr>
        </p:nvSpPr>
        <p:spPr>
          <a:xfrm>
            <a:off x="6772485" y="1076518"/>
            <a:ext cx="4903577" cy="3036695"/>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2438556 h 4679951"/>
              <a:gd name="connsiteX6" fmla="*/ 0 w 10088894"/>
              <a:gd name="connsiteY6" fmla="*/ 0 h 4679951"/>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5371990 w 10088894"/>
              <a:gd name="connsiteY4" fmla="*/ 4679951 h 4937762"/>
              <a:gd name="connsiteX5" fmla="*/ 0 w 10088894"/>
              <a:gd name="connsiteY5" fmla="*/ 2438556 h 4937762"/>
              <a:gd name="connsiteX6" fmla="*/ 0 w 10088894"/>
              <a:gd name="connsiteY6" fmla="*/ 0 h 4937762"/>
              <a:gd name="connsiteX0" fmla="*/ 0 w 10088894"/>
              <a:gd name="connsiteY0" fmla="*/ 0 h 4937762"/>
              <a:gd name="connsiteX1" fmla="*/ 10088894 w 10088894"/>
              <a:gd name="connsiteY1" fmla="*/ 10510 h 4937762"/>
              <a:gd name="connsiteX2" fmla="*/ 10070115 w 10088894"/>
              <a:gd name="connsiteY2" fmla="*/ 2472172 h 4937762"/>
              <a:gd name="connsiteX3" fmla="*/ 6447160 w 10088894"/>
              <a:gd name="connsiteY3" fmla="*/ 4937762 h 4937762"/>
              <a:gd name="connsiteX4" fmla="*/ 4691765 w 10088894"/>
              <a:gd name="connsiteY4" fmla="*/ 2449707 h 4937762"/>
              <a:gd name="connsiteX5" fmla="*/ 0 w 10088894"/>
              <a:gd name="connsiteY5" fmla="*/ 2438556 h 4937762"/>
              <a:gd name="connsiteX6" fmla="*/ 0 w 10088894"/>
              <a:gd name="connsiteY6" fmla="*/ 0 h 4937762"/>
              <a:gd name="connsiteX0" fmla="*/ 0 w 10088894"/>
              <a:gd name="connsiteY0" fmla="*/ 0 h 5004669"/>
              <a:gd name="connsiteX1" fmla="*/ 10088894 w 10088894"/>
              <a:gd name="connsiteY1" fmla="*/ 10510 h 5004669"/>
              <a:gd name="connsiteX2" fmla="*/ 10070115 w 10088894"/>
              <a:gd name="connsiteY2" fmla="*/ 2472172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58964 w 10088894"/>
              <a:gd name="connsiteY2" fmla="*/ 4981197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5004669"/>
              <a:gd name="connsiteX1" fmla="*/ 10088894 w 10088894"/>
              <a:gd name="connsiteY1" fmla="*/ 10510 h 5004669"/>
              <a:gd name="connsiteX2" fmla="*/ 10070115 w 10088894"/>
              <a:gd name="connsiteY2" fmla="*/ 2929373 h 5004669"/>
              <a:gd name="connsiteX3" fmla="*/ 4696418 w 10088894"/>
              <a:gd name="connsiteY3" fmla="*/ 5004669 h 5004669"/>
              <a:gd name="connsiteX4" fmla="*/ 4691765 w 10088894"/>
              <a:gd name="connsiteY4" fmla="*/ 2449707 h 5004669"/>
              <a:gd name="connsiteX5" fmla="*/ 0 w 10088894"/>
              <a:gd name="connsiteY5" fmla="*/ 2438556 h 5004669"/>
              <a:gd name="connsiteX6" fmla="*/ 0 w 10088894"/>
              <a:gd name="connsiteY6" fmla="*/ 0 h 5004669"/>
              <a:gd name="connsiteX0" fmla="*/ 0 w 10088894"/>
              <a:gd name="connsiteY0" fmla="*/ 0 h 2929373"/>
              <a:gd name="connsiteX1" fmla="*/ 10088894 w 10088894"/>
              <a:gd name="connsiteY1" fmla="*/ 10510 h 2929373"/>
              <a:gd name="connsiteX2" fmla="*/ 10070115 w 10088894"/>
              <a:gd name="connsiteY2" fmla="*/ 2929373 h 2929373"/>
              <a:gd name="connsiteX3" fmla="*/ 4707569 w 10088894"/>
              <a:gd name="connsiteY3" fmla="*/ 2919391 h 2929373"/>
              <a:gd name="connsiteX4" fmla="*/ 4691765 w 10088894"/>
              <a:gd name="connsiteY4" fmla="*/ 2449707 h 2929373"/>
              <a:gd name="connsiteX5" fmla="*/ 0 w 10088894"/>
              <a:gd name="connsiteY5" fmla="*/ 2438556 h 2929373"/>
              <a:gd name="connsiteX6" fmla="*/ 0 w 10088894"/>
              <a:gd name="connsiteY6" fmla="*/ 0 h 2929373"/>
              <a:gd name="connsiteX0" fmla="*/ 0 w 10070116"/>
              <a:gd name="connsiteY0" fmla="*/ 0 h 2929373"/>
              <a:gd name="connsiteX1" fmla="*/ 4903577 w 10070116"/>
              <a:gd name="connsiteY1" fmla="*/ 10510 h 2929373"/>
              <a:gd name="connsiteX2" fmla="*/ 10070115 w 10070116"/>
              <a:gd name="connsiteY2" fmla="*/ 2929373 h 2929373"/>
              <a:gd name="connsiteX3" fmla="*/ 4707569 w 10070116"/>
              <a:gd name="connsiteY3" fmla="*/ 2919391 h 2929373"/>
              <a:gd name="connsiteX4" fmla="*/ 4691765 w 10070116"/>
              <a:gd name="connsiteY4" fmla="*/ 2449707 h 2929373"/>
              <a:gd name="connsiteX5" fmla="*/ 0 w 10070116"/>
              <a:gd name="connsiteY5" fmla="*/ 2438556 h 2929373"/>
              <a:gd name="connsiteX6" fmla="*/ 0 w 10070116"/>
              <a:gd name="connsiteY6" fmla="*/ 0 h 2929373"/>
              <a:gd name="connsiteX0" fmla="*/ 0 w 4903577"/>
              <a:gd name="connsiteY0" fmla="*/ 0 h 2919391"/>
              <a:gd name="connsiteX1" fmla="*/ 4903577 w 4903577"/>
              <a:gd name="connsiteY1" fmla="*/ 10510 h 2919391"/>
              <a:gd name="connsiteX2" fmla="*/ 4895949 w 4903577"/>
              <a:gd name="connsiteY2" fmla="*/ 2918222 h 2919391"/>
              <a:gd name="connsiteX3" fmla="*/ 4707569 w 4903577"/>
              <a:gd name="connsiteY3" fmla="*/ 2919391 h 2919391"/>
              <a:gd name="connsiteX4" fmla="*/ 4691765 w 4903577"/>
              <a:gd name="connsiteY4" fmla="*/ 2449707 h 2919391"/>
              <a:gd name="connsiteX5" fmla="*/ 0 w 4903577"/>
              <a:gd name="connsiteY5" fmla="*/ 2438556 h 2919391"/>
              <a:gd name="connsiteX6" fmla="*/ 0 w 4903577"/>
              <a:gd name="connsiteY6" fmla="*/ 0 h 2919391"/>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691765 w 4903577"/>
              <a:gd name="connsiteY4" fmla="*/ 2449707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438556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569101 w 4903577"/>
              <a:gd name="connsiteY4" fmla="*/ 2438556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95968 w 4903577"/>
              <a:gd name="connsiteY4" fmla="*/ 2343553 h 2941693"/>
              <a:gd name="connsiteX5" fmla="*/ 0 w 4903577"/>
              <a:gd name="connsiteY5" fmla="*/ 2343554 h 2941693"/>
              <a:gd name="connsiteX6" fmla="*/ 0 w 4903577"/>
              <a:gd name="connsiteY6" fmla="*/ 0 h 2941693"/>
              <a:gd name="connsiteX0" fmla="*/ 0 w 4903577"/>
              <a:gd name="connsiteY0" fmla="*/ 0 h 2941693"/>
              <a:gd name="connsiteX1" fmla="*/ 4903577 w 4903577"/>
              <a:gd name="connsiteY1" fmla="*/ 10510 h 2941693"/>
              <a:gd name="connsiteX2" fmla="*/ 4895949 w 4903577"/>
              <a:gd name="connsiteY2" fmla="*/ 2918222 h 2941693"/>
              <a:gd name="connsiteX3" fmla="*/ 4562603 w 4903577"/>
              <a:gd name="connsiteY3" fmla="*/ 2941693 h 2941693"/>
              <a:gd name="connsiteX4" fmla="*/ 4278155 w 4903577"/>
              <a:gd name="connsiteY4" fmla="*/ 2343553 h 2941693"/>
              <a:gd name="connsiteX5" fmla="*/ 0 w 4903577"/>
              <a:gd name="connsiteY5" fmla="*/ 2343554 h 2941693"/>
              <a:gd name="connsiteX6" fmla="*/ 0 w 4903577"/>
              <a:gd name="connsiteY6" fmla="*/ 0 h 2941693"/>
              <a:gd name="connsiteX0" fmla="*/ 0 w 4903577"/>
              <a:gd name="connsiteY0" fmla="*/ 0 h 3036695"/>
              <a:gd name="connsiteX1" fmla="*/ 4903577 w 4903577"/>
              <a:gd name="connsiteY1" fmla="*/ 10510 h 3036695"/>
              <a:gd name="connsiteX2" fmla="*/ 4895949 w 4903577"/>
              <a:gd name="connsiteY2" fmla="*/ 2918222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 name="connsiteX0" fmla="*/ 0 w 4903577"/>
              <a:gd name="connsiteY0" fmla="*/ 0 h 3036695"/>
              <a:gd name="connsiteX1" fmla="*/ 4903577 w 4903577"/>
              <a:gd name="connsiteY1" fmla="*/ 10510 h 3036695"/>
              <a:gd name="connsiteX2" fmla="*/ 4890011 w 4903577"/>
              <a:gd name="connsiteY2" fmla="*/ 3025100 h 3036695"/>
              <a:gd name="connsiteX3" fmla="*/ 4277595 w 4903577"/>
              <a:gd name="connsiteY3" fmla="*/ 3036695 h 3036695"/>
              <a:gd name="connsiteX4" fmla="*/ 4278155 w 4903577"/>
              <a:gd name="connsiteY4" fmla="*/ 2343553 h 3036695"/>
              <a:gd name="connsiteX5" fmla="*/ 0 w 4903577"/>
              <a:gd name="connsiteY5" fmla="*/ 2343554 h 3036695"/>
              <a:gd name="connsiteX6" fmla="*/ 0 w 4903577"/>
              <a:gd name="connsiteY6" fmla="*/ 0 h 303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03577" h="3036695">
                <a:moveTo>
                  <a:pt x="0" y="0"/>
                </a:moveTo>
                <a:lnTo>
                  <a:pt x="4903577" y="10510"/>
                </a:lnTo>
                <a:cubicBezTo>
                  <a:pt x="4900821" y="267009"/>
                  <a:pt x="4892767" y="2768601"/>
                  <a:pt x="4890011" y="3025100"/>
                </a:cubicBezTo>
                <a:lnTo>
                  <a:pt x="4277595" y="3036695"/>
                </a:lnTo>
                <a:cubicBezTo>
                  <a:pt x="4277782" y="2805648"/>
                  <a:pt x="4277968" y="2574600"/>
                  <a:pt x="4278155" y="2343553"/>
                </a:cubicBezTo>
                <a:lnTo>
                  <a:pt x="0" y="2343554"/>
                </a:lnTo>
                <a:lnTo>
                  <a:pt x="0" y="0"/>
                </a:lnTo>
                <a:close/>
              </a:path>
            </a:pathLst>
          </a:custGeom>
          <a:solidFill>
            <a:srgbClr val="E1E5EA"/>
          </a:solidFill>
        </p:spPr>
        <p:txBody>
          <a:bodyPr anchor="t"/>
          <a:lstStyle>
            <a:lvl1pPr marL="0" indent="0" algn="l">
              <a:buNone/>
              <a:defRPr>
                <a:solidFill>
                  <a:srgbClr val="327BB8"/>
                </a:solidFill>
              </a:defRPr>
            </a:lvl1pPr>
          </a:lstStyle>
          <a:p>
            <a:r>
              <a:rPr lang="aa-ET" dirty="0"/>
              <a:t>Choose picture</a:t>
            </a:r>
          </a:p>
        </p:txBody>
      </p:sp>
      <p:sp>
        <p:nvSpPr>
          <p:cNvPr id="13" name="Text Placeholder 8">
            <a:extLst>
              <a:ext uri="{FF2B5EF4-FFF2-40B4-BE49-F238E27FC236}">
                <a16:creationId xmlns:a16="http://schemas.microsoft.com/office/drawing/2014/main" id="{D3694203-C085-8248-99AE-82E73932464C}"/>
              </a:ext>
            </a:extLst>
          </p:cNvPr>
          <p:cNvSpPr>
            <a:spLocks noGrp="1"/>
          </p:cNvSpPr>
          <p:nvPr>
            <p:ph type="body" sz="quarter" idx="16" hasCustomPrompt="1"/>
          </p:nvPr>
        </p:nvSpPr>
        <p:spPr>
          <a:xfrm>
            <a:off x="6413313" y="3605033"/>
            <a:ext cx="4435218" cy="698500"/>
          </a:xfrm>
        </p:spPr>
        <p:txBody>
          <a:bodyPr/>
          <a:lstStyle>
            <a:lvl1pPr marL="0" indent="0">
              <a:buFontTx/>
              <a:buNone/>
              <a:defRPr b="1" i="0">
                <a:solidFill>
                  <a:srgbClr val="E1E5EA"/>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4" name="Text Placeholder 8">
            <a:extLst>
              <a:ext uri="{FF2B5EF4-FFF2-40B4-BE49-F238E27FC236}">
                <a16:creationId xmlns:a16="http://schemas.microsoft.com/office/drawing/2014/main" id="{FD3353F0-690B-E942-A7A4-E533504DF166}"/>
              </a:ext>
            </a:extLst>
          </p:cNvPr>
          <p:cNvSpPr>
            <a:spLocks noGrp="1"/>
          </p:cNvSpPr>
          <p:nvPr>
            <p:ph type="body" sz="quarter" idx="17" hasCustomPrompt="1"/>
          </p:nvPr>
        </p:nvSpPr>
        <p:spPr>
          <a:xfrm>
            <a:off x="6413313" y="4314262"/>
            <a:ext cx="4435218" cy="2184784"/>
          </a:xfrm>
        </p:spPr>
        <p:txBody>
          <a:bodyPr>
            <a:normAutofit/>
          </a:bodyPr>
          <a:lstStyle>
            <a:lvl1pPr marL="0" indent="0">
              <a:lnSpc>
                <a:spcPct val="150000"/>
              </a:lnSpc>
              <a:buFontTx/>
              <a:buNone/>
              <a:defRPr sz="16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15"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6"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2116038000"/>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Ins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515938" y="2321766"/>
            <a:ext cx="11160125" cy="3447209"/>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096000" y="3031052"/>
            <a:ext cx="5024438" cy="698500"/>
          </a:xfrm>
        </p:spPr>
        <p:txBody>
          <a:bodyPr/>
          <a:lstStyle>
            <a:lvl1pPr marL="0" indent="0">
              <a:buFontTx/>
              <a:buNone/>
              <a:defRPr b="1" i="0">
                <a:solidFill>
                  <a:srgbClr val="E1E5EA"/>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 </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096000" y="3755649"/>
            <a:ext cx="5040313" cy="1452189"/>
          </a:xfrm>
        </p:spPr>
        <p:txBody>
          <a:bodyPr>
            <a:normAutofit/>
          </a:bodyPr>
          <a:lstStyle>
            <a:lvl1pPr marL="0" indent="0">
              <a:lnSpc>
                <a:spcPct val="150000"/>
              </a:lnSpc>
              <a:buFontTx/>
              <a:buNone/>
              <a:defRPr sz="1600" b="0" i="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3" name="Picture Placeholder 2">
            <a:extLst>
              <a:ext uri="{FF2B5EF4-FFF2-40B4-BE49-F238E27FC236}">
                <a16:creationId xmlns:a16="http://schemas.microsoft.com/office/drawing/2014/main" id="{8319F1B3-37EE-E548-B284-431ED7681904}"/>
              </a:ext>
            </a:extLst>
          </p:cNvPr>
          <p:cNvSpPr>
            <a:spLocks noGrp="1"/>
          </p:cNvSpPr>
          <p:nvPr>
            <p:ph type="pic" sz="quarter" idx="15" hasCustomPrompt="1"/>
          </p:nvPr>
        </p:nvSpPr>
        <p:spPr>
          <a:xfrm>
            <a:off x="1092200" y="1760629"/>
            <a:ext cx="4550317" cy="3447209"/>
          </a:xfrm>
          <a:solidFill>
            <a:srgbClr val="E1E5EA"/>
          </a:solidFill>
        </p:spPr>
        <p:txBody>
          <a:bodyPr anchor="ctr"/>
          <a:lstStyle>
            <a:lvl1pPr marL="0" indent="0" algn="ctr">
              <a:buNone/>
              <a:defRPr>
                <a:solidFill>
                  <a:srgbClr val="327BB8"/>
                </a:solidFill>
              </a:defRPr>
            </a:lvl1pPr>
          </a:lstStyle>
          <a:p>
            <a:r>
              <a:rPr lang="nl-BE" dirty="0"/>
              <a:t>Choose picture</a:t>
            </a:r>
            <a:endParaRPr lang="aa-ET"/>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6096000" y="2641585"/>
            <a:ext cx="3003550" cy="358542"/>
          </a:xfrm>
        </p:spPr>
        <p:txBody>
          <a:bodyPr>
            <a:noAutofit/>
          </a:bodyPr>
          <a:lstStyle>
            <a:lvl1pPr marL="0" indent="0">
              <a:buNone/>
              <a:defRPr sz="1200">
                <a:solidFill>
                  <a:srgbClr val="C4CCD6"/>
                </a:solidFill>
              </a:defRPr>
            </a:lvl1pPr>
          </a:lstStyle>
          <a:p>
            <a:pPr lvl="0"/>
            <a:r>
              <a:rPr lang="en-GB" dirty="0"/>
              <a:t>INSIGHT</a:t>
            </a:r>
            <a:endParaRPr lang="aa-ET" dirty="0"/>
          </a:p>
        </p:txBody>
      </p:sp>
      <p:sp>
        <p:nvSpPr>
          <p:cNvPr id="12" name="Footer Placeholder 4">
            <a:extLst>
              <a:ext uri="{FF2B5EF4-FFF2-40B4-BE49-F238E27FC236}">
                <a16:creationId xmlns:a16="http://schemas.microsoft.com/office/drawing/2014/main" id="{43251F8B-F318-5F44-B782-0A1B78572AD7}"/>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3" name="Slide Number Placeholder 5">
            <a:extLst>
              <a:ext uri="{FF2B5EF4-FFF2-40B4-BE49-F238E27FC236}">
                <a16:creationId xmlns:a16="http://schemas.microsoft.com/office/drawing/2014/main" id="{18648030-9CF7-004F-82B0-682CBA02C2E0}"/>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Tree>
    <p:extLst>
      <p:ext uri="{BB962C8B-B14F-4D97-AF65-F5344CB8AC3E}">
        <p14:creationId xmlns:p14="http://schemas.microsoft.com/office/powerpoint/2010/main" val="4229232956"/>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663">
          <p15:clr>
            <a:srgbClr val="FBAE40"/>
          </p15:clr>
        </p15:guide>
        <p15:guide id="4" orient="horz" pos="363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515939" y="1705395"/>
            <a:ext cx="5580062" cy="3447209"/>
          </a:xfrm>
          <a:prstGeom prst="rect">
            <a:avLst/>
          </a:prstGeom>
          <a:solidFill>
            <a:srgbClr val="E1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a:solidFill>
                <a:srgbClr val="001D39"/>
              </a:solidFill>
            </a:endParaRPr>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1124284" y="2636912"/>
            <a:ext cx="10044113" cy="1123488"/>
          </a:xfrm>
        </p:spPr>
        <p:txBody>
          <a:bodyPr/>
          <a:lstStyle>
            <a:lvl1pPr marL="0" marR="0" indent="0" algn="l" defTabSz="914400" rtl="0" eaLnBrk="1" fontAlgn="auto" latinLnBrk="0" hangingPunct="1">
              <a:lnSpc>
                <a:spcPct val="150000"/>
              </a:lnSpc>
              <a:spcBef>
                <a:spcPts val="1000"/>
              </a:spcBef>
              <a:spcAft>
                <a:spcPts val="0"/>
              </a:spcAft>
              <a:buClr>
                <a:srgbClr val="AFD8ED"/>
              </a:buClr>
              <a:buSzTx/>
              <a:buFontTx/>
              <a:buNone/>
              <a:tabLst/>
              <a:defRPr b="1" i="0">
                <a:solidFill>
                  <a:srgbClr val="327BB8"/>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marL="0" marR="0" lvl="0" indent="0" algn="l" defTabSz="914400" rtl="0" eaLnBrk="1" fontAlgn="auto" latinLnBrk="0" hangingPunct="1">
              <a:lnSpc>
                <a:spcPct val="150000"/>
              </a:lnSpc>
              <a:spcBef>
                <a:spcPts val="1000"/>
              </a:spcBef>
              <a:spcAft>
                <a:spcPts val="0"/>
              </a:spcAft>
              <a:buClr>
                <a:srgbClr val="AFD8ED"/>
              </a:buClr>
              <a:buSzTx/>
              <a:buFontTx/>
              <a:buNone/>
              <a:tabLst/>
              <a:defRPr/>
            </a:pPr>
            <a:r>
              <a:rPr lang="en-GB" dirty="0"/>
              <a:t>Quote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a:p>
            <a:pPr lvl="0"/>
            <a:endParaRPr lang="en-GB" dirty="0"/>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1631504" y="3979918"/>
            <a:ext cx="4354100" cy="358542"/>
          </a:xfrm>
        </p:spPr>
        <p:txBody>
          <a:bodyPr>
            <a:noAutofit/>
          </a:bodyPr>
          <a:lstStyle>
            <a:lvl1pPr marL="0" indent="0">
              <a:buNone/>
              <a:defRPr sz="1200">
                <a:solidFill>
                  <a:srgbClr val="327BB8"/>
                </a:solidFill>
              </a:defRPr>
            </a:lvl1pPr>
          </a:lstStyle>
          <a:p>
            <a:pPr lvl="0"/>
            <a:r>
              <a:rPr lang="en-US" dirty="0">
                <a:effectLst/>
              </a:rPr>
              <a:t>NATO SECRETARY GENERAL JENS STOLTENBERG</a:t>
            </a:r>
            <a:endParaRPr lang="aa-ET" dirty="0"/>
          </a:p>
        </p:txBody>
      </p:sp>
      <p:sp>
        <p:nvSpPr>
          <p:cNvPr id="2" name="Rectangle 1">
            <a:extLst>
              <a:ext uri="{FF2B5EF4-FFF2-40B4-BE49-F238E27FC236}">
                <a16:creationId xmlns:a16="http://schemas.microsoft.com/office/drawing/2014/main" id="{66461205-76E3-1645-BAEA-9824F907EE9C}"/>
              </a:ext>
            </a:extLst>
          </p:cNvPr>
          <p:cNvSpPr/>
          <p:nvPr userDrawn="1"/>
        </p:nvSpPr>
        <p:spPr>
          <a:xfrm>
            <a:off x="1236216" y="4161488"/>
            <a:ext cx="323280" cy="45719"/>
          </a:xfrm>
          <a:prstGeom prst="rect">
            <a:avLst/>
          </a:prstGeom>
          <a:solidFill>
            <a:srgbClr val="327B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D89623"/>
              </a:solidFill>
            </a:endParaRPr>
          </a:p>
        </p:txBody>
      </p:sp>
      <p:sp>
        <p:nvSpPr>
          <p:cNvPr id="12" name="Footer Placeholder 4">
            <a:extLst>
              <a:ext uri="{FF2B5EF4-FFF2-40B4-BE49-F238E27FC236}">
                <a16:creationId xmlns:a16="http://schemas.microsoft.com/office/drawing/2014/main" id="{9B4FD6F2-1834-E84C-AE9F-F790780A946D}"/>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solidFill>
                <a:srgbClr val="327BB8"/>
              </a:solidFill>
            </a:endParaRPr>
          </a:p>
        </p:txBody>
      </p:sp>
      <p:sp>
        <p:nvSpPr>
          <p:cNvPr id="13" name="Slide Number Placeholder 5">
            <a:extLst>
              <a:ext uri="{FF2B5EF4-FFF2-40B4-BE49-F238E27FC236}">
                <a16:creationId xmlns:a16="http://schemas.microsoft.com/office/drawing/2014/main" id="{A2259B1D-626B-0445-B9CA-501D4CE9A872}"/>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pic>
        <p:nvPicPr>
          <p:cNvPr id="16" name="Graphic 15">
            <a:extLst>
              <a:ext uri="{FF2B5EF4-FFF2-40B4-BE49-F238E27FC236}">
                <a16:creationId xmlns:a16="http://schemas.microsoft.com/office/drawing/2014/main" id="{0F87250E-4397-1D43-9DEF-7A2143B0AC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400" y="1936345"/>
            <a:ext cx="457649" cy="406799"/>
          </a:xfrm>
          <a:prstGeom prst="rect">
            <a:avLst/>
          </a:prstGeom>
        </p:spPr>
      </p:pic>
      <p:pic>
        <p:nvPicPr>
          <p:cNvPr id="18" name="Graphic 17">
            <a:extLst>
              <a:ext uri="{FF2B5EF4-FFF2-40B4-BE49-F238E27FC236}">
                <a16:creationId xmlns:a16="http://schemas.microsoft.com/office/drawing/2014/main" id="{92219949-D07D-2E48-A414-A18D53FE409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96161" y="4578999"/>
            <a:ext cx="457649" cy="406799"/>
          </a:xfrm>
          <a:prstGeom prst="rect">
            <a:avLst/>
          </a:prstGeom>
        </p:spPr>
      </p:pic>
    </p:spTree>
    <p:extLst>
      <p:ext uri="{BB962C8B-B14F-4D97-AF65-F5344CB8AC3E}">
        <p14:creationId xmlns:p14="http://schemas.microsoft.com/office/powerpoint/2010/main" val="4159773532"/>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7540FA-DACD-CE4A-ACC0-6B27872EFE03}"/>
              </a:ext>
            </a:extLst>
          </p:cNvPr>
          <p:cNvSpPr>
            <a:spLocks noGrp="1"/>
          </p:cNvSpPr>
          <p:nvPr>
            <p:ph type="title" hasCustomPrompt="1"/>
          </p:nvPr>
        </p:nvSpPr>
        <p:spPr>
          <a:xfrm>
            <a:off x="1200150" y="2996952"/>
            <a:ext cx="9024318" cy="1325563"/>
          </a:xfrm>
        </p:spPr>
        <p:txBody>
          <a:bodyPr/>
          <a:lstStyle>
            <a:lvl1pPr>
              <a:defRPr>
                <a:solidFill>
                  <a:srgbClr val="E1E5EA"/>
                </a:solidFill>
              </a:defRPr>
            </a:lvl1pPr>
          </a:lstStyle>
          <a:p>
            <a:r>
              <a:rPr lang="en-GB" dirty="0"/>
              <a:t>Contact us</a:t>
            </a:r>
            <a:endParaRPr lang="aa-ET" dirty="0"/>
          </a:p>
        </p:txBody>
      </p:sp>
      <p:sp>
        <p:nvSpPr>
          <p:cNvPr id="10" name="Rectangle 9">
            <a:extLst>
              <a:ext uri="{FF2B5EF4-FFF2-40B4-BE49-F238E27FC236}">
                <a16:creationId xmlns:a16="http://schemas.microsoft.com/office/drawing/2014/main" id="{5090C143-DA3B-4448-9677-16B52934BB82}"/>
              </a:ext>
            </a:extLst>
          </p:cNvPr>
          <p:cNvSpPr/>
          <p:nvPr userDrawn="1"/>
        </p:nvSpPr>
        <p:spPr>
          <a:xfrm>
            <a:off x="1319684" y="4350170"/>
            <a:ext cx="64666" cy="769003"/>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p>
        </p:txBody>
      </p:sp>
      <p:sp>
        <p:nvSpPr>
          <p:cNvPr id="2" name="TextBox 1">
            <a:extLst>
              <a:ext uri="{FF2B5EF4-FFF2-40B4-BE49-F238E27FC236}">
                <a16:creationId xmlns:a16="http://schemas.microsoft.com/office/drawing/2014/main" id="{1C510BFC-7967-9A42-8BDB-BFB3BEAC4429}"/>
              </a:ext>
            </a:extLst>
          </p:cNvPr>
          <p:cNvSpPr txBox="1"/>
          <p:nvPr userDrawn="1"/>
        </p:nvSpPr>
        <p:spPr>
          <a:xfrm>
            <a:off x="3160207" y="5290457"/>
            <a:ext cx="184731" cy="369332"/>
          </a:xfrm>
          <a:prstGeom prst="rect">
            <a:avLst/>
          </a:prstGeom>
          <a:noFill/>
        </p:spPr>
        <p:txBody>
          <a:bodyPr wrap="none" rtlCol="0">
            <a:spAutoFit/>
          </a:bodyPr>
          <a:lstStyle/>
          <a:p>
            <a:endParaRPr lang="aa-ET" dirty="0"/>
          </a:p>
        </p:txBody>
      </p:sp>
      <p:sp>
        <p:nvSpPr>
          <p:cNvPr id="21" name="Text Placeholder 20">
            <a:extLst>
              <a:ext uri="{FF2B5EF4-FFF2-40B4-BE49-F238E27FC236}">
                <a16:creationId xmlns:a16="http://schemas.microsoft.com/office/drawing/2014/main" id="{D61FBFD3-0C7E-6944-839E-23CE2A3959D9}"/>
              </a:ext>
            </a:extLst>
          </p:cNvPr>
          <p:cNvSpPr>
            <a:spLocks noGrp="1"/>
          </p:cNvSpPr>
          <p:nvPr>
            <p:ph type="body" sz="quarter" idx="14" hasCustomPrompt="1"/>
          </p:nvPr>
        </p:nvSpPr>
        <p:spPr>
          <a:xfrm>
            <a:off x="2351088" y="4337729"/>
            <a:ext cx="3887787" cy="342900"/>
          </a:xfrm>
        </p:spPr>
        <p:txBody>
          <a:bodyPr anchor="ctr">
            <a:noAutofit/>
          </a:bodyPr>
          <a:lstStyle>
            <a:lvl1pPr marL="0" indent="0">
              <a:buNone/>
              <a:defRPr sz="1400">
                <a:solidFill>
                  <a:srgbClr val="FFFFFF"/>
                </a:solidFill>
              </a:defRPr>
            </a:lvl1pPr>
          </a:lstStyle>
          <a:p>
            <a:pPr lvl="0"/>
            <a:r>
              <a:rPr lang="en-GB" dirty="0" err="1"/>
              <a:t>John.doe@nato.int</a:t>
            </a:r>
            <a:endParaRPr lang="aa-ET" dirty="0"/>
          </a:p>
        </p:txBody>
      </p:sp>
      <p:sp>
        <p:nvSpPr>
          <p:cNvPr id="22" name="Text Placeholder 20">
            <a:extLst>
              <a:ext uri="{FF2B5EF4-FFF2-40B4-BE49-F238E27FC236}">
                <a16:creationId xmlns:a16="http://schemas.microsoft.com/office/drawing/2014/main" id="{48D2D7B9-9719-5948-A695-3E51EFFC1289}"/>
              </a:ext>
            </a:extLst>
          </p:cNvPr>
          <p:cNvSpPr>
            <a:spLocks noGrp="1"/>
          </p:cNvSpPr>
          <p:nvPr>
            <p:ph type="body" sz="quarter" idx="15" hasCustomPrompt="1"/>
          </p:nvPr>
        </p:nvSpPr>
        <p:spPr>
          <a:xfrm>
            <a:off x="2351088" y="4714542"/>
            <a:ext cx="3887787" cy="342900"/>
          </a:xfrm>
        </p:spPr>
        <p:txBody>
          <a:bodyPr anchor="ctr">
            <a:noAutofit/>
          </a:bodyPr>
          <a:lstStyle>
            <a:lvl1pPr marL="0" indent="0">
              <a:buNone/>
              <a:defRPr sz="1400">
                <a:solidFill>
                  <a:srgbClr val="FFFFFF"/>
                </a:solidFill>
              </a:defRPr>
            </a:lvl1pPr>
          </a:lstStyle>
          <a:p>
            <a:pPr lvl="0"/>
            <a:r>
              <a:rPr lang="en-GB" dirty="0"/>
              <a:t>+32 (0)475 12 34 56</a:t>
            </a:r>
            <a:endParaRPr lang="aa-ET" dirty="0"/>
          </a:p>
        </p:txBody>
      </p:sp>
      <p:sp>
        <p:nvSpPr>
          <p:cNvPr id="15" name="Footer Placeholder 4">
            <a:extLst>
              <a:ext uri="{FF2B5EF4-FFF2-40B4-BE49-F238E27FC236}">
                <a16:creationId xmlns:a16="http://schemas.microsoft.com/office/drawing/2014/main" id="{9B634A37-9158-B44C-BD04-1C623BBE9270}"/>
              </a:ext>
            </a:extLst>
          </p:cNvPr>
          <p:cNvSpPr>
            <a:spLocks noGrp="1"/>
          </p:cNvSpPr>
          <p:nvPr>
            <p:ph type="ftr" sz="quarter" idx="3"/>
          </p:nvPr>
        </p:nvSpPr>
        <p:spPr>
          <a:xfrm>
            <a:off x="188696" y="6308725"/>
            <a:ext cx="4114800" cy="365125"/>
          </a:xfrm>
          <a:prstGeom prst="rect">
            <a:avLst/>
          </a:prstGeom>
        </p:spPr>
        <p:txBody>
          <a:bodyPr vert="horz" lIns="91440" tIns="45720" rIns="91440" bIns="45720" rtlCol="0" anchor="ctr"/>
          <a:lstStyle>
            <a:lvl1pPr algn="l">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17" name="Slide Number Placeholder 5">
            <a:extLst>
              <a:ext uri="{FF2B5EF4-FFF2-40B4-BE49-F238E27FC236}">
                <a16:creationId xmlns:a16="http://schemas.microsoft.com/office/drawing/2014/main" id="{0C5CCA6E-E857-D343-9DF5-20B5F4BA616B}"/>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E1E5EA"/>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
        <p:nvSpPr>
          <p:cNvPr id="14" name="Text Placeholder 13">
            <a:extLst>
              <a:ext uri="{FF2B5EF4-FFF2-40B4-BE49-F238E27FC236}">
                <a16:creationId xmlns:a16="http://schemas.microsoft.com/office/drawing/2014/main" id="{CFB8BF25-CCAE-7542-AC64-559F2A7B95C5}"/>
              </a:ext>
            </a:extLst>
          </p:cNvPr>
          <p:cNvSpPr>
            <a:spLocks noGrp="1"/>
          </p:cNvSpPr>
          <p:nvPr>
            <p:ph type="body" sz="quarter" idx="18" hasCustomPrompt="1"/>
          </p:nvPr>
        </p:nvSpPr>
        <p:spPr>
          <a:xfrm>
            <a:off x="1580346" y="4329031"/>
            <a:ext cx="781050" cy="385511"/>
          </a:xfrm>
        </p:spPr>
        <p:txBody>
          <a:bodyPr>
            <a:normAutofit/>
          </a:bodyPr>
          <a:lstStyle>
            <a:lvl1pPr marL="0" indent="0">
              <a:buNone/>
              <a:defRPr sz="1200">
                <a:solidFill>
                  <a:srgbClr val="E1E5EA"/>
                </a:solidFill>
              </a:defRPr>
            </a:lvl1pPr>
          </a:lstStyle>
          <a:p>
            <a:pPr lvl="0"/>
            <a:r>
              <a:rPr lang="aa-ET" dirty="0"/>
              <a:t>LABEL</a:t>
            </a:r>
          </a:p>
        </p:txBody>
      </p:sp>
      <p:sp>
        <p:nvSpPr>
          <p:cNvPr id="18" name="Text Placeholder 13">
            <a:extLst>
              <a:ext uri="{FF2B5EF4-FFF2-40B4-BE49-F238E27FC236}">
                <a16:creationId xmlns:a16="http://schemas.microsoft.com/office/drawing/2014/main" id="{FC7BFCDB-4508-B448-A3F8-E4129CF2A33E}"/>
              </a:ext>
            </a:extLst>
          </p:cNvPr>
          <p:cNvSpPr>
            <a:spLocks noGrp="1"/>
          </p:cNvSpPr>
          <p:nvPr>
            <p:ph type="body" sz="quarter" idx="19" hasCustomPrompt="1"/>
          </p:nvPr>
        </p:nvSpPr>
        <p:spPr>
          <a:xfrm>
            <a:off x="1580346" y="4704169"/>
            <a:ext cx="781050" cy="385511"/>
          </a:xfrm>
        </p:spPr>
        <p:txBody>
          <a:bodyPr>
            <a:normAutofit/>
          </a:bodyPr>
          <a:lstStyle>
            <a:lvl1pPr marL="0" indent="0">
              <a:buNone/>
              <a:defRPr sz="1200">
                <a:solidFill>
                  <a:srgbClr val="E1E5EA"/>
                </a:solidFill>
              </a:defRPr>
            </a:lvl1pPr>
          </a:lstStyle>
          <a:p>
            <a:pPr lvl="0"/>
            <a:r>
              <a:rPr lang="aa-ET" dirty="0"/>
              <a:t>LABEL</a:t>
            </a:r>
          </a:p>
        </p:txBody>
      </p:sp>
    </p:spTree>
    <p:extLst>
      <p:ext uri="{BB962C8B-B14F-4D97-AF65-F5344CB8AC3E}">
        <p14:creationId xmlns:p14="http://schemas.microsoft.com/office/powerpoint/2010/main" val="3693176394"/>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2_Title Slide - Ligh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4C19-CBE9-374A-B18E-841555DEF412}"/>
              </a:ext>
            </a:extLst>
          </p:cNvPr>
          <p:cNvSpPr>
            <a:spLocks noGrp="1"/>
          </p:cNvSpPr>
          <p:nvPr>
            <p:ph type="ctrTitle"/>
          </p:nvPr>
        </p:nvSpPr>
        <p:spPr>
          <a:xfrm>
            <a:off x="1070120" y="1923442"/>
            <a:ext cx="7192753" cy="3305758"/>
          </a:xfrm>
        </p:spPr>
        <p:txBody>
          <a:bodyPr anchor="b">
            <a:normAutofit/>
          </a:bodyPr>
          <a:lstStyle>
            <a:lvl1pPr algn="l">
              <a:lnSpc>
                <a:spcPct val="100000"/>
              </a:lnSpc>
              <a:defRPr sz="5400">
                <a:solidFill>
                  <a:srgbClr val="327BB8"/>
                </a:solidFill>
              </a:defRPr>
            </a:lvl1pPr>
          </a:lstStyle>
          <a:p>
            <a:r>
              <a:rPr lang="en-US"/>
              <a:t>Click to edit Master title style</a:t>
            </a:r>
            <a:endParaRPr lang="aa-ET" dirty="0"/>
          </a:p>
        </p:txBody>
      </p:sp>
      <p:sp>
        <p:nvSpPr>
          <p:cNvPr id="13" name="Rectangle 12">
            <a:extLst>
              <a:ext uri="{FF2B5EF4-FFF2-40B4-BE49-F238E27FC236}">
                <a16:creationId xmlns:a16="http://schemas.microsoft.com/office/drawing/2014/main" id="{CED1A815-0D87-754E-B4CF-9C7CD2796D65}"/>
              </a:ext>
            </a:extLst>
          </p:cNvPr>
          <p:cNvSpPr/>
          <p:nvPr userDrawn="1"/>
        </p:nvSpPr>
        <p:spPr>
          <a:xfrm>
            <a:off x="1486563" y="5551437"/>
            <a:ext cx="58419" cy="469851"/>
          </a:xfrm>
          <a:prstGeom prst="rect">
            <a:avLst/>
          </a:prstGeom>
          <a:solidFill>
            <a:srgbClr val="C4CC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a-ET" dirty="0"/>
          </a:p>
        </p:txBody>
      </p:sp>
      <p:sp>
        <p:nvSpPr>
          <p:cNvPr id="21" name="Text Placeholder 7">
            <a:extLst>
              <a:ext uri="{FF2B5EF4-FFF2-40B4-BE49-F238E27FC236}">
                <a16:creationId xmlns:a16="http://schemas.microsoft.com/office/drawing/2014/main" id="{25CB0752-21B1-A34E-B93A-0196D833F5D2}"/>
              </a:ext>
            </a:extLst>
          </p:cNvPr>
          <p:cNvSpPr>
            <a:spLocks noGrp="1"/>
          </p:cNvSpPr>
          <p:nvPr>
            <p:ph type="body" sz="quarter" idx="13" hasCustomPrompt="1"/>
          </p:nvPr>
        </p:nvSpPr>
        <p:spPr>
          <a:xfrm>
            <a:off x="2566988" y="5578894"/>
            <a:ext cx="4981012" cy="412750"/>
          </a:xfrm>
        </p:spPr>
        <p:txBody>
          <a:bodyPr>
            <a:normAutofit/>
          </a:bodyPr>
          <a:lstStyle>
            <a:lvl1pPr marL="0" indent="0">
              <a:buNone/>
              <a:defRPr sz="1400">
                <a:solidFill>
                  <a:srgbClr val="545454"/>
                </a:solidFill>
              </a:defRPr>
            </a:lvl1pPr>
          </a:lstStyle>
          <a:p>
            <a:pPr lvl="0"/>
            <a:r>
              <a:rPr lang="en-GB" dirty="0"/>
              <a:t>Add Division/Unit/… and change label in front</a:t>
            </a:r>
            <a:endParaRPr lang="aa-ET" dirty="0"/>
          </a:p>
        </p:txBody>
      </p:sp>
      <p:sp>
        <p:nvSpPr>
          <p:cNvPr id="22" name="Text Placeholder 13">
            <a:extLst>
              <a:ext uri="{FF2B5EF4-FFF2-40B4-BE49-F238E27FC236}">
                <a16:creationId xmlns:a16="http://schemas.microsoft.com/office/drawing/2014/main" id="{D90E08BF-0A63-C042-B2C9-0A31520903AD}"/>
              </a:ext>
            </a:extLst>
          </p:cNvPr>
          <p:cNvSpPr>
            <a:spLocks noGrp="1"/>
          </p:cNvSpPr>
          <p:nvPr>
            <p:ph type="body" sz="quarter" idx="15" hasCustomPrompt="1"/>
          </p:nvPr>
        </p:nvSpPr>
        <p:spPr>
          <a:xfrm>
            <a:off x="1785938" y="5582045"/>
            <a:ext cx="781050" cy="412750"/>
          </a:xfrm>
        </p:spPr>
        <p:txBody>
          <a:bodyPr>
            <a:normAutofit/>
          </a:bodyPr>
          <a:lstStyle>
            <a:lvl1pPr marL="0" indent="0">
              <a:buNone/>
              <a:defRPr sz="1200">
                <a:solidFill>
                  <a:srgbClr val="327BB8"/>
                </a:solidFill>
              </a:defRPr>
            </a:lvl1pPr>
          </a:lstStyle>
          <a:p>
            <a:pPr lvl="0"/>
            <a:r>
              <a:rPr lang="aa-ET" dirty="0"/>
              <a:t>LABEL</a:t>
            </a:r>
          </a:p>
        </p:txBody>
      </p:sp>
      <p:sp>
        <p:nvSpPr>
          <p:cNvPr id="9" name="Picture Placeholder 6">
            <a:extLst>
              <a:ext uri="{FF2B5EF4-FFF2-40B4-BE49-F238E27FC236}">
                <a16:creationId xmlns:a16="http://schemas.microsoft.com/office/drawing/2014/main" id="{5E9DA405-B2C8-9248-9FD6-56437D2FB91C}"/>
              </a:ext>
            </a:extLst>
          </p:cNvPr>
          <p:cNvSpPr>
            <a:spLocks noGrp="1"/>
          </p:cNvSpPr>
          <p:nvPr>
            <p:ph type="pic" sz="quarter" idx="10"/>
          </p:nvPr>
        </p:nvSpPr>
        <p:spPr>
          <a:xfrm>
            <a:off x="3726440" y="0"/>
            <a:ext cx="8465560" cy="4306523"/>
          </a:xfrm>
          <a:custGeom>
            <a:avLst/>
            <a:gdLst>
              <a:gd name="connsiteX0" fmla="*/ 0 w 4787900"/>
              <a:gd name="connsiteY0" fmla="*/ 0 h 3009900"/>
              <a:gd name="connsiteX1" fmla="*/ 4286240 w 4787900"/>
              <a:gd name="connsiteY1" fmla="*/ 0 h 3009900"/>
              <a:gd name="connsiteX2" fmla="*/ 4787900 w 4787900"/>
              <a:gd name="connsiteY2" fmla="*/ 501660 h 3009900"/>
              <a:gd name="connsiteX3" fmla="*/ 4787900 w 4787900"/>
              <a:gd name="connsiteY3" fmla="*/ 3009900 h 3009900"/>
              <a:gd name="connsiteX4" fmla="*/ 0 w 4787900"/>
              <a:gd name="connsiteY4" fmla="*/ 3009900 h 3009900"/>
              <a:gd name="connsiteX5" fmla="*/ 0 w 4787900"/>
              <a:gd name="connsiteY5" fmla="*/ 0 h 3009900"/>
              <a:gd name="connsiteX0" fmla="*/ 0 w 7039394"/>
              <a:gd name="connsiteY0" fmla="*/ 0 h 4614413"/>
              <a:gd name="connsiteX1" fmla="*/ 4286240 w 7039394"/>
              <a:gd name="connsiteY1" fmla="*/ 0 h 4614413"/>
              <a:gd name="connsiteX2" fmla="*/ 4787900 w 7039394"/>
              <a:gd name="connsiteY2" fmla="*/ 501660 h 4614413"/>
              <a:gd name="connsiteX3" fmla="*/ 7039394 w 7039394"/>
              <a:gd name="connsiteY3" fmla="*/ 4614413 h 4614413"/>
              <a:gd name="connsiteX4" fmla="*/ 0 w 7039394"/>
              <a:gd name="connsiteY4" fmla="*/ 3009900 h 4614413"/>
              <a:gd name="connsiteX5" fmla="*/ 0 w 7039394"/>
              <a:gd name="connsiteY5" fmla="*/ 0 h 4614413"/>
              <a:gd name="connsiteX0" fmla="*/ 2113472 w 9152866"/>
              <a:gd name="connsiteY0" fmla="*/ 0 h 4614413"/>
              <a:gd name="connsiteX1" fmla="*/ 6399712 w 9152866"/>
              <a:gd name="connsiteY1" fmla="*/ 0 h 4614413"/>
              <a:gd name="connsiteX2" fmla="*/ 6901372 w 9152866"/>
              <a:gd name="connsiteY2" fmla="*/ 501660 h 4614413"/>
              <a:gd name="connsiteX3" fmla="*/ 9152866 w 9152866"/>
              <a:gd name="connsiteY3" fmla="*/ 4614413 h 4614413"/>
              <a:gd name="connsiteX4" fmla="*/ 0 w 9152866"/>
              <a:gd name="connsiteY4" fmla="*/ 1741817 h 4614413"/>
              <a:gd name="connsiteX5" fmla="*/ 2113472 w 9152866"/>
              <a:gd name="connsiteY5" fmla="*/ 0 h 4614413"/>
              <a:gd name="connsiteX0" fmla="*/ 0 w 9894738"/>
              <a:gd name="connsiteY0" fmla="*/ 0 h 5270021"/>
              <a:gd name="connsiteX1" fmla="*/ 7141584 w 9894738"/>
              <a:gd name="connsiteY1" fmla="*/ 655608 h 5270021"/>
              <a:gd name="connsiteX2" fmla="*/ 7643244 w 9894738"/>
              <a:gd name="connsiteY2" fmla="*/ 1157268 h 5270021"/>
              <a:gd name="connsiteX3" fmla="*/ 9894738 w 9894738"/>
              <a:gd name="connsiteY3" fmla="*/ 5270021 h 5270021"/>
              <a:gd name="connsiteX4" fmla="*/ 741872 w 9894738"/>
              <a:gd name="connsiteY4" fmla="*/ 2397425 h 5270021"/>
              <a:gd name="connsiteX5" fmla="*/ 0 w 9894738"/>
              <a:gd name="connsiteY5" fmla="*/ 0 h 5270021"/>
              <a:gd name="connsiteX0" fmla="*/ 0 w 9894738"/>
              <a:gd name="connsiteY0" fmla="*/ 8626 h 5278647"/>
              <a:gd name="connsiteX1" fmla="*/ 9876158 w 9894738"/>
              <a:gd name="connsiteY1" fmla="*/ 0 h 5278647"/>
              <a:gd name="connsiteX2" fmla="*/ 7643244 w 9894738"/>
              <a:gd name="connsiteY2" fmla="*/ 1165894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0 w 9894738"/>
              <a:gd name="connsiteY5"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741872 w 9894738"/>
              <a:gd name="connsiteY4" fmla="*/ 2406051 h 5278647"/>
              <a:gd name="connsiteX5" fmla="*/ 94848 w 9894738"/>
              <a:gd name="connsiteY5" fmla="*/ 417461 h 5278647"/>
              <a:gd name="connsiteX6" fmla="*/ 0 w 9894738"/>
              <a:gd name="connsiteY6" fmla="*/ 8626 h 5278647"/>
              <a:gd name="connsiteX0" fmla="*/ 0 w 9894738"/>
              <a:gd name="connsiteY0" fmla="*/ 8626 h 5278647"/>
              <a:gd name="connsiteX1" fmla="*/ 9876158 w 9894738"/>
              <a:gd name="connsiteY1" fmla="*/ 0 h 5278647"/>
              <a:gd name="connsiteX2" fmla="*/ 9886112 w 9894738"/>
              <a:gd name="connsiteY2" fmla="*/ 2313207 h 5278647"/>
              <a:gd name="connsiteX3" fmla="*/ 9894738 w 9894738"/>
              <a:gd name="connsiteY3" fmla="*/ 5278647 h 5278647"/>
              <a:gd name="connsiteX4" fmla="*/ 9224100 w 9894738"/>
              <a:gd name="connsiteY4" fmla="*/ 5063203 h 5278647"/>
              <a:gd name="connsiteX5" fmla="*/ 741872 w 9894738"/>
              <a:gd name="connsiteY5" fmla="*/ 2406051 h 5278647"/>
              <a:gd name="connsiteX6" fmla="*/ 94848 w 9894738"/>
              <a:gd name="connsiteY6" fmla="*/ 417461 h 5278647"/>
              <a:gd name="connsiteX7" fmla="*/ 0 w 9894738"/>
              <a:gd name="connsiteY7" fmla="*/ 8626 h 5278647"/>
              <a:gd name="connsiteX0" fmla="*/ 0 w 10091694"/>
              <a:gd name="connsiteY0" fmla="*/ 8626 h 5063203"/>
              <a:gd name="connsiteX1" fmla="*/ 9876158 w 10091694"/>
              <a:gd name="connsiteY1" fmla="*/ 0 h 5063203"/>
              <a:gd name="connsiteX2" fmla="*/ 9886112 w 10091694"/>
              <a:gd name="connsiteY2" fmla="*/ 2313207 h 5063203"/>
              <a:gd name="connsiteX3" fmla="*/ 9224100 w 10091694"/>
              <a:gd name="connsiteY3" fmla="*/ 5063203 h 5063203"/>
              <a:gd name="connsiteX4" fmla="*/ 741872 w 10091694"/>
              <a:gd name="connsiteY4" fmla="*/ 2406051 h 5063203"/>
              <a:gd name="connsiteX5" fmla="*/ 94848 w 10091694"/>
              <a:gd name="connsiteY5" fmla="*/ 417461 h 5063203"/>
              <a:gd name="connsiteX6" fmla="*/ 0 w 10091694"/>
              <a:gd name="connsiteY6" fmla="*/ 8626 h 5063203"/>
              <a:gd name="connsiteX0" fmla="*/ 0 w 10091694"/>
              <a:gd name="connsiteY0" fmla="*/ 0 h 5054577"/>
              <a:gd name="connsiteX1" fmla="*/ 9227229 w 10091694"/>
              <a:gd name="connsiteY1" fmla="*/ 419077 h 5054577"/>
              <a:gd name="connsiteX2" fmla="*/ 9886112 w 10091694"/>
              <a:gd name="connsiteY2" fmla="*/ 2304581 h 5054577"/>
              <a:gd name="connsiteX3" fmla="*/ 9224100 w 10091694"/>
              <a:gd name="connsiteY3" fmla="*/ 5054577 h 5054577"/>
              <a:gd name="connsiteX4" fmla="*/ 741872 w 10091694"/>
              <a:gd name="connsiteY4" fmla="*/ 2397425 h 5054577"/>
              <a:gd name="connsiteX5" fmla="*/ 94848 w 10091694"/>
              <a:gd name="connsiteY5" fmla="*/ 408835 h 5054577"/>
              <a:gd name="connsiteX6" fmla="*/ 0 w 10091694"/>
              <a:gd name="connsiteY6" fmla="*/ 0 h 5054577"/>
              <a:gd name="connsiteX0" fmla="*/ 0 w 9227229"/>
              <a:gd name="connsiteY0" fmla="*/ 0 h 5054577"/>
              <a:gd name="connsiteX1" fmla="*/ 9227229 w 9227229"/>
              <a:gd name="connsiteY1" fmla="*/ 419077 h 5054577"/>
              <a:gd name="connsiteX2" fmla="*/ 9224100 w 9227229"/>
              <a:gd name="connsiteY2" fmla="*/ 5054577 h 5054577"/>
              <a:gd name="connsiteX3" fmla="*/ 741872 w 9227229"/>
              <a:gd name="connsiteY3" fmla="*/ 2397425 h 5054577"/>
              <a:gd name="connsiteX4" fmla="*/ 94848 w 9227229"/>
              <a:gd name="connsiteY4" fmla="*/ 408835 h 5054577"/>
              <a:gd name="connsiteX5" fmla="*/ 0 w 9227229"/>
              <a:gd name="connsiteY5" fmla="*/ 0 h 5054577"/>
              <a:gd name="connsiteX0" fmla="*/ 0 w 9132381"/>
              <a:gd name="connsiteY0" fmla="*/ 0 h 4645742"/>
              <a:gd name="connsiteX1" fmla="*/ 9132381 w 9132381"/>
              <a:gd name="connsiteY1" fmla="*/ 10242 h 4645742"/>
              <a:gd name="connsiteX2" fmla="*/ 9129252 w 9132381"/>
              <a:gd name="connsiteY2" fmla="*/ 4645742 h 4645742"/>
              <a:gd name="connsiteX3" fmla="*/ 647024 w 9132381"/>
              <a:gd name="connsiteY3" fmla="*/ 1988590 h 4645742"/>
              <a:gd name="connsiteX4" fmla="*/ 0 w 9132381"/>
              <a:gd name="connsiteY4" fmla="*/ 0 h 4645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2381" h="4645742">
                <a:moveTo>
                  <a:pt x="0" y="0"/>
                </a:moveTo>
                <a:lnTo>
                  <a:pt x="9132381" y="10242"/>
                </a:lnTo>
                <a:lnTo>
                  <a:pt x="9129252" y="4645742"/>
                </a:lnTo>
                <a:lnTo>
                  <a:pt x="647024" y="1988590"/>
                </a:lnTo>
                <a:lnTo>
                  <a:pt x="0" y="0"/>
                </a:lnTo>
                <a:close/>
              </a:path>
            </a:pathLst>
          </a:custGeom>
          <a:solidFill>
            <a:srgbClr val="E1E5EA">
              <a:alpha val="10196"/>
            </a:srgbClr>
          </a:solidFill>
        </p:spPr>
        <p:txBody>
          <a:bodyPr anchor="ctr"/>
          <a:lstStyle>
            <a:lvl1pPr marL="0" indent="0" algn="ctr">
              <a:buNone/>
              <a:defRPr>
                <a:solidFill>
                  <a:srgbClr val="327BB8"/>
                </a:solidFill>
              </a:defRPr>
            </a:lvl1pPr>
          </a:lstStyle>
          <a:p>
            <a:r>
              <a:rPr lang="en-US"/>
              <a:t>Click icon to add picture</a:t>
            </a:r>
            <a:endParaRPr lang="aa-ET" dirty="0"/>
          </a:p>
        </p:txBody>
      </p:sp>
    </p:spTree>
    <p:extLst>
      <p:ext uri="{BB962C8B-B14F-4D97-AF65-F5344CB8AC3E}">
        <p14:creationId xmlns:p14="http://schemas.microsoft.com/office/powerpoint/2010/main" val="275198268"/>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fld id="{8AC73558-45ED-4ABC-BFBD-10AB3FCA5298}" type="datetime1">
              <a:rPr lang="en-GB" smtClean="0">
                <a:solidFill>
                  <a:prstClr val="black">
                    <a:tint val="75000"/>
                  </a:prstClr>
                </a:solidFill>
              </a:rPr>
              <a:pPr/>
              <a:t>04/11/2022</a:t>
            </a:fld>
            <a:endParaRPr lang="en-GB">
              <a:solidFill>
                <a:prstClr val="black">
                  <a:tint val="75000"/>
                </a:prstClr>
              </a:solidFill>
            </a:endParaRPr>
          </a:p>
        </p:txBody>
      </p:sp>
      <p:sp>
        <p:nvSpPr>
          <p:cNvPr id="3" name="Footer Placeholder 2"/>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99961791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12155"/>
            <a:ext cx="10972800" cy="850106"/>
          </a:xfrm>
        </p:spPr>
        <p:txBody>
          <a:bodyPr>
            <a:normAutofit/>
          </a:bodyPr>
          <a:lstStyle>
            <a:lvl1pPr>
              <a:defRPr sz="2700" b="1">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Content Placeholder 2"/>
          <p:cNvSpPr>
            <a:spLocks noGrp="1"/>
          </p:cNvSpPr>
          <p:nvPr>
            <p:ph idx="1"/>
          </p:nvPr>
        </p:nvSpPr>
        <p:spPr/>
        <p:txBody>
          <a:bodyPr>
            <a:normAutofit/>
          </a:bodyPr>
          <a:lstStyle>
            <a:lvl1pPr>
              <a:defRPr sz="21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500">
                <a:latin typeface="Arial" panose="020B0604020202020204" pitchFamily="34" charset="0"/>
                <a:cs typeface="Arial" panose="020B0604020202020204" pitchFamily="34" charset="0"/>
              </a:defRPr>
            </a:lvl3pPr>
            <a:lvl4pPr>
              <a:defRPr sz="1350">
                <a:latin typeface="Arial" panose="020B0604020202020204" pitchFamily="34" charset="0"/>
                <a:cs typeface="Arial" panose="020B0604020202020204" pitchFamily="34" charset="0"/>
              </a:defRPr>
            </a:lvl4pPr>
            <a:lvl5pPr>
              <a:defRPr sz="135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4936116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endParaRPr lang="en-GB"/>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GB">
              <a:solidFill>
                <a:srgbClr val="4D4D4D"/>
              </a:solidFill>
            </a:endParaRPr>
          </a:p>
        </p:txBody>
      </p:sp>
      <p:sp>
        <p:nvSpPr>
          <p:cNvPr id="5" name="Slide Number Placeholder 5"/>
          <p:cNvSpPr>
            <a:spLocks noGrp="1"/>
          </p:cNvSpPr>
          <p:nvPr>
            <p:ph type="sldNum" sz="quarter" idx="12"/>
          </p:nvPr>
        </p:nvSpPr>
        <p:spPr>
          <a:xfrm>
            <a:off x="9792000" y="6678000"/>
            <a:ext cx="2400000" cy="180000"/>
          </a:xfrm>
          <a:prstGeom prst="rect">
            <a:avLst/>
          </a:prstGeom>
        </p:spPr>
        <p:txBody>
          <a:bodyPr/>
          <a:lstStyle>
            <a:lvl1pPr>
              <a:defRPr/>
            </a:lvl1pPr>
          </a:lstStyle>
          <a:p>
            <a:pPr>
              <a:defRPr/>
            </a:pPr>
            <a:fld id="{99020C3E-5BFE-4380-A45D-9E23B6CDEA86}" type="slidenum">
              <a:rPr lang="en-GB">
                <a:solidFill>
                  <a:srgbClr val="4D4D4D"/>
                </a:solidFill>
              </a:rPr>
              <a:pPr>
                <a:defRPr/>
              </a:pPr>
              <a:t>‹#›</a:t>
            </a:fld>
            <a:endParaRPr lang="en-GB">
              <a:solidFill>
                <a:srgbClr val="4D4D4D"/>
              </a:solidFill>
            </a:endParaRPr>
          </a:p>
        </p:txBody>
      </p:sp>
      <p:sp>
        <p:nvSpPr>
          <p:cNvPr id="8" name="Title 1"/>
          <p:cNvSpPr>
            <a:spLocks noGrp="1"/>
          </p:cNvSpPr>
          <p:nvPr>
            <p:ph type="title"/>
          </p:nvPr>
        </p:nvSpPr>
        <p:spPr>
          <a:xfrm>
            <a:off x="1391477" y="333376"/>
            <a:ext cx="9505056" cy="647353"/>
          </a:xfrm>
        </p:spPr>
        <p:txBody>
          <a:bodyPr/>
          <a:lstStyle/>
          <a:p>
            <a:r>
              <a:rPr lang="en-US"/>
              <a:t>Click to edit Master title style</a:t>
            </a:r>
            <a:endParaRPr lang="en-GB"/>
          </a:p>
        </p:txBody>
      </p:sp>
      <p:sp>
        <p:nvSpPr>
          <p:cNvPr id="9" name="Slide Number Placeholder 1"/>
          <p:cNvSpPr txBox="1">
            <a:spLocks/>
          </p:cNvSpPr>
          <p:nvPr userDrawn="1"/>
        </p:nvSpPr>
        <p:spPr>
          <a:xfrm>
            <a:off x="10992000" y="6316084"/>
            <a:ext cx="1200000" cy="260648"/>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Bef>
                <a:spcPct val="0"/>
              </a:spcBef>
              <a:spcAft>
                <a:spcPct val="0"/>
              </a:spcAft>
              <a:defRPr/>
            </a:pPr>
            <a:r>
              <a:rPr lang="en-GB" sz="1400" b="1">
                <a:solidFill>
                  <a:prstClr val="black"/>
                </a:solidFill>
                <a:latin typeface="Arial" charset="0"/>
              </a:rPr>
              <a:t>Slide </a:t>
            </a:r>
            <a:fld id="{C7FBE417-DF31-47C9-9D3C-1E16E1C4BF58}" type="slidenum">
              <a:rPr lang="en-GB" sz="1400" b="1" smtClean="0">
                <a:solidFill>
                  <a:prstClr val="black"/>
                </a:solidFill>
                <a:latin typeface="Arial" charset="0"/>
              </a:rPr>
              <a:pPr algn="ctr" fontAlgn="base">
                <a:spcBef>
                  <a:spcPct val="0"/>
                </a:spcBef>
                <a:spcAft>
                  <a:spcPct val="0"/>
                </a:spcAft>
                <a:defRPr/>
              </a:pPr>
              <a:t>‹#›</a:t>
            </a:fld>
            <a:endParaRPr lang="en-GB" sz="1400" b="1" dirty="0">
              <a:solidFill>
                <a:prstClr val="black"/>
              </a:solidFill>
              <a:latin typeface="Arial" charset="0"/>
            </a:endParaRPr>
          </a:p>
        </p:txBody>
      </p:sp>
    </p:spTree>
    <p:extLst>
      <p:ext uri="{BB962C8B-B14F-4D97-AF65-F5344CB8AC3E}">
        <p14:creationId xmlns:p14="http://schemas.microsoft.com/office/powerpoint/2010/main" val="242753573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a:xfrm>
            <a:off x="609600" y="6356351"/>
            <a:ext cx="2844800" cy="365125"/>
          </a:xfrm>
          <a:prstGeom prst="rect">
            <a:avLst/>
          </a:prstGeom>
        </p:spPr>
        <p:txBody>
          <a:bodyPr/>
          <a:lstStyle/>
          <a:p>
            <a:fld id="{DB9D303F-4741-4017-AB4D-0E69B16FA1BD}" type="datetime1">
              <a:rPr lang="en-GB" smtClean="0">
                <a:solidFill>
                  <a:prstClr val="black">
                    <a:tint val="75000"/>
                  </a:prstClr>
                </a:solidFill>
              </a:rPr>
              <a:pPr/>
              <a:t>04/11/2022</a:t>
            </a:fld>
            <a:endParaRPr lang="en-GB">
              <a:solidFill>
                <a:prstClr val="black">
                  <a:tint val="75000"/>
                </a:prstClr>
              </a:solidFill>
            </a:endParaRPr>
          </a:p>
        </p:txBody>
      </p:sp>
      <p:sp>
        <p:nvSpPr>
          <p:cNvPr id="4" name="Footer Placeholder 3"/>
          <p:cNvSpPr>
            <a:spLocks noGrp="1"/>
          </p:cNvSpPr>
          <p:nvPr>
            <p:ph type="ftr" sz="quarter" idx="11"/>
          </p:nvPr>
        </p:nvSpPr>
        <p:spPr>
          <a:xfrm>
            <a:off x="4165600" y="6597352"/>
            <a:ext cx="3860800" cy="260648"/>
          </a:xfrm>
          <a:prstGeom prst="rect">
            <a:avLst/>
          </a:prstGeom>
        </p:spPr>
        <p:txBody>
          <a:bodyPr/>
          <a:lstStyle/>
          <a:p>
            <a:r>
              <a:rPr lang="en-GB">
                <a:solidFill>
                  <a:prstClr val="black">
                    <a:tint val="75000"/>
                  </a:prstClr>
                </a:solidFill>
              </a:rPr>
              <a:t>NATO UNCLASSIFIED</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A6D5C6AE-2A07-427F-9E07-C5D0DEC4862E}"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0038342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15123" t="3452" r="3870" b="12049"/>
          <a:stretch/>
        </p:blipFill>
        <p:spPr>
          <a:xfrm>
            <a:off x="1875551" y="209550"/>
            <a:ext cx="9871949" cy="5794960"/>
          </a:xfrm>
          <a:prstGeom prst="rect">
            <a:avLst/>
          </a:prstGeom>
        </p:spPr>
      </p:pic>
      <p:sp>
        <p:nvSpPr>
          <p:cNvPr id="9" name="Rectangle 8"/>
          <p:cNvSpPr/>
          <p:nvPr userDrawn="1"/>
        </p:nvSpPr>
        <p:spPr>
          <a:xfrm>
            <a:off x="239350" y="209550"/>
            <a:ext cx="11713301" cy="98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Tree>
    <p:extLst>
      <p:ext uri="{BB962C8B-B14F-4D97-AF65-F5344CB8AC3E}">
        <p14:creationId xmlns:p14="http://schemas.microsoft.com/office/powerpoint/2010/main" val="2568348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26" Type="http://schemas.openxmlformats.org/officeDocument/2006/relationships/slideLayout" Target="../slideLayouts/slideLayout32.xml"/><Relationship Id="rId3" Type="http://schemas.openxmlformats.org/officeDocument/2006/relationships/slideLayout" Target="../slideLayouts/slideLayout9.xml"/><Relationship Id="rId21" Type="http://schemas.openxmlformats.org/officeDocument/2006/relationships/slideLayout" Target="../slideLayouts/slideLayout27.xml"/><Relationship Id="rId34" Type="http://schemas.openxmlformats.org/officeDocument/2006/relationships/theme" Target="../theme/theme2.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5" Type="http://schemas.openxmlformats.org/officeDocument/2006/relationships/slideLayout" Target="../slideLayouts/slideLayout31.xml"/><Relationship Id="rId33" Type="http://schemas.openxmlformats.org/officeDocument/2006/relationships/slideLayout" Target="../slideLayouts/slideLayout39.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29" Type="http://schemas.openxmlformats.org/officeDocument/2006/relationships/slideLayout" Target="../slideLayouts/slideLayout35.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slideLayout" Target="../slideLayouts/slideLayout30.xml"/><Relationship Id="rId32" Type="http://schemas.openxmlformats.org/officeDocument/2006/relationships/slideLayout" Target="../slideLayouts/slideLayout38.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28" Type="http://schemas.openxmlformats.org/officeDocument/2006/relationships/slideLayout" Target="../slideLayouts/slideLayout34.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31" Type="http://schemas.openxmlformats.org/officeDocument/2006/relationships/slideLayout" Target="../slideLayouts/slideLayout37.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 Id="rId27" Type="http://schemas.openxmlformats.org/officeDocument/2006/relationships/slideLayout" Target="../slideLayouts/slideLayout33.xml"/><Relationship Id="rId30" Type="http://schemas.openxmlformats.org/officeDocument/2006/relationships/slideLayout" Target="../slideLayouts/slideLayout36.xml"/><Relationship Id="rId35"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34" Type="http://schemas.openxmlformats.org/officeDocument/2006/relationships/theme" Target="../theme/theme3.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 Type="http://schemas.openxmlformats.org/officeDocument/2006/relationships/slideLayout" Target="../slideLayouts/slideLayout75.xml"/><Relationship Id="rId21" Type="http://schemas.openxmlformats.org/officeDocument/2006/relationships/slideLayout" Target="../slideLayouts/slideLayout93.xml"/><Relationship Id="rId34" Type="http://schemas.openxmlformats.org/officeDocument/2006/relationships/theme" Target="../theme/theme4.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29" Type="http://schemas.openxmlformats.org/officeDocument/2006/relationships/slideLayout" Target="../slideLayouts/slideLayout101.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31" Type="http://schemas.openxmlformats.org/officeDocument/2006/relationships/slideLayout" Target="../slideLayouts/slideLayout103.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image" Target="../media/image1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515939" y="1112695"/>
            <a:ext cx="10515600" cy="1325563"/>
          </a:xfrm>
          <a:prstGeom prst="rect">
            <a:avLst/>
          </a:prstGeom>
        </p:spPr>
        <p:txBody>
          <a:bodyPr vert="horz" lIns="91440" tIns="45720" rIns="91440" bIns="45720" rtlCol="0" anchor="ctr">
            <a:normAutofit/>
          </a:bodyPr>
          <a:lstStyle/>
          <a:p>
            <a:r>
              <a:rPr lang="en-GB"/>
              <a:t>Click to edit Master title style</a:t>
            </a:r>
            <a:endParaRPr lang="x-none"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515939" y="2438256"/>
            <a:ext cx="10515600" cy="369108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515939" y="6129339"/>
            <a:ext cx="4114800" cy="544512"/>
          </a:xfrm>
          <a:prstGeom prst="rect">
            <a:avLst/>
          </a:prstGeom>
        </p:spPr>
        <p:txBody>
          <a:bodyPr vert="horz" lIns="91440" tIns="45720" rIns="91440" bIns="45720" rtlCol="0" anchor="ctr"/>
          <a:lstStyle>
            <a:lvl1pPr algn="l">
              <a:defRPr sz="750" b="0" i="0">
                <a:solidFill>
                  <a:srgbClr val="95C281"/>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pic>
        <p:nvPicPr>
          <p:cNvPr id="11" name="Picture 10">
            <a:extLst>
              <a:ext uri="{FF2B5EF4-FFF2-40B4-BE49-F238E27FC236}">
                <a16:creationId xmlns:a16="http://schemas.microsoft.com/office/drawing/2014/main" id="{329F3F63-057E-8748-9899-5069DD9ABEC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180074" y="179999"/>
            <a:ext cx="1079855" cy="846486"/>
          </a:xfrm>
          <a:prstGeom prst="rect">
            <a:avLst/>
          </a:prstGeom>
        </p:spPr>
      </p:pic>
      <p:sp>
        <p:nvSpPr>
          <p:cNvPr id="8" name="Text Placeholder 4">
            <a:extLst>
              <a:ext uri="{FF2B5EF4-FFF2-40B4-BE49-F238E27FC236}">
                <a16:creationId xmlns:a16="http://schemas.microsoft.com/office/drawing/2014/main" id="{CB5D0413-F49D-DA4D-9DB2-E0CD515A0628}"/>
              </a:ext>
            </a:extLst>
          </p:cNvPr>
          <p:cNvSpPr txBox="1">
            <a:spLocks/>
          </p:cNvSpPr>
          <p:nvPr userDrawn="1"/>
        </p:nvSpPr>
        <p:spPr>
          <a:xfrm>
            <a:off x="1259929" y="179912"/>
            <a:ext cx="2412777" cy="540000"/>
          </a:xfrm>
          <a:prstGeom prst="rect">
            <a:avLst/>
          </a:prstGeom>
          <a:noFill/>
        </p:spPr>
        <p:txBody>
          <a:bodyPr anchor="ctr" anchorCtr="0">
            <a:normAutofit/>
          </a:bodyPr>
          <a:lstStyle>
            <a:lvl1pPr marL="0" indent="0" algn="l" defTabSz="914400" rtl="0" eaLnBrk="1" latinLnBrk="0" hangingPunct="1">
              <a:lnSpc>
                <a:spcPct val="100000"/>
              </a:lnSpc>
              <a:spcBef>
                <a:spcPts val="0"/>
              </a:spcBef>
              <a:buClr>
                <a:srgbClr val="5FAF4B"/>
              </a:buClr>
              <a:buFont typeface="Wingdings" pitchFamily="2" charset="2"/>
              <a:buNone/>
              <a:defRPr sz="1000" kern="1200">
                <a:no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5FAF4B"/>
              </a:buClr>
              <a:buFont typeface="Wingdings" pitchFamily="2" charset="2"/>
              <a:buChar char="§"/>
              <a:defRPr sz="2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5FAF4B"/>
              </a:buClr>
              <a:buFont typeface="Wingdings" pitchFamily="2" charset="2"/>
              <a:buChar char="§"/>
              <a:defRPr sz="16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altLang="en-US" sz="1050" b="1" dirty="0">
                <a:solidFill>
                  <a:srgbClr val="545454"/>
                </a:solidFill>
              </a:rPr>
              <a:t>ALLIED RAPID REACTION CORPS</a:t>
            </a:r>
          </a:p>
        </p:txBody>
      </p:sp>
    </p:spTree>
    <p:extLst>
      <p:ext uri="{BB962C8B-B14F-4D97-AF65-F5344CB8AC3E}">
        <p14:creationId xmlns:p14="http://schemas.microsoft.com/office/powerpoint/2010/main" val="172588544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881" r:id="rId6"/>
  </p:sldLayoutIdLst>
  <p:hf hdr="0" dt="0"/>
  <p:txStyles>
    <p:titleStyle>
      <a:lvl1pPr algn="l" defTabSz="685800" rtl="0" eaLnBrk="1" latinLnBrk="0" hangingPunct="1">
        <a:lnSpc>
          <a:spcPct val="90000"/>
        </a:lnSpc>
        <a:spcBef>
          <a:spcPct val="0"/>
        </a:spcBef>
        <a:buNone/>
        <a:defRPr sz="3300" b="1" i="0" kern="1200">
          <a:solidFill>
            <a:srgbClr val="1C4114"/>
          </a:solidFill>
          <a:latin typeface="Garamond" panose="02020404030301010803" pitchFamily="18" charset="0"/>
          <a:ea typeface="Noto Serif" panose="02020600060500020200" pitchFamily="18" charset="0"/>
          <a:cs typeface="Noto Serif" panose="02020600060500020200" pitchFamily="18" charset="0"/>
        </a:defRPr>
      </a:lvl1pPr>
    </p:titleStyle>
    <p:bodyStyle>
      <a:lvl1pPr marL="171450" indent="-171450" algn="l" defTabSz="685800" rtl="0" eaLnBrk="1" latinLnBrk="0" hangingPunct="1">
        <a:lnSpc>
          <a:spcPct val="150000"/>
        </a:lnSpc>
        <a:spcBef>
          <a:spcPts val="75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514350" indent="-171450" algn="l" defTabSz="685800" rtl="0" eaLnBrk="1" latinLnBrk="0" hangingPunct="1">
        <a:lnSpc>
          <a:spcPct val="150000"/>
        </a:lnSpc>
        <a:spcBef>
          <a:spcPts val="375"/>
        </a:spcBef>
        <a:buClr>
          <a:srgbClr val="5FAF4B"/>
        </a:buClr>
        <a:buFont typeface="Wingdings" pitchFamily="2" charset="2"/>
        <a:buChar char="§"/>
        <a:defRPr sz="15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857250" indent="-171450" algn="l" defTabSz="685800" rtl="0" eaLnBrk="1" latinLnBrk="0" hangingPunct="1">
        <a:lnSpc>
          <a:spcPct val="150000"/>
        </a:lnSpc>
        <a:spcBef>
          <a:spcPts val="375"/>
        </a:spcBef>
        <a:buClr>
          <a:srgbClr val="5FAF4B"/>
        </a:buClr>
        <a:buFont typeface="Wingdings" pitchFamily="2" charset="2"/>
        <a:buChar char="§"/>
        <a:defRPr sz="135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200150" indent="-171450" algn="l" defTabSz="685800" rtl="0" eaLnBrk="1" latinLnBrk="0" hangingPunct="1">
        <a:lnSpc>
          <a:spcPct val="150000"/>
        </a:lnSpc>
        <a:spcBef>
          <a:spcPts val="375"/>
        </a:spcBef>
        <a:buClr>
          <a:srgbClr val="5FAF4B"/>
        </a:buClr>
        <a:buFont typeface="Wingdings" pitchFamily="2" charset="2"/>
        <a:buChar char="§"/>
        <a:defRPr sz="12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1543050" indent="-171450" algn="l" defTabSz="685800" rtl="0" eaLnBrk="1" latinLnBrk="0" hangingPunct="1">
        <a:lnSpc>
          <a:spcPct val="150000"/>
        </a:lnSpc>
        <a:spcBef>
          <a:spcPts val="375"/>
        </a:spcBef>
        <a:buClr>
          <a:srgbClr val="AFD8ED"/>
        </a:buClr>
        <a:buFont typeface="Arial" panose="020B0604020202020204" pitchFamily="34" charset="0"/>
        <a:buChar char="•"/>
        <a:defRPr sz="1350" kern="1200">
          <a:solidFill>
            <a:srgbClr val="383838"/>
          </a:solidFill>
          <a:latin typeface="Source Sans Pro" panose="020B0503030403020204" pitchFamily="34" charset="0"/>
          <a:ea typeface="Source Sans Pro" panose="020B05030304030202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3" userDrawn="1">
          <p15:clr>
            <a:srgbClr val="F26B43"/>
          </p15:clr>
        </p15:guide>
        <p15:guide id="2" pos="9807" userDrawn="1">
          <p15:clr>
            <a:srgbClr val="F26B43"/>
          </p15:clr>
        </p15:guide>
        <p15:guide id="3" orient="horz" pos="346" userDrawn="1">
          <p15:clr>
            <a:srgbClr val="F26B43"/>
          </p15:clr>
        </p15:guide>
        <p15:guide id="4" orient="horz" pos="3974" userDrawn="1">
          <p15:clr>
            <a:srgbClr val="F26B43"/>
          </p15:clr>
        </p15:guide>
        <p15:guide id="5" pos="5120" userDrawn="1">
          <p15:clr>
            <a:srgbClr val="F26B43"/>
          </p15:clr>
        </p15:guide>
        <p15:guide id="6" orient="horz" pos="2160" userDrawn="1">
          <p15:clr>
            <a:srgbClr val="F26B43"/>
          </p15:clr>
        </p15:guide>
        <p15:guide id="7" orient="horz" pos="3861" userDrawn="1">
          <p15:clr>
            <a:srgbClr val="F26B43"/>
          </p15:clr>
        </p15:guide>
        <p15:guide id="8" orient="horz" pos="11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515939" y="1112695"/>
            <a:ext cx="10515600" cy="1325563"/>
          </a:xfrm>
          <a:prstGeom prst="rect">
            <a:avLst/>
          </a:prstGeom>
        </p:spPr>
        <p:txBody>
          <a:bodyPr vert="horz" lIns="91440" tIns="45720" rIns="91440" bIns="45720" rtlCol="0" anchor="ctr">
            <a:normAutofit/>
          </a:bodyPr>
          <a:lstStyle/>
          <a:p>
            <a:r>
              <a:rPr lang="en-US"/>
              <a:t>Click to edit Master title style</a:t>
            </a:r>
            <a:endParaRPr lang="x-none"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515939" y="2438256"/>
            <a:ext cx="10515600" cy="369108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515939" y="6129339"/>
            <a:ext cx="4114800" cy="544512"/>
          </a:xfrm>
          <a:prstGeom prst="rect">
            <a:avLst/>
          </a:prstGeom>
        </p:spPr>
        <p:txBody>
          <a:bodyPr vert="horz" lIns="91440" tIns="45720" rIns="91440" bIns="45720" rtlCol="0" anchor="ctr"/>
          <a:lstStyle>
            <a:lvl1pPr algn="l">
              <a:defRPr sz="750" b="0" i="0">
                <a:solidFill>
                  <a:srgbClr val="95C281"/>
                </a:solidFill>
                <a:latin typeface="Arial" panose="020B0604020202020204" pitchFamily="34" charset="0"/>
                <a:ea typeface="Noto Sans" panose="020B0502040504020204" pitchFamily="34" charset="0"/>
                <a:cs typeface="Arial" panose="020B0604020202020204" pitchFamily="34" charset="0"/>
              </a:defRPr>
            </a:lvl1pPr>
          </a:lstStyle>
          <a:p>
            <a:r>
              <a:rPr lang="x-none"/>
              <a:t>NATO UNCLASSIFIED</a:t>
            </a:r>
            <a:endParaRPr lang="x-none" dirty="0"/>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a:t>  |  </a:t>
            </a:r>
            <a:r>
              <a:rPr lang="en-GB"/>
              <a:t>P</a:t>
            </a:r>
            <a:r>
              <a:rPr lang="x-none"/>
              <a:t>AGE </a:t>
            </a:r>
            <a:fld id="{3C66DE6B-CC4B-F74A-99D4-2DC8DD154D90}" type="slidenum">
              <a:rPr lang="x-none" smtClean="0"/>
              <a:pPr/>
              <a:t>‹#›</a:t>
            </a:fld>
            <a:endParaRPr lang="x-none" dirty="0"/>
          </a:p>
        </p:txBody>
      </p:sp>
      <p:pic>
        <p:nvPicPr>
          <p:cNvPr id="11" name="Picture 10">
            <a:extLst>
              <a:ext uri="{FF2B5EF4-FFF2-40B4-BE49-F238E27FC236}">
                <a16:creationId xmlns:a16="http://schemas.microsoft.com/office/drawing/2014/main" id="{329F3F63-057E-8748-9899-5069DD9ABEC7}"/>
              </a:ext>
            </a:extLst>
          </p:cNvPr>
          <p:cNvPicPr>
            <a:picLocks noChangeAspect="1"/>
          </p:cNvPicPr>
          <p:nvPr/>
        </p:nvPicPr>
        <p:blipFill>
          <a:blip r:embed="rId35" cstate="screen">
            <a:extLst>
              <a:ext uri="{28A0092B-C50C-407E-A947-70E740481C1C}">
                <a14:useLocalDpi xmlns:a14="http://schemas.microsoft.com/office/drawing/2010/main"/>
              </a:ext>
            </a:extLst>
          </a:blip>
          <a:srcRect/>
          <a:stretch/>
        </p:blipFill>
        <p:spPr>
          <a:xfrm>
            <a:off x="180074" y="179999"/>
            <a:ext cx="1079855" cy="846486"/>
          </a:xfrm>
          <a:prstGeom prst="rect">
            <a:avLst/>
          </a:prstGeom>
        </p:spPr>
      </p:pic>
      <p:sp>
        <p:nvSpPr>
          <p:cNvPr id="8" name="Text Placeholder 4">
            <a:extLst>
              <a:ext uri="{FF2B5EF4-FFF2-40B4-BE49-F238E27FC236}">
                <a16:creationId xmlns:a16="http://schemas.microsoft.com/office/drawing/2014/main" id="{CB5D0413-F49D-DA4D-9DB2-E0CD515A0628}"/>
              </a:ext>
            </a:extLst>
          </p:cNvPr>
          <p:cNvSpPr txBox="1">
            <a:spLocks/>
          </p:cNvSpPr>
          <p:nvPr/>
        </p:nvSpPr>
        <p:spPr>
          <a:xfrm>
            <a:off x="1259929" y="179912"/>
            <a:ext cx="2412777" cy="540000"/>
          </a:xfrm>
          <a:prstGeom prst="rect">
            <a:avLst/>
          </a:prstGeom>
          <a:noFill/>
        </p:spPr>
        <p:txBody>
          <a:bodyPr anchor="ctr" anchorCtr="0">
            <a:normAutofit/>
          </a:bodyPr>
          <a:lstStyle>
            <a:lvl1pPr marL="0" indent="0" algn="l" defTabSz="914400" rtl="0" eaLnBrk="1" latinLnBrk="0" hangingPunct="1">
              <a:lnSpc>
                <a:spcPct val="100000"/>
              </a:lnSpc>
              <a:spcBef>
                <a:spcPts val="0"/>
              </a:spcBef>
              <a:buClr>
                <a:srgbClr val="5FAF4B"/>
              </a:buClr>
              <a:buFont typeface="Wingdings" pitchFamily="2" charset="2"/>
              <a:buNone/>
              <a:defRPr sz="1000" kern="1200">
                <a:no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5FAF4B"/>
              </a:buClr>
              <a:buFont typeface="Wingdings" pitchFamily="2" charset="2"/>
              <a:buChar char="§"/>
              <a:defRPr sz="2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5FAF4B"/>
              </a:buClr>
              <a:buFont typeface="Wingdings" pitchFamily="2" charset="2"/>
              <a:buChar char="§"/>
              <a:defRPr sz="16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altLang="en-US" sz="1050" b="1" dirty="0">
                <a:solidFill>
                  <a:srgbClr val="545454"/>
                </a:solidFill>
              </a:rPr>
              <a:t>ALLIED RAPID REACTION CORPS</a:t>
            </a:r>
          </a:p>
        </p:txBody>
      </p:sp>
      <p:pic>
        <p:nvPicPr>
          <p:cNvPr id="9" name="Picture 8">
            <a:extLst>
              <a:ext uri="{FF2B5EF4-FFF2-40B4-BE49-F238E27FC236}">
                <a16:creationId xmlns:a16="http://schemas.microsoft.com/office/drawing/2014/main" id="{329F3F63-057E-8748-9899-5069DD9ABEC7}"/>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180074" y="179999"/>
            <a:ext cx="1079855" cy="846486"/>
          </a:xfrm>
          <a:prstGeom prst="rect">
            <a:avLst/>
          </a:prstGeom>
        </p:spPr>
      </p:pic>
      <p:sp>
        <p:nvSpPr>
          <p:cNvPr id="10" name="Text Placeholder 4">
            <a:extLst>
              <a:ext uri="{FF2B5EF4-FFF2-40B4-BE49-F238E27FC236}">
                <a16:creationId xmlns:a16="http://schemas.microsoft.com/office/drawing/2014/main" id="{CB5D0413-F49D-DA4D-9DB2-E0CD515A0628}"/>
              </a:ext>
            </a:extLst>
          </p:cNvPr>
          <p:cNvSpPr txBox="1">
            <a:spLocks/>
          </p:cNvSpPr>
          <p:nvPr userDrawn="1"/>
        </p:nvSpPr>
        <p:spPr>
          <a:xfrm>
            <a:off x="1259929" y="179912"/>
            <a:ext cx="2412777" cy="540000"/>
          </a:xfrm>
          <a:prstGeom prst="rect">
            <a:avLst/>
          </a:prstGeom>
          <a:noFill/>
        </p:spPr>
        <p:txBody>
          <a:bodyPr anchor="ctr" anchorCtr="0">
            <a:normAutofit/>
          </a:bodyPr>
          <a:lstStyle>
            <a:lvl1pPr marL="0" indent="0" algn="l" defTabSz="914400" rtl="0" eaLnBrk="1" latinLnBrk="0" hangingPunct="1">
              <a:lnSpc>
                <a:spcPct val="100000"/>
              </a:lnSpc>
              <a:spcBef>
                <a:spcPts val="0"/>
              </a:spcBef>
              <a:buClr>
                <a:srgbClr val="5FAF4B"/>
              </a:buClr>
              <a:buFont typeface="Wingdings" pitchFamily="2" charset="2"/>
              <a:buNone/>
              <a:defRPr sz="1000" kern="1200">
                <a:no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5FAF4B"/>
              </a:buClr>
              <a:buFont typeface="Wingdings" pitchFamily="2" charset="2"/>
              <a:buChar char="§"/>
              <a:defRPr sz="2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5FAF4B"/>
              </a:buClr>
              <a:buFont typeface="Wingdings" pitchFamily="2" charset="2"/>
              <a:buChar char="§"/>
              <a:defRPr sz="16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altLang="en-US" sz="1050" b="1" dirty="0">
                <a:solidFill>
                  <a:srgbClr val="545454"/>
                </a:solidFill>
              </a:rPr>
              <a:t>ALLIED RAPID REACTION CORPS</a:t>
            </a:r>
          </a:p>
        </p:txBody>
      </p:sp>
    </p:spTree>
    <p:extLst>
      <p:ext uri="{BB962C8B-B14F-4D97-AF65-F5344CB8AC3E}">
        <p14:creationId xmlns:p14="http://schemas.microsoft.com/office/powerpoint/2010/main" val="169813994"/>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Lst>
  <p:hf hdr="0" dt="0"/>
  <p:txStyles>
    <p:titleStyle>
      <a:lvl1pPr algn="l" defTabSz="685800" rtl="0" eaLnBrk="1" latinLnBrk="0" hangingPunct="1">
        <a:lnSpc>
          <a:spcPct val="90000"/>
        </a:lnSpc>
        <a:spcBef>
          <a:spcPct val="0"/>
        </a:spcBef>
        <a:buNone/>
        <a:defRPr sz="3300" b="1" i="0" kern="1200">
          <a:solidFill>
            <a:srgbClr val="1C4114"/>
          </a:solidFill>
          <a:latin typeface="Garamond" panose="02020404030301010803" pitchFamily="18" charset="0"/>
          <a:ea typeface="Noto Serif" panose="02020600060500020200" pitchFamily="18" charset="0"/>
          <a:cs typeface="Noto Serif" panose="02020600060500020200" pitchFamily="18" charset="0"/>
        </a:defRPr>
      </a:lvl1pPr>
    </p:titleStyle>
    <p:bodyStyle>
      <a:lvl1pPr marL="171450" indent="-171450" algn="l" defTabSz="685800" rtl="0" eaLnBrk="1" latinLnBrk="0" hangingPunct="1">
        <a:lnSpc>
          <a:spcPct val="150000"/>
        </a:lnSpc>
        <a:spcBef>
          <a:spcPts val="75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514350" indent="-171450" algn="l" defTabSz="685800" rtl="0" eaLnBrk="1" latinLnBrk="0" hangingPunct="1">
        <a:lnSpc>
          <a:spcPct val="150000"/>
        </a:lnSpc>
        <a:spcBef>
          <a:spcPts val="375"/>
        </a:spcBef>
        <a:buClr>
          <a:srgbClr val="5FAF4B"/>
        </a:buClr>
        <a:buFont typeface="Wingdings" pitchFamily="2" charset="2"/>
        <a:buChar char="§"/>
        <a:defRPr sz="15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857250" indent="-171450" algn="l" defTabSz="685800" rtl="0" eaLnBrk="1" latinLnBrk="0" hangingPunct="1">
        <a:lnSpc>
          <a:spcPct val="150000"/>
        </a:lnSpc>
        <a:spcBef>
          <a:spcPts val="375"/>
        </a:spcBef>
        <a:buClr>
          <a:srgbClr val="5FAF4B"/>
        </a:buClr>
        <a:buFont typeface="Wingdings" pitchFamily="2" charset="2"/>
        <a:buChar char="§"/>
        <a:defRPr sz="135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200150" indent="-171450" algn="l" defTabSz="685800" rtl="0" eaLnBrk="1" latinLnBrk="0" hangingPunct="1">
        <a:lnSpc>
          <a:spcPct val="150000"/>
        </a:lnSpc>
        <a:spcBef>
          <a:spcPts val="375"/>
        </a:spcBef>
        <a:buClr>
          <a:srgbClr val="5FAF4B"/>
        </a:buClr>
        <a:buFont typeface="Wingdings" pitchFamily="2" charset="2"/>
        <a:buChar char="§"/>
        <a:defRPr sz="12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1543050" indent="-171450" algn="l" defTabSz="685800" rtl="0" eaLnBrk="1" latinLnBrk="0" hangingPunct="1">
        <a:lnSpc>
          <a:spcPct val="150000"/>
        </a:lnSpc>
        <a:spcBef>
          <a:spcPts val="375"/>
        </a:spcBef>
        <a:buClr>
          <a:srgbClr val="AFD8ED"/>
        </a:buClr>
        <a:buFont typeface="Arial" panose="020B0604020202020204" pitchFamily="34" charset="0"/>
        <a:buChar char="•"/>
        <a:defRPr sz="1350" kern="1200">
          <a:solidFill>
            <a:srgbClr val="383838"/>
          </a:solidFill>
          <a:latin typeface="Source Sans Pro" panose="020B0503030403020204" pitchFamily="34" charset="0"/>
          <a:ea typeface="Source Sans Pro" panose="020B05030304030202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3" userDrawn="1">
          <p15:clr>
            <a:srgbClr val="F26B43"/>
          </p15:clr>
        </p15:guide>
        <p15:guide id="2" pos="9807" userDrawn="1">
          <p15:clr>
            <a:srgbClr val="F26B43"/>
          </p15:clr>
        </p15:guide>
        <p15:guide id="3" orient="horz" pos="346" userDrawn="1">
          <p15:clr>
            <a:srgbClr val="F26B43"/>
          </p15:clr>
        </p15:guide>
        <p15:guide id="4" orient="horz" pos="3974" userDrawn="1">
          <p15:clr>
            <a:srgbClr val="F26B43"/>
          </p15:clr>
        </p15:guide>
        <p15:guide id="5" pos="5120" userDrawn="1">
          <p15:clr>
            <a:srgbClr val="F26B43"/>
          </p15:clr>
        </p15:guide>
        <p15:guide id="6" orient="horz" pos="2160" userDrawn="1">
          <p15:clr>
            <a:srgbClr val="F26B43"/>
          </p15:clr>
        </p15:guide>
        <p15:guide id="7" orient="horz" pos="3861" userDrawn="1">
          <p15:clr>
            <a:srgbClr val="F26B43"/>
          </p15:clr>
        </p15:guide>
        <p15:guide id="8" orient="horz" pos="119"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515939" y="1112695"/>
            <a:ext cx="10515600" cy="1325563"/>
          </a:xfrm>
          <a:prstGeom prst="rect">
            <a:avLst/>
          </a:prstGeom>
        </p:spPr>
        <p:txBody>
          <a:bodyPr vert="horz" lIns="91440" tIns="45720" rIns="91440" bIns="45720" rtlCol="0" anchor="ctr">
            <a:normAutofit/>
          </a:bodyPr>
          <a:lstStyle/>
          <a:p>
            <a:r>
              <a:rPr lang="en-US"/>
              <a:t>Click to edit Master title style</a:t>
            </a:r>
            <a:endParaRPr lang="x-none"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515939" y="2438256"/>
            <a:ext cx="10515600" cy="369108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515939" y="6129339"/>
            <a:ext cx="4114800" cy="544512"/>
          </a:xfrm>
          <a:prstGeom prst="rect">
            <a:avLst/>
          </a:prstGeom>
        </p:spPr>
        <p:txBody>
          <a:bodyPr vert="horz" lIns="91440" tIns="45720" rIns="91440" bIns="45720" rtlCol="0" anchor="ctr"/>
          <a:lstStyle>
            <a:lvl1pPr algn="l">
              <a:defRPr sz="750" b="0" i="0">
                <a:solidFill>
                  <a:srgbClr val="95C281"/>
                </a:solidFill>
                <a:latin typeface="Arial" panose="020B0604020202020204" pitchFamily="34" charset="0"/>
                <a:ea typeface="Noto Sans" panose="020B0502040504020204" pitchFamily="34" charset="0"/>
                <a:cs typeface="Arial" panose="020B0604020202020204" pitchFamily="34" charset="0"/>
              </a:defRPr>
            </a:lvl1pPr>
          </a:lstStyle>
          <a:p>
            <a:r>
              <a:rPr lang="x-none" dirty="0"/>
              <a:t>NATO UNCLASSIFIED</a:t>
            </a:r>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80297" y="6308727"/>
            <a:ext cx="2743200" cy="365125"/>
          </a:xfrm>
          <a:prstGeom prst="rect">
            <a:avLst/>
          </a:prstGeom>
        </p:spPr>
        <p:txBody>
          <a:bodyPr vert="horz" lIns="91440" tIns="45720" rIns="91440" bIns="45720" rtlCol="0" anchor="ctr"/>
          <a:lstStyle>
            <a:lvl1pPr algn="r">
              <a:defRPr sz="750" b="0" i="0">
                <a:solidFill>
                  <a:srgbClr val="5FAF4B"/>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x-none" smtClean="0"/>
              <a:pPr/>
              <a:t>11/4/2022</a:t>
            </a:fld>
            <a:r>
              <a:rPr lang="x-none" dirty="0"/>
              <a:t>  |  </a:t>
            </a:r>
            <a:r>
              <a:rPr lang="en-GB" dirty="0"/>
              <a:t>P</a:t>
            </a:r>
            <a:r>
              <a:rPr lang="x-none" dirty="0"/>
              <a:t>AGE </a:t>
            </a:r>
            <a:fld id="{3C66DE6B-CC4B-F74A-99D4-2DC8DD154D90}" type="slidenum">
              <a:rPr lang="x-none" smtClean="0"/>
              <a:pPr/>
              <a:t>‹#›</a:t>
            </a:fld>
            <a:endParaRPr lang="x-none" dirty="0"/>
          </a:p>
        </p:txBody>
      </p:sp>
      <p:pic>
        <p:nvPicPr>
          <p:cNvPr id="11" name="Picture 10">
            <a:extLst>
              <a:ext uri="{FF2B5EF4-FFF2-40B4-BE49-F238E27FC236}">
                <a16:creationId xmlns:a16="http://schemas.microsoft.com/office/drawing/2014/main" id="{329F3F63-057E-8748-9899-5069DD9ABEC7}"/>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180074" y="179999"/>
            <a:ext cx="1079855" cy="846486"/>
          </a:xfrm>
          <a:prstGeom prst="rect">
            <a:avLst/>
          </a:prstGeom>
        </p:spPr>
      </p:pic>
      <p:sp>
        <p:nvSpPr>
          <p:cNvPr id="8" name="Text Placeholder 4">
            <a:extLst>
              <a:ext uri="{FF2B5EF4-FFF2-40B4-BE49-F238E27FC236}">
                <a16:creationId xmlns:a16="http://schemas.microsoft.com/office/drawing/2014/main" id="{CB5D0413-F49D-DA4D-9DB2-E0CD515A0628}"/>
              </a:ext>
            </a:extLst>
          </p:cNvPr>
          <p:cNvSpPr txBox="1">
            <a:spLocks/>
          </p:cNvSpPr>
          <p:nvPr userDrawn="1"/>
        </p:nvSpPr>
        <p:spPr>
          <a:xfrm>
            <a:off x="1259929" y="179912"/>
            <a:ext cx="2412777" cy="540000"/>
          </a:xfrm>
          <a:prstGeom prst="rect">
            <a:avLst/>
          </a:prstGeom>
          <a:noFill/>
        </p:spPr>
        <p:txBody>
          <a:bodyPr anchor="ctr" anchorCtr="0">
            <a:normAutofit/>
          </a:bodyPr>
          <a:lstStyle>
            <a:lvl1pPr marL="0" indent="0" algn="l" defTabSz="914400" rtl="0" eaLnBrk="1" latinLnBrk="0" hangingPunct="1">
              <a:lnSpc>
                <a:spcPct val="100000"/>
              </a:lnSpc>
              <a:spcBef>
                <a:spcPts val="0"/>
              </a:spcBef>
              <a:buClr>
                <a:srgbClr val="5FAF4B"/>
              </a:buClr>
              <a:buFont typeface="Wingdings" pitchFamily="2" charset="2"/>
              <a:buNone/>
              <a:defRPr sz="1000" kern="1200">
                <a:no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5FAF4B"/>
              </a:buClr>
              <a:buFont typeface="Wingdings" pitchFamily="2" charset="2"/>
              <a:buChar char="§"/>
              <a:defRPr sz="2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5FAF4B"/>
              </a:buClr>
              <a:buFont typeface="Wingdings" pitchFamily="2" charset="2"/>
              <a:buChar char="§"/>
              <a:defRPr sz="16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altLang="en-US" sz="1050" b="1" dirty="0">
                <a:solidFill>
                  <a:srgbClr val="545454"/>
                </a:solidFill>
              </a:rPr>
              <a:t>ALLIED RAPID REACTION CORPS</a:t>
            </a:r>
          </a:p>
        </p:txBody>
      </p:sp>
    </p:spTree>
    <p:extLst>
      <p:ext uri="{BB962C8B-B14F-4D97-AF65-F5344CB8AC3E}">
        <p14:creationId xmlns:p14="http://schemas.microsoft.com/office/powerpoint/2010/main" val="2840050150"/>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78" r:id="rId28"/>
    <p:sldLayoutId id="2147483882" r:id="rId29"/>
    <p:sldLayoutId id="2147483883" r:id="rId30"/>
    <p:sldLayoutId id="2147483884" r:id="rId31"/>
    <p:sldLayoutId id="2147483886" r:id="rId32"/>
    <p:sldLayoutId id="2147483912" r:id="rId33"/>
  </p:sldLayoutIdLst>
  <p:hf hdr="0" dt="0"/>
  <p:txStyles>
    <p:titleStyle>
      <a:lvl1pPr algn="l" defTabSz="685800" rtl="0" eaLnBrk="1" latinLnBrk="0" hangingPunct="1">
        <a:lnSpc>
          <a:spcPct val="90000"/>
        </a:lnSpc>
        <a:spcBef>
          <a:spcPct val="0"/>
        </a:spcBef>
        <a:buNone/>
        <a:defRPr sz="3300" b="1" i="0" kern="1200">
          <a:solidFill>
            <a:srgbClr val="1C4114"/>
          </a:solidFill>
          <a:latin typeface="Garamond" panose="02020404030301010803" pitchFamily="18" charset="0"/>
          <a:ea typeface="Noto Serif" panose="02020600060500020200" pitchFamily="18" charset="0"/>
          <a:cs typeface="Noto Serif" panose="02020600060500020200" pitchFamily="18" charset="0"/>
        </a:defRPr>
      </a:lvl1pPr>
    </p:titleStyle>
    <p:bodyStyle>
      <a:lvl1pPr marL="171450" indent="-171450" algn="l" defTabSz="685800" rtl="0" eaLnBrk="1" latinLnBrk="0" hangingPunct="1">
        <a:lnSpc>
          <a:spcPct val="150000"/>
        </a:lnSpc>
        <a:spcBef>
          <a:spcPts val="750"/>
        </a:spcBef>
        <a:buClr>
          <a:srgbClr val="5FAF4B"/>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514350" indent="-171450" algn="l" defTabSz="685800" rtl="0" eaLnBrk="1" latinLnBrk="0" hangingPunct="1">
        <a:lnSpc>
          <a:spcPct val="150000"/>
        </a:lnSpc>
        <a:spcBef>
          <a:spcPts val="375"/>
        </a:spcBef>
        <a:buClr>
          <a:srgbClr val="5FAF4B"/>
        </a:buClr>
        <a:buFont typeface="Wingdings" pitchFamily="2" charset="2"/>
        <a:buChar char="§"/>
        <a:defRPr sz="15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857250" indent="-171450" algn="l" defTabSz="685800" rtl="0" eaLnBrk="1" latinLnBrk="0" hangingPunct="1">
        <a:lnSpc>
          <a:spcPct val="150000"/>
        </a:lnSpc>
        <a:spcBef>
          <a:spcPts val="375"/>
        </a:spcBef>
        <a:buClr>
          <a:srgbClr val="5FAF4B"/>
        </a:buClr>
        <a:buFont typeface="Wingdings" pitchFamily="2" charset="2"/>
        <a:buChar char="§"/>
        <a:defRPr sz="135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200150" indent="-171450" algn="l" defTabSz="685800" rtl="0" eaLnBrk="1" latinLnBrk="0" hangingPunct="1">
        <a:lnSpc>
          <a:spcPct val="150000"/>
        </a:lnSpc>
        <a:spcBef>
          <a:spcPts val="375"/>
        </a:spcBef>
        <a:buClr>
          <a:srgbClr val="5FAF4B"/>
        </a:buClr>
        <a:buFont typeface="Wingdings" pitchFamily="2" charset="2"/>
        <a:buChar char="§"/>
        <a:defRPr sz="12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1543050" indent="-171450" algn="l" defTabSz="685800" rtl="0" eaLnBrk="1" latinLnBrk="0" hangingPunct="1">
        <a:lnSpc>
          <a:spcPct val="150000"/>
        </a:lnSpc>
        <a:spcBef>
          <a:spcPts val="375"/>
        </a:spcBef>
        <a:buClr>
          <a:srgbClr val="AFD8ED"/>
        </a:buClr>
        <a:buFont typeface="Arial" panose="020B0604020202020204" pitchFamily="34" charset="0"/>
        <a:buChar char="•"/>
        <a:defRPr sz="1350" kern="1200">
          <a:solidFill>
            <a:srgbClr val="383838"/>
          </a:solidFill>
          <a:latin typeface="Source Sans Pro" panose="020B0503030403020204" pitchFamily="34" charset="0"/>
          <a:ea typeface="Source Sans Pro" panose="020B0503030403020204" pitchFamily="34"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x-non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3" userDrawn="1">
          <p15:clr>
            <a:srgbClr val="F26B43"/>
          </p15:clr>
        </p15:guide>
        <p15:guide id="2" pos="9807" userDrawn="1">
          <p15:clr>
            <a:srgbClr val="F26B43"/>
          </p15:clr>
        </p15:guide>
        <p15:guide id="3" orient="horz" pos="346" userDrawn="1">
          <p15:clr>
            <a:srgbClr val="F26B43"/>
          </p15:clr>
        </p15:guide>
        <p15:guide id="4" orient="horz" pos="3974" userDrawn="1">
          <p15:clr>
            <a:srgbClr val="F26B43"/>
          </p15:clr>
        </p15:guide>
        <p15:guide id="5" pos="5120" userDrawn="1">
          <p15:clr>
            <a:srgbClr val="F26B43"/>
          </p15:clr>
        </p15:guide>
        <p15:guide id="6" orient="horz" pos="2160" userDrawn="1">
          <p15:clr>
            <a:srgbClr val="F26B43"/>
          </p15:clr>
        </p15:guide>
        <p15:guide id="7" orient="horz" pos="3861" userDrawn="1">
          <p15:clr>
            <a:srgbClr val="F26B43"/>
          </p15:clr>
        </p15:guide>
        <p15:guide id="8" orient="horz" pos="119"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515938" y="1112693"/>
            <a:ext cx="10515600" cy="1325563"/>
          </a:xfrm>
          <a:prstGeom prst="rect">
            <a:avLst/>
          </a:prstGeom>
        </p:spPr>
        <p:txBody>
          <a:bodyPr vert="horz" lIns="91440" tIns="45720" rIns="91440" bIns="45720" rtlCol="0" anchor="ctr">
            <a:normAutofit/>
          </a:bodyPr>
          <a:lstStyle/>
          <a:p>
            <a:r>
              <a:rPr lang="en-US"/>
              <a:t>Click to edit Master title style</a:t>
            </a:r>
            <a:endParaRPr lang="aa-ET"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515938" y="2438256"/>
            <a:ext cx="10515600" cy="369108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515938" y="6129339"/>
            <a:ext cx="4114800" cy="544512"/>
          </a:xfrm>
          <a:prstGeom prst="rect">
            <a:avLst/>
          </a:prstGeom>
        </p:spPr>
        <p:txBody>
          <a:bodyPr vert="horz" lIns="91440" tIns="45720" rIns="91440" bIns="45720" rtlCol="0" anchor="ctr"/>
          <a:lstStyle>
            <a:lvl1pPr algn="l">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r>
              <a:rPr lang="aa-ET"/>
              <a:t>NATO UNCLASSIFIED</a:t>
            </a:r>
            <a:endParaRPr lang="aa-ET" dirty="0"/>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80297" y="6308725"/>
            <a:ext cx="2743200" cy="365125"/>
          </a:xfrm>
          <a:prstGeom prst="rect">
            <a:avLst/>
          </a:prstGeom>
        </p:spPr>
        <p:txBody>
          <a:bodyPr vert="horz" lIns="91440" tIns="45720" rIns="91440" bIns="45720" rtlCol="0" anchor="ctr"/>
          <a:lstStyle>
            <a:lvl1pPr algn="r">
              <a:defRPr sz="1000" b="0" i="0">
                <a:solidFill>
                  <a:srgbClr val="327BB8"/>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aa-ET" smtClean="0"/>
              <a:pPr/>
              <a:t>11/04/2022</a:t>
            </a:fld>
            <a:r>
              <a:rPr lang="aa-ET"/>
              <a:t>  |  </a:t>
            </a:r>
            <a:r>
              <a:rPr lang="en-GB"/>
              <a:t>P</a:t>
            </a:r>
            <a:r>
              <a:rPr lang="aa-ET"/>
              <a:t>AGE </a:t>
            </a:r>
            <a:fld id="{3C66DE6B-CC4B-F74A-99D4-2DC8DD154D90}" type="slidenum">
              <a:rPr lang="aa-ET" smtClean="0"/>
              <a:pPr/>
              <a:t>‹#›</a:t>
            </a:fld>
            <a:endParaRPr lang="aa-ET" dirty="0"/>
          </a:p>
        </p:txBody>
      </p:sp>
      <p:sp>
        <p:nvSpPr>
          <p:cNvPr id="9" name="Content Placeholder 8">
            <a:extLst>
              <a:ext uri="{FF2B5EF4-FFF2-40B4-BE49-F238E27FC236}">
                <a16:creationId xmlns:a16="http://schemas.microsoft.com/office/drawing/2014/main" id="{03B6A470-1EA8-F746-9468-B69996E0DEAA}"/>
              </a:ext>
            </a:extLst>
          </p:cNvPr>
          <p:cNvSpPr txBox="1">
            <a:spLocks/>
          </p:cNvSpPr>
          <p:nvPr userDrawn="1"/>
        </p:nvSpPr>
        <p:spPr>
          <a:xfrm>
            <a:off x="1328602" y="225696"/>
            <a:ext cx="5400000" cy="540000"/>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Tx/>
              <a:buNone/>
              <a:tabLst/>
              <a:defRPr sz="10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457200" indent="0" algn="l" defTabSz="914400" rtl="0" eaLnBrk="1" latinLnBrk="0" hangingPunct="1">
              <a:lnSpc>
                <a:spcPct val="150000"/>
              </a:lnSpc>
              <a:spcBef>
                <a:spcPts val="500"/>
              </a:spcBef>
              <a:buClr>
                <a:srgbClr val="5FAF4B"/>
              </a:buClr>
              <a:buFont typeface="Wingdings" pitchFamily="2" charset="2"/>
              <a:buNone/>
              <a:defRPr sz="1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914400" indent="0" algn="l" defTabSz="914400" rtl="0" eaLnBrk="1" latinLnBrk="0" hangingPunct="1">
              <a:lnSpc>
                <a:spcPct val="150000"/>
              </a:lnSpc>
              <a:spcBef>
                <a:spcPts val="500"/>
              </a:spcBef>
              <a:buClr>
                <a:srgbClr val="5FAF4B"/>
              </a:buClr>
              <a:buFont typeface="Wingdings" pitchFamily="2" charset="2"/>
              <a:buNone/>
              <a:defRPr sz="10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371600" indent="0" algn="l" defTabSz="914400" rtl="0" eaLnBrk="1" latinLnBrk="0" hangingPunct="1">
              <a:lnSpc>
                <a:spcPct val="150000"/>
              </a:lnSpc>
              <a:spcBef>
                <a:spcPts val="500"/>
              </a:spcBef>
              <a:buClr>
                <a:srgbClr val="5FAF4B"/>
              </a:buClr>
              <a:buFont typeface="Wingdings" pitchFamily="2" charset="2"/>
              <a:buNone/>
              <a:defRPr sz="10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1828800" indent="0" algn="l" defTabSz="914400" rtl="0" eaLnBrk="1" latinLnBrk="0" hangingPunct="1">
              <a:lnSpc>
                <a:spcPct val="150000"/>
              </a:lnSpc>
              <a:spcBef>
                <a:spcPts val="500"/>
              </a:spcBef>
              <a:buClr>
                <a:srgbClr val="AFD8ED"/>
              </a:buClr>
              <a:buFont typeface="Arial" panose="020B0604020202020204" pitchFamily="34" charset="0"/>
              <a:buNone/>
              <a:defRPr sz="1000" kern="1200">
                <a:solidFill>
                  <a:srgbClr val="383838"/>
                </a:solidFill>
                <a:latin typeface="Arial" panose="020B0604020202020204" pitchFamily="34" charset="0"/>
                <a:ea typeface="Source Sans Pro" panose="020B0503030403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GB" altLang="en-US" dirty="0">
                <a:solidFill>
                  <a:srgbClr val="000000"/>
                </a:solidFill>
              </a:rPr>
              <a:t>ALLIED COMMAND TRANSFORMATION</a:t>
            </a:r>
          </a:p>
        </p:txBody>
      </p:sp>
      <p:pic>
        <p:nvPicPr>
          <p:cNvPr id="10" name="Picture 2" descr="ACT LOGO Updated 12-3-01"/>
          <p:cNvPicPr>
            <a:picLocks noChangeAspect="1" noChangeArrowheads="1"/>
          </p:cNvPicPr>
          <p:nvPr/>
        </p:nvPicPr>
        <p:blipFill>
          <a:blip r:embed="rId35" cstate="print">
            <a:extLst>
              <a:ext uri="{28A0092B-C50C-407E-A947-70E740481C1C}">
                <a14:useLocalDpi xmlns:a14="http://schemas.microsoft.com/office/drawing/2010/main" val="0"/>
              </a:ext>
            </a:extLst>
          </a:blip>
          <a:srcRect/>
          <a:stretch>
            <a:fillRect/>
          </a:stretch>
        </p:blipFill>
        <p:spPr bwMode="auto">
          <a:xfrm>
            <a:off x="48265" y="37361"/>
            <a:ext cx="1295207" cy="916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58745" y="677312"/>
            <a:ext cx="965956" cy="268875"/>
          </a:xfrm>
          <a:prstGeom prst="rect">
            <a:avLst/>
          </a:prstGeom>
          <a:solidFill>
            <a:srgbClr val="E5E7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p:cNvSpPr txBox="1"/>
          <p:nvPr/>
        </p:nvSpPr>
        <p:spPr>
          <a:xfrm>
            <a:off x="720" y="697486"/>
            <a:ext cx="715260" cy="215444"/>
          </a:xfrm>
          <a:prstGeom prst="rect">
            <a:avLst/>
          </a:prstGeom>
          <a:noFill/>
        </p:spPr>
        <p:txBody>
          <a:bodyPr wrap="none" rtlCol="0">
            <a:spAutoFit/>
          </a:bodyPr>
          <a:lstStyle/>
          <a:p>
            <a:r>
              <a:rPr lang="en-US" sz="800" b="1" dirty="0">
                <a:latin typeface="Arial" panose="020B0604020202020204" pitchFamily="34" charset="0"/>
                <a:cs typeface="Arial" panose="020B0604020202020204" pitchFamily="34" charset="0"/>
              </a:rPr>
              <a:t>SPP - WDF</a:t>
            </a:r>
            <a:endParaRPr lang="en-GB" sz="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564964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 id="2147483799" r:id="rId20"/>
    <p:sldLayoutId id="2147483800" r:id="rId21"/>
    <p:sldLayoutId id="2147483801" r:id="rId22"/>
    <p:sldLayoutId id="2147483802" r:id="rId23"/>
    <p:sldLayoutId id="2147483803" r:id="rId24"/>
    <p:sldLayoutId id="2147483804" r:id="rId25"/>
    <p:sldLayoutId id="2147483805" r:id="rId26"/>
    <p:sldLayoutId id="2147483806" r:id="rId27"/>
    <p:sldLayoutId id="2147483807" r:id="rId28"/>
    <p:sldLayoutId id="2147483887" r:id="rId29"/>
    <p:sldLayoutId id="2147483888" r:id="rId30"/>
    <p:sldLayoutId id="2147483889" r:id="rId31"/>
    <p:sldLayoutId id="2147483890" r:id="rId32"/>
    <p:sldLayoutId id="2147483891" r:id="rId33"/>
  </p:sldLayoutIdLst>
  <p:hf hdr="0" dt="0"/>
  <p:txStyles>
    <p:titleStyle>
      <a:lvl1pPr algn="l" defTabSz="914400" rtl="0" eaLnBrk="1" latinLnBrk="0" hangingPunct="1">
        <a:lnSpc>
          <a:spcPct val="90000"/>
        </a:lnSpc>
        <a:spcBef>
          <a:spcPct val="0"/>
        </a:spcBef>
        <a:buNone/>
        <a:defRPr sz="4400" b="1" i="0" kern="1200">
          <a:solidFill>
            <a:srgbClr val="327BB8"/>
          </a:solidFill>
          <a:latin typeface="Arial" panose="020B0604020202020204" pitchFamily="34" charset="0"/>
          <a:ea typeface="Arial" panose="020B0604020202020204" pitchFamily="34" charset="0"/>
          <a:cs typeface="Arial" panose="020B0604020202020204" pitchFamily="34" charset="0"/>
        </a:defRPr>
      </a:lvl1pPr>
    </p:titleStyle>
    <p:bodyStyle>
      <a:lvl1pPr marL="228600" indent="-228600" algn="l" defTabSz="914400" rtl="0" eaLnBrk="1" latinLnBrk="0" hangingPunct="1">
        <a:lnSpc>
          <a:spcPct val="150000"/>
        </a:lnSpc>
        <a:spcBef>
          <a:spcPts val="1000"/>
        </a:spcBef>
        <a:buClr>
          <a:srgbClr val="C4CCD6"/>
        </a:buClr>
        <a:buFont typeface="Wingdings" pitchFamily="2" charset="2"/>
        <a:buChar char="§"/>
        <a:defRPr sz="2400" kern="1200">
          <a:solidFill>
            <a:srgbClr val="485045"/>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C4CCD6"/>
        </a:buClr>
        <a:buFont typeface="Wingdings" pitchFamily="2" charset="2"/>
        <a:buChar char="§"/>
        <a:defRPr sz="2000" kern="1200">
          <a:solidFill>
            <a:srgbClr val="485045"/>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C4CCD6"/>
        </a:buClr>
        <a:buFont typeface="Wingdings" pitchFamily="2" charset="2"/>
        <a:buChar char="§"/>
        <a:defRPr sz="1800" kern="1200">
          <a:solidFill>
            <a:srgbClr val="485045"/>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C4CCD6"/>
        </a:buClr>
        <a:buFont typeface="Wingdings" pitchFamily="2" charset="2"/>
        <a:buChar char="§"/>
        <a:defRPr sz="1600" kern="1200">
          <a:solidFill>
            <a:srgbClr val="485045"/>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a-E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5">
          <p15:clr>
            <a:srgbClr val="F26B43"/>
          </p15:clr>
        </p15:guide>
        <p15:guide id="2" pos="7355">
          <p15:clr>
            <a:srgbClr val="F26B43"/>
          </p15:clr>
        </p15:guide>
        <p15:guide id="3" orient="horz" pos="346">
          <p15:clr>
            <a:srgbClr val="F26B43"/>
          </p15:clr>
        </p15:guide>
        <p15:guide id="4" orient="horz" pos="3974">
          <p15:clr>
            <a:srgbClr val="F26B43"/>
          </p15:clr>
        </p15:guide>
        <p15:guide id="5" pos="3840">
          <p15:clr>
            <a:srgbClr val="F26B43"/>
          </p15:clr>
        </p15:guide>
        <p15:guide id="6" orient="horz" pos="2160">
          <p15:clr>
            <a:srgbClr val="F26B43"/>
          </p15:clr>
        </p15:guide>
        <p15:guide id="7" orient="horz" pos="3861">
          <p15:clr>
            <a:srgbClr val="F26B43"/>
          </p15:clr>
        </p15:guide>
        <p15:guide id="8" orient="horz" pos="119">
          <p15:clr>
            <a:srgbClr val="F26B43"/>
          </p15:clr>
        </p15:guide>
        <p15:guide id="9" pos="61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68.xml"/><Relationship Id="rId4" Type="http://schemas.openxmlformats.org/officeDocument/2006/relationships/image" Target="../media/image26.jpeg"/></Relationships>
</file>

<file path=ppt/slides/_rels/slide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6.xml"/><Relationship Id="rId1" Type="http://schemas.openxmlformats.org/officeDocument/2006/relationships/slideLayout" Target="../slideLayouts/slideLayout68.xml"/><Relationship Id="rId6" Type="http://schemas.openxmlformats.org/officeDocument/2006/relationships/image" Target="../media/image29.jpeg"/><Relationship Id="rId5" Type="http://schemas.openxmlformats.org/officeDocument/2006/relationships/hyperlink" Target="javascript:ClickThumbnail(2978)" TargetMode="External"/><Relationship Id="rId4" Type="http://schemas.openxmlformats.org/officeDocument/2006/relationships/image" Target="../media/image28.jpeg"/></Relationships>
</file>

<file path=ppt/slides/_rels/slide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7.xml"/><Relationship Id="rId1" Type="http://schemas.openxmlformats.org/officeDocument/2006/relationships/slideLayout" Target="../slideLayouts/slideLayout70.xml"/><Relationship Id="rId5" Type="http://schemas.openxmlformats.org/officeDocument/2006/relationships/image" Target="../media/image32.jpeg"/><Relationship Id="rId4" Type="http://schemas.openxmlformats.org/officeDocument/2006/relationships/image" Target="../media/image3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8.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68.xml"/><Relationship Id="rId5" Type="http://schemas.openxmlformats.org/officeDocument/2006/relationships/image" Target="../media/image34.jpeg"/><Relationship Id="rId4" Type="http://schemas.openxmlformats.org/officeDocument/2006/relationships/image" Target="../media/image33.jpeg"/></Relationships>
</file>

<file path=ppt/slides/_rels/slide10.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45.jpeg"/><Relationship Id="rId3" Type="http://schemas.openxmlformats.org/officeDocument/2006/relationships/image" Target="../media/image35.jpeg"/><Relationship Id="rId7" Type="http://schemas.openxmlformats.org/officeDocument/2006/relationships/image" Target="../media/image39.jpeg"/><Relationship Id="rId12" Type="http://schemas.openxmlformats.org/officeDocument/2006/relationships/image" Target="../media/image44.jpeg"/><Relationship Id="rId2" Type="http://schemas.openxmlformats.org/officeDocument/2006/relationships/notesSlide" Target="../notesSlides/notesSlide10.xml"/><Relationship Id="rId1" Type="http://schemas.openxmlformats.org/officeDocument/2006/relationships/slideLayout" Target="../slideLayouts/slideLayout69.xml"/><Relationship Id="rId6" Type="http://schemas.openxmlformats.org/officeDocument/2006/relationships/image" Target="../media/image38.jpeg"/><Relationship Id="rId11" Type="http://schemas.openxmlformats.org/officeDocument/2006/relationships/image" Target="../media/image43.jpe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2.jpeg"/><Relationship Id="rId4" Type="http://schemas.openxmlformats.org/officeDocument/2006/relationships/image" Target="../media/image36.png"/><Relationship Id="rId9" Type="http://schemas.openxmlformats.org/officeDocument/2006/relationships/image" Target="../media/image41.jpe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51.jpeg"/><Relationship Id="rId13" Type="http://schemas.openxmlformats.org/officeDocument/2006/relationships/image" Target="../media/image56.png"/><Relationship Id="rId18" Type="http://schemas.openxmlformats.org/officeDocument/2006/relationships/image" Target="../media/image61.png"/><Relationship Id="rId26" Type="http://schemas.openxmlformats.org/officeDocument/2006/relationships/image" Target="../media/image69.png"/><Relationship Id="rId3" Type="http://schemas.openxmlformats.org/officeDocument/2006/relationships/image" Target="../media/image47.png"/><Relationship Id="rId21" Type="http://schemas.openxmlformats.org/officeDocument/2006/relationships/image" Target="../media/image64.png"/><Relationship Id="rId7" Type="http://schemas.openxmlformats.org/officeDocument/2006/relationships/image" Target="../media/image50.jpeg"/><Relationship Id="rId12" Type="http://schemas.openxmlformats.org/officeDocument/2006/relationships/image" Target="../media/image55.jpeg"/><Relationship Id="rId17" Type="http://schemas.openxmlformats.org/officeDocument/2006/relationships/image" Target="../media/image60.png"/><Relationship Id="rId25" Type="http://schemas.openxmlformats.org/officeDocument/2006/relationships/image" Target="../media/image68.png"/><Relationship Id="rId2" Type="http://schemas.openxmlformats.org/officeDocument/2006/relationships/notesSlide" Target="../notesSlides/notesSlide11.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69.xml"/><Relationship Id="rId6" Type="http://schemas.openxmlformats.org/officeDocument/2006/relationships/image" Target="../media/image49.jpeg"/><Relationship Id="rId11" Type="http://schemas.openxmlformats.org/officeDocument/2006/relationships/image" Target="../media/image54.png"/><Relationship Id="rId24" Type="http://schemas.openxmlformats.org/officeDocument/2006/relationships/image" Target="../media/image67.png"/><Relationship Id="rId5" Type="http://schemas.openxmlformats.org/officeDocument/2006/relationships/image" Target="../media/image48.jpeg"/><Relationship Id="rId15" Type="http://schemas.openxmlformats.org/officeDocument/2006/relationships/image" Target="../media/image58.png"/><Relationship Id="rId23" Type="http://schemas.openxmlformats.org/officeDocument/2006/relationships/image" Target="../media/image66.png"/><Relationship Id="rId28" Type="http://schemas.openxmlformats.org/officeDocument/2006/relationships/image" Target="../media/image71.png"/><Relationship Id="rId10" Type="http://schemas.openxmlformats.org/officeDocument/2006/relationships/image" Target="../media/image53.jpeg"/><Relationship Id="rId19" Type="http://schemas.openxmlformats.org/officeDocument/2006/relationships/image" Target="../media/image62.jpeg"/><Relationship Id="rId4" Type="http://schemas.openxmlformats.org/officeDocument/2006/relationships/chart" Target="../charts/chart1.xml"/><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jpeg"/><Relationship Id="rId27" Type="http://schemas.openxmlformats.org/officeDocument/2006/relationships/image" Target="../media/image7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image" Target="../media/image72.png"/><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68.xml"/><Relationship Id="rId6" Type="http://schemas.openxmlformats.org/officeDocument/2006/relationships/diagramColors" Target="../diagrams/colors1.xml"/><Relationship Id="rId11" Type="http://schemas.openxmlformats.org/officeDocument/2006/relationships/diagramColors" Target="../diagrams/colors2.xml"/><Relationship Id="rId24" Type="http://schemas.openxmlformats.org/officeDocument/2006/relationships/image" Target="../media/image74.jpeg"/><Relationship Id="rId5" Type="http://schemas.openxmlformats.org/officeDocument/2006/relationships/diagramQuickStyle" Target="../diagrams/quickStyle1.xml"/><Relationship Id="rId15" Type="http://schemas.openxmlformats.org/officeDocument/2006/relationships/diagramQuickStyle" Target="../diagrams/quickStyle3.xml"/><Relationship Id="rId23" Type="http://schemas.openxmlformats.org/officeDocument/2006/relationships/image" Target="../media/image73.png"/><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7.xml"/><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2856A8-C9FE-FE4B-8358-69AEE8936542}"/>
              </a:ext>
            </a:extLst>
          </p:cNvPr>
          <p:cNvSpPr>
            <a:spLocks noGrp="1"/>
          </p:cNvSpPr>
          <p:nvPr>
            <p:ph type="ctrTitle"/>
          </p:nvPr>
        </p:nvSpPr>
        <p:spPr>
          <a:xfrm>
            <a:off x="1127448" y="1628800"/>
            <a:ext cx="7192753" cy="3305758"/>
          </a:xfrm>
        </p:spPr>
        <p:txBody>
          <a:bodyPr>
            <a:normAutofit/>
          </a:bodyPr>
          <a:lstStyle/>
          <a:p>
            <a:r>
              <a:rPr lang="en-GB" sz="4400" dirty="0"/>
              <a:t>CORPS’ REAR AREA SECURITY (RAS)</a:t>
            </a:r>
            <a:endParaRPr lang="x-none" sz="4400" dirty="0"/>
          </a:p>
        </p:txBody>
      </p:sp>
      <p:pic>
        <p:nvPicPr>
          <p:cNvPr id="8" name="Picture Placeholder 9">
            <a:extLst>
              <a:ext uri="{FF2B5EF4-FFF2-40B4-BE49-F238E27FC236}">
                <a16:creationId xmlns:a16="http://schemas.microsoft.com/office/drawing/2014/main" id="{7481F03F-240C-0541-8FA4-CCBA931E4FA4}"/>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b="-123"/>
          <a:stretch/>
        </p:blipFill>
        <p:spPr>
          <a:xfrm>
            <a:off x="3726440" y="0"/>
            <a:ext cx="8465560" cy="4306523"/>
          </a:xfrm>
        </p:spPr>
      </p:pic>
      <p:sp>
        <p:nvSpPr>
          <p:cNvPr id="6" name="Subtitle 2"/>
          <p:cNvSpPr txBox="1">
            <a:spLocks/>
          </p:cNvSpPr>
          <p:nvPr/>
        </p:nvSpPr>
        <p:spPr bwMode="auto">
          <a:xfrm>
            <a:off x="1775520" y="5301208"/>
            <a:ext cx="943304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730250" indent="-279400" eaLnBrk="0" hangingPunct="0">
              <a:spcBef>
                <a:spcPct val="20000"/>
              </a:spcBef>
              <a:buFont typeface="Arial" charset="0"/>
              <a:buChar char="–"/>
              <a:defRPr sz="2400">
                <a:solidFill>
                  <a:schemeClr val="tx1"/>
                </a:solidFill>
                <a:latin typeface="Arial" charset="0"/>
                <a:cs typeface="Arial" charset="0"/>
              </a:defRPr>
            </a:lvl2pPr>
            <a:lvl3pPr marL="1122363" indent="-223838" eaLnBrk="0" hangingPunct="0">
              <a:spcBef>
                <a:spcPct val="20000"/>
              </a:spcBef>
              <a:buFont typeface="Arial" charset="0"/>
              <a:buChar char="•"/>
              <a:defRPr sz="2000">
                <a:solidFill>
                  <a:schemeClr val="tx1"/>
                </a:solidFill>
                <a:latin typeface="Arial" charset="0"/>
                <a:cs typeface="Arial" charset="0"/>
              </a:defRPr>
            </a:lvl3pPr>
            <a:lvl4pPr marL="1571625" indent="-223838" eaLnBrk="0" hangingPunct="0">
              <a:spcBef>
                <a:spcPct val="20000"/>
              </a:spcBef>
              <a:buFont typeface="Arial" charset="0"/>
              <a:buChar char="–"/>
              <a:defRPr>
                <a:solidFill>
                  <a:schemeClr val="tx1"/>
                </a:solidFill>
                <a:latin typeface="Arial" charset="0"/>
                <a:cs typeface="Arial" charset="0"/>
              </a:defRPr>
            </a:lvl4pPr>
            <a:lvl5pPr marL="2022475" indent="-223838" eaLnBrk="0" hangingPunct="0">
              <a:spcBef>
                <a:spcPct val="20000"/>
              </a:spcBef>
              <a:buFont typeface="Arial" charset="0"/>
              <a:buChar char="»"/>
              <a:defRPr>
                <a:solidFill>
                  <a:schemeClr val="tx1"/>
                </a:solidFill>
                <a:latin typeface="Arial" charset="0"/>
                <a:cs typeface="Arial" charset="0"/>
              </a:defRPr>
            </a:lvl5pPr>
            <a:lvl6pPr marL="2479675" indent="-223838"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36875" indent="-223838" eaLnBrk="0" fontAlgn="base" hangingPunct="0">
              <a:spcBef>
                <a:spcPct val="20000"/>
              </a:spcBef>
              <a:spcAft>
                <a:spcPct val="0"/>
              </a:spcAft>
              <a:buFont typeface="Arial" charset="0"/>
              <a:buChar char="»"/>
              <a:defRPr>
                <a:solidFill>
                  <a:schemeClr val="tx1"/>
                </a:solidFill>
                <a:latin typeface="Arial" charset="0"/>
                <a:cs typeface="Arial" charset="0"/>
              </a:defRPr>
            </a:lvl7pPr>
            <a:lvl8pPr marL="3394075" indent="-223838"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51275" indent="-223838"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buNone/>
            </a:pPr>
            <a:r>
              <a:rPr lang="en-US" altLang="en-US" sz="3200" dirty="0">
                <a:latin typeface="Calibri" pitchFamily="34" charset="0"/>
              </a:rPr>
              <a:t>Major Javier </a:t>
            </a:r>
            <a:r>
              <a:rPr lang="en-US" altLang="en-US" sz="3200" dirty="0" err="1">
                <a:latin typeface="Calibri" pitchFamily="34" charset="0"/>
              </a:rPr>
              <a:t>Donesteve</a:t>
            </a:r>
            <a:r>
              <a:rPr lang="en-US" altLang="en-US" sz="3200" dirty="0">
                <a:latin typeface="Calibri" pitchFamily="34" charset="0"/>
              </a:rPr>
              <a:t>. Spanish Army </a:t>
            </a:r>
          </a:p>
          <a:p>
            <a:pPr algn="ctr" eaLnBrk="1" hangingPunct="1">
              <a:buNone/>
            </a:pPr>
            <a:r>
              <a:rPr lang="en-US" altLang="en-US" sz="3200" dirty="0">
                <a:latin typeface="Calibri" pitchFamily="34" charset="0"/>
              </a:rPr>
              <a:t>Support Division, Allied Rapid Reaction Corps (ARRC)</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671" y="1988840"/>
            <a:ext cx="1106186" cy="736117"/>
          </a:xfrm>
          <a:prstGeom prst="rect">
            <a:avLst/>
          </a:prstGeom>
        </p:spPr>
      </p:pic>
      <p:pic>
        <p:nvPicPr>
          <p:cNvPr id="7" name="Picture 6"/>
          <p:cNvPicPr>
            <a:picLocks noChangeAspect="1"/>
          </p:cNvPicPr>
          <p:nvPr/>
        </p:nvPicPr>
        <p:blipFill>
          <a:blip r:embed="rId5"/>
          <a:stretch>
            <a:fillRect/>
          </a:stretch>
        </p:blipFill>
        <p:spPr>
          <a:xfrm>
            <a:off x="207647" y="1139972"/>
            <a:ext cx="1078455" cy="714767"/>
          </a:xfrm>
          <a:prstGeom prst="rect">
            <a:avLst/>
          </a:prstGeom>
        </p:spPr>
      </p:pic>
    </p:spTree>
    <p:extLst>
      <p:ext uri="{BB962C8B-B14F-4D97-AF65-F5344CB8AC3E}">
        <p14:creationId xmlns:p14="http://schemas.microsoft.com/office/powerpoint/2010/main" val="394775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
          <p:cNvSpPr>
            <a:spLocks noChangeArrowheads="1"/>
          </p:cNvSpPr>
          <p:nvPr/>
        </p:nvSpPr>
        <p:spPr bwMode="auto">
          <a:xfrm>
            <a:off x="5087888" y="980728"/>
            <a:ext cx="1622538"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en-US" sz="3200" b="1" dirty="0">
                <a:solidFill>
                  <a:srgbClr val="221C0F"/>
                </a:solidFill>
                <a:latin typeface="Arial" charset="0"/>
              </a:rPr>
              <a:t>SCOPE</a:t>
            </a:r>
            <a:endParaRPr lang="en-GB" altLang="en-US" sz="3200" b="1" dirty="0"/>
          </a:p>
        </p:txBody>
      </p:sp>
      <p:sp>
        <p:nvSpPr>
          <p:cNvPr id="7171" name="Rectangle 2"/>
          <p:cNvSpPr>
            <a:spLocks noChangeArrowheads="1"/>
          </p:cNvSpPr>
          <p:nvPr/>
        </p:nvSpPr>
        <p:spPr bwMode="auto">
          <a:xfrm>
            <a:off x="2063552" y="1916832"/>
            <a:ext cx="8208962" cy="5586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marL="379413" indent="-379413"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lnSpc>
                <a:spcPct val="125000"/>
              </a:lnSpc>
              <a:buFont typeface="Arial" charset="0"/>
              <a:buChar char="•"/>
            </a:pPr>
            <a:endParaRPr lang="en-GB" altLang="en-US" sz="2400" dirty="0">
              <a:latin typeface="Arial" charset="0"/>
            </a:endParaRPr>
          </a:p>
          <a:p>
            <a:pPr eaLnBrk="1" hangingPunct="1">
              <a:lnSpc>
                <a:spcPct val="125000"/>
              </a:lnSpc>
              <a:buFont typeface="Arial" charset="0"/>
              <a:buChar char="•"/>
            </a:pPr>
            <a:r>
              <a:rPr lang="en-GB" altLang="en-US" sz="2800" b="1" dirty="0">
                <a:latin typeface="Arial" charset="0"/>
              </a:rPr>
              <a:t>NATO Force Structure (NFS)</a:t>
            </a:r>
          </a:p>
          <a:p>
            <a:pPr eaLnBrk="1" hangingPunct="1">
              <a:lnSpc>
                <a:spcPct val="125000"/>
              </a:lnSpc>
              <a:buFont typeface="Arial" charset="0"/>
              <a:buChar char="•"/>
            </a:pPr>
            <a:r>
              <a:rPr lang="en-GB" altLang="en-US" sz="2800" b="1" dirty="0">
                <a:latin typeface="Arial" charset="0"/>
              </a:rPr>
              <a:t>The ARRC.</a:t>
            </a:r>
          </a:p>
          <a:p>
            <a:pPr eaLnBrk="1" hangingPunct="1">
              <a:lnSpc>
                <a:spcPct val="125000"/>
              </a:lnSpc>
              <a:buFont typeface="Arial" charset="0"/>
              <a:buChar char="•"/>
            </a:pPr>
            <a:r>
              <a:rPr lang="en-GB" altLang="en-US" sz="2800" b="1" dirty="0">
                <a:latin typeface="Arial" charset="0"/>
              </a:rPr>
              <a:t>Corps’ Rear Area. </a:t>
            </a:r>
          </a:p>
          <a:p>
            <a:pPr eaLnBrk="1" hangingPunct="1">
              <a:lnSpc>
                <a:spcPct val="125000"/>
              </a:lnSpc>
              <a:buFont typeface="Arial" charset="0"/>
              <a:buChar char="•"/>
            </a:pPr>
            <a:r>
              <a:rPr lang="en-GB" altLang="en-US" sz="2800" b="1" dirty="0">
                <a:latin typeface="Arial" charset="0"/>
              </a:rPr>
              <a:t>Rear Area Operations.</a:t>
            </a:r>
          </a:p>
          <a:p>
            <a:pPr eaLnBrk="1" hangingPunct="1">
              <a:lnSpc>
                <a:spcPct val="125000"/>
              </a:lnSpc>
              <a:buFont typeface="Arial" charset="0"/>
              <a:buChar char="•"/>
            </a:pPr>
            <a:r>
              <a:rPr lang="en-GB" altLang="en-US" sz="2800" b="1" dirty="0">
                <a:latin typeface="Arial" charset="0"/>
              </a:rPr>
              <a:t>Rear Area Security.</a:t>
            </a:r>
          </a:p>
          <a:p>
            <a:pPr eaLnBrk="1" hangingPunct="1">
              <a:lnSpc>
                <a:spcPct val="125000"/>
              </a:lnSpc>
              <a:buFont typeface="Arial" charset="0"/>
              <a:buChar char="•"/>
            </a:pPr>
            <a:r>
              <a:rPr lang="en-GB" altLang="en-US" sz="2800" b="1" dirty="0">
                <a:latin typeface="Arial" charset="0"/>
              </a:rPr>
              <a:t>Takeaways.</a:t>
            </a:r>
          </a:p>
          <a:p>
            <a:pPr eaLnBrk="1" hangingPunct="1">
              <a:lnSpc>
                <a:spcPct val="125000"/>
              </a:lnSpc>
            </a:pPr>
            <a:endParaRPr lang="en-US" altLang="en-US" sz="2400" dirty="0">
              <a:latin typeface="Arial" charset="0"/>
            </a:endParaRPr>
          </a:p>
          <a:p>
            <a:pPr eaLnBrk="1" hangingPunct="1">
              <a:lnSpc>
                <a:spcPct val="125000"/>
              </a:lnSpc>
            </a:pPr>
            <a:endParaRPr lang="en-US" altLang="en-US" sz="2400" dirty="0">
              <a:latin typeface="Arial" charset="0"/>
            </a:endParaRPr>
          </a:p>
          <a:p>
            <a:pPr eaLnBrk="1" hangingPunct="1">
              <a:lnSpc>
                <a:spcPct val="125000"/>
              </a:lnSpc>
            </a:pPr>
            <a:endParaRPr lang="en-US" altLang="en-US" sz="2400" dirty="0">
              <a:latin typeface="Arial" charset="0"/>
            </a:endParaRPr>
          </a:p>
          <a:p>
            <a:pPr eaLnBrk="1" hangingPunct="1">
              <a:lnSpc>
                <a:spcPct val="125000"/>
              </a:lnSpc>
            </a:pPr>
            <a:endParaRPr lang="en-US" altLang="en-US" sz="2400" dirty="0">
              <a:latin typeface="Arial" charset="0"/>
            </a:endParaRPr>
          </a:p>
        </p:txBody>
      </p:sp>
    </p:spTree>
    <p:extLst>
      <p:ext uri="{BB962C8B-B14F-4D97-AF65-F5344CB8AC3E}">
        <p14:creationId xmlns:p14="http://schemas.microsoft.com/office/powerpoint/2010/main" val="3972813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3"/>
          <p:cNvGrpSpPr>
            <a:grpSpLocks/>
          </p:cNvGrpSpPr>
          <p:nvPr/>
        </p:nvGrpSpPr>
        <p:grpSpPr bwMode="auto">
          <a:xfrm>
            <a:off x="1649414" y="1028700"/>
            <a:ext cx="8982075" cy="5257800"/>
            <a:chOff x="179" y="28"/>
            <a:chExt cx="5479" cy="4280"/>
          </a:xfrm>
        </p:grpSpPr>
        <p:grpSp>
          <p:nvGrpSpPr>
            <p:cNvPr id="12344" name="Group 4"/>
            <p:cNvGrpSpPr>
              <a:grpSpLocks/>
            </p:cNvGrpSpPr>
            <p:nvPr/>
          </p:nvGrpSpPr>
          <p:grpSpPr bwMode="auto">
            <a:xfrm>
              <a:off x="179" y="28"/>
              <a:ext cx="5479" cy="4280"/>
              <a:chOff x="179" y="28"/>
              <a:chExt cx="5479" cy="4280"/>
            </a:xfrm>
          </p:grpSpPr>
          <p:grpSp>
            <p:nvGrpSpPr>
              <p:cNvPr id="12348" name="Group 5"/>
              <p:cNvGrpSpPr>
                <a:grpSpLocks/>
              </p:cNvGrpSpPr>
              <p:nvPr/>
            </p:nvGrpSpPr>
            <p:grpSpPr bwMode="auto">
              <a:xfrm>
                <a:off x="179" y="28"/>
                <a:ext cx="5479" cy="4280"/>
                <a:chOff x="179" y="28"/>
                <a:chExt cx="5479" cy="4280"/>
              </a:xfrm>
            </p:grpSpPr>
            <p:sp>
              <p:nvSpPr>
                <p:cNvPr id="12351" name="Freeform 5"/>
                <p:cNvSpPr>
                  <a:spLocks/>
                </p:cNvSpPr>
                <p:nvPr/>
              </p:nvSpPr>
              <p:spPr bwMode="auto">
                <a:xfrm>
                  <a:off x="339" y="3268"/>
                  <a:ext cx="1205" cy="952"/>
                </a:xfrm>
                <a:custGeom>
                  <a:avLst/>
                  <a:gdLst>
                    <a:gd name="T0" fmla="*/ 1154 w 1205"/>
                    <a:gd name="T1" fmla="*/ 336 h 952"/>
                    <a:gd name="T2" fmla="*/ 1036 w 1205"/>
                    <a:gd name="T3" fmla="*/ 296 h 952"/>
                    <a:gd name="T4" fmla="*/ 910 w 1205"/>
                    <a:gd name="T5" fmla="*/ 280 h 952"/>
                    <a:gd name="T6" fmla="*/ 859 w 1205"/>
                    <a:gd name="T7" fmla="*/ 232 h 952"/>
                    <a:gd name="T8" fmla="*/ 784 w 1205"/>
                    <a:gd name="T9" fmla="*/ 192 h 952"/>
                    <a:gd name="T10" fmla="*/ 716 w 1205"/>
                    <a:gd name="T11" fmla="*/ 144 h 952"/>
                    <a:gd name="T12" fmla="*/ 666 w 1205"/>
                    <a:gd name="T13" fmla="*/ 136 h 952"/>
                    <a:gd name="T14" fmla="*/ 598 w 1205"/>
                    <a:gd name="T15" fmla="*/ 128 h 952"/>
                    <a:gd name="T16" fmla="*/ 522 w 1205"/>
                    <a:gd name="T17" fmla="*/ 104 h 952"/>
                    <a:gd name="T18" fmla="*/ 387 w 1205"/>
                    <a:gd name="T19" fmla="*/ 64 h 952"/>
                    <a:gd name="T20" fmla="*/ 320 w 1205"/>
                    <a:gd name="T21" fmla="*/ 48 h 952"/>
                    <a:gd name="T22" fmla="*/ 202 w 1205"/>
                    <a:gd name="T23" fmla="*/ 16 h 952"/>
                    <a:gd name="T24" fmla="*/ 168 w 1205"/>
                    <a:gd name="T25" fmla="*/ 0 h 952"/>
                    <a:gd name="T26" fmla="*/ 135 w 1205"/>
                    <a:gd name="T27" fmla="*/ 8 h 952"/>
                    <a:gd name="T28" fmla="*/ 109 w 1205"/>
                    <a:gd name="T29" fmla="*/ 24 h 952"/>
                    <a:gd name="T30" fmla="*/ 17 w 1205"/>
                    <a:gd name="T31" fmla="*/ 48 h 952"/>
                    <a:gd name="T32" fmla="*/ 25 w 1205"/>
                    <a:gd name="T33" fmla="*/ 88 h 952"/>
                    <a:gd name="T34" fmla="*/ 34 w 1205"/>
                    <a:gd name="T35" fmla="*/ 128 h 952"/>
                    <a:gd name="T36" fmla="*/ 67 w 1205"/>
                    <a:gd name="T37" fmla="*/ 176 h 952"/>
                    <a:gd name="T38" fmla="*/ 84 w 1205"/>
                    <a:gd name="T39" fmla="*/ 200 h 952"/>
                    <a:gd name="T40" fmla="*/ 93 w 1205"/>
                    <a:gd name="T41" fmla="*/ 216 h 952"/>
                    <a:gd name="T42" fmla="*/ 143 w 1205"/>
                    <a:gd name="T43" fmla="*/ 232 h 952"/>
                    <a:gd name="T44" fmla="*/ 194 w 1205"/>
                    <a:gd name="T45" fmla="*/ 224 h 952"/>
                    <a:gd name="T46" fmla="*/ 236 w 1205"/>
                    <a:gd name="T47" fmla="*/ 256 h 952"/>
                    <a:gd name="T48" fmla="*/ 253 w 1205"/>
                    <a:gd name="T49" fmla="*/ 272 h 952"/>
                    <a:gd name="T50" fmla="*/ 261 w 1205"/>
                    <a:gd name="T51" fmla="*/ 296 h 952"/>
                    <a:gd name="T52" fmla="*/ 202 w 1205"/>
                    <a:gd name="T53" fmla="*/ 328 h 952"/>
                    <a:gd name="T54" fmla="*/ 177 w 1205"/>
                    <a:gd name="T55" fmla="*/ 368 h 952"/>
                    <a:gd name="T56" fmla="*/ 160 w 1205"/>
                    <a:gd name="T57" fmla="*/ 424 h 952"/>
                    <a:gd name="T58" fmla="*/ 143 w 1205"/>
                    <a:gd name="T59" fmla="*/ 432 h 952"/>
                    <a:gd name="T60" fmla="*/ 126 w 1205"/>
                    <a:gd name="T61" fmla="*/ 480 h 952"/>
                    <a:gd name="T62" fmla="*/ 76 w 1205"/>
                    <a:gd name="T63" fmla="*/ 488 h 952"/>
                    <a:gd name="T64" fmla="*/ 109 w 1205"/>
                    <a:gd name="T65" fmla="*/ 568 h 952"/>
                    <a:gd name="T66" fmla="*/ 101 w 1205"/>
                    <a:gd name="T67" fmla="*/ 584 h 952"/>
                    <a:gd name="T68" fmla="*/ 67 w 1205"/>
                    <a:gd name="T69" fmla="*/ 608 h 952"/>
                    <a:gd name="T70" fmla="*/ 67 w 1205"/>
                    <a:gd name="T71" fmla="*/ 656 h 952"/>
                    <a:gd name="T72" fmla="*/ 84 w 1205"/>
                    <a:gd name="T73" fmla="*/ 672 h 952"/>
                    <a:gd name="T74" fmla="*/ 17 w 1205"/>
                    <a:gd name="T75" fmla="*/ 720 h 952"/>
                    <a:gd name="T76" fmla="*/ 0 w 1205"/>
                    <a:gd name="T77" fmla="*/ 784 h 952"/>
                    <a:gd name="T78" fmla="*/ 59 w 1205"/>
                    <a:gd name="T79" fmla="*/ 792 h 952"/>
                    <a:gd name="T80" fmla="*/ 109 w 1205"/>
                    <a:gd name="T81" fmla="*/ 840 h 952"/>
                    <a:gd name="T82" fmla="*/ 118 w 1205"/>
                    <a:gd name="T83" fmla="*/ 920 h 952"/>
                    <a:gd name="T84" fmla="*/ 219 w 1205"/>
                    <a:gd name="T85" fmla="*/ 928 h 952"/>
                    <a:gd name="T86" fmla="*/ 295 w 1205"/>
                    <a:gd name="T87" fmla="*/ 912 h 952"/>
                    <a:gd name="T88" fmla="*/ 379 w 1205"/>
                    <a:gd name="T89" fmla="*/ 904 h 952"/>
                    <a:gd name="T90" fmla="*/ 539 w 1205"/>
                    <a:gd name="T91" fmla="*/ 928 h 952"/>
                    <a:gd name="T92" fmla="*/ 598 w 1205"/>
                    <a:gd name="T93" fmla="*/ 904 h 952"/>
                    <a:gd name="T94" fmla="*/ 649 w 1205"/>
                    <a:gd name="T95" fmla="*/ 856 h 952"/>
                    <a:gd name="T96" fmla="*/ 725 w 1205"/>
                    <a:gd name="T97" fmla="*/ 824 h 952"/>
                    <a:gd name="T98" fmla="*/ 784 w 1205"/>
                    <a:gd name="T99" fmla="*/ 752 h 952"/>
                    <a:gd name="T100" fmla="*/ 809 w 1205"/>
                    <a:gd name="T101" fmla="*/ 664 h 952"/>
                    <a:gd name="T102" fmla="*/ 842 w 1205"/>
                    <a:gd name="T103" fmla="*/ 592 h 952"/>
                    <a:gd name="T104" fmla="*/ 927 w 1205"/>
                    <a:gd name="T105" fmla="*/ 504 h 952"/>
                    <a:gd name="T106" fmla="*/ 944 w 1205"/>
                    <a:gd name="T107" fmla="*/ 472 h 952"/>
                    <a:gd name="T108" fmla="*/ 1019 w 1205"/>
                    <a:gd name="T109" fmla="*/ 440 h 952"/>
                    <a:gd name="T110" fmla="*/ 1196 w 1205"/>
                    <a:gd name="T111" fmla="*/ 376 h 952"/>
                    <a:gd name="T112" fmla="*/ 1205 w 1205"/>
                    <a:gd name="T113" fmla="*/ 368 h 952"/>
                    <a:gd name="T114" fmla="*/ 1180 w 1205"/>
                    <a:gd name="T115" fmla="*/ 352 h 95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205"/>
                    <a:gd name="T175" fmla="*/ 0 h 952"/>
                    <a:gd name="T176" fmla="*/ 1205 w 1205"/>
                    <a:gd name="T177" fmla="*/ 952 h 95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205" h="952">
                      <a:moveTo>
                        <a:pt x="1180" y="352"/>
                      </a:moveTo>
                      <a:lnTo>
                        <a:pt x="1154" y="336"/>
                      </a:lnTo>
                      <a:lnTo>
                        <a:pt x="1095" y="320"/>
                      </a:lnTo>
                      <a:lnTo>
                        <a:pt x="1036" y="296"/>
                      </a:lnTo>
                      <a:lnTo>
                        <a:pt x="969" y="288"/>
                      </a:lnTo>
                      <a:lnTo>
                        <a:pt x="910" y="280"/>
                      </a:lnTo>
                      <a:lnTo>
                        <a:pt x="893" y="256"/>
                      </a:lnTo>
                      <a:lnTo>
                        <a:pt x="859" y="232"/>
                      </a:lnTo>
                      <a:lnTo>
                        <a:pt x="817" y="224"/>
                      </a:lnTo>
                      <a:lnTo>
                        <a:pt x="784" y="192"/>
                      </a:lnTo>
                      <a:lnTo>
                        <a:pt x="733" y="152"/>
                      </a:lnTo>
                      <a:lnTo>
                        <a:pt x="716" y="144"/>
                      </a:lnTo>
                      <a:lnTo>
                        <a:pt x="699" y="144"/>
                      </a:lnTo>
                      <a:lnTo>
                        <a:pt x="666" y="136"/>
                      </a:lnTo>
                      <a:lnTo>
                        <a:pt x="632" y="120"/>
                      </a:lnTo>
                      <a:lnTo>
                        <a:pt x="598" y="128"/>
                      </a:lnTo>
                      <a:lnTo>
                        <a:pt x="556" y="104"/>
                      </a:lnTo>
                      <a:lnTo>
                        <a:pt x="522" y="104"/>
                      </a:lnTo>
                      <a:lnTo>
                        <a:pt x="480" y="96"/>
                      </a:lnTo>
                      <a:lnTo>
                        <a:pt x="387" y="64"/>
                      </a:lnTo>
                      <a:lnTo>
                        <a:pt x="362" y="48"/>
                      </a:lnTo>
                      <a:lnTo>
                        <a:pt x="320" y="48"/>
                      </a:lnTo>
                      <a:lnTo>
                        <a:pt x="227" y="32"/>
                      </a:lnTo>
                      <a:lnTo>
                        <a:pt x="202" y="16"/>
                      </a:lnTo>
                      <a:lnTo>
                        <a:pt x="185" y="0"/>
                      </a:lnTo>
                      <a:lnTo>
                        <a:pt x="168" y="0"/>
                      </a:lnTo>
                      <a:lnTo>
                        <a:pt x="143" y="0"/>
                      </a:lnTo>
                      <a:lnTo>
                        <a:pt x="135" y="8"/>
                      </a:lnTo>
                      <a:lnTo>
                        <a:pt x="126" y="24"/>
                      </a:lnTo>
                      <a:lnTo>
                        <a:pt x="109" y="24"/>
                      </a:lnTo>
                      <a:lnTo>
                        <a:pt x="59" y="32"/>
                      </a:lnTo>
                      <a:lnTo>
                        <a:pt x="17" y="48"/>
                      </a:lnTo>
                      <a:lnTo>
                        <a:pt x="25" y="80"/>
                      </a:lnTo>
                      <a:lnTo>
                        <a:pt x="25" y="88"/>
                      </a:lnTo>
                      <a:lnTo>
                        <a:pt x="25" y="104"/>
                      </a:lnTo>
                      <a:lnTo>
                        <a:pt x="34" y="128"/>
                      </a:lnTo>
                      <a:lnTo>
                        <a:pt x="17" y="184"/>
                      </a:lnTo>
                      <a:lnTo>
                        <a:pt x="67" y="176"/>
                      </a:lnTo>
                      <a:lnTo>
                        <a:pt x="84" y="184"/>
                      </a:lnTo>
                      <a:lnTo>
                        <a:pt x="84" y="200"/>
                      </a:lnTo>
                      <a:lnTo>
                        <a:pt x="76" y="208"/>
                      </a:lnTo>
                      <a:lnTo>
                        <a:pt x="93" y="216"/>
                      </a:lnTo>
                      <a:lnTo>
                        <a:pt x="126" y="216"/>
                      </a:lnTo>
                      <a:lnTo>
                        <a:pt x="143" y="232"/>
                      </a:lnTo>
                      <a:lnTo>
                        <a:pt x="168" y="232"/>
                      </a:lnTo>
                      <a:lnTo>
                        <a:pt x="194" y="224"/>
                      </a:lnTo>
                      <a:lnTo>
                        <a:pt x="227" y="240"/>
                      </a:lnTo>
                      <a:lnTo>
                        <a:pt x="236" y="256"/>
                      </a:lnTo>
                      <a:lnTo>
                        <a:pt x="236" y="264"/>
                      </a:lnTo>
                      <a:lnTo>
                        <a:pt x="253" y="272"/>
                      </a:lnTo>
                      <a:lnTo>
                        <a:pt x="261" y="288"/>
                      </a:lnTo>
                      <a:lnTo>
                        <a:pt x="261" y="296"/>
                      </a:lnTo>
                      <a:lnTo>
                        <a:pt x="227" y="312"/>
                      </a:lnTo>
                      <a:lnTo>
                        <a:pt x="202" y="328"/>
                      </a:lnTo>
                      <a:lnTo>
                        <a:pt x="168" y="344"/>
                      </a:lnTo>
                      <a:lnTo>
                        <a:pt x="177" y="368"/>
                      </a:lnTo>
                      <a:lnTo>
                        <a:pt x="160" y="400"/>
                      </a:lnTo>
                      <a:lnTo>
                        <a:pt x="160" y="424"/>
                      </a:lnTo>
                      <a:lnTo>
                        <a:pt x="152" y="432"/>
                      </a:lnTo>
                      <a:lnTo>
                        <a:pt x="143" y="432"/>
                      </a:lnTo>
                      <a:lnTo>
                        <a:pt x="143" y="464"/>
                      </a:lnTo>
                      <a:lnTo>
                        <a:pt x="126" y="480"/>
                      </a:lnTo>
                      <a:lnTo>
                        <a:pt x="101" y="488"/>
                      </a:lnTo>
                      <a:lnTo>
                        <a:pt x="76" y="488"/>
                      </a:lnTo>
                      <a:lnTo>
                        <a:pt x="93" y="552"/>
                      </a:lnTo>
                      <a:lnTo>
                        <a:pt x="109" y="568"/>
                      </a:lnTo>
                      <a:lnTo>
                        <a:pt x="109" y="576"/>
                      </a:lnTo>
                      <a:lnTo>
                        <a:pt x="101" y="584"/>
                      </a:lnTo>
                      <a:lnTo>
                        <a:pt x="76" y="592"/>
                      </a:lnTo>
                      <a:lnTo>
                        <a:pt x="67" y="608"/>
                      </a:lnTo>
                      <a:lnTo>
                        <a:pt x="59" y="632"/>
                      </a:lnTo>
                      <a:lnTo>
                        <a:pt x="67" y="656"/>
                      </a:lnTo>
                      <a:lnTo>
                        <a:pt x="76" y="672"/>
                      </a:lnTo>
                      <a:lnTo>
                        <a:pt x="84" y="672"/>
                      </a:lnTo>
                      <a:lnTo>
                        <a:pt x="59" y="696"/>
                      </a:lnTo>
                      <a:lnTo>
                        <a:pt x="17" y="720"/>
                      </a:lnTo>
                      <a:lnTo>
                        <a:pt x="8" y="752"/>
                      </a:lnTo>
                      <a:lnTo>
                        <a:pt x="0" y="784"/>
                      </a:lnTo>
                      <a:lnTo>
                        <a:pt x="17" y="784"/>
                      </a:lnTo>
                      <a:lnTo>
                        <a:pt x="59" y="792"/>
                      </a:lnTo>
                      <a:lnTo>
                        <a:pt x="93" y="816"/>
                      </a:lnTo>
                      <a:lnTo>
                        <a:pt x="109" y="840"/>
                      </a:lnTo>
                      <a:lnTo>
                        <a:pt x="109" y="880"/>
                      </a:lnTo>
                      <a:lnTo>
                        <a:pt x="118" y="920"/>
                      </a:lnTo>
                      <a:lnTo>
                        <a:pt x="152" y="952"/>
                      </a:lnTo>
                      <a:lnTo>
                        <a:pt x="219" y="928"/>
                      </a:lnTo>
                      <a:lnTo>
                        <a:pt x="253" y="920"/>
                      </a:lnTo>
                      <a:lnTo>
                        <a:pt x="295" y="912"/>
                      </a:lnTo>
                      <a:lnTo>
                        <a:pt x="337" y="896"/>
                      </a:lnTo>
                      <a:lnTo>
                        <a:pt x="379" y="904"/>
                      </a:lnTo>
                      <a:lnTo>
                        <a:pt x="463" y="920"/>
                      </a:lnTo>
                      <a:lnTo>
                        <a:pt x="539" y="928"/>
                      </a:lnTo>
                      <a:lnTo>
                        <a:pt x="573" y="928"/>
                      </a:lnTo>
                      <a:lnTo>
                        <a:pt x="598" y="904"/>
                      </a:lnTo>
                      <a:lnTo>
                        <a:pt x="615" y="872"/>
                      </a:lnTo>
                      <a:lnTo>
                        <a:pt x="649" y="856"/>
                      </a:lnTo>
                      <a:lnTo>
                        <a:pt x="733" y="848"/>
                      </a:lnTo>
                      <a:lnTo>
                        <a:pt x="725" y="824"/>
                      </a:lnTo>
                      <a:lnTo>
                        <a:pt x="733" y="800"/>
                      </a:lnTo>
                      <a:lnTo>
                        <a:pt x="784" y="752"/>
                      </a:lnTo>
                      <a:lnTo>
                        <a:pt x="842" y="720"/>
                      </a:lnTo>
                      <a:lnTo>
                        <a:pt x="809" y="664"/>
                      </a:lnTo>
                      <a:lnTo>
                        <a:pt x="809" y="624"/>
                      </a:lnTo>
                      <a:lnTo>
                        <a:pt x="842" y="592"/>
                      </a:lnTo>
                      <a:lnTo>
                        <a:pt x="885" y="536"/>
                      </a:lnTo>
                      <a:lnTo>
                        <a:pt x="927" y="504"/>
                      </a:lnTo>
                      <a:lnTo>
                        <a:pt x="935" y="504"/>
                      </a:lnTo>
                      <a:lnTo>
                        <a:pt x="944" y="472"/>
                      </a:lnTo>
                      <a:lnTo>
                        <a:pt x="977" y="448"/>
                      </a:lnTo>
                      <a:lnTo>
                        <a:pt x="1019" y="440"/>
                      </a:lnTo>
                      <a:lnTo>
                        <a:pt x="1095" y="432"/>
                      </a:lnTo>
                      <a:lnTo>
                        <a:pt x="1196" y="376"/>
                      </a:lnTo>
                      <a:lnTo>
                        <a:pt x="1205" y="376"/>
                      </a:lnTo>
                      <a:lnTo>
                        <a:pt x="1205" y="368"/>
                      </a:lnTo>
                      <a:lnTo>
                        <a:pt x="1205" y="344"/>
                      </a:lnTo>
                      <a:lnTo>
                        <a:pt x="1180" y="352"/>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52" name="Freeform 6"/>
                <p:cNvSpPr>
                  <a:spLocks/>
                </p:cNvSpPr>
                <p:nvPr/>
              </p:nvSpPr>
              <p:spPr bwMode="auto">
                <a:xfrm>
                  <a:off x="179" y="3444"/>
                  <a:ext cx="421" cy="616"/>
                </a:xfrm>
                <a:custGeom>
                  <a:avLst/>
                  <a:gdLst>
                    <a:gd name="T0" fmla="*/ 396 w 421"/>
                    <a:gd name="T1" fmla="*/ 88 h 616"/>
                    <a:gd name="T2" fmla="*/ 387 w 421"/>
                    <a:gd name="T3" fmla="*/ 64 h 616"/>
                    <a:gd name="T4" fmla="*/ 328 w 421"/>
                    <a:gd name="T5" fmla="*/ 56 h 616"/>
                    <a:gd name="T6" fmla="*/ 286 w 421"/>
                    <a:gd name="T7" fmla="*/ 40 h 616"/>
                    <a:gd name="T8" fmla="*/ 236 w 421"/>
                    <a:gd name="T9" fmla="*/ 32 h 616"/>
                    <a:gd name="T10" fmla="*/ 244 w 421"/>
                    <a:gd name="T11" fmla="*/ 8 h 616"/>
                    <a:gd name="T12" fmla="*/ 177 w 421"/>
                    <a:gd name="T13" fmla="*/ 8 h 616"/>
                    <a:gd name="T14" fmla="*/ 160 w 421"/>
                    <a:gd name="T15" fmla="*/ 112 h 616"/>
                    <a:gd name="T16" fmla="*/ 126 w 421"/>
                    <a:gd name="T17" fmla="*/ 208 h 616"/>
                    <a:gd name="T18" fmla="*/ 42 w 421"/>
                    <a:gd name="T19" fmla="*/ 304 h 616"/>
                    <a:gd name="T20" fmla="*/ 8 w 421"/>
                    <a:gd name="T21" fmla="*/ 368 h 616"/>
                    <a:gd name="T22" fmla="*/ 34 w 421"/>
                    <a:gd name="T23" fmla="*/ 384 h 616"/>
                    <a:gd name="T24" fmla="*/ 25 w 421"/>
                    <a:gd name="T25" fmla="*/ 408 h 616"/>
                    <a:gd name="T26" fmla="*/ 67 w 421"/>
                    <a:gd name="T27" fmla="*/ 416 h 616"/>
                    <a:gd name="T28" fmla="*/ 42 w 421"/>
                    <a:gd name="T29" fmla="*/ 512 h 616"/>
                    <a:gd name="T30" fmla="*/ 8 w 421"/>
                    <a:gd name="T31" fmla="*/ 576 h 616"/>
                    <a:gd name="T32" fmla="*/ 8 w 421"/>
                    <a:gd name="T33" fmla="*/ 592 h 616"/>
                    <a:gd name="T34" fmla="*/ 84 w 421"/>
                    <a:gd name="T35" fmla="*/ 600 h 616"/>
                    <a:gd name="T36" fmla="*/ 160 w 421"/>
                    <a:gd name="T37" fmla="*/ 608 h 616"/>
                    <a:gd name="T38" fmla="*/ 177 w 421"/>
                    <a:gd name="T39" fmla="*/ 544 h 616"/>
                    <a:gd name="T40" fmla="*/ 244 w 421"/>
                    <a:gd name="T41" fmla="*/ 496 h 616"/>
                    <a:gd name="T42" fmla="*/ 227 w 421"/>
                    <a:gd name="T43" fmla="*/ 480 h 616"/>
                    <a:gd name="T44" fmla="*/ 227 w 421"/>
                    <a:gd name="T45" fmla="*/ 432 h 616"/>
                    <a:gd name="T46" fmla="*/ 261 w 421"/>
                    <a:gd name="T47" fmla="*/ 408 h 616"/>
                    <a:gd name="T48" fmla="*/ 269 w 421"/>
                    <a:gd name="T49" fmla="*/ 392 h 616"/>
                    <a:gd name="T50" fmla="*/ 236 w 421"/>
                    <a:gd name="T51" fmla="*/ 312 h 616"/>
                    <a:gd name="T52" fmla="*/ 286 w 421"/>
                    <a:gd name="T53" fmla="*/ 304 h 616"/>
                    <a:gd name="T54" fmla="*/ 303 w 421"/>
                    <a:gd name="T55" fmla="*/ 256 h 616"/>
                    <a:gd name="T56" fmla="*/ 320 w 421"/>
                    <a:gd name="T57" fmla="*/ 248 h 616"/>
                    <a:gd name="T58" fmla="*/ 337 w 421"/>
                    <a:gd name="T59" fmla="*/ 192 h 616"/>
                    <a:gd name="T60" fmla="*/ 362 w 421"/>
                    <a:gd name="T61" fmla="*/ 152 h 616"/>
                    <a:gd name="T62" fmla="*/ 421 w 421"/>
                    <a:gd name="T63" fmla="*/ 120 h 616"/>
                    <a:gd name="T64" fmla="*/ 413 w 421"/>
                    <a:gd name="T65" fmla="*/ 96 h 6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21"/>
                    <a:gd name="T100" fmla="*/ 0 h 616"/>
                    <a:gd name="T101" fmla="*/ 421 w 421"/>
                    <a:gd name="T102" fmla="*/ 616 h 6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21" h="616">
                      <a:moveTo>
                        <a:pt x="413" y="96"/>
                      </a:moveTo>
                      <a:lnTo>
                        <a:pt x="396" y="88"/>
                      </a:lnTo>
                      <a:lnTo>
                        <a:pt x="396" y="80"/>
                      </a:lnTo>
                      <a:lnTo>
                        <a:pt x="387" y="64"/>
                      </a:lnTo>
                      <a:lnTo>
                        <a:pt x="354" y="48"/>
                      </a:lnTo>
                      <a:lnTo>
                        <a:pt x="328" y="56"/>
                      </a:lnTo>
                      <a:lnTo>
                        <a:pt x="303" y="56"/>
                      </a:lnTo>
                      <a:lnTo>
                        <a:pt x="286" y="40"/>
                      </a:lnTo>
                      <a:lnTo>
                        <a:pt x="253" y="40"/>
                      </a:lnTo>
                      <a:lnTo>
                        <a:pt x="236" y="32"/>
                      </a:lnTo>
                      <a:lnTo>
                        <a:pt x="244" y="24"/>
                      </a:lnTo>
                      <a:lnTo>
                        <a:pt x="244" y="8"/>
                      </a:lnTo>
                      <a:lnTo>
                        <a:pt x="227" y="0"/>
                      </a:lnTo>
                      <a:lnTo>
                        <a:pt x="177" y="8"/>
                      </a:lnTo>
                      <a:lnTo>
                        <a:pt x="177" y="40"/>
                      </a:lnTo>
                      <a:lnTo>
                        <a:pt x="160" y="112"/>
                      </a:lnTo>
                      <a:lnTo>
                        <a:pt x="143" y="144"/>
                      </a:lnTo>
                      <a:lnTo>
                        <a:pt x="126" y="208"/>
                      </a:lnTo>
                      <a:lnTo>
                        <a:pt x="92" y="256"/>
                      </a:lnTo>
                      <a:lnTo>
                        <a:pt x="42" y="304"/>
                      </a:lnTo>
                      <a:lnTo>
                        <a:pt x="17" y="352"/>
                      </a:lnTo>
                      <a:lnTo>
                        <a:pt x="8" y="368"/>
                      </a:lnTo>
                      <a:lnTo>
                        <a:pt x="17" y="376"/>
                      </a:lnTo>
                      <a:lnTo>
                        <a:pt x="34" y="384"/>
                      </a:lnTo>
                      <a:lnTo>
                        <a:pt x="25" y="400"/>
                      </a:lnTo>
                      <a:lnTo>
                        <a:pt x="25" y="408"/>
                      </a:lnTo>
                      <a:lnTo>
                        <a:pt x="34" y="416"/>
                      </a:lnTo>
                      <a:lnTo>
                        <a:pt x="67" y="416"/>
                      </a:lnTo>
                      <a:lnTo>
                        <a:pt x="42" y="480"/>
                      </a:lnTo>
                      <a:lnTo>
                        <a:pt x="42" y="512"/>
                      </a:lnTo>
                      <a:lnTo>
                        <a:pt x="25" y="544"/>
                      </a:lnTo>
                      <a:lnTo>
                        <a:pt x="8" y="576"/>
                      </a:lnTo>
                      <a:lnTo>
                        <a:pt x="0" y="592"/>
                      </a:lnTo>
                      <a:lnTo>
                        <a:pt x="8" y="592"/>
                      </a:lnTo>
                      <a:lnTo>
                        <a:pt x="50" y="592"/>
                      </a:lnTo>
                      <a:lnTo>
                        <a:pt x="84" y="600"/>
                      </a:lnTo>
                      <a:lnTo>
                        <a:pt x="126" y="616"/>
                      </a:lnTo>
                      <a:lnTo>
                        <a:pt x="160" y="608"/>
                      </a:lnTo>
                      <a:lnTo>
                        <a:pt x="168" y="576"/>
                      </a:lnTo>
                      <a:lnTo>
                        <a:pt x="177" y="544"/>
                      </a:lnTo>
                      <a:lnTo>
                        <a:pt x="219" y="520"/>
                      </a:lnTo>
                      <a:lnTo>
                        <a:pt x="244" y="496"/>
                      </a:lnTo>
                      <a:lnTo>
                        <a:pt x="236" y="496"/>
                      </a:lnTo>
                      <a:lnTo>
                        <a:pt x="227" y="480"/>
                      </a:lnTo>
                      <a:lnTo>
                        <a:pt x="219" y="456"/>
                      </a:lnTo>
                      <a:lnTo>
                        <a:pt x="227" y="432"/>
                      </a:lnTo>
                      <a:lnTo>
                        <a:pt x="236" y="416"/>
                      </a:lnTo>
                      <a:lnTo>
                        <a:pt x="261" y="408"/>
                      </a:lnTo>
                      <a:lnTo>
                        <a:pt x="269" y="400"/>
                      </a:lnTo>
                      <a:lnTo>
                        <a:pt x="269" y="392"/>
                      </a:lnTo>
                      <a:lnTo>
                        <a:pt x="253" y="376"/>
                      </a:lnTo>
                      <a:lnTo>
                        <a:pt x="236" y="312"/>
                      </a:lnTo>
                      <a:lnTo>
                        <a:pt x="261" y="312"/>
                      </a:lnTo>
                      <a:lnTo>
                        <a:pt x="286" y="304"/>
                      </a:lnTo>
                      <a:lnTo>
                        <a:pt x="303" y="288"/>
                      </a:lnTo>
                      <a:lnTo>
                        <a:pt x="303" y="256"/>
                      </a:lnTo>
                      <a:lnTo>
                        <a:pt x="312" y="256"/>
                      </a:lnTo>
                      <a:lnTo>
                        <a:pt x="320" y="248"/>
                      </a:lnTo>
                      <a:lnTo>
                        <a:pt x="320" y="224"/>
                      </a:lnTo>
                      <a:lnTo>
                        <a:pt x="337" y="192"/>
                      </a:lnTo>
                      <a:lnTo>
                        <a:pt x="328" y="168"/>
                      </a:lnTo>
                      <a:lnTo>
                        <a:pt x="362" y="152"/>
                      </a:lnTo>
                      <a:lnTo>
                        <a:pt x="387" y="136"/>
                      </a:lnTo>
                      <a:lnTo>
                        <a:pt x="421" y="120"/>
                      </a:lnTo>
                      <a:lnTo>
                        <a:pt x="421" y="112"/>
                      </a:lnTo>
                      <a:lnTo>
                        <a:pt x="413" y="96"/>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53" name="Freeform 7"/>
                <p:cNvSpPr>
                  <a:spLocks/>
                </p:cNvSpPr>
                <p:nvPr/>
              </p:nvSpPr>
              <p:spPr bwMode="auto">
                <a:xfrm>
                  <a:off x="339" y="3268"/>
                  <a:ext cx="1205" cy="952"/>
                </a:xfrm>
                <a:custGeom>
                  <a:avLst/>
                  <a:gdLst>
                    <a:gd name="T0" fmla="*/ 1154 w 1205"/>
                    <a:gd name="T1" fmla="*/ 336 h 952"/>
                    <a:gd name="T2" fmla="*/ 1036 w 1205"/>
                    <a:gd name="T3" fmla="*/ 296 h 952"/>
                    <a:gd name="T4" fmla="*/ 910 w 1205"/>
                    <a:gd name="T5" fmla="*/ 280 h 952"/>
                    <a:gd name="T6" fmla="*/ 859 w 1205"/>
                    <a:gd name="T7" fmla="*/ 232 h 952"/>
                    <a:gd name="T8" fmla="*/ 784 w 1205"/>
                    <a:gd name="T9" fmla="*/ 192 h 952"/>
                    <a:gd name="T10" fmla="*/ 716 w 1205"/>
                    <a:gd name="T11" fmla="*/ 144 h 952"/>
                    <a:gd name="T12" fmla="*/ 666 w 1205"/>
                    <a:gd name="T13" fmla="*/ 136 h 952"/>
                    <a:gd name="T14" fmla="*/ 598 w 1205"/>
                    <a:gd name="T15" fmla="*/ 128 h 952"/>
                    <a:gd name="T16" fmla="*/ 522 w 1205"/>
                    <a:gd name="T17" fmla="*/ 104 h 952"/>
                    <a:gd name="T18" fmla="*/ 387 w 1205"/>
                    <a:gd name="T19" fmla="*/ 64 h 952"/>
                    <a:gd name="T20" fmla="*/ 320 w 1205"/>
                    <a:gd name="T21" fmla="*/ 48 h 952"/>
                    <a:gd name="T22" fmla="*/ 202 w 1205"/>
                    <a:gd name="T23" fmla="*/ 16 h 952"/>
                    <a:gd name="T24" fmla="*/ 168 w 1205"/>
                    <a:gd name="T25" fmla="*/ 0 h 952"/>
                    <a:gd name="T26" fmla="*/ 135 w 1205"/>
                    <a:gd name="T27" fmla="*/ 8 h 952"/>
                    <a:gd name="T28" fmla="*/ 109 w 1205"/>
                    <a:gd name="T29" fmla="*/ 24 h 952"/>
                    <a:gd name="T30" fmla="*/ 17 w 1205"/>
                    <a:gd name="T31" fmla="*/ 48 h 952"/>
                    <a:gd name="T32" fmla="*/ 25 w 1205"/>
                    <a:gd name="T33" fmla="*/ 88 h 952"/>
                    <a:gd name="T34" fmla="*/ 34 w 1205"/>
                    <a:gd name="T35" fmla="*/ 128 h 952"/>
                    <a:gd name="T36" fmla="*/ 67 w 1205"/>
                    <a:gd name="T37" fmla="*/ 176 h 952"/>
                    <a:gd name="T38" fmla="*/ 84 w 1205"/>
                    <a:gd name="T39" fmla="*/ 200 h 952"/>
                    <a:gd name="T40" fmla="*/ 93 w 1205"/>
                    <a:gd name="T41" fmla="*/ 216 h 952"/>
                    <a:gd name="T42" fmla="*/ 143 w 1205"/>
                    <a:gd name="T43" fmla="*/ 232 h 952"/>
                    <a:gd name="T44" fmla="*/ 194 w 1205"/>
                    <a:gd name="T45" fmla="*/ 224 h 952"/>
                    <a:gd name="T46" fmla="*/ 236 w 1205"/>
                    <a:gd name="T47" fmla="*/ 256 h 952"/>
                    <a:gd name="T48" fmla="*/ 253 w 1205"/>
                    <a:gd name="T49" fmla="*/ 272 h 952"/>
                    <a:gd name="T50" fmla="*/ 261 w 1205"/>
                    <a:gd name="T51" fmla="*/ 296 h 952"/>
                    <a:gd name="T52" fmla="*/ 202 w 1205"/>
                    <a:gd name="T53" fmla="*/ 328 h 952"/>
                    <a:gd name="T54" fmla="*/ 177 w 1205"/>
                    <a:gd name="T55" fmla="*/ 368 h 952"/>
                    <a:gd name="T56" fmla="*/ 160 w 1205"/>
                    <a:gd name="T57" fmla="*/ 424 h 952"/>
                    <a:gd name="T58" fmla="*/ 143 w 1205"/>
                    <a:gd name="T59" fmla="*/ 432 h 952"/>
                    <a:gd name="T60" fmla="*/ 126 w 1205"/>
                    <a:gd name="T61" fmla="*/ 480 h 952"/>
                    <a:gd name="T62" fmla="*/ 76 w 1205"/>
                    <a:gd name="T63" fmla="*/ 488 h 952"/>
                    <a:gd name="T64" fmla="*/ 109 w 1205"/>
                    <a:gd name="T65" fmla="*/ 568 h 952"/>
                    <a:gd name="T66" fmla="*/ 101 w 1205"/>
                    <a:gd name="T67" fmla="*/ 584 h 952"/>
                    <a:gd name="T68" fmla="*/ 67 w 1205"/>
                    <a:gd name="T69" fmla="*/ 608 h 952"/>
                    <a:gd name="T70" fmla="*/ 67 w 1205"/>
                    <a:gd name="T71" fmla="*/ 656 h 952"/>
                    <a:gd name="T72" fmla="*/ 84 w 1205"/>
                    <a:gd name="T73" fmla="*/ 672 h 952"/>
                    <a:gd name="T74" fmla="*/ 17 w 1205"/>
                    <a:gd name="T75" fmla="*/ 720 h 952"/>
                    <a:gd name="T76" fmla="*/ 0 w 1205"/>
                    <a:gd name="T77" fmla="*/ 784 h 952"/>
                    <a:gd name="T78" fmla="*/ 59 w 1205"/>
                    <a:gd name="T79" fmla="*/ 792 h 952"/>
                    <a:gd name="T80" fmla="*/ 109 w 1205"/>
                    <a:gd name="T81" fmla="*/ 840 h 952"/>
                    <a:gd name="T82" fmla="*/ 118 w 1205"/>
                    <a:gd name="T83" fmla="*/ 920 h 952"/>
                    <a:gd name="T84" fmla="*/ 219 w 1205"/>
                    <a:gd name="T85" fmla="*/ 928 h 952"/>
                    <a:gd name="T86" fmla="*/ 295 w 1205"/>
                    <a:gd name="T87" fmla="*/ 912 h 952"/>
                    <a:gd name="T88" fmla="*/ 379 w 1205"/>
                    <a:gd name="T89" fmla="*/ 904 h 952"/>
                    <a:gd name="T90" fmla="*/ 539 w 1205"/>
                    <a:gd name="T91" fmla="*/ 928 h 952"/>
                    <a:gd name="T92" fmla="*/ 598 w 1205"/>
                    <a:gd name="T93" fmla="*/ 904 h 952"/>
                    <a:gd name="T94" fmla="*/ 649 w 1205"/>
                    <a:gd name="T95" fmla="*/ 856 h 952"/>
                    <a:gd name="T96" fmla="*/ 725 w 1205"/>
                    <a:gd name="T97" fmla="*/ 824 h 952"/>
                    <a:gd name="T98" fmla="*/ 784 w 1205"/>
                    <a:gd name="T99" fmla="*/ 752 h 952"/>
                    <a:gd name="T100" fmla="*/ 809 w 1205"/>
                    <a:gd name="T101" fmla="*/ 664 h 952"/>
                    <a:gd name="T102" fmla="*/ 842 w 1205"/>
                    <a:gd name="T103" fmla="*/ 592 h 952"/>
                    <a:gd name="T104" fmla="*/ 927 w 1205"/>
                    <a:gd name="T105" fmla="*/ 504 h 952"/>
                    <a:gd name="T106" fmla="*/ 944 w 1205"/>
                    <a:gd name="T107" fmla="*/ 472 h 952"/>
                    <a:gd name="T108" fmla="*/ 944 w 1205"/>
                    <a:gd name="T109" fmla="*/ 472 h 952"/>
                    <a:gd name="T110" fmla="*/ 1019 w 1205"/>
                    <a:gd name="T111" fmla="*/ 440 h 952"/>
                    <a:gd name="T112" fmla="*/ 1196 w 1205"/>
                    <a:gd name="T113" fmla="*/ 376 h 952"/>
                    <a:gd name="T114" fmla="*/ 1205 w 1205"/>
                    <a:gd name="T115" fmla="*/ 368 h 952"/>
                    <a:gd name="T116" fmla="*/ 1205 w 1205"/>
                    <a:gd name="T117" fmla="*/ 344 h 95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205"/>
                    <a:gd name="T178" fmla="*/ 0 h 952"/>
                    <a:gd name="T179" fmla="*/ 1205 w 1205"/>
                    <a:gd name="T180" fmla="*/ 952 h 95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205" h="952">
                      <a:moveTo>
                        <a:pt x="1180" y="352"/>
                      </a:moveTo>
                      <a:lnTo>
                        <a:pt x="1154" y="336"/>
                      </a:lnTo>
                      <a:lnTo>
                        <a:pt x="1095" y="320"/>
                      </a:lnTo>
                      <a:lnTo>
                        <a:pt x="1036" y="296"/>
                      </a:lnTo>
                      <a:lnTo>
                        <a:pt x="969" y="288"/>
                      </a:lnTo>
                      <a:lnTo>
                        <a:pt x="910" y="280"/>
                      </a:lnTo>
                      <a:lnTo>
                        <a:pt x="893" y="256"/>
                      </a:lnTo>
                      <a:lnTo>
                        <a:pt x="859" y="232"/>
                      </a:lnTo>
                      <a:lnTo>
                        <a:pt x="817" y="224"/>
                      </a:lnTo>
                      <a:lnTo>
                        <a:pt x="784" y="192"/>
                      </a:lnTo>
                      <a:lnTo>
                        <a:pt x="733" y="152"/>
                      </a:lnTo>
                      <a:lnTo>
                        <a:pt x="716" y="144"/>
                      </a:lnTo>
                      <a:lnTo>
                        <a:pt x="699" y="144"/>
                      </a:lnTo>
                      <a:lnTo>
                        <a:pt x="666" y="136"/>
                      </a:lnTo>
                      <a:lnTo>
                        <a:pt x="632" y="120"/>
                      </a:lnTo>
                      <a:lnTo>
                        <a:pt x="598" y="128"/>
                      </a:lnTo>
                      <a:lnTo>
                        <a:pt x="556" y="104"/>
                      </a:lnTo>
                      <a:lnTo>
                        <a:pt x="522" y="104"/>
                      </a:lnTo>
                      <a:lnTo>
                        <a:pt x="480" y="96"/>
                      </a:lnTo>
                      <a:lnTo>
                        <a:pt x="387" y="64"/>
                      </a:lnTo>
                      <a:lnTo>
                        <a:pt x="362" y="48"/>
                      </a:lnTo>
                      <a:lnTo>
                        <a:pt x="320" y="48"/>
                      </a:lnTo>
                      <a:lnTo>
                        <a:pt x="227" y="32"/>
                      </a:lnTo>
                      <a:lnTo>
                        <a:pt x="202" y="16"/>
                      </a:lnTo>
                      <a:lnTo>
                        <a:pt x="185" y="0"/>
                      </a:lnTo>
                      <a:lnTo>
                        <a:pt x="168" y="0"/>
                      </a:lnTo>
                      <a:lnTo>
                        <a:pt x="143" y="0"/>
                      </a:lnTo>
                      <a:lnTo>
                        <a:pt x="135" y="8"/>
                      </a:lnTo>
                      <a:lnTo>
                        <a:pt x="126" y="24"/>
                      </a:lnTo>
                      <a:lnTo>
                        <a:pt x="109" y="24"/>
                      </a:lnTo>
                      <a:lnTo>
                        <a:pt x="59" y="32"/>
                      </a:lnTo>
                      <a:lnTo>
                        <a:pt x="17" y="48"/>
                      </a:lnTo>
                      <a:lnTo>
                        <a:pt x="25" y="80"/>
                      </a:lnTo>
                      <a:lnTo>
                        <a:pt x="25" y="88"/>
                      </a:lnTo>
                      <a:lnTo>
                        <a:pt x="25" y="104"/>
                      </a:lnTo>
                      <a:lnTo>
                        <a:pt x="34" y="128"/>
                      </a:lnTo>
                      <a:lnTo>
                        <a:pt x="17" y="184"/>
                      </a:lnTo>
                      <a:lnTo>
                        <a:pt x="67" y="176"/>
                      </a:lnTo>
                      <a:lnTo>
                        <a:pt x="84" y="184"/>
                      </a:lnTo>
                      <a:lnTo>
                        <a:pt x="84" y="200"/>
                      </a:lnTo>
                      <a:lnTo>
                        <a:pt x="76" y="208"/>
                      </a:lnTo>
                      <a:lnTo>
                        <a:pt x="93" y="216"/>
                      </a:lnTo>
                      <a:lnTo>
                        <a:pt x="126" y="216"/>
                      </a:lnTo>
                      <a:lnTo>
                        <a:pt x="143" y="232"/>
                      </a:lnTo>
                      <a:lnTo>
                        <a:pt x="168" y="232"/>
                      </a:lnTo>
                      <a:lnTo>
                        <a:pt x="194" y="224"/>
                      </a:lnTo>
                      <a:lnTo>
                        <a:pt x="227" y="240"/>
                      </a:lnTo>
                      <a:lnTo>
                        <a:pt x="236" y="256"/>
                      </a:lnTo>
                      <a:lnTo>
                        <a:pt x="236" y="264"/>
                      </a:lnTo>
                      <a:lnTo>
                        <a:pt x="253" y="272"/>
                      </a:lnTo>
                      <a:lnTo>
                        <a:pt x="261" y="288"/>
                      </a:lnTo>
                      <a:lnTo>
                        <a:pt x="261" y="296"/>
                      </a:lnTo>
                      <a:lnTo>
                        <a:pt x="227" y="312"/>
                      </a:lnTo>
                      <a:lnTo>
                        <a:pt x="202" y="328"/>
                      </a:lnTo>
                      <a:lnTo>
                        <a:pt x="168" y="344"/>
                      </a:lnTo>
                      <a:lnTo>
                        <a:pt x="177" y="368"/>
                      </a:lnTo>
                      <a:lnTo>
                        <a:pt x="160" y="400"/>
                      </a:lnTo>
                      <a:lnTo>
                        <a:pt x="160" y="424"/>
                      </a:lnTo>
                      <a:lnTo>
                        <a:pt x="152" y="432"/>
                      </a:lnTo>
                      <a:lnTo>
                        <a:pt x="143" y="432"/>
                      </a:lnTo>
                      <a:lnTo>
                        <a:pt x="143" y="464"/>
                      </a:lnTo>
                      <a:lnTo>
                        <a:pt x="126" y="480"/>
                      </a:lnTo>
                      <a:lnTo>
                        <a:pt x="101" y="488"/>
                      </a:lnTo>
                      <a:lnTo>
                        <a:pt x="76" y="488"/>
                      </a:lnTo>
                      <a:lnTo>
                        <a:pt x="93" y="552"/>
                      </a:lnTo>
                      <a:lnTo>
                        <a:pt x="109" y="568"/>
                      </a:lnTo>
                      <a:lnTo>
                        <a:pt x="109" y="576"/>
                      </a:lnTo>
                      <a:lnTo>
                        <a:pt x="101" y="584"/>
                      </a:lnTo>
                      <a:lnTo>
                        <a:pt x="76" y="592"/>
                      </a:lnTo>
                      <a:lnTo>
                        <a:pt x="67" y="608"/>
                      </a:lnTo>
                      <a:lnTo>
                        <a:pt x="59" y="632"/>
                      </a:lnTo>
                      <a:lnTo>
                        <a:pt x="67" y="656"/>
                      </a:lnTo>
                      <a:lnTo>
                        <a:pt x="76" y="672"/>
                      </a:lnTo>
                      <a:lnTo>
                        <a:pt x="84" y="672"/>
                      </a:lnTo>
                      <a:lnTo>
                        <a:pt x="59" y="696"/>
                      </a:lnTo>
                      <a:lnTo>
                        <a:pt x="17" y="720"/>
                      </a:lnTo>
                      <a:lnTo>
                        <a:pt x="8" y="752"/>
                      </a:lnTo>
                      <a:lnTo>
                        <a:pt x="0" y="784"/>
                      </a:lnTo>
                      <a:lnTo>
                        <a:pt x="17" y="784"/>
                      </a:lnTo>
                      <a:lnTo>
                        <a:pt x="59" y="792"/>
                      </a:lnTo>
                      <a:lnTo>
                        <a:pt x="93" y="816"/>
                      </a:lnTo>
                      <a:lnTo>
                        <a:pt x="109" y="840"/>
                      </a:lnTo>
                      <a:lnTo>
                        <a:pt x="109" y="880"/>
                      </a:lnTo>
                      <a:lnTo>
                        <a:pt x="118" y="920"/>
                      </a:lnTo>
                      <a:lnTo>
                        <a:pt x="152" y="952"/>
                      </a:lnTo>
                      <a:lnTo>
                        <a:pt x="219" y="928"/>
                      </a:lnTo>
                      <a:lnTo>
                        <a:pt x="253" y="920"/>
                      </a:lnTo>
                      <a:lnTo>
                        <a:pt x="295" y="912"/>
                      </a:lnTo>
                      <a:lnTo>
                        <a:pt x="337" y="896"/>
                      </a:lnTo>
                      <a:lnTo>
                        <a:pt x="379" y="904"/>
                      </a:lnTo>
                      <a:lnTo>
                        <a:pt x="463" y="920"/>
                      </a:lnTo>
                      <a:lnTo>
                        <a:pt x="539" y="928"/>
                      </a:lnTo>
                      <a:lnTo>
                        <a:pt x="573" y="928"/>
                      </a:lnTo>
                      <a:lnTo>
                        <a:pt x="598" y="904"/>
                      </a:lnTo>
                      <a:lnTo>
                        <a:pt x="615" y="872"/>
                      </a:lnTo>
                      <a:lnTo>
                        <a:pt x="649" y="856"/>
                      </a:lnTo>
                      <a:lnTo>
                        <a:pt x="733" y="848"/>
                      </a:lnTo>
                      <a:lnTo>
                        <a:pt x="725" y="824"/>
                      </a:lnTo>
                      <a:lnTo>
                        <a:pt x="733" y="800"/>
                      </a:lnTo>
                      <a:lnTo>
                        <a:pt x="784" y="752"/>
                      </a:lnTo>
                      <a:lnTo>
                        <a:pt x="842" y="720"/>
                      </a:lnTo>
                      <a:lnTo>
                        <a:pt x="809" y="664"/>
                      </a:lnTo>
                      <a:lnTo>
                        <a:pt x="809" y="624"/>
                      </a:lnTo>
                      <a:lnTo>
                        <a:pt x="842" y="592"/>
                      </a:lnTo>
                      <a:lnTo>
                        <a:pt x="885" y="536"/>
                      </a:lnTo>
                      <a:lnTo>
                        <a:pt x="927" y="504"/>
                      </a:lnTo>
                      <a:lnTo>
                        <a:pt x="935" y="504"/>
                      </a:lnTo>
                      <a:lnTo>
                        <a:pt x="944" y="472"/>
                      </a:lnTo>
                      <a:lnTo>
                        <a:pt x="977" y="448"/>
                      </a:lnTo>
                      <a:lnTo>
                        <a:pt x="1019" y="440"/>
                      </a:lnTo>
                      <a:lnTo>
                        <a:pt x="1095" y="432"/>
                      </a:lnTo>
                      <a:lnTo>
                        <a:pt x="1196" y="376"/>
                      </a:lnTo>
                      <a:lnTo>
                        <a:pt x="1205" y="376"/>
                      </a:lnTo>
                      <a:lnTo>
                        <a:pt x="1205" y="368"/>
                      </a:lnTo>
                      <a:lnTo>
                        <a:pt x="1205" y="344"/>
                      </a:lnTo>
                      <a:lnTo>
                        <a:pt x="1180" y="352"/>
                      </a:lnTo>
                      <a:close/>
                    </a:path>
                  </a:pathLst>
                </a:custGeom>
                <a:noFill/>
                <a:ln w="12700"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54" name="Freeform 8"/>
                <p:cNvSpPr>
                  <a:spLocks/>
                </p:cNvSpPr>
                <p:nvPr/>
              </p:nvSpPr>
              <p:spPr bwMode="auto">
                <a:xfrm>
                  <a:off x="179" y="3444"/>
                  <a:ext cx="421" cy="616"/>
                </a:xfrm>
                <a:custGeom>
                  <a:avLst/>
                  <a:gdLst>
                    <a:gd name="T0" fmla="*/ 396 w 421"/>
                    <a:gd name="T1" fmla="*/ 88 h 616"/>
                    <a:gd name="T2" fmla="*/ 387 w 421"/>
                    <a:gd name="T3" fmla="*/ 64 h 616"/>
                    <a:gd name="T4" fmla="*/ 328 w 421"/>
                    <a:gd name="T5" fmla="*/ 56 h 616"/>
                    <a:gd name="T6" fmla="*/ 286 w 421"/>
                    <a:gd name="T7" fmla="*/ 40 h 616"/>
                    <a:gd name="T8" fmla="*/ 236 w 421"/>
                    <a:gd name="T9" fmla="*/ 32 h 616"/>
                    <a:gd name="T10" fmla="*/ 244 w 421"/>
                    <a:gd name="T11" fmla="*/ 8 h 616"/>
                    <a:gd name="T12" fmla="*/ 177 w 421"/>
                    <a:gd name="T13" fmla="*/ 8 h 616"/>
                    <a:gd name="T14" fmla="*/ 160 w 421"/>
                    <a:gd name="T15" fmla="*/ 112 h 616"/>
                    <a:gd name="T16" fmla="*/ 126 w 421"/>
                    <a:gd name="T17" fmla="*/ 208 h 616"/>
                    <a:gd name="T18" fmla="*/ 42 w 421"/>
                    <a:gd name="T19" fmla="*/ 304 h 616"/>
                    <a:gd name="T20" fmla="*/ 8 w 421"/>
                    <a:gd name="T21" fmla="*/ 368 h 616"/>
                    <a:gd name="T22" fmla="*/ 34 w 421"/>
                    <a:gd name="T23" fmla="*/ 384 h 616"/>
                    <a:gd name="T24" fmla="*/ 25 w 421"/>
                    <a:gd name="T25" fmla="*/ 408 h 616"/>
                    <a:gd name="T26" fmla="*/ 67 w 421"/>
                    <a:gd name="T27" fmla="*/ 416 h 616"/>
                    <a:gd name="T28" fmla="*/ 42 w 421"/>
                    <a:gd name="T29" fmla="*/ 512 h 616"/>
                    <a:gd name="T30" fmla="*/ 8 w 421"/>
                    <a:gd name="T31" fmla="*/ 576 h 616"/>
                    <a:gd name="T32" fmla="*/ 8 w 421"/>
                    <a:gd name="T33" fmla="*/ 592 h 616"/>
                    <a:gd name="T34" fmla="*/ 84 w 421"/>
                    <a:gd name="T35" fmla="*/ 600 h 616"/>
                    <a:gd name="T36" fmla="*/ 160 w 421"/>
                    <a:gd name="T37" fmla="*/ 608 h 616"/>
                    <a:gd name="T38" fmla="*/ 168 w 421"/>
                    <a:gd name="T39" fmla="*/ 576 h 616"/>
                    <a:gd name="T40" fmla="*/ 219 w 421"/>
                    <a:gd name="T41" fmla="*/ 520 h 616"/>
                    <a:gd name="T42" fmla="*/ 236 w 421"/>
                    <a:gd name="T43" fmla="*/ 496 h 616"/>
                    <a:gd name="T44" fmla="*/ 219 w 421"/>
                    <a:gd name="T45" fmla="*/ 456 h 616"/>
                    <a:gd name="T46" fmla="*/ 236 w 421"/>
                    <a:gd name="T47" fmla="*/ 416 h 616"/>
                    <a:gd name="T48" fmla="*/ 269 w 421"/>
                    <a:gd name="T49" fmla="*/ 400 h 616"/>
                    <a:gd name="T50" fmla="*/ 253 w 421"/>
                    <a:gd name="T51" fmla="*/ 376 h 616"/>
                    <a:gd name="T52" fmla="*/ 261 w 421"/>
                    <a:gd name="T53" fmla="*/ 312 h 616"/>
                    <a:gd name="T54" fmla="*/ 303 w 421"/>
                    <a:gd name="T55" fmla="*/ 288 h 616"/>
                    <a:gd name="T56" fmla="*/ 312 w 421"/>
                    <a:gd name="T57" fmla="*/ 256 h 616"/>
                    <a:gd name="T58" fmla="*/ 320 w 421"/>
                    <a:gd name="T59" fmla="*/ 224 h 616"/>
                    <a:gd name="T60" fmla="*/ 328 w 421"/>
                    <a:gd name="T61" fmla="*/ 168 h 616"/>
                    <a:gd name="T62" fmla="*/ 387 w 421"/>
                    <a:gd name="T63" fmla="*/ 136 h 616"/>
                    <a:gd name="T64" fmla="*/ 421 w 421"/>
                    <a:gd name="T65" fmla="*/ 112 h 616"/>
                    <a:gd name="T66" fmla="*/ 413 w 421"/>
                    <a:gd name="T67" fmla="*/ 96 h 6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21"/>
                    <a:gd name="T103" fmla="*/ 0 h 616"/>
                    <a:gd name="T104" fmla="*/ 421 w 421"/>
                    <a:gd name="T105" fmla="*/ 616 h 6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21" h="616">
                      <a:moveTo>
                        <a:pt x="413" y="96"/>
                      </a:moveTo>
                      <a:lnTo>
                        <a:pt x="396" y="88"/>
                      </a:lnTo>
                      <a:lnTo>
                        <a:pt x="396" y="80"/>
                      </a:lnTo>
                      <a:lnTo>
                        <a:pt x="387" y="64"/>
                      </a:lnTo>
                      <a:lnTo>
                        <a:pt x="354" y="48"/>
                      </a:lnTo>
                      <a:lnTo>
                        <a:pt x="328" y="56"/>
                      </a:lnTo>
                      <a:lnTo>
                        <a:pt x="303" y="56"/>
                      </a:lnTo>
                      <a:lnTo>
                        <a:pt x="286" y="40"/>
                      </a:lnTo>
                      <a:lnTo>
                        <a:pt x="253" y="40"/>
                      </a:lnTo>
                      <a:lnTo>
                        <a:pt x="236" y="32"/>
                      </a:lnTo>
                      <a:lnTo>
                        <a:pt x="244" y="24"/>
                      </a:lnTo>
                      <a:lnTo>
                        <a:pt x="244" y="8"/>
                      </a:lnTo>
                      <a:lnTo>
                        <a:pt x="227" y="0"/>
                      </a:lnTo>
                      <a:lnTo>
                        <a:pt x="177" y="8"/>
                      </a:lnTo>
                      <a:lnTo>
                        <a:pt x="177" y="40"/>
                      </a:lnTo>
                      <a:lnTo>
                        <a:pt x="160" y="112"/>
                      </a:lnTo>
                      <a:lnTo>
                        <a:pt x="143" y="144"/>
                      </a:lnTo>
                      <a:lnTo>
                        <a:pt x="126" y="208"/>
                      </a:lnTo>
                      <a:lnTo>
                        <a:pt x="92" y="256"/>
                      </a:lnTo>
                      <a:lnTo>
                        <a:pt x="42" y="304"/>
                      </a:lnTo>
                      <a:lnTo>
                        <a:pt x="17" y="352"/>
                      </a:lnTo>
                      <a:lnTo>
                        <a:pt x="8" y="368"/>
                      </a:lnTo>
                      <a:lnTo>
                        <a:pt x="17" y="376"/>
                      </a:lnTo>
                      <a:lnTo>
                        <a:pt x="34" y="384"/>
                      </a:lnTo>
                      <a:lnTo>
                        <a:pt x="25" y="400"/>
                      </a:lnTo>
                      <a:lnTo>
                        <a:pt x="25" y="408"/>
                      </a:lnTo>
                      <a:lnTo>
                        <a:pt x="34" y="416"/>
                      </a:lnTo>
                      <a:lnTo>
                        <a:pt x="67" y="416"/>
                      </a:lnTo>
                      <a:lnTo>
                        <a:pt x="42" y="480"/>
                      </a:lnTo>
                      <a:lnTo>
                        <a:pt x="42" y="512"/>
                      </a:lnTo>
                      <a:lnTo>
                        <a:pt x="25" y="544"/>
                      </a:lnTo>
                      <a:lnTo>
                        <a:pt x="8" y="576"/>
                      </a:lnTo>
                      <a:lnTo>
                        <a:pt x="0" y="592"/>
                      </a:lnTo>
                      <a:lnTo>
                        <a:pt x="8" y="592"/>
                      </a:lnTo>
                      <a:lnTo>
                        <a:pt x="50" y="592"/>
                      </a:lnTo>
                      <a:lnTo>
                        <a:pt x="84" y="600"/>
                      </a:lnTo>
                      <a:lnTo>
                        <a:pt x="126" y="616"/>
                      </a:lnTo>
                      <a:lnTo>
                        <a:pt x="160" y="608"/>
                      </a:lnTo>
                      <a:lnTo>
                        <a:pt x="168" y="576"/>
                      </a:lnTo>
                      <a:lnTo>
                        <a:pt x="177" y="544"/>
                      </a:lnTo>
                      <a:lnTo>
                        <a:pt x="219" y="520"/>
                      </a:lnTo>
                      <a:lnTo>
                        <a:pt x="244" y="496"/>
                      </a:lnTo>
                      <a:lnTo>
                        <a:pt x="236" y="496"/>
                      </a:lnTo>
                      <a:lnTo>
                        <a:pt x="227" y="480"/>
                      </a:lnTo>
                      <a:lnTo>
                        <a:pt x="219" y="456"/>
                      </a:lnTo>
                      <a:lnTo>
                        <a:pt x="227" y="432"/>
                      </a:lnTo>
                      <a:lnTo>
                        <a:pt x="236" y="416"/>
                      </a:lnTo>
                      <a:lnTo>
                        <a:pt x="261" y="408"/>
                      </a:lnTo>
                      <a:lnTo>
                        <a:pt x="269" y="400"/>
                      </a:lnTo>
                      <a:lnTo>
                        <a:pt x="269" y="392"/>
                      </a:lnTo>
                      <a:lnTo>
                        <a:pt x="253" y="376"/>
                      </a:lnTo>
                      <a:lnTo>
                        <a:pt x="236" y="312"/>
                      </a:lnTo>
                      <a:lnTo>
                        <a:pt x="261" y="312"/>
                      </a:lnTo>
                      <a:lnTo>
                        <a:pt x="286" y="304"/>
                      </a:lnTo>
                      <a:lnTo>
                        <a:pt x="303" y="288"/>
                      </a:lnTo>
                      <a:lnTo>
                        <a:pt x="303" y="256"/>
                      </a:lnTo>
                      <a:lnTo>
                        <a:pt x="312" y="256"/>
                      </a:lnTo>
                      <a:lnTo>
                        <a:pt x="320" y="248"/>
                      </a:lnTo>
                      <a:lnTo>
                        <a:pt x="320" y="224"/>
                      </a:lnTo>
                      <a:lnTo>
                        <a:pt x="337" y="192"/>
                      </a:lnTo>
                      <a:lnTo>
                        <a:pt x="328" y="168"/>
                      </a:lnTo>
                      <a:lnTo>
                        <a:pt x="362" y="152"/>
                      </a:lnTo>
                      <a:lnTo>
                        <a:pt x="387" y="136"/>
                      </a:lnTo>
                      <a:lnTo>
                        <a:pt x="421" y="120"/>
                      </a:lnTo>
                      <a:lnTo>
                        <a:pt x="421" y="112"/>
                      </a:lnTo>
                      <a:lnTo>
                        <a:pt x="413" y="96"/>
                      </a:lnTo>
                      <a:close/>
                    </a:path>
                  </a:pathLst>
                </a:custGeom>
                <a:solidFill>
                  <a:srgbClr val="99CCFF"/>
                </a:solidFill>
                <a:ln w="12700">
                  <a:solidFill>
                    <a:srgbClr val="000000"/>
                  </a:solidFill>
                  <a:prstDash val="solid"/>
                  <a:round/>
                  <a:headEnd/>
                  <a:tailEnd/>
                </a:ln>
              </p:spPr>
              <p:txBody>
                <a:bodyPr/>
                <a:lstStyle/>
                <a:p>
                  <a:endParaRPr lang="en-GB"/>
                </a:p>
              </p:txBody>
            </p:sp>
            <p:sp>
              <p:nvSpPr>
                <p:cNvPr id="12355" name="Freeform 9"/>
                <p:cNvSpPr>
                  <a:spLocks/>
                </p:cNvSpPr>
                <p:nvPr/>
              </p:nvSpPr>
              <p:spPr bwMode="auto">
                <a:xfrm>
                  <a:off x="566" y="1924"/>
                  <a:ext cx="396" cy="408"/>
                </a:xfrm>
                <a:custGeom>
                  <a:avLst/>
                  <a:gdLst>
                    <a:gd name="T0" fmla="*/ 363 w 396"/>
                    <a:gd name="T1" fmla="*/ 160 h 408"/>
                    <a:gd name="T2" fmla="*/ 354 w 396"/>
                    <a:gd name="T3" fmla="*/ 136 h 408"/>
                    <a:gd name="T4" fmla="*/ 329 w 396"/>
                    <a:gd name="T5" fmla="*/ 120 h 408"/>
                    <a:gd name="T6" fmla="*/ 295 w 396"/>
                    <a:gd name="T7" fmla="*/ 144 h 408"/>
                    <a:gd name="T8" fmla="*/ 262 w 396"/>
                    <a:gd name="T9" fmla="*/ 96 h 408"/>
                    <a:gd name="T10" fmla="*/ 278 w 396"/>
                    <a:gd name="T11" fmla="*/ 80 h 408"/>
                    <a:gd name="T12" fmla="*/ 278 w 396"/>
                    <a:gd name="T13" fmla="*/ 64 h 408"/>
                    <a:gd name="T14" fmla="*/ 312 w 396"/>
                    <a:gd name="T15" fmla="*/ 64 h 408"/>
                    <a:gd name="T16" fmla="*/ 321 w 396"/>
                    <a:gd name="T17" fmla="*/ 48 h 408"/>
                    <a:gd name="T18" fmla="*/ 329 w 396"/>
                    <a:gd name="T19" fmla="*/ 32 h 408"/>
                    <a:gd name="T20" fmla="*/ 346 w 396"/>
                    <a:gd name="T21" fmla="*/ 24 h 408"/>
                    <a:gd name="T22" fmla="*/ 354 w 396"/>
                    <a:gd name="T23" fmla="*/ 0 h 408"/>
                    <a:gd name="T24" fmla="*/ 329 w 396"/>
                    <a:gd name="T25" fmla="*/ 0 h 408"/>
                    <a:gd name="T26" fmla="*/ 304 w 396"/>
                    <a:gd name="T27" fmla="*/ 8 h 408"/>
                    <a:gd name="T28" fmla="*/ 262 w 396"/>
                    <a:gd name="T29" fmla="*/ 8 h 408"/>
                    <a:gd name="T30" fmla="*/ 253 w 396"/>
                    <a:gd name="T31" fmla="*/ 32 h 408"/>
                    <a:gd name="T32" fmla="*/ 219 w 396"/>
                    <a:gd name="T33" fmla="*/ 56 h 408"/>
                    <a:gd name="T34" fmla="*/ 219 w 396"/>
                    <a:gd name="T35" fmla="*/ 80 h 408"/>
                    <a:gd name="T36" fmla="*/ 186 w 396"/>
                    <a:gd name="T37" fmla="*/ 96 h 408"/>
                    <a:gd name="T38" fmla="*/ 127 w 396"/>
                    <a:gd name="T39" fmla="*/ 72 h 408"/>
                    <a:gd name="T40" fmla="*/ 93 w 396"/>
                    <a:gd name="T41" fmla="*/ 104 h 408"/>
                    <a:gd name="T42" fmla="*/ 110 w 396"/>
                    <a:gd name="T43" fmla="*/ 136 h 408"/>
                    <a:gd name="T44" fmla="*/ 76 w 396"/>
                    <a:gd name="T45" fmla="*/ 160 h 408"/>
                    <a:gd name="T46" fmla="*/ 110 w 396"/>
                    <a:gd name="T47" fmla="*/ 192 h 408"/>
                    <a:gd name="T48" fmla="*/ 152 w 396"/>
                    <a:gd name="T49" fmla="*/ 208 h 408"/>
                    <a:gd name="T50" fmla="*/ 144 w 396"/>
                    <a:gd name="T51" fmla="*/ 224 h 408"/>
                    <a:gd name="T52" fmla="*/ 118 w 396"/>
                    <a:gd name="T53" fmla="*/ 224 h 408"/>
                    <a:gd name="T54" fmla="*/ 102 w 396"/>
                    <a:gd name="T55" fmla="*/ 256 h 408"/>
                    <a:gd name="T56" fmla="*/ 51 w 396"/>
                    <a:gd name="T57" fmla="*/ 272 h 408"/>
                    <a:gd name="T58" fmla="*/ 51 w 396"/>
                    <a:gd name="T59" fmla="*/ 304 h 408"/>
                    <a:gd name="T60" fmla="*/ 9 w 396"/>
                    <a:gd name="T61" fmla="*/ 312 h 408"/>
                    <a:gd name="T62" fmla="*/ 26 w 396"/>
                    <a:gd name="T63" fmla="*/ 328 h 408"/>
                    <a:gd name="T64" fmla="*/ 0 w 396"/>
                    <a:gd name="T65" fmla="*/ 368 h 408"/>
                    <a:gd name="T66" fmla="*/ 26 w 396"/>
                    <a:gd name="T67" fmla="*/ 376 h 408"/>
                    <a:gd name="T68" fmla="*/ 26 w 396"/>
                    <a:gd name="T69" fmla="*/ 400 h 408"/>
                    <a:gd name="T70" fmla="*/ 59 w 396"/>
                    <a:gd name="T71" fmla="*/ 408 h 408"/>
                    <a:gd name="T72" fmla="*/ 160 w 396"/>
                    <a:gd name="T73" fmla="*/ 408 h 408"/>
                    <a:gd name="T74" fmla="*/ 228 w 396"/>
                    <a:gd name="T75" fmla="*/ 376 h 408"/>
                    <a:gd name="T76" fmla="*/ 287 w 396"/>
                    <a:gd name="T77" fmla="*/ 376 h 408"/>
                    <a:gd name="T78" fmla="*/ 329 w 396"/>
                    <a:gd name="T79" fmla="*/ 392 h 408"/>
                    <a:gd name="T80" fmla="*/ 329 w 396"/>
                    <a:gd name="T81" fmla="*/ 360 h 408"/>
                    <a:gd name="T82" fmla="*/ 354 w 396"/>
                    <a:gd name="T83" fmla="*/ 328 h 408"/>
                    <a:gd name="T84" fmla="*/ 371 w 396"/>
                    <a:gd name="T85" fmla="*/ 304 h 408"/>
                    <a:gd name="T86" fmla="*/ 388 w 396"/>
                    <a:gd name="T87" fmla="*/ 232 h 408"/>
                    <a:gd name="T88" fmla="*/ 380 w 396"/>
                    <a:gd name="T89" fmla="*/ 208 h 408"/>
                    <a:gd name="T90" fmla="*/ 371 w 396"/>
                    <a:gd name="T91" fmla="*/ 176 h 408"/>
                    <a:gd name="T92" fmla="*/ 396 w 396"/>
                    <a:gd name="T93" fmla="*/ 168 h 408"/>
                    <a:gd name="T94" fmla="*/ 380 w 396"/>
                    <a:gd name="T95" fmla="*/ 160 h 408"/>
                    <a:gd name="T96" fmla="*/ 363 w 396"/>
                    <a:gd name="T97" fmla="*/ 160 h 4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96"/>
                    <a:gd name="T148" fmla="*/ 0 h 408"/>
                    <a:gd name="T149" fmla="*/ 396 w 396"/>
                    <a:gd name="T150" fmla="*/ 408 h 40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96" h="408">
                      <a:moveTo>
                        <a:pt x="363" y="160"/>
                      </a:moveTo>
                      <a:lnTo>
                        <a:pt x="354" y="136"/>
                      </a:lnTo>
                      <a:lnTo>
                        <a:pt x="329" y="120"/>
                      </a:lnTo>
                      <a:lnTo>
                        <a:pt x="295" y="144"/>
                      </a:lnTo>
                      <a:lnTo>
                        <a:pt x="262" y="96"/>
                      </a:lnTo>
                      <a:lnTo>
                        <a:pt x="278" y="80"/>
                      </a:lnTo>
                      <a:lnTo>
                        <a:pt x="278" y="64"/>
                      </a:lnTo>
                      <a:lnTo>
                        <a:pt x="312" y="64"/>
                      </a:lnTo>
                      <a:lnTo>
                        <a:pt x="321" y="48"/>
                      </a:lnTo>
                      <a:lnTo>
                        <a:pt x="329" y="32"/>
                      </a:lnTo>
                      <a:lnTo>
                        <a:pt x="346" y="24"/>
                      </a:lnTo>
                      <a:lnTo>
                        <a:pt x="354" y="0"/>
                      </a:lnTo>
                      <a:lnTo>
                        <a:pt x="329" y="0"/>
                      </a:lnTo>
                      <a:lnTo>
                        <a:pt x="304" y="8"/>
                      </a:lnTo>
                      <a:lnTo>
                        <a:pt x="262" y="8"/>
                      </a:lnTo>
                      <a:lnTo>
                        <a:pt x="253" y="32"/>
                      </a:lnTo>
                      <a:lnTo>
                        <a:pt x="219" y="56"/>
                      </a:lnTo>
                      <a:lnTo>
                        <a:pt x="219" y="80"/>
                      </a:lnTo>
                      <a:lnTo>
                        <a:pt x="186" y="96"/>
                      </a:lnTo>
                      <a:lnTo>
                        <a:pt x="127" y="72"/>
                      </a:lnTo>
                      <a:lnTo>
                        <a:pt x="93" y="104"/>
                      </a:lnTo>
                      <a:lnTo>
                        <a:pt x="110" y="136"/>
                      </a:lnTo>
                      <a:lnTo>
                        <a:pt x="76" y="160"/>
                      </a:lnTo>
                      <a:lnTo>
                        <a:pt x="110" y="192"/>
                      </a:lnTo>
                      <a:lnTo>
                        <a:pt x="152" y="208"/>
                      </a:lnTo>
                      <a:lnTo>
                        <a:pt x="144" y="224"/>
                      </a:lnTo>
                      <a:lnTo>
                        <a:pt x="118" y="224"/>
                      </a:lnTo>
                      <a:lnTo>
                        <a:pt x="102" y="256"/>
                      </a:lnTo>
                      <a:lnTo>
                        <a:pt x="51" y="272"/>
                      </a:lnTo>
                      <a:lnTo>
                        <a:pt x="51" y="304"/>
                      </a:lnTo>
                      <a:lnTo>
                        <a:pt x="9" y="312"/>
                      </a:lnTo>
                      <a:lnTo>
                        <a:pt x="26" y="328"/>
                      </a:lnTo>
                      <a:lnTo>
                        <a:pt x="0" y="368"/>
                      </a:lnTo>
                      <a:lnTo>
                        <a:pt x="26" y="376"/>
                      </a:lnTo>
                      <a:lnTo>
                        <a:pt x="26" y="400"/>
                      </a:lnTo>
                      <a:lnTo>
                        <a:pt x="59" y="408"/>
                      </a:lnTo>
                      <a:lnTo>
                        <a:pt x="160" y="408"/>
                      </a:lnTo>
                      <a:lnTo>
                        <a:pt x="228" y="376"/>
                      </a:lnTo>
                      <a:lnTo>
                        <a:pt x="287" y="376"/>
                      </a:lnTo>
                      <a:lnTo>
                        <a:pt x="329" y="392"/>
                      </a:lnTo>
                      <a:lnTo>
                        <a:pt x="329" y="360"/>
                      </a:lnTo>
                      <a:lnTo>
                        <a:pt x="354" y="328"/>
                      </a:lnTo>
                      <a:lnTo>
                        <a:pt x="371" y="304"/>
                      </a:lnTo>
                      <a:lnTo>
                        <a:pt x="388" y="232"/>
                      </a:lnTo>
                      <a:lnTo>
                        <a:pt x="380" y="208"/>
                      </a:lnTo>
                      <a:lnTo>
                        <a:pt x="371" y="176"/>
                      </a:lnTo>
                      <a:lnTo>
                        <a:pt x="396" y="168"/>
                      </a:lnTo>
                      <a:lnTo>
                        <a:pt x="380" y="160"/>
                      </a:lnTo>
                      <a:lnTo>
                        <a:pt x="363" y="160"/>
                      </a:lnTo>
                      <a:close/>
                    </a:path>
                  </a:pathLst>
                </a:custGeom>
                <a:solidFill>
                  <a:srgbClr val="C0C0C0"/>
                </a:solidFill>
                <a:ln w="12700">
                  <a:solidFill>
                    <a:srgbClr val="000000"/>
                  </a:solidFill>
                  <a:prstDash val="solid"/>
                  <a:round/>
                  <a:headEnd/>
                  <a:tailEnd/>
                </a:ln>
              </p:spPr>
              <p:txBody>
                <a:bodyPr/>
                <a:lstStyle/>
                <a:p>
                  <a:endParaRPr lang="en-GB"/>
                </a:p>
              </p:txBody>
            </p:sp>
            <p:sp>
              <p:nvSpPr>
                <p:cNvPr id="12356" name="Freeform 10"/>
                <p:cNvSpPr>
                  <a:spLocks/>
                </p:cNvSpPr>
                <p:nvPr/>
              </p:nvSpPr>
              <p:spPr bwMode="auto">
                <a:xfrm>
                  <a:off x="828" y="1948"/>
                  <a:ext cx="202" cy="144"/>
                </a:xfrm>
                <a:custGeom>
                  <a:avLst/>
                  <a:gdLst>
                    <a:gd name="T0" fmla="*/ 185 w 202"/>
                    <a:gd name="T1" fmla="*/ 72 h 144"/>
                    <a:gd name="T2" fmla="*/ 177 w 202"/>
                    <a:gd name="T3" fmla="*/ 48 h 144"/>
                    <a:gd name="T4" fmla="*/ 177 w 202"/>
                    <a:gd name="T5" fmla="*/ 16 h 144"/>
                    <a:gd name="T6" fmla="*/ 151 w 202"/>
                    <a:gd name="T7" fmla="*/ 0 h 144"/>
                    <a:gd name="T8" fmla="*/ 126 w 202"/>
                    <a:gd name="T9" fmla="*/ 0 h 144"/>
                    <a:gd name="T10" fmla="*/ 109 w 202"/>
                    <a:gd name="T11" fmla="*/ 0 h 144"/>
                    <a:gd name="T12" fmla="*/ 84 w 202"/>
                    <a:gd name="T13" fmla="*/ 0 h 144"/>
                    <a:gd name="T14" fmla="*/ 84 w 202"/>
                    <a:gd name="T15" fmla="*/ 8 h 144"/>
                    <a:gd name="T16" fmla="*/ 84 w 202"/>
                    <a:gd name="T17" fmla="*/ 0 h 144"/>
                    <a:gd name="T18" fmla="*/ 67 w 202"/>
                    <a:gd name="T19" fmla="*/ 8 h 144"/>
                    <a:gd name="T20" fmla="*/ 59 w 202"/>
                    <a:gd name="T21" fmla="*/ 24 h 144"/>
                    <a:gd name="T22" fmla="*/ 50 w 202"/>
                    <a:gd name="T23" fmla="*/ 40 h 144"/>
                    <a:gd name="T24" fmla="*/ 16 w 202"/>
                    <a:gd name="T25" fmla="*/ 40 h 144"/>
                    <a:gd name="T26" fmla="*/ 16 w 202"/>
                    <a:gd name="T27" fmla="*/ 56 h 144"/>
                    <a:gd name="T28" fmla="*/ 0 w 202"/>
                    <a:gd name="T29" fmla="*/ 72 h 144"/>
                    <a:gd name="T30" fmla="*/ 33 w 202"/>
                    <a:gd name="T31" fmla="*/ 120 h 144"/>
                    <a:gd name="T32" fmla="*/ 67 w 202"/>
                    <a:gd name="T33" fmla="*/ 96 h 144"/>
                    <a:gd name="T34" fmla="*/ 92 w 202"/>
                    <a:gd name="T35" fmla="*/ 112 h 144"/>
                    <a:gd name="T36" fmla="*/ 101 w 202"/>
                    <a:gd name="T37" fmla="*/ 136 h 144"/>
                    <a:gd name="T38" fmla="*/ 118 w 202"/>
                    <a:gd name="T39" fmla="*/ 136 h 144"/>
                    <a:gd name="T40" fmla="*/ 134 w 202"/>
                    <a:gd name="T41" fmla="*/ 144 h 144"/>
                    <a:gd name="T42" fmla="*/ 143 w 202"/>
                    <a:gd name="T43" fmla="*/ 144 h 144"/>
                    <a:gd name="T44" fmla="*/ 168 w 202"/>
                    <a:gd name="T45" fmla="*/ 128 h 144"/>
                    <a:gd name="T46" fmla="*/ 193 w 202"/>
                    <a:gd name="T47" fmla="*/ 120 h 144"/>
                    <a:gd name="T48" fmla="*/ 202 w 202"/>
                    <a:gd name="T49" fmla="*/ 88 h 144"/>
                    <a:gd name="T50" fmla="*/ 185 w 202"/>
                    <a:gd name="T51" fmla="*/ 72 h 1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02"/>
                    <a:gd name="T79" fmla="*/ 0 h 144"/>
                    <a:gd name="T80" fmla="*/ 202 w 202"/>
                    <a:gd name="T81" fmla="*/ 144 h 14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02" h="144">
                      <a:moveTo>
                        <a:pt x="185" y="72"/>
                      </a:moveTo>
                      <a:lnTo>
                        <a:pt x="177" y="48"/>
                      </a:lnTo>
                      <a:lnTo>
                        <a:pt x="177" y="16"/>
                      </a:lnTo>
                      <a:lnTo>
                        <a:pt x="151" y="0"/>
                      </a:lnTo>
                      <a:lnTo>
                        <a:pt x="126" y="0"/>
                      </a:lnTo>
                      <a:lnTo>
                        <a:pt x="109" y="0"/>
                      </a:lnTo>
                      <a:lnTo>
                        <a:pt x="84" y="0"/>
                      </a:lnTo>
                      <a:lnTo>
                        <a:pt x="84" y="8"/>
                      </a:lnTo>
                      <a:lnTo>
                        <a:pt x="84" y="0"/>
                      </a:lnTo>
                      <a:lnTo>
                        <a:pt x="67" y="8"/>
                      </a:lnTo>
                      <a:lnTo>
                        <a:pt x="59" y="24"/>
                      </a:lnTo>
                      <a:lnTo>
                        <a:pt x="50" y="40"/>
                      </a:lnTo>
                      <a:lnTo>
                        <a:pt x="16" y="40"/>
                      </a:lnTo>
                      <a:lnTo>
                        <a:pt x="16" y="56"/>
                      </a:lnTo>
                      <a:lnTo>
                        <a:pt x="0" y="72"/>
                      </a:lnTo>
                      <a:lnTo>
                        <a:pt x="33" y="120"/>
                      </a:lnTo>
                      <a:lnTo>
                        <a:pt x="67" y="96"/>
                      </a:lnTo>
                      <a:lnTo>
                        <a:pt x="92" y="112"/>
                      </a:lnTo>
                      <a:lnTo>
                        <a:pt x="101" y="136"/>
                      </a:lnTo>
                      <a:lnTo>
                        <a:pt x="118" y="136"/>
                      </a:lnTo>
                      <a:lnTo>
                        <a:pt x="134" y="144"/>
                      </a:lnTo>
                      <a:lnTo>
                        <a:pt x="143" y="144"/>
                      </a:lnTo>
                      <a:lnTo>
                        <a:pt x="168" y="128"/>
                      </a:lnTo>
                      <a:lnTo>
                        <a:pt x="193" y="120"/>
                      </a:lnTo>
                      <a:lnTo>
                        <a:pt x="202" y="88"/>
                      </a:lnTo>
                      <a:lnTo>
                        <a:pt x="185" y="72"/>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57" name="Freeform 11"/>
                <p:cNvSpPr>
                  <a:spLocks/>
                </p:cNvSpPr>
                <p:nvPr/>
              </p:nvSpPr>
              <p:spPr bwMode="auto">
                <a:xfrm>
                  <a:off x="878" y="1572"/>
                  <a:ext cx="666" cy="1016"/>
                </a:xfrm>
                <a:custGeom>
                  <a:avLst/>
                  <a:gdLst>
                    <a:gd name="T0" fmla="*/ 337 w 666"/>
                    <a:gd name="T1" fmla="*/ 96 h 1016"/>
                    <a:gd name="T2" fmla="*/ 421 w 666"/>
                    <a:gd name="T3" fmla="*/ 24 h 1016"/>
                    <a:gd name="T4" fmla="*/ 270 w 666"/>
                    <a:gd name="T5" fmla="*/ 24 h 1016"/>
                    <a:gd name="T6" fmla="*/ 253 w 666"/>
                    <a:gd name="T7" fmla="*/ 80 h 1016"/>
                    <a:gd name="T8" fmla="*/ 202 w 666"/>
                    <a:gd name="T9" fmla="*/ 136 h 1016"/>
                    <a:gd name="T10" fmla="*/ 169 w 666"/>
                    <a:gd name="T11" fmla="*/ 200 h 1016"/>
                    <a:gd name="T12" fmla="*/ 202 w 666"/>
                    <a:gd name="T13" fmla="*/ 232 h 1016"/>
                    <a:gd name="T14" fmla="*/ 169 w 666"/>
                    <a:gd name="T15" fmla="*/ 320 h 1016"/>
                    <a:gd name="T16" fmla="*/ 186 w 666"/>
                    <a:gd name="T17" fmla="*/ 344 h 1016"/>
                    <a:gd name="T18" fmla="*/ 228 w 666"/>
                    <a:gd name="T19" fmla="*/ 320 h 1016"/>
                    <a:gd name="T20" fmla="*/ 186 w 666"/>
                    <a:gd name="T21" fmla="*/ 424 h 1016"/>
                    <a:gd name="T22" fmla="*/ 236 w 666"/>
                    <a:gd name="T23" fmla="*/ 464 h 1016"/>
                    <a:gd name="T24" fmla="*/ 303 w 666"/>
                    <a:gd name="T25" fmla="*/ 448 h 1016"/>
                    <a:gd name="T26" fmla="*/ 287 w 666"/>
                    <a:gd name="T27" fmla="*/ 496 h 1016"/>
                    <a:gd name="T28" fmla="*/ 329 w 666"/>
                    <a:gd name="T29" fmla="*/ 576 h 1016"/>
                    <a:gd name="T30" fmla="*/ 295 w 666"/>
                    <a:gd name="T31" fmla="*/ 648 h 1016"/>
                    <a:gd name="T32" fmla="*/ 202 w 666"/>
                    <a:gd name="T33" fmla="*/ 624 h 1016"/>
                    <a:gd name="T34" fmla="*/ 160 w 666"/>
                    <a:gd name="T35" fmla="*/ 680 h 1016"/>
                    <a:gd name="T36" fmla="*/ 211 w 666"/>
                    <a:gd name="T37" fmla="*/ 744 h 1016"/>
                    <a:gd name="T38" fmla="*/ 101 w 666"/>
                    <a:gd name="T39" fmla="*/ 776 h 1016"/>
                    <a:gd name="T40" fmla="*/ 101 w 666"/>
                    <a:gd name="T41" fmla="*/ 808 h 1016"/>
                    <a:gd name="T42" fmla="*/ 169 w 666"/>
                    <a:gd name="T43" fmla="*/ 824 h 1016"/>
                    <a:gd name="T44" fmla="*/ 219 w 666"/>
                    <a:gd name="T45" fmla="*/ 864 h 1016"/>
                    <a:gd name="T46" fmla="*/ 295 w 666"/>
                    <a:gd name="T47" fmla="*/ 848 h 1016"/>
                    <a:gd name="T48" fmla="*/ 228 w 666"/>
                    <a:gd name="T49" fmla="*/ 896 h 1016"/>
                    <a:gd name="T50" fmla="*/ 127 w 666"/>
                    <a:gd name="T51" fmla="*/ 904 h 1016"/>
                    <a:gd name="T52" fmla="*/ 0 w 666"/>
                    <a:gd name="T53" fmla="*/ 984 h 1016"/>
                    <a:gd name="T54" fmla="*/ 51 w 666"/>
                    <a:gd name="T55" fmla="*/ 1016 h 1016"/>
                    <a:gd name="T56" fmla="*/ 93 w 666"/>
                    <a:gd name="T57" fmla="*/ 976 h 1016"/>
                    <a:gd name="T58" fmla="*/ 219 w 666"/>
                    <a:gd name="T59" fmla="*/ 960 h 1016"/>
                    <a:gd name="T60" fmla="*/ 337 w 666"/>
                    <a:gd name="T61" fmla="*/ 984 h 1016"/>
                    <a:gd name="T62" fmla="*/ 421 w 666"/>
                    <a:gd name="T63" fmla="*/ 968 h 1016"/>
                    <a:gd name="T64" fmla="*/ 573 w 666"/>
                    <a:gd name="T65" fmla="*/ 968 h 1016"/>
                    <a:gd name="T66" fmla="*/ 624 w 666"/>
                    <a:gd name="T67" fmla="*/ 928 h 1016"/>
                    <a:gd name="T68" fmla="*/ 590 w 666"/>
                    <a:gd name="T69" fmla="*/ 872 h 1016"/>
                    <a:gd name="T70" fmla="*/ 649 w 666"/>
                    <a:gd name="T71" fmla="*/ 840 h 1016"/>
                    <a:gd name="T72" fmla="*/ 666 w 666"/>
                    <a:gd name="T73" fmla="*/ 760 h 1016"/>
                    <a:gd name="T74" fmla="*/ 539 w 666"/>
                    <a:gd name="T75" fmla="*/ 728 h 1016"/>
                    <a:gd name="T76" fmla="*/ 523 w 666"/>
                    <a:gd name="T77" fmla="*/ 632 h 1016"/>
                    <a:gd name="T78" fmla="*/ 539 w 666"/>
                    <a:gd name="T79" fmla="*/ 576 h 1016"/>
                    <a:gd name="T80" fmla="*/ 480 w 666"/>
                    <a:gd name="T81" fmla="*/ 512 h 1016"/>
                    <a:gd name="T82" fmla="*/ 455 w 666"/>
                    <a:gd name="T83" fmla="*/ 392 h 1016"/>
                    <a:gd name="T84" fmla="*/ 413 w 666"/>
                    <a:gd name="T85" fmla="*/ 344 h 1016"/>
                    <a:gd name="T86" fmla="*/ 337 w 666"/>
                    <a:gd name="T87" fmla="*/ 320 h 1016"/>
                    <a:gd name="T88" fmla="*/ 388 w 666"/>
                    <a:gd name="T89" fmla="*/ 280 h 1016"/>
                    <a:gd name="T90" fmla="*/ 447 w 666"/>
                    <a:gd name="T91" fmla="*/ 224 h 1016"/>
                    <a:gd name="T92" fmla="*/ 489 w 666"/>
                    <a:gd name="T93" fmla="*/ 144 h 1016"/>
                    <a:gd name="T94" fmla="*/ 379 w 666"/>
                    <a:gd name="T95" fmla="*/ 120 h 10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66"/>
                    <a:gd name="T145" fmla="*/ 0 h 1016"/>
                    <a:gd name="T146" fmla="*/ 666 w 666"/>
                    <a:gd name="T147" fmla="*/ 1016 h 101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66" h="1016">
                      <a:moveTo>
                        <a:pt x="329" y="128"/>
                      </a:moveTo>
                      <a:lnTo>
                        <a:pt x="354" y="104"/>
                      </a:lnTo>
                      <a:lnTo>
                        <a:pt x="337" y="96"/>
                      </a:lnTo>
                      <a:lnTo>
                        <a:pt x="388" y="64"/>
                      </a:lnTo>
                      <a:lnTo>
                        <a:pt x="413" y="56"/>
                      </a:lnTo>
                      <a:lnTo>
                        <a:pt x="421" y="24"/>
                      </a:lnTo>
                      <a:lnTo>
                        <a:pt x="320" y="16"/>
                      </a:lnTo>
                      <a:lnTo>
                        <a:pt x="287" y="0"/>
                      </a:lnTo>
                      <a:lnTo>
                        <a:pt x="270" y="24"/>
                      </a:lnTo>
                      <a:lnTo>
                        <a:pt x="253" y="40"/>
                      </a:lnTo>
                      <a:lnTo>
                        <a:pt x="245" y="56"/>
                      </a:lnTo>
                      <a:lnTo>
                        <a:pt x="253" y="80"/>
                      </a:lnTo>
                      <a:lnTo>
                        <a:pt x="219" y="88"/>
                      </a:lnTo>
                      <a:lnTo>
                        <a:pt x="202" y="104"/>
                      </a:lnTo>
                      <a:lnTo>
                        <a:pt x="202" y="136"/>
                      </a:lnTo>
                      <a:lnTo>
                        <a:pt x="202" y="160"/>
                      </a:lnTo>
                      <a:lnTo>
                        <a:pt x="186" y="184"/>
                      </a:lnTo>
                      <a:lnTo>
                        <a:pt x="169" y="200"/>
                      </a:lnTo>
                      <a:lnTo>
                        <a:pt x="135" y="248"/>
                      </a:lnTo>
                      <a:lnTo>
                        <a:pt x="160" y="256"/>
                      </a:lnTo>
                      <a:lnTo>
                        <a:pt x="202" y="232"/>
                      </a:lnTo>
                      <a:lnTo>
                        <a:pt x="186" y="264"/>
                      </a:lnTo>
                      <a:lnTo>
                        <a:pt x="177" y="296"/>
                      </a:lnTo>
                      <a:lnTo>
                        <a:pt x="169" y="320"/>
                      </a:lnTo>
                      <a:lnTo>
                        <a:pt x="143" y="376"/>
                      </a:lnTo>
                      <a:lnTo>
                        <a:pt x="169" y="376"/>
                      </a:lnTo>
                      <a:lnTo>
                        <a:pt x="186" y="344"/>
                      </a:lnTo>
                      <a:lnTo>
                        <a:pt x="202" y="304"/>
                      </a:lnTo>
                      <a:lnTo>
                        <a:pt x="211" y="328"/>
                      </a:lnTo>
                      <a:lnTo>
                        <a:pt x="228" y="320"/>
                      </a:lnTo>
                      <a:lnTo>
                        <a:pt x="219" y="344"/>
                      </a:lnTo>
                      <a:lnTo>
                        <a:pt x="228" y="360"/>
                      </a:lnTo>
                      <a:lnTo>
                        <a:pt x="186" y="424"/>
                      </a:lnTo>
                      <a:lnTo>
                        <a:pt x="194" y="472"/>
                      </a:lnTo>
                      <a:lnTo>
                        <a:pt x="202" y="440"/>
                      </a:lnTo>
                      <a:lnTo>
                        <a:pt x="236" y="464"/>
                      </a:lnTo>
                      <a:lnTo>
                        <a:pt x="253" y="456"/>
                      </a:lnTo>
                      <a:lnTo>
                        <a:pt x="278" y="464"/>
                      </a:lnTo>
                      <a:lnTo>
                        <a:pt x="303" y="448"/>
                      </a:lnTo>
                      <a:lnTo>
                        <a:pt x="329" y="456"/>
                      </a:lnTo>
                      <a:lnTo>
                        <a:pt x="295" y="480"/>
                      </a:lnTo>
                      <a:lnTo>
                        <a:pt x="287" y="496"/>
                      </a:lnTo>
                      <a:lnTo>
                        <a:pt x="312" y="544"/>
                      </a:lnTo>
                      <a:lnTo>
                        <a:pt x="329" y="544"/>
                      </a:lnTo>
                      <a:lnTo>
                        <a:pt x="329" y="576"/>
                      </a:lnTo>
                      <a:lnTo>
                        <a:pt x="320" y="576"/>
                      </a:lnTo>
                      <a:lnTo>
                        <a:pt x="312" y="632"/>
                      </a:lnTo>
                      <a:lnTo>
                        <a:pt x="295" y="648"/>
                      </a:lnTo>
                      <a:lnTo>
                        <a:pt x="287" y="640"/>
                      </a:lnTo>
                      <a:lnTo>
                        <a:pt x="236" y="640"/>
                      </a:lnTo>
                      <a:lnTo>
                        <a:pt x="202" y="624"/>
                      </a:lnTo>
                      <a:lnTo>
                        <a:pt x="186" y="632"/>
                      </a:lnTo>
                      <a:lnTo>
                        <a:pt x="202" y="648"/>
                      </a:lnTo>
                      <a:lnTo>
                        <a:pt x="160" y="680"/>
                      </a:lnTo>
                      <a:lnTo>
                        <a:pt x="177" y="688"/>
                      </a:lnTo>
                      <a:lnTo>
                        <a:pt x="202" y="680"/>
                      </a:lnTo>
                      <a:lnTo>
                        <a:pt x="211" y="744"/>
                      </a:lnTo>
                      <a:lnTo>
                        <a:pt x="169" y="760"/>
                      </a:lnTo>
                      <a:lnTo>
                        <a:pt x="143" y="768"/>
                      </a:lnTo>
                      <a:lnTo>
                        <a:pt x="101" y="776"/>
                      </a:lnTo>
                      <a:lnTo>
                        <a:pt x="84" y="784"/>
                      </a:lnTo>
                      <a:lnTo>
                        <a:pt x="93" y="792"/>
                      </a:lnTo>
                      <a:lnTo>
                        <a:pt x="101" y="808"/>
                      </a:lnTo>
                      <a:lnTo>
                        <a:pt x="135" y="824"/>
                      </a:lnTo>
                      <a:lnTo>
                        <a:pt x="152" y="808"/>
                      </a:lnTo>
                      <a:lnTo>
                        <a:pt x="169" y="824"/>
                      </a:lnTo>
                      <a:lnTo>
                        <a:pt x="160" y="840"/>
                      </a:lnTo>
                      <a:lnTo>
                        <a:pt x="194" y="840"/>
                      </a:lnTo>
                      <a:lnTo>
                        <a:pt x="219" y="864"/>
                      </a:lnTo>
                      <a:lnTo>
                        <a:pt x="261" y="864"/>
                      </a:lnTo>
                      <a:lnTo>
                        <a:pt x="278" y="856"/>
                      </a:lnTo>
                      <a:lnTo>
                        <a:pt x="295" y="848"/>
                      </a:lnTo>
                      <a:lnTo>
                        <a:pt x="270" y="872"/>
                      </a:lnTo>
                      <a:lnTo>
                        <a:pt x="261" y="888"/>
                      </a:lnTo>
                      <a:lnTo>
                        <a:pt x="228" y="896"/>
                      </a:lnTo>
                      <a:lnTo>
                        <a:pt x="160" y="888"/>
                      </a:lnTo>
                      <a:lnTo>
                        <a:pt x="152" y="896"/>
                      </a:lnTo>
                      <a:lnTo>
                        <a:pt x="127" y="904"/>
                      </a:lnTo>
                      <a:lnTo>
                        <a:pt x="110" y="928"/>
                      </a:lnTo>
                      <a:lnTo>
                        <a:pt x="42" y="976"/>
                      </a:lnTo>
                      <a:lnTo>
                        <a:pt x="0" y="984"/>
                      </a:lnTo>
                      <a:lnTo>
                        <a:pt x="9" y="992"/>
                      </a:lnTo>
                      <a:lnTo>
                        <a:pt x="34" y="992"/>
                      </a:lnTo>
                      <a:lnTo>
                        <a:pt x="51" y="1016"/>
                      </a:lnTo>
                      <a:lnTo>
                        <a:pt x="68" y="1008"/>
                      </a:lnTo>
                      <a:lnTo>
                        <a:pt x="68" y="992"/>
                      </a:lnTo>
                      <a:lnTo>
                        <a:pt x="93" y="976"/>
                      </a:lnTo>
                      <a:lnTo>
                        <a:pt x="143" y="976"/>
                      </a:lnTo>
                      <a:lnTo>
                        <a:pt x="169" y="1008"/>
                      </a:lnTo>
                      <a:lnTo>
                        <a:pt x="219" y="960"/>
                      </a:lnTo>
                      <a:lnTo>
                        <a:pt x="261" y="952"/>
                      </a:lnTo>
                      <a:lnTo>
                        <a:pt x="295" y="976"/>
                      </a:lnTo>
                      <a:lnTo>
                        <a:pt x="337" y="984"/>
                      </a:lnTo>
                      <a:lnTo>
                        <a:pt x="346" y="968"/>
                      </a:lnTo>
                      <a:lnTo>
                        <a:pt x="388" y="968"/>
                      </a:lnTo>
                      <a:lnTo>
                        <a:pt x="421" y="968"/>
                      </a:lnTo>
                      <a:lnTo>
                        <a:pt x="472" y="968"/>
                      </a:lnTo>
                      <a:lnTo>
                        <a:pt x="506" y="984"/>
                      </a:lnTo>
                      <a:lnTo>
                        <a:pt x="573" y="968"/>
                      </a:lnTo>
                      <a:lnTo>
                        <a:pt x="590" y="952"/>
                      </a:lnTo>
                      <a:lnTo>
                        <a:pt x="624" y="952"/>
                      </a:lnTo>
                      <a:lnTo>
                        <a:pt x="624" y="928"/>
                      </a:lnTo>
                      <a:lnTo>
                        <a:pt x="565" y="912"/>
                      </a:lnTo>
                      <a:lnTo>
                        <a:pt x="590" y="896"/>
                      </a:lnTo>
                      <a:lnTo>
                        <a:pt x="590" y="872"/>
                      </a:lnTo>
                      <a:lnTo>
                        <a:pt x="624" y="872"/>
                      </a:lnTo>
                      <a:lnTo>
                        <a:pt x="624" y="856"/>
                      </a:lnTo>
                      <a:lnTo>
                        <a:pt x="649" y="840"/>
                      </a:lnTo>
                      <a:lnTo>
                        <a:pt x="657" y="816"/>
                      </a:lnTo>
                      <a:lnTo>
                        <a:pt x="666" y="800"/>
                      </a:lnTo>
                      <a:lnTo>
                        <a:pt x="666" y="760"/>
                      </a:lnTo>
                      <a:lnTo>
                        <a:pt x="582" y="728"/>
                      </a:lnTo>
                      <a:lnTo>
                        <a:pt x="565" y="744"/>
                      </a:lnTo>
                      <a:lnTo>
                        <a:pt x="539" y="728"/>
                      </a:lnTo>
                      <a:lnTo>
                        <a:pt x="573" y="704"/>
                      </a:lnTo>
                      <a:lnTo>
                        <a:pt x="556" y="656"/>
                      </a:lnTo>
                      <a:lnTo>
                        <a:pt x="523" y="632"/>
                      </a:lnTo>
                      <a:lnTo>
                        <a:pt x="548" y="632"/>
                      </a:lnTo>
                      <a:lnTo>
                        <a:pt x="539" y="592"/>
                      </a:lnTo>
                      <a:lnTo>
                        <a:pt x="539" y="576"/>
                      </a:lnTo>
                      <a:lnTo>
                        <a:pt x="531" y="560"/>
                      </a:lnTo>
                      <a:lnTo>
                        <a:pt x="523" y="536"/>
                      </a:lnTo>
                      <a:lnTo>
                        <a:pt x="480" y="512"/>
                      </a:lnTo>
                      <a:lnTo>
                        <a:pt x="472" y="480"/>
                      </a:lnTo>
                      <a:lnTo>
                        <a:pt x="455" y="440"/>
                      </a:lnTo>
                      <a:lnTo>
                        <a:pt x="455" y="392"/>
                      </a:lnTo>
                      <a:lnTo>
                        <a:pt x="447" y="376"/>
                      </a:lnTo>
                      <a:lnTo>
                        <a:pt x="421" y="352"/>
                      </a:lnTo>
                      <a:lnTo>
                        <a:pt x="413" y="344"/>
                      </a:lnTo>
                      <a:lnTo>
                        <a:pt x="396" y="328"/>
                      </a:lnTo>
                      <a:lnTo>
                        <a:pt x="362" y="328"/>
                      </a:lnTo>
                      <a:lnTo>
                        <a:pt x="337" y="320"/>
                      </a:lnTo>
                      <a:lnTo>
                        <a:pt x="371" y="312"/>
                      </a:lnTo>
                      <a:lnTo>
                        <a:pt x="396" y="304"/>
                      </a:lnTo>
                      <a:lnTo>
                        <a:pt x="388" y="280"/>
                      </a:lnTo>
                      <a:lnTo>
                        <a:pt x="421" y="264"/>
                      </a:lnTo>
                      <a:lnTo>
                        <a:pt x="421" y="248"/>
                      </a:lnTo>
                      <a:lnTo>
                        <a:pt x="447" y="224"/>
                      </a:lnTo>
                      <a:lnTo>
                        <a:pt x="455" y="192"/>
                      </a:lnTo>
                      <a:lnTo>
                        <a:pt x="489" y="168"/>
                      </a:lnTo>
                      <a:lnTo>
                        <a:pt x="489" y="144"/>
                      </a:lnTo>
                      <a:lnTo>
                        <a:pt x="447" y="144"/>
                      </a:lnTo>
                      <a:lnTo>
                        <a:pt x="430" y="128"/>
                      </a:lnTo>
                      <a:lnTo>
                        <a:pt x="379" y="120"/>
                      </a:lnTo>
                      <a:lnTo>
                        <a:pt x="329" y="128"/>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58" name="Freeform 12"/>
                <p:cNvSpPr>
                  <a:spLocks/>
                </p:cNvSpPr>
                <p:nvPr/>
              </p:nvSpPr>
              <p:spPr bwMode="auto">
                <a:xfrm>
                  <a:off x="828" y="1948"/>
                  <a:ext cx="202" cy="144"/>
                </a:xfrm>
                <a:custGeom>
                  <a:avLst/>
                  <a:gdLst>
                    <a:gd name="T0" fmla="*/ 185 w 202"/>
                    <a:gd name="T1" fmla="*/ 72 h 144"/>
                    <a:gd name="T2" fmla="*/ 177 w 202"/>
                    <a:gd name="T3" fmla="*/ 48 h 144"/>
                    <a:gd name="T4" fmla="*/ 177 w 202"/>
                    <a:gd name="T5" fmla="*/ 16 h 144"/>
                    <a:gd name="T6" fmla="*/ 151 w 202"/>
                    <a:gd name="T7" fmla="*/ 0 h 144"/>
                    <a:gd name="T8" fmla="*/ 126 w 202"/>
                    <a:gd name="T9" fmla="*/ 0 h 144"/>
                    <a:gd name="T10" fmla="*/ 109 w 202"/>
                    <a:gd name="T11" fmla="*/ 0 h 144"/>
                    <a:gd name="T12" fmla="*/ 84 w 202"/>
                    <a:gd name="T13" fmla="*/ 0 h 144"/>
                    <a:gd name="T14" fmla="*/ 84 w 202"/>
                    <a:gd name="T15" fmla="*/ 8 h 144"/>
                    <a:gd name="T16" fmla="*/ 84 w 202"/>
                    <a:gd name="T17" fmla="*/ 0 h 144"/>
                    <a:gd name="T18" fmla="*/ 67 w 202"/>
                    <a:gd name="T19" fmla="*/ 8 h 144"/>
                    <a:gd name="T20" fmla="*/ 59 w 202"/>
                    <a:gd name="T21" fmla="*/ 24 h 144"/>
                    <a:gd name="T22" fmla="*/ 50 w 202"/>
                    <a:gd name="T23" fmla="*/ 40 h 144"/>
                    <a:gd name="T24" fmla="*/ 16 w 202"/>
                    <a:gd name="T25" fmla="*/ 40 h 144"/>
                    <a:gd name="T26" fmla="*/ 16 w 202"/>
                    <a:gd name="T27" fmla="*/ 56 h 144"/>
                    <a:gd name="T28" fmla="*/ 0 w 202"/>
                    <a:gd name="T29" fmla="*/ 72 h 144"/>
                    <a:gd name="T30" fmla="*/ 33 w 202"/>
                    <a:gd name="T31" fmla="*/ 120 h 144"/>
                    <a:gd name="T32" fmla="*/ 67 w 202"/>
                    <a:gd name="T33" fmla="*/ 96 h 144"/>
                    <a:gd name="T34" fmla="*/ 92 w 202"/>
                    <a:gd name="T35" fmla="*/ 112 h 144"/>
                    <a:gd name="T36" fmla="*/ 101 w 202"/>
                    <a:gd name="T37" fmla="*/ 136 h 144"/>
                    <a:gd name="T38" fmla="*/ 118 w 202"/>
                    <a:gd name="T39" fmla="*/ 136 h 144"/>
                    <a:gd name="T40" fmla="*/ 134 w 202"/>
                    <a:gd name="T41" fmla="*/ 144 h 144"/>
                    <a:gd name="T42" fmla="*/ 143 w 202"/>
                    <a:gd name="T43" fmla="*/ 144 h 144"/>
                    <a:gd name="T44" fmla="*/ 143 w 202"/>
                    <a:gd name="T45" fmla="*/ 144 h 144"/>
                    <a:gd name="T46" fmla="*/ 168 w 202"/>
                    <a:gd name="T47" fmla="*/ 128 h 144"/>
                    <a:gd name="T48" fmla="*/ 193 w 202"/>
                    <a:gd name="T49" fmla="*/ 120 h 144"/>
                    <a:gd name="T50" fmla="*/ 202 w 202"/>
                    <a:gd name="T51" fmla="*/ 88 h 144"/>
                    <a:gd name="T52" fmla="*/ 185 w 202"/>
                    <a:gd name="T53" fmla="*/ 72 h 1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2"/>
                    <a:gd name="T82" fmla="*/ 0 h 144"/>
                    <a:gd name="T83" fmla="*/ 202 w 202"/>
                    <a:gd name="T84" fmla="*/ 144 h 1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2" h="144">
                      <a:moveTo>
                        <a:pt x="185" y="72"/>
                      </a:moveTo>
                      <a:lnTo>
                        <a:pt x="177" y="48"/>
                      </a:lnTo>
                      <a:lnTo>
                        <a:pt x="177" y="16"/>
                      </a:lnTo>
                      <a:lnTo>
                        <a:pt x="151" y="0"/>
                      </a:lnTo>
                      <a:lnTo>
                        <a:pt x="126" y="0"/>
                      </a:lnTo>
                      <a:lnTo>
                        <a:pt x="109" y="0"/>
                      </a:lnTo>
                      <a:lnTo>
                        <a:pt x="84" y="0"/>
                      </a:lnTo>
                      <a:lnTo>
                        <a:pt x="84" y="8"/>
                      </a:lnTo>
                      <a:lnTo>
                        <a:pt x="84" y="0"/>
                      </a:lnTo>
                      <a:lnTo>
                        <a:pt x="67" y="8"/>
                      </a:lnTo>
                      <a:lnTo>
                        <a:pt x="59" y="24"/>
                      </a:lnTo>
                      <a:lnTo>
                        <a:pt x="50" y="40"/>
                      </a:lnTo>
                      <a:lnTo>
                        <a:pt x="16" y="40"/>
                      </a:lnTo>
                      <a:lnTo>
                        <a:pt x="16" y="56"/>
                      </a:lnTo>
                      <a:lnTo>
                        <a:pt x="0" y="72"/>
                      </a:lnTo>
                      <a:lnTo>
                        <a:pt x="33" y="120"/>
                      </a:lnTo>
                      <a:lnTo>
                        <a:pt x="67" y="96"/>
                      </a:lnTo>
                      <a:lnTo>
                        <a:pt x="92" y="112"/>
                      </a:lnTo>
                      <a:lnTo>
                        <a:pt x="101" y="136"/>
                      </a:lnTo>
                      <a:lnTo>
                        <a:pt x="118" y="136"/>
                      </a:lnTo>
                      <a:lnTo>
                        <a:pt x="134" y="144"/>
                      </a:lnTo>
                      <a:lnTo>
                        <a:pt x="143" y="144"/>
                      </a:lnTo>
                      <a:lnTo>
                        <a:pt x="168" y="128"/>
                      </a:lnTo>
                      <a:lnTo>
                        <a:pt x="193" y="120"/>
                      </a:lnTo>
                      <a:lnTo>
                        <a:pt x="202" y="88"/>
                      </a:lnTo>
                      <a:lnTo>
                        <a:pt x="185" y="72"/>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59" name="Freeform 13"/>
                <p:cNvSpPr>
                  <a:spLocks/>
                </p:cNvSpPr>
                <p:nvPr/>
              </p:nvSpPr>
              <p:spPr bwMode="auto">
                <a:xfrm>
                  <a:off x="878" y="1572"/>
                  <a:ext cx="666" cy="1016"/>
                </a:xfrm>
                <a:custGeom>
                  <a:avLst/>
                  <a:gdLst>
                    <a:gd name="T0" fmla="*/ 337 w 666"/>
                    <a:gd name="T1" fmla="*/ 96 h 1016"/>
                    <a:gd name="T2" fmla="*/ 421 w 666"/>
                    <a:gd name="T3" fmla="*/ 24 h 1016"/>
                    <a:gd name="T4" fmla="*/ 270 w 666"/>
                    <a:gd name="T5" fmla="*/ 24 h 1016"/>
                    <a:gd name="T6" fmla="*/ 253 w 666"/>
                    <a:gd name="T7" fmla="*/ 80 h 1016"/>
                    <a:gd name="T8" fmla="*/ 202 w 666"/>
                    <a:gd name="T9" fmla="*/ 136 h 1016"/>
                    <a:gd name="T10" fmla="*/ 169 w 666"/>
                    <a:gd name="T11" fmla="*/ 200 h 1016"/>
                    <a:gd name="T12" fmla="*/ 202 w 666"/>
                    <a:gd name="T13" fmla="*/ 232 h 1016"/>
                    <a:gd name="T14" fmla="*/ 169 w 666"/>
                    <a:gd name="T15" fmla="*/ 320 h 1016"/>
                    <a:gd name="T16" fmla="*/ 186 w 666"/>
                    <a:gd name="T17" fmla="*/ 344 h 1016"/>
                    <a:gd name="T18" fmla="*/ 228 w 666"/>
                    <a:gd name="T19" fmla="*/ 320 h 1016"/>
                    <a:gd name="T20" fmla="*/ 186 w 666"/>
                    <a:gd name="T21" fmla="*/ 424 h 1016"/>
                    <a:gd name="T22" fmla="*/ 236 w 666"/>
                    <a:gd name="T23" fmla="*/ 464 h 1016"/>
                    <a:gd name="T24" fmla="*/ 303 w 666"/>
                    <a:gd name="T25" fmla="*/ 448 h 1016"/>
                    <a:gd name="T26" fmla="*/ 287 w 666"/>
                    <a:gd name="T27" fmla="*/ 496 h 1016"/>
                    <a:gd name="T28" fmla="*/ 329 w 666"/>
                    <a:gd name="T29" fmla="*/ 576 h 1016"/>
                    <a:gd name="T30" fmla="*/ 295 w 666"/>
                    <a:gd name="T31" fmla="*/ 648 h 1016"/>
                    <a:gd name="T32" fmla="*/ 202 w 666"/>
                    <a:gd name="T33" fmla="*/ 624 h 1016"/>
                    <a:gd name="T34" fmla="*/ 160 w 666"/>
                    <a:gd name="T35" fmla="*/ 680 h 1016"/>
                    <a:gd name="T36" fmla="*/ 211 w 666"/>
                    <a:gd name="T37" fmla="*/ 744 h 1016"/>
                    <a:gd name="T38" fmla="*/ 101 w 666"/>
                    <a:gd name="T39" fmla="*/ 776 h 1016"/>
                    <a:gd name="T40" fmla="*/ 101 w 666"/>
                    <a:gd name="T41" fmla="*/ 808 h 1016"/>
                    <a:gd name="T42" fmla="*/ 169 w 666"/>
                    <a:gd name="T43" fmla="*/ 824 h 1016"/>
                    <a:gd name="T44" fmla="*/ 219 w 666"/>
                    <a:gd name="T45" fmla="*/ 864 h 1016"/>
                    <a:gd name="T46" fmla="*/ 295 w 666"/>
                    <a:gd name="T47" fmla="*/ 848 h 1016"/>
                    <a:gd name="T48" fmla="*/ 228 w 666"/>
                    <a:gd name="T49" fmla="*/ 896 h 1016"/>
                    <a:gd name="T50" fmla="*/ 127 w 666"/>
                    <a:gd name="T51" fmla="*/ 904 h 1016"/>
                    <a:gd name="T52" fmla="*/ 0 w 666"/>
                    <a:gd name="T53" fmla="*/ 984 h 1016"/>
                    <a:gd name="T54" fmla="*/ 51 w 666"/>
                    <a:gd name="T55" fmla="*/ 1016 h 1016"/>
                    <a:gd name="T56" fmla="*/ 93 w 666"/>
                    <a:gd name="T57" fmla="*/ 976 h 1016"/>
                    <a:gd name="T58" fmla="*/ 219 w 666"/>
                    <a:gd name="T59" fmla="*/ 960 h 1016"/>
                    <a:gd name="T60" fmla="*/ 337 w 666"/>
                    <a:gd name="T61" fmla="*/ 984 h 1016"/>
                    <a:gd name="T62" fmla="*/ 421 w 666"/>
                    <a:gd name="T63" fmla="*/ 968 h 1016"/>
                    <a:gd name="T64" fmla="*/ 573 w 666"/>
                    <a:gd name="T65" fmla="*/ 968 h 1016"/>
                    <a:gd name="T66" fmla="*/ 624 w 666"/>
                    <a:gd name="T67" fmla="*/ 928 h 1016"/>
                    <a:gd name="T68" fmla="*/ 590 w 666"/>
                    <a:gd name="T69" fmla="*/ 872 h 1016"/>
                    <a:gd name="T70" fmla="*/ 649 w 666"/>
                    <a:gd name="T71" fmla="*/ 840 h 1016"/>
                    <a:gd name="T72" fmla="*/ 666 w 666"/>
                    <a:gd name="T73" fmla="*/ 760 h 1016"/>
                    <a:gd name="T74" fmla="*/ 539 w 666"/>
                    <a:gd name="T75" fmla="*/ 728 h 1016"/>
                    <a:gd name="T76" fmla="*/ 523 w 666"/>
                    <a:gd name="T77" fmla="*/ 632 h 1016"/>
                    <a:gd name="T78" fmla="*/ 539 w 666"/>
                    <a:gd name="T79" fmla="*/ 576 h 1016"/>
                    <a:gd name="T80" fmla="*/ 480 w 666"/>
                    <a:gd name="T81" fmla="*/ 512 h 1016"/>
                    <a:gd name="T82" fmla="*/ 455 w 666"/>
                    <a:gd name="T83" fmla="*/ 392 h 1016"/>
                    <a:gd name="T84" fmla="*/ 413 w 666"/>
                    <a:gd name="T85" fmla="*/ 344 h 1016"/>
                    <a:gd name="T86" fmla="*/ 337 w 666"/>
                    <a:gd name="T87" fmla="*/ 320 h 1016"/>
                    <a:gd name="T88" fmla="*/ 388 w 666"/>
                    <a:gd name="T89" fmla="*/ 280 h 1016"/>
                    <a:gd name="T90" fmla="*/ 447 w 666"/>
                    <a:gd name="T91" fmla="*/ 224 h 1016"/>
                    <a:gd name="T92" fmla="*/ 489 w 666"/>
                    <a:gd name="T93" fmla="*/ 144 h 1016"/>
                    <a:gd name="T94" fmla="*/ 379 w 666"/>
                    <a:gd name="T95" fmla="*/ 120 h 101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66"/>
                    <a:gd name="T145" fmla="*/ 0 h 1016"/>
                    <a:gd name="T146" fmla="*/ 666 w 666"/>
                    <a:gd name="T147" fmla="*/ 1016 h 101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66" h="1016">
                      <a:moveTo>
                        <a:pt x="329" y="128"/>
                      </a:moveTo>
                      <a:lnTo>
                        <a:pt x="354" y="104"/>
                      </a:lnTo>
                      <a:lnTo>
                        <a:pt x="337" y="96"/>
                      </a:lnTo>
                      <a:lnTo>
                        <a:pt x="388" y="64"/>
                      </a:lnTo>
                      <a:lnTo>
                        <a:pt x="413" y="56"/>
                      </a:lnTo>
                      <a:lnTo>
                        <a:pt x="421" y="24"/>
                      </a:lnTo>
                      <a:lnTo>
                        <a:pt x="320" y="16"/>
                      </a:lnTo>
                      <a:lnTo>
                        <a:pt x="287" y="0"/>
                      </a:lnTo>
                      <a:lnTo>
                        <a:pt x="270" y="24"/>
                      </a:lnTo>
                      <a:lnTo>
                        <a:pt x="253" y="40"/>
                      </a:lnTo>
                      <a:lnTo>
                        <a:pt x="245" y="56"/>
                      </a:lnTo>
                      <a:lnTo>
                        <a:pt x="253" y="80"/>
                      </a:lnTo>
                      <a:lnTo>
                        <a:pt x="219" y="88"/>
                      </a:lnTo>
                      <a:lnTo>
                        <a:pt x="202" y="104"/>
                      </a:lnTo>
                      <a:lnTo>
                        <a:pt x="202" y="136"/>
                      </a:lnTo>
                      <a:lnTo>
                        <a:pt x="202" y="160"/>
                      </a:lnTo>
                      <a:lnTo>
                        <a:pt x="186" y="184"/>
                      </a:lnTo>
                      <a:lnTo>
                        <a:pt x="169" y="200"/>
                      </a:lnTo>
                      <a:lnTo>
                        <a:pt x="135" y="248"/>
                      </a:lnTo>
                      <a:lnTo>
                        <a:pt x="160" y="256"/>
                      </a:lnTo>
                      <a:lnTo>
                        <a:pt x="202" y="232"/>
                      </a:lnTo>
                      <a:lnTo>
                        <a:pt x="186" y="264"/>
                      </a:lnTo>
                      <a:lnTo>
                        <a:pt x="177" y="296"/>
                      </a:lnTo>
                      <a:lnTo>
                        <a:pt x="169" y="320"/>
                      </a:lnTo>
                      <a:lnTo>
                        <a:pt x="143" y="376"/>
                      </a:lnTo>
                      <a:lnTo>
                        <a:pt x="169" y="376"/>
                      </a:lnTo>
                      <a:lnTo>
                        <a:pt x="186" y="344"/>
                      </a:lnTo>
                      <a:lnTo>
                        <a:pt x="202" y="304"/>
                      </a:lnTo>
                      <a:lnTo>
                        <a:pt x="211" y="328"/>
                      </a:lnTo>
                      <a:lnTo>
                        <a:pt x="228" y="320"/>
                      </a:lnTo>
                      <a:lnTo>
                        <a:pt x="219" y="344"/>
                      </a:lnTo>
                      <a:lnTo>
                        <a:pt x="228" y="360"/>
                      </a:lnTo>
                      <a:lnTo>
                        <a:pt x="186" y="424"/>
                      </a:lnTo>
                      <a:lnTo>
                        <a:pt x="194" y="472"/>
                      </a:lnTo>
                      <a:lnTo>
                        <a:pt x="202" y="440"/>
                      </a:lnTo>
                      <a:lnTo>
                        <a:pt x="236" y="464"/>
                      </a:lnTo>
                      <a:lnTo>
                        <a:pt x="253" y="456"/>
                      </a:lnTo>
                      <a:lnTo>
                        <a:pt x="278" y="464"/>
                      </a:lnTo>
                      <a:lnTo>
                        <a:pt x="303" y="448"/>
                      </a:lnTo>
                      <a:lnTo>
                        <a:pt x="329" y="456"/>
                      </a:lnTo>
                      <a:lnTo>
                        <a:pt x="295" y="480"/>
                      </a:lnTo>
                      <a:lnTo>
                        <a:pt x="287" y="496"/>
                      </a:lnTo>
                      <a:lnTo>
                        <a:pt x="312" y="544"/>
                      </a:lnTo>
                      <a:lnTo>
                        <a:pt x="329" y="544"/>
                      </a:lnTo>
                      <a:lnTo>
                        <a:pt x="329" y="576"/>
                      </a:lnTo>
                      <a:lnTo>
                        <a:pt x="320" y="576"/>
                      </a:lnTo>
                      <a:lnTo>
                        <a:pt x="312" y="632"/>
                      </a:lnTo>
                      <a:lnTo>
                        <a:pt x="295" y="648"/>
                      </a:lnTo>
                      <a:lnTo>
                        <a:pt x="287" y="640"/>
                      </a:lnTo>
                      <a:lnTo>
                        <a:pt x="236" y="640"/>
                      </a:lnTo>
                      <a:lnTo>
                        <a:pt x="202" y="624"/>
                      </a:lnTo>
                      <a:lnTo>
                        <a:pt x="186" y="632"/>
                      </a:lnTo>
                      <a:lnTo>
                        <a:pt x="202" y="648"/>
                      </a:lnTo>
                      <a:lnTo>
                        <a:pt x="160" y="680"/>
                      </a:lnTo>
                      <a:lnTo>
                        <a:pt x="177" y="688"/>
                      </a:lnTo>
                      <a:lnTo>
                        <a:pt x="202" y="680"/>
                      </a:lnTo>
                      <a:lnTo>
                        <a:pt x="211" y="744"/>
                      </a:lnTo>
                      <a:lnTo>
                        <a:pt x="169" y="760"/>
                      </a:lnTo>
                      <a:lnTo>
                        <a:pt x="143" y="768"/>
                      </a:lnTo>
                      <a:lnTo>
                        <a:pt x="101" y="776"/>
                      </a:lnTo>
                      <a:lnTo>
                        <a:pt x="84" y="784"/>
                      </a:lnTo>
                      <a:lnTo>
                        <a:pt x="93" y="792"/>
                      </a:lnTo>
                      <a:lnTo>
                        <a:pt x="101" y="808"/>
                      </a:lnTo>
                      <a:lnTo>
                        <a:pt x="135" y="824"/>
                      </a:lnTo>
                      <a:lnTo>
                        <a:pt x="152" y="808"/>
                      </a:lnTo>
                      <a:lnTo>
                        <a:pt x="169" y="824"/>
                      </a:lnTo>
                      <a:lnTo>
                        <a:pt x="160" y="840"/>
                      </a:lnTo>
                      <a:lnTo>
                        <a:pt x="194" y="840"/>
                      </a:lnTo>
                      <a:lnTo>
                        <a:pt x="219" y="864"/>
                      </a:lnTo>
                      <a:lnTo>
                        <a:pt x="261" y="864"/>
                      </a:lnTo>
                      <a:lnTo>
                        <a:pt x="278" y="856"/>
                      </a:lnTo>
                      <a:lnTo>
                        <a:pt x="295" y="848"/>
                      </a:lnTo>
                      <a:lnTo>
                        <a:pt x="270" y="872"/>
                      </a:lnTo>
                      <a:lnTo>
                        <a:pt x="261" y="888"/>
                      </a:lnTo>
                      <a:lnTo>
                        <a:pt x="228" y="896"/>
                      </a:lnTo>
                      <a:lnTo>
                        <a:pt x="160" y="888"/>
                      </a:lnTo>
                      <a:lnTo>
                        <a:pt x="152" y="896"/>
                      </a:lnTo>
                      <a:lnTo>
                        <a:pt x="127" y="904"/>
                      </a:lnTo>
                      <a:lnTo>
                        <a:pt x="110" y="928"/>
                      </a:lnTo>
                      <a:lnTo>
                        <a:pt x="42" y="976"/>
                      </a:lnTo>
                      <a:lnTo>
                        <a:pt x="0" y="984"/>
                      </a:lnTo>
                      <a:lnTo>
                        <a:pt x="9" y="992"/>
                      </a:lnTo>
                      <a:lnTo>
                        <a:pt x="34" y="992"/>
                      </a:lnTo>
                      <a:lnTo>
                        <a:pt x="51" y="1016"/>
                      </a:lnTo>
                      <a:lnTo>
                        <a:pt x="68" y="1008"/>
                      </a:lnTo>
                      <a:lnTo>
                        <a:pt x="68" y="992"/>
                      </a:lnTo>
                      <a:lnTo>
                        <a:pt x="93" y="976"/>
                      </a:lnTo>
                      <a:lnTo>
                        <a:pt x="143" y="976"/>
                      </a:lnTo>
                      <a:lnTo>
                        <a:pt x="169" y="1008"/>
                      </a:lnTo>
                      <a:lnTo>
                        <a:pt x="219" y="960"/>
                      </a:lnTo>
                      <a:lnTo>
                        <a:pt x="261" y="952"/>
                      </a:lnTo>
                      <a:lnTo>
                        <a:pt x="295" y="976"/>
                      </a:lnTo>
                      <a:lnTo>
                        <a:pt x="337" y="984"/>
                      </a:lnTo>
                      <a:lnTo>
                        <a:pt x="346" y="968"/>
                      </a:lnTo>
                      <a:lnTo>
                        <a:pt x="388" y="968"/>
                      </a:lnTo>
                      <a:lnTo>
                        <a:pt x="421" y="968"/>
                      </a:lnTo>
                      <a:lnTo>
                        <a:pt x="472" y="968"/>
                      </a:lnTo>
                      <a:lnTo>
                        <a:pt x="506" y="984"/>
                      </a:lnTo>
                      <a:lnTo>
                        <a:pt x="573" y="968"/>
                      </a:lnTo>
                      <a:lnTo>
                        <a:pt x="590" y="952"/>
                      </a:lnTo>
                      <a:lnTo>
                        <a:pt x="624" y="952"/>
                      </a:lnTo>
                      <a:lnTo>
                        <a:pt x="624" y="928"/>
                      </a:lnTo>
                      <a:lnTo>
                        <a:pt x="565" y="912"/>
                      </a:lnTo>
                      <a:lnTo>
                        <a:pt x="590" y="896"/>
                      </a:lnTo>
                      <a:lnTo>
                        <a:pt x="590" y="872"/>
                      </a:lnTo>
                      <a:lnTo>
                        <a:pt x="624" y="872"/>
                      </a:lnTo>
                      <a:lnTo>
                        <a:pt x="624" y="856"/>
                      </a:lnTo>
                      <a:lnTo>
                        <a:pt x="649" y="840"/>
                      </a:lnTo>
                      <a:lnTo>
                        <a:pt x="657" y="816"/>
                      </a:lnTo>
                      <a:lnTo>
                        <a:pt x="666" y="800"/>
                      </a:lnTo>
                      <a:lnTo>
                        <a:pt x="666" y="760"/>
                      </a:lnTo>
                      <a:lnTo>
                        <a:pt x="582" y="728"/>
                      </a:lnTo>
                      <a:lnTo>
                        <a:pt x="565" y="744"/>
                      </a:lnTo>
                      <a:lnTo>
                        <a:pt x="539" y="728"/>
                      </a:lnTo>
                      <a:lnTo>
                        <a:pt x="573" y="704"/>
                      </a:lnTo>
                      <a:lnTo>
                        <a:pt x="556" y="656"/>
                      </a:lnTo>
                      <a:lnTo>
                        <a:pt x="523" y="632"/>
                      </a:lnTo>
                      <a:lnTo>
                        <a:pt x="548" y="632"/>
                      </a:lnTo>
                      <a:lnTo>
                        <a:pt x="539" y="592"/>
                      </a:lnTo>
                      <a:lnTo>
                        <a:pt x="539" y="576"/>
                      </a:lnTo>
                      <a:lnTo>
                        <a:pt x="531" y="560"/>
                      </a:lnTo>
                      <a:lnTo>
                        <a:pt x="523" y="536"/>
                      </a:lnTo>
                      <a:lnTo>
                        <a:pt x="480" y="512"/>
                      </a:lnTo>
                      <a:lnTo>
                        <a:pt x="472" y="480"/>
                      </a:lnTo>
                      <a:lnTo>
                        <a:pt x="455" y="440"/>
                      </a:lnTo>
                      <a:lnTo>
                        <a:pt x="455" y="392"/>
                      </a:lnTo>
                      <a:lnTo>
                        <a:pt x="447" y="376"/>
                      </a:lnTo>
                      <a:lnTo>
                        <a:pt x="421" y="352"/>
                      </a:lnTo>
                      <a:lnTo>
                        <a:pt x="413" y="344"/>
                      </a:lnTo>
                      <a:lnTo>
                        <a:pt x="396" y="328"/>
                      </a:lnTo>
                      <a:lnTo>
                        <a:pt x="362" y="328"/>
                      </a:lnTo>
                      <a:lnTo>
                        <a:pt x="337" y="320"/>
                      </a:lnTo>
                      <a:lnTo>
                        <a:pt x="371" y="312"/>
                      </a:lnTo>
                      <a:lnTo>
                        <a:pt x="396" y="304"/>
                      </a:lnTo>
                      <a:lnTo>
                        <a:pt x="388" y="280"/>
                      </a:lnTo>
                      <a:lnTo>
                        <a:pt x="421" y="264"/>
                      </a:lnTo>
                      <a:lnTo>
                        <a:pt x="421" y="248"/>
                      </a:lnTo>
                      <a:lnTo>
                        <a:pt x="447" y="224"/>
                      </a:lnTo>
                      <a:lnTo>
                        <a:pt x="455" y="192"/>
                      </a:lnTo>
                      <a:lnTo>
                        <a:pt x="489" y="168"/>
                      </a:lnTo>
                      <a:lnTo>
                        <a:pt x="489" y="144"/>
                      </a:lnTo>
                      <a:lnTo>
                        <a:pt x="447" y="144"/>
                      </a:lnTo>
                      <a:lnTo>
                        <a:pt x="430" y="128"/>
                      </a:lnTo>
                      <a:lnTo>
                        <a:pt x="379" y="120"/>
                      </a:lnTo>
                      <a:lnTo>
                        <a:pt x="329" y="12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60" name="Freeform 15"/>
                <p:cNvSpPr>
                  <a:spLocks/>
                </p:cNvSpPr>
                <p:nvPr/>
              </p:nvSpPr>
              <p:spPr bwMode="auto">
                <a:xfrm>
                  <a:off x="2201" y="2020"/>
                  <a:ext cx="67" cy="64"/>
                </a:xfrm>
                <a:custGeom>
                  <a:avLst/>
                  <a:gdLst>
                    <a:gd name="T0" fmla="*/ 0 w 67"/>
                    <a:gd name="T1" fmla="*/ 24 h 64"/>
                    <a:gd name="T2" fmla="*/ 17 w 67"/>
                    <a:gd name="T3" fmla="*/ 56 h 64"/>
                    <a:gd name="T4" fmla="*/ 51 w 67"/>
                    <a:gd name="T5" fmla="*/ 64 h 64"/>
                    <a:gd name="T6" fmla="*/ 67 w 67"/>
                    <a:gd name="T7" fmla="*/ 48 h 64"/>
                    <a:gd name="T8" fmla="*/ 59 w 67"/>
                    <a:gd name="T9" fmla="*/ 0 h 64"/>
                    <a:gd name="T10" fmla="*/ 0 w 67"/>
                    <a:gd name="T11" fmla="*/ 8 h 64"/>
                    <a:gd name="T12" fmla="*/ 0 w 67"/>
                    <a:gd name="T13" fmla="*/ 24 h 64"/>
                    <a:gd name="T14" fmla="*/ 0 60000 65536"/>
                    <a:gd name="T15" fmla="*/ 0 60000 65536"/>
                    <a:gd name="T16" fmla="*/ 0 60000 65536"/>
                    <a:gd name="T17" fmla="*/ 0 60000 65536"/>
                    <a:gd name="T18" fmla="*/ 0 60000 65536"/>
                    <a:gd name="T19" fmla="*/ 0 60000 65536"/>
                    <a:gd name="T20" fmla="*/ 0 60000 65536"/>
                    <a:gd name="T21" fmla="*/ 0 w 67"/>
                    <a:gd name="T22" fmla="*/ 0 h 64"/>
                    <a:gd name="T23" fmla="*/ 67 w 67"/>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 h="64">
                      <a:moveTo>
                        <a:pt x="0" y="24"/>
                      </a:moveTo>
                      <a:lnTo>
                        <a:pt x="17" y="56"/>
                      </a:lnTo>
                      <a:lnTo>
                        <a:pt x="51" y="64"/>
                      </a:lnTo>
                      <a:lnTo>
                        <a:pt x="67" y="48"/>
                      </a:lnTo>
                      <a:lnTo>
                        <a:pt x="59" y="0"/>
                      </a:lnTo>
                      <a:lnTo>
                        <a:pt x="0" y="8"/>
                      </a:lnTo>
                      <a:lnTo>
                        <a:pt x="0" y="24"/>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61" name="Freeform 17"/>
                <p:cNvSpPr>
                  <a:spLocks/>
                </p:cNvSpPr>
                <p:nvPr/>
              </p:nvSpPr>
              <p:spPr bwMode="auto">
                <a:xfrm>
                  <a:off x="2201" y="2020"/>
                  <a:ext cx="67" cy="64"/>
                </a:xfrm>
                <a:custGeom>
                  <a:avLst/>
                  <a:gdLst>
                    <a:gd name="T0" fmla="*/ 0 w 67"/>
                    <a:gd name="T1" fmla="*/ 24 h 64"/>
                    <a:gd name="T2" fmla="*/ 17 w 67"/>
                    <a:gd name="T3" fmla="*/ 56 h 64"/>
                    <a:gd name="T4" fmla="*/ 51 w 67"/>
                    <a:gd name="T5" fmla="*/ 64 h 64"/>
                    <a:gd name="T6" fmla="*/ 67 w 67"/>
                    <a:gd name="T7" fmla="*/ 48 h 64"/>
                    <a:gd name="T8" fmla="*/ 59 w 67"/>
                    <a:gd name="T9" fmla="*/ 0 h 64"/>
                    <a:gd name="T10" fmla="*/ 0 w 67"/>
                    <a:gd name="T11" fmla="*/ 8 h 64"/>
                    <a:gd name="T12" fmla="*/ 0 60000 65536"/>
                    <a:gd name="T13" fmla="*/ 0 60000 65536"/>
                    <a:gd name="T14" fmla="*/ 0 60000 65536"/>
                    <a:gd name="T15" fmla="*/ 0 60000 65536"/>
                    <a:gd name="T16" fmla="*/ 0 60000 65536"/>
                    <a:gd name="T17" fmla="*/ 0 60000 65536"/>
                    <a:gd name="T18" fmla="*/ 0 w 67"/>
                    <a:gd name="T19" fmla="*/ 0 h 64"/>
                    <a:gd name="T20" fmla="*/ 67 w 6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7" h="64">
                      <a:moveTo>
                        <a:pt x="0" y="24"/>
                      </a:moveTo>
                      <a:lnTo>
                        <a:pt x="17" y="56"/>
                      </a:lnTo>
                      <a:lnTo>
                        <a:pt x="51" y="64"/>
                      </a:lnTo>
                      <a:lnTo>
                        <a:pt x="67" y="48"/>
                      </a:lnTo>
                      <a:lnTo>
                        <a:pt x="59" y="0"/>
                      </a:lnTo>
                      <a:lnTo>
                        <a:pt x="0" y="8"/>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62" name="Freeform 18"/>
                <p:cNvSpPr>
                  <a:spLocks/>
                </p:cNvSpPr>
                <p:nvPr/>
              </p:nvSpPr>
              <p:spPr bwMode="auto">
                <a:xfrm>
                  <a:off x="2201" y="2020"/>
                  <a:ext cx="67" cy="64"/>
                </a:xfrm>
                <a:custGeom>
                  <a:avLst/>
                  <a:gdLst>
                    <a:gd name="T0" fmla="*/ 0 w 67"/>
                    <a:gd name="T1" fmla="*/ 24 h 64"/>
                    <a:gd name="T2" fmla="*/ 17 w 67"/>
                    <a:gd name="T3" fmla="*/ 56 h 64"/>
                    <a:gd name="T4" fmla="*/ 51 w 67"/>
                    <a:gd name="T5" fmla="*/ 64 h 64"/>
                    <a:gd name="T6" fmla="*/ 67 w 67"/>
                    <a:gd name="T7" fmla="*/ 48 h 64"/>
                    <a:gd name="T8" fmla="*/ 59 w 67"/>
                    <a:gd name="T9" fmla="*/ 0 h 64"/>
                    <a:gd name="T10" fmla="*/ 0 w 67"/>
                    <a:gd name="T11" fmla="*/ 8 h 64"/>
                    <a:gd name="T12" fmla="*/ 0 60000 65536"/>
                    <a:gd name="T13" fmla="*/ 0 60000 65536"/>
                    <a:gd name="T14" fmla="*/ 0 60000 65536"/>
                    <a:gd name="T15" fmla="*/ 0 60000 65536"/>
                    <a:gd name="T16" fmla="*/ 0 60000 65536"/>
                    <a:gd name="T17" fmla="*/ 0 60000 65536"/>
                    <a:gd name="T18" fmla="*/ 0 w 67"/>
                    <a:gd name="T19" fmla="*/ 0 h 64"/>
                    <a:gd name="T20" fmla="*/ 67 w 67"/>
                    <a:gd name="T21" fmla="*/ 64 h 64"/>
                  </a:gdLst>
                  <a:ahLst/>
                  <a:cxnLst>
                    <a:cxn ang="T12">
                      <a:pos x="T0" y="T1"/>
                    </a:cxn>
                    <a:cxn ang="T13">
                      <a:pos x="T2" y="T3"/>
                    </a:cxn>
                    <a:cxn ang="T14">
                      <a:pos x="T4" y="T5"/>
                    </a:cxn>
                    <a:cxn ang="T15">
                      <a:pos x="T6" y="T7"/>
                    </a:cxn>
                    <a:cxn ang="T16">
                      <a:pos x="T8" y="T9"/>
                    </a:cxn>
                    <a:cxn ang="T17">
                      <a:pos x="T10" y="T11"/>
                    </a:cxn>
                  </a:cxnLst>
                  <a:rect l="T18" t="T19" r="T20" b="T21"/>
                  <a:pathLst>
                    <a:path w="67" h="64">
                      <a:moveTo>
                        <a:pt x="0" y="24"/>
                      </a:moveTo>
                      <a:lnTo>
                        <a:pt x="17" y="56"/>
                      </a:lnTo>
                      <a:lnTo>
                        <a:pt x="51" y="64"/>
                      </a:lnTo>
                      <a:lnTo>
                        <a:pt x="67" y="48"/>
                      </a:lnTo>
                      <a:lnTo>
                        <a:pt x="59" y="0"/>
                      </a:lnTo>
                      <a:lnTo>
                        <a:pt x="0" y="8"/>
                      </a:lnTo>
                    </a:path>
                  </a:pathLst>
                </a:custGeom>
                <a:solidFill>
                  <a:srgbClr val="99CCFF"/>
                </a:solidFill>
                <a:ln w="12700">
                  <a:solidFill>
                    <a:srgbClr val="000000"/>
                  </a:solidFill>
                  <a:prstDash val="solid"/>
                  <a:round/>
                  <a:headEnd/>
                  <a:tailEnd/>
                </a:ln>
              </p:spPr>
              <p:txBody>
                <a:bodyPr/>
                <a:lstStyle/>
                <a:p>
                  <a:endParaRPr lang="en-GB"/>
                </a:p>
              </p:txBody>
            </p:sp>
            <p:sp>
              <p:nvSpPr>
                <p:cNvPr id="12363" name="Freeform 19"/>
                <p:cNvSpPr>
                  <a:spLocks/>
                </p:cNvSpPr>
                <p:nvPr/>
              </p:nvSpPr>
              <p:spPr bwMode="auto">
                <a:xfrm>
                  <a:off x="2294" y="1956"/>
                  <a:ext cx="109" cy="176"/>
                </a:xfrm>
                <a:custGeom>
                  <a:avLst/>
                  <a:gdLst>
                    <a:gd name="T0" fmla="*/ 0 w 109"/>
                    <a:gd name="T1" fmla="*/ 168 h 176"/>
                    <a:gd name="T2" fmla="*/ 50 w 109"/>
                    <a:gd name="T3" fmla="*/ 176 h 176"/>
                    <a:gd name="T4" fmla="*/ 76 w 109"/>
                    <a:gd name="T5" fmla="*/ 144 h 176"/>
                    <a:gd name="T6" fmla="*/ 76 w 109"/>
                    <a:gd name="T7" fmla="*/ 112 h 176"/>
                    <a:gd name="T8" fmla="*/ 109 w 109"/>
                    <a:gd name="T9" fmla="*/ 96 h 176"/>
                    <a:gd name="T10" fmla="*/ 92 w 109"/>
                    <a:gd name="T11" fmla="*/ 72 h 176"/>
                    <a:gd name="T12" fmla="*/ 109 w 109"/>
                    <a:gd name="T13" fmla="*/ 64 h 176"/>
                    <a:gd name="T14" fmla="*/ 101 w 109"/>
                    <a:gd name="T15" fmla="*/ 8 h 176"/>
                    <a:gd name="T16" fmla="*/ 84 w 109"/>
                    <a:gd name="T17" fmla="*/ 0 h 176"/>
                    <a:gd name="T18" fmla="*/ 67 w 109"/>
                    <a:gd name="T19" fmla="*/ 16 h 176"/>
                    <a:gd name="T20" fmla="*/ 59 w 109"/>
                    <a:gd name="T21" fmla="*/ 48 h 176"/>
                    <a:gd name="T22" fmla="*/ 42 w 109"/>
                    <a:gd name="T23" fmla="*/ 16 h 176"/>
                    <a:gd name="T24" fmla="*/ 8 w 109"/>
                    <a:gd name="T25" fmla="*/ 40 h 176"/>
                    <a:gd name="T26" fmla="*/ 0 w 109"/>
                    <a:gd name="T27" fmla="*/ 48 h 176"/>
                    <a:gd name="T28" fmla="*/ 8 w 109"/>
                    <a:gd name="T29" fmla="*/ 72 h 176"/>
                    <a:gd name="T30" fmla="*/ 42 w 109"/>
                    <a:gd name="T31" fmla="*/ 88 h 176"/>
                    <a:gd name="T32" fmla="*/ 50 w 109"/>
                    <a:gd name="T33" fmla="*/ 112 h 176"/>
                    <a:gd name="T34" fmla="*/ 33 w 109"/>
                    <a:gd name="T35" fmla="*/ 144 h 176"/>
                    <a:gd name="T36" fmla="*/ 8 w 109"/>
                    <a:gd name="T37" fmla="*/ 136 h 176"/>
                    <a:gd name="T38" fmla="*/ 0 w 109"/>
                    <a:gd name="T39" fmla="*/ 168 h 1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9"/>
                    <a:gd name="T61" fmla="*/ 0 h 176"/>
                    <a:gd name="T62" fmla="*/ 109 w 109"/>
                    <a:gd name="T63" fmla="*/ 176 h 1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9" h="176">
                      <a:moveTo>
                        <a:pt x="0" y="168"/>
                      </a:moveTo>
                      <a:lnTo>
                        <a:pt x="50" y="176"/>
                      </a:lnTo>
                      <a:lnTo>
                        <a:pt x="76" y="144"/>
                      </a:lnTo>
                      <a:lnTo>
                        <a:pt x="76" y="112"/>
                      </a:lnTo>
                      <a:lnTo>
                        <a:pt x="109" y="96"/>
                      </a:lnTo>
                      <a:lnTo>
                        <a:pt x="92" y="72"/>
                      </a:lnTo>
                      <a:lnTo>
                        <a:pt x="109" y="64"/>
                      </a:lnTo>
                      <a:lnTo>
                        <a:pt x="101" y="8"/>
                      </a:lnTo>
                      <a:lnTo>
                        <a:pt x="84" y="0"/>
                      </a:lnTo>
                      <a:lnTo>
                        <a:pt x="67" y="16"/>
                      </a:lnTo>
                      <a:lnTo>
                        <a:pt x="59" y="48"/>
                      </a:lnTo>
                      <a:lnTo>
                        <a:pt x="42" y="16"/>
                      </a:lnTo>
                      <a:lnTo>
                        <a:pt x="8" y="40"/>
                      </a:lnTo>
                      <a:lnTo>
                        <a:pt x="0" y="48"/>
                      </a:lnTo>
                      <a:lnTo>
                        <a:pt x="8" y="72"/>
                      </a:lnTo>
                      <a:lnTo>
                        <a:pt x="42" y="88"/>
                      </a:lnTo>
                      <a:lnTo>
                        <a:pt x="50" y="112"/>
                      </a:lnTo>
                      <a:lnTo>
                        <a:pt x="33" y="144"/>
                      </a:lnTo>
                      <a:lnTo>
                        <a:pt x="8" y="136"/>
                      </a:lnTo>
                      <a:lnTo>
                        <a:pt x="0" y="168"/>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64" name="Freeform 20"/>
                <p:cNvSpPr>
                  <a:spLocks/>
                </p:cNvSpPr>
                <p:nvPr/>
              </p:nvSpPr>
              <p:spPr bwMode="auto">
                <a:xfrm>
                  <a:off x="2488" y="4084"/>
                  <a:ext cx="328" cy="208"/>
                </a:xfrm>
                <a:custGeom>
                  <a:avLst/>
                  <a:gdLst>
                    <a:gd name="T0" fmla="*/ 0 w 328"/>
                    <a:gd name="T1" fmla="*/ 80 h 208"/>
                    <a:gd name="T2" fmla="*/ 0 w 328"/>
                    <a:gd name="T3" fmla="*/ 56 h 208"/>
                    <a:gd name="T4" fmla="*/ 25 w 328"/>
                    <a:gd name="T5" fmla="*/ 32 h 208"/>
                    <a:gd name="T6" fmla="*/ 50 w 328"/>
                    <a:gd name="T7" fmla="*/ 48 h 208"/>
                    <a:gd name="T8" fmla="*/ 67 w 328"/>
                    <a:gd name="T9" fmla="*/ 32 h 208"/>
                    <a:gd name="T10" fmla="*/ 92 w 328"/>
                    <a:gd name="T11" fmla="*/ 24 h 208"/>
                    <a:gd name="T12" fmla="*/ 101 w 328"/>
                    <a:gd name="T13" fmla="*/ 32 h 208"/>
                    <a:gd name="T14" fmla="*/ 117 w 328"/>
                    <a:gd name="T15" fmla="*/ 40 h 208"/>
                    <a:gd name="T16" fmla="*/ 134 w 328"/>
                    <a:gd name="T17" fmla="*/ 48 h 208"/>
                    <a:gd name="T18" fmla="*/ 160 w 328"/>
                    <a:gd name="T19" fmla="*/ 40 h 208"/>
                    <a:gd name="T20" fmla="*/ 210 w 328"/>
                    <a:gd name="T21" fmla="*/ 40 h 208"/>
                    <a:gd name="T22" fmla="*/ 235 w 328"/>
                    <a:gd name="T23" fmla="*/ 32 h 208"/>
                    <a:gd name="T24" fmla="*/ 252 w 328"/>
                    <a:gd name="T25" fmla="*/ 16 h 208"/>
                    <a:gd name="T26" fmla="*/ 261 w 328"/>
                    <a:gd name="T27" fmla="*/ 16 h 208"/>
                    <a:gd name="T28" fmla="*/ 286 w 328"/>
                    <a:gd name="T29" fmla="*/ 24 h 208"/>
                    <a:gd name="T30" fmla="*/ 294 w 328"/>
                    <a:gd name="T31" fmla="*/ 8 h 208"/>
                    <a:gd name="T32" fmla="*/ 320 w 328"/>
                    <a:gd name="T33" fmla="*/ 0 h 208"/>
                    <a:gd name="T34" fmla="*/ 328 w 328"/>
                    <a:gd name="T35" fmla="*/ 16 h 208"/>
                    <a:gd name="T36" fmla="*/ 311 w 328"/>
                    <a:gd name="T37" fmla="*/ 56 h 208"/>
                    <a:gd name="T38" fmla="*/ 303 w 328"/>
                    <a:gd name="T39" fmla="*/ 80 h 208"/>
                    <a:gd name="T40" fmla="*/ 286 w 328"/>
                    <a:gd name="T41" fmla="*/ 104 h 208"/>
                    <a:gd name="T42" fmla="*/ 286 w 328"/>
                    <a:gd name="T43" fmla="*/ 112 h 208"/>
                    <a:gd name="T44" fmla="*/ 303 w 328"/>
                    <a:gd name="T45" fmla="*/ 128 h 208"/>
                    <a:gd name="T46" fmla="*/ 320 w 328"/>
                    <a:gd name="T47" fmla="*/ 160 h 208"/>
                    <a:gd name="T48" fmla="*/ 303 w 328"/>
                    <a:gd name="T49" fmla="*/ 176 h 208"/>
                    <a:gd name="T50" fmla="*/ 303 w 328"/>
                    <a:gd name="T51" fmla="*/ 208 h 208"/>
                    <a:gd name="T52" fmla="*/ 269 w 328"/>
                    <a:gd name="T53" fmla="*/ 200 h 208"/>
                    <a:gd name="T54" fmla="*/ 227 w 328"/>
                    <a:gd name="T55" fmla="*/ 192 h 208"/>
                    <a:gd name="T56" fmla="*/ 202 w 328"/>
                    <a:gd name="T57" fmla="*/ 152 h 208"/>
                    <a:gd name="T58" fmla="*/ 168 w 328"/>
                    <a:gd name="T59" fmla="*/ 160 h 208"/>
                    <a:gd name="T60" fmla="*/ 143 w 328"/>
                    <a:gd name="T61" fmla="*/ 144 h 208"/>
                    <a:gd name="T62" fmla="*/ 126 w 328"/>
                    <a:gd name="T63" fmla="*/ 128 h 208"/>
                    <a:gd name="T64" fmla="*/ 109 w 328"/>
                    <a:gd name="T65" fmla="*/ 128 h 208"/>
                    <a:gd name="T66" fmla="*/ 84 w 328"/>
                    <a:gd name="T67" fmla="*/ 112 h 208"/>
                    <a:gd name="T68" fmla="*/ 67 w 328"/>
                    <a:gd name="T69" fmla="*/ 112 h 208"/>
                    <a:gd name="T70" fmla="*/ 50 w 328"/>
                    <a:gd name="T71" fmla="*/ 96 h 208"/>
                    <a:gd name="T72" fmla="*/ 25 w 328"/>
                    <a:gd name="T73" fmla="*/ 104 h 208"/>
                    <a:gd name="T74" fmla="*/ 0 w 328"/>
                    <a:gd name="T75" fmla="*/ 80 h 20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8"/>
                    <a:gd name="T115" fmla="*/ 0 h 208"/>
                    <a:gd name="T116" fmla="*/ 328 w 328"/>
                    <a:gd name="T117" fmla="*/ 208 h 20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8" h="208">
                      <a:moveTo>
                        <a:pt x="0" y="80"/>
                      </a:moveTo>
                      <a:lnTo>
                        <a:pt x="0" y="56"/>
                      </a:lnTo>
                      <a:lnTo>
                        <a:pt x="25" y="32"/>
                      </a:lnTo>
                      <a:lnTo>
                        <a:pt x="50" y="48"/>
                      </a:lnTo>
                      <a:lnTo>
                        <a:pt x="67" y="32"/>
                      </a:lnTo>
                      <a:lnTo>
                        <a:pt x="92" y="24"/>
                      </a:lnTo>
                      <a:lnTo>
                        <a:pt x="101" y="32"/>
                      </a:lnTo>
                      <a:lnTo>
                        <a:pt x="117" y="40"/>
                      </a:lnTo>
                      <a:lnTo>
                        <a:pt x="134" y="48"/>
                      </a:lnTo>
                      <a:lnTo>
                        <a:pt x="160" y="40"/>
                      </a:lnTo>
                      <a:lnTo>
                        <a:pt x="210" y="40"/>
                      </a:lnTo>
                      <a:lnTo>
                        <a:pt x="235" y="32"/>
                      </a:lnTo>
                      <a:lnTo>
                        <a:pt x="252" y="16"/>
                      </a:lnTo>
                      <a:lnTo>
                        <a:pt x="261" y="16"/>
                      </a:lnTo>
                      <a:lnTo>
                        <a:pt x="286" y="24"/>
                      </a:lnTo>
                      <a:lnTo>
                        <a:pt x="294" y="8"/>
                      </a:lnTo>
                      <a:lnTo>
                        <a:pt x="320" y="0"/>
                      </a:lnTo>
                      <a:lnTo>
                        <a:pt x="328" y="16"/>
                      </a:lnTo>
                      <a:lnTo>
                        <a:pt x="311" y="56"/>
                      </a:lnTo>
                      <a:lnTo>
                        <a:pt x="303" y="80"/>
                      </a:lnTo>
                      <a:lnTo>
                        <a:pt x="286" y="104"/>
                      </a:lnTo>
                      <a:lnTo>
                        <a:pt x="286" y="112"/>
                      </a:lnTo>
                      <a:lnTo>
                        <a:pt x="303" y="128"/>
                      </a:lnTo>
                      <a:lnTo>
                        <a:pt x="320" y="160"/>
                      </a:lnTo>
                      <a:lnTo>
                        <a:pt x="303" y="176"/>
                      </a:lnTo>
                      <a:lnTo>
                        <a:pt x="303" y="208"/>
                      </a:lnTo>
                      <a:lnTo>
                        <a:pt x="269" y="200"/>
                      </a:lnTo>
                      <a:lnTo>
                        <a:pt x="227" y="192"/>
                      </a:lnTo>
                      <a:lnTo>
                        <a:pt x="202" y="152"/>
                      </a:lnTo>
                      <a:lnTo>
                        <a:pt x="168" y="160"/>
                      </a:lnTo>
                      <a:lnTo>
                        <a:pt x="143" y="144"/>
                      </a:lnTo>
                      <a:lnTo>
                        <a:pt x="126" y="128"/>
                      </a:lnTo>
                      <a:lnTo>
                        <a:pt x="109" y="128"/>
                      </a:lnTo>
                      <a:lnTo>
                        <a:pt x="84" y="112"/>
                      </a:lnTo>
                      <a:lnTo>
                        <a:pt x="67" y="112"/>
                      </a:lnTo>
                      <a:lnTo>
                        <a:pt x="50" y="96"/>
                      </a:lnTo>
                      <a:lnTo>
                        <a:pt x="25" y="104"/>
                      </a:lnTo>
                      <a:lnTo>
                        <a:pt x="0" y="8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65" name="Freeform 21"/>
                <p:cNvSpPr>
                  <a:spLocks/>
                </p:cNvSpPr>
                <p:nvPr/>
              </p:nvSpPr>
              <p:spPr bwMode="auto">
                <a:xfrm>
                  <a:off x="2294" y="1956"/>
                  <a:ext cx="109" cy="176"/>
                </a:xfrm>
                <a:custGeom>
                  <a:avLst/>
                  <a:gdLst>
                    <a:gd name="T0" fmla="*/ 0 w 109"/>
                    <a:gd name="T1" fmla="*/ 168 h 176"/>
                    <a:gd name="T2" fmla="*/ 50 w 109"/>
                    <a:gd name="T3" fmla="*/ 176 h 176"/>
                    <a:gd name="T4" fmla="*/ 76 w 109"/>
                    <a:gd name="T5" fmla="*/ 144 h 176"/>
                    <a:gd name="T6" fmla="*/ 76 w 109"/>
                    <a:gd name="T7" fmla="*/ 112 h 176"/>
                    <a:gd name="T8" fmla="*/ 109 w 109"/>
                    <a:gd name="T9" fmla="*/ 96 h 176"/>
                    <a:gd name="T10" fmla="*/ 92 w 109"/>
                    <a:gd name="T11" fmla="*/ 72 h 176"/>
                    <a:gd name="T12" fmla="*/ 109 w 109"/>
                    <a:gd name="T13" fmla="*/ 64 h 176"/>
                    <a:gd name="T14" fmla="*/ 101 w 109"/>
                    <a:gd name="T15" fmla="*/ 8 h 176"/>
                    <a:gd name="T16" fmla="*/ 84 w 109"/>
                    <a:gd name="T17" fmla="*/ 0 h 176"/>
                    <a:gd name="T18" fmla="*/ 67 w 109"/>
                    <a:gd name="T19" fmla="*/ 16 h 176"/>
                    <a:gd name="T20" fmla="*/ 59 w 109"/>
                    <a:gd name="T21" fmla="*/ 48 h 176"/>
                    <a:gd name="T22" fmla="*/ 42 w 109"/>
                    <a:gd name="T23" fmla="*/ 16 h 176"/>
                    <a:gd name="T24" fmla="*/ 8 w 109"/>
                    <a:gd name="T25" fmla="*/ 40 h 176"/>
                    <a:gd name="T26" fmla="*/ 0 w 109"/>
                    <a:gd name="T27" fmla="*/ 48 h 176"/>
                    <a:gd name="T28" fmla="*/ 8 w 109"/>
                    <a:gd name="T29" fmla="*/ 72 h 176"/>
                    <a:gd name="T30" fmla="*/ 42 w 109"/>
                    <a:gd name="T31" fmla="*/ 88 h 176"/>
                    <a:gd name="T32" fmla="*/ 50 w 109"/>
                    <a:gd name="T33" fmla="*/ 112 h 176"/>
                    <a:gd name="T34" fmla="*/ 33 w 109"/>
                    <a:gd name="T35" fmla="*/ 144 h 176"/>
                    <a:gd name="T36" fmla="*/ 8 w 109"/>
                    <a:gd name="T37" fmla="*/ 136 h 176"/>
                    <a:gd name="T38" fmla="*/ 0 w 109"/>
                    <a:gd name="T39" fmla="*/ 168 h 17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9"/>
                    <a:gd name="T61" fmla="*/ 0 h 176"/>
                    <a:gd name="T62" fmla="*/ 109 w 109"/>
                    <a:gd name="T63" fmla="*/ 176 h 17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9" h="176">
                      <a:moveTo>
                        <a:pt x="0" y="168"/>
                      </a:moveTo>
                      <a:lnTo>
                        <a:pt x="50" y="176"/>
                      </a:lnTo>
                      <a:lnTo>
                        <a:pt x="76" y="144"/>
                      </a:lnTo>
                      <a:lnTo>
                        <a:pt x="76" y="112"/>
                      </a:lnTo>
                      <a:lnTo>
                        <a:pt x="109" y="96"/>
                      </a:lnTo>
                      <a:lnTo>
                        <a:pt x="92" y="72"/>
                      </a:lnTo>
                      <a:lnTo>
                        <a:pt x="109" y="64"/>
                      </a:lnTo>
                      <a:lnTo>
                        <a:pt x="101" y="8"/>
                      </a:lnTo>
                      <a:lnTo>
                        <a:pt x="84" y="0"/>
                      </a:lnTo>
                      <a:lnTo>
                        <a:pt x="67" y="16"/>
                      </a:lnTo>
                      <a:lnTo>
                        <a:pt x="59" y="48"/>
                      </a:lnTo>
                      <a:lnTo>
                        <a:pt x="42" y="16"/>
                      </a:lnTo>
                      <a:lnTo>
                        <a:pt x="8" y="40"/>
                      </a:lnTo>
                      <a:lnTo>
                        <a:pt x="0" y="48"/>
                      </a:lnTo>
                      <a:lnTo>
                        <a:pt x="8" y="72"/>
                      </a:lnTo>
                      <a:lnTo>
                        <a:pt x="42" y="88"/>
                      </a:lnTo>
                      <a:lnTo>
                        <a:pt x="50" y="112"/>
                      </a:lnTo>
                      <a:lnTo>
                        <a:pt x="33" y="144"/>
                      </a:lnTo>
                      <a:lnTo>
                        <a:pt x="8" y="136"/>
                      </a:lnTo>
                      <a:lnTo>
                        <a:pt x="0" y="168"/>
                      </a:lnTo>
                      <a:close/>
                    </a:path>
                  </a:pathLst>
                </a:custGeom>
                <a:solidFill>
                  <a:srgbClr val="99CCFF"/>
                </a:solidFill>
                <a:ln w="12700">
                  <a:solidFill>
                    <a:srgbClr val="000000"/>
                  </a:solidFill>
                  <a:prstDash val="solid"/>
                  <a:round/>
                  <a:headEnd/>
                  <a:tailEnd/>
                </a:ln>
              </p:spPr>
              <p:txBody>
                <a:bodyPr/>
                <a:lstStyle/>
                <a:p>
                  <a:endParaRPr lang="en-GB"/>
                </a:p>
              </p:txBody>
            </p:sp>
            <p:sp>
              <p:nvSpPr>
                <p:cNvPr id="12366" name="Freeform 22"/>
                <p:cNvSpPr>
                  <a:spLocks/>
                </p:cNvSpPr>
                <p:nvPr/>
              </p:nvSpPr>
              <p:spPr bwMode="auto">
                <a:xfrm>
                  <a:off x="2488" y="4084"/>
                  <a:ext cx="328" cy="208"/>
                </a:xfrm>
                <a:custGeom>
                  <a:avLst/>
                  <a:gdLst>
                    <a:gd name="T0" fmla="*/ 0 w 328"/>
                    <a:gd name="T1" fmla="*/ 80 h 208"/>
                    <a:gd name="T2" fmla="*/ 0 w 328"/>
                    <a:gd name="T3" fmla="*/ 56 h 208"/>
                    <a:gd name="T4" fmla="*/ 25 w 328"/>
                    <a:gd name="T5" fmla="*/ 32 h 208"/>
                    <a:gd name="T6" fmla="*/ 50 w 328"/>
                    <a:gd name="T7" fmla="*/ 48 h 208"/>
                    <a:gd name="T8" fmla="*/ 67 w 328"/>
                    <a:gd name="T9" fmla="*/ 32 h 208"/>
                    <a:gd name="T10" fmla="*/ 92 w 328"/>
                    <a:gd name="T11" fmla="*/ 24 h 208"/>
                    <a:gd name="T12" fmla="*/ 101 w 328"/>
                    <a:gd name="T13" fmla="*/ 32 h 208"/>
                    <a:gd name="T14" fmla="*/ 117 w 328"/>
                    <a:gd name="T15" fmla="*/ 40 h 208"/>
                    <a:gd name="T16" fmla="*/ 134 w 328"/>
                    <a:gd name="T17" fmla="*/ 48 h 208"/>
                    <a:gd name="T18" fmla="*/ 160 w 328"/>
                    <a:gd name="T19" fmla="*/ 40 h 208"/>
                    <a:gd name="T20" fmla="*/ 210 w 328"/>
                    <a:gd name="T21" fmla="*/ 40 h 208"/>
                    <a:gd name="T22" fmla="*/ 235 w 328"/>
                    <a:gd name="T23" fmla="*/ 32 h 208"/>
                    <a:gd name="T24" fmla="*/ 252 w 328"/>
                    <a:gd name="T25" fmla="*/ 16 h 208"/>
                    <a:gd name="T26" fmla="*/ 261 w 328"/>
                    <a:gd name="T27" fmla="*/ 16 h 208"/>
                    <a:gd name="T28" fmla="*/ 286 w 328"/>
                    <a:gd name="T29" fmla="*/ 24 h 208"/>
                    <a:gd name="T30" fmla="*/ 294 w 328"/>
                    <a:gd name="T31" fmla="*/ 8 h 208"/>
                    <a:gd name="T32" fmla="*/ 320 w 328"/>
                    <a:gd name="T33" fmla="*/ 0 h 208"/>
                    <a:gd name="T34" fmla="*/ 328 w 328"/>
                    <a:gd name="T35" fmla="*/ 16 h 208"/>
                    <a:gd name="T36" fmla="*/ 311 w 328"/>
                    <a:gd name="T37" fmla="*/ 56 h 208"/>
                    <a:gd name="T38" fmla="*/ 303 w 328"/>
                    <a:gd name="T39" fmla="*/ 80 h 208"/>
                    <a:gd name="T40" fmla="*/ 286 w 328"/>
                    <a:gd name="T41" fmla="*/ 104 h 208"/>
                    <a:gd name="T42" fmla="*/ 286 w 328"/>
                    <a:gd name="T43" fmla="*/ 112 h 208"/>
                    <a:gd name="T44" fmla="*/ 303 w 328"/>
                    <a:gd name="T45" fmla="*/ 128 h 208"/>
                    <a:gd name="T46" fmla="*/ 320 w 328"/>
                    <a:gd name="T47" fmla="*/ 160 h 208"/>
                    <a:gd name="T48" fmla="*/ 303 w 328"/>
                    <a:gd name="T49" fmla="*/ 176 h 208"/>
                    <a:gd name="T50" fmla="*/ 303 w 328"/>
                    <a:gd name="T51" fmla="*/ 208 h 208"/>
                    <a:gd name="T52" fmla="*/ 269 w 328"/>
                    <a:gd name="T53" fmla="*/ 200 h 208"/>
                    <a:gd name="T54" fmla="*/ 227 w 328"/>
                    <a:gd name="T55" fmla="*/ 192 h 208"/>
                    <a:gd name="T56" fmla="*/ 202 w 328"/>
                    <a:gd name="T57" fmla="*/ 152 h 208"/>
                    <a:gd name="T58" fmla="*/ 168 w 328"/>
                    <a:gd name="T59" fmla="*/ 160 h 208"/>
                    <a:gd name="T60" fmla="*/ 143 w 328"/>
                    <a:gd name="T61" fmla="*/ 144 h 208"/>
                    <a:gd name="T62" fmla="*/ 126 w 328"/>
                    <a:gd name="T63" fmla="*/ 128 h 208"/>
                    <a:gd name="T64" fmla="*/ 109 w 328"/>
                    <a:gd name="T65" fmla="*/ 128 h 208"/>
                    <a:gd name="T66" fmla="*/ 84 w 328"/>
                    <a:gd name="T67" fmla="*/ 112 h 208"/>
                    <a:gd name="T68" fmla="*/ 67 w 328"/>
                    <a:gd name="T69" fmla="*/ 112 h 208"/>
                    <a:gd name="T70" fmla="*/ 50 w 328"/>
                    <a:gd name="T71" fmla="*/ 96 h 208"/>
                    <a:gd name="T72" fmla="*/ 25 w 328"/>
                    <a:gd name="T73" fmla="*/ 104 h 208"/>
                    <a:gd name="T74" fmla="*/ 0 w 328"/>
                    <a:gd name="T75" fmla="*/ 80 h 20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28"/>
                    <a:gd name="T115" fmla="*/ 0 h 208"/>
                    <a:gd name="T116" fmla="*/ 328 w 328"/>
                    <a:gd name="T117" fmla="*/ 208 h 20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28" h="208">
                      <a:moveTo>
                        <a:pt x="0" y="80"/>
                      </a:moveTo>
                      <a:lnTo>
                        <a:pt x="0" y="56"/>
                      </a:lnTo>
                      <a:lnTo>
                        <a:pt x="25" y="32"/>
                      </a:lnTo>
                      <a:lnTo>
                        <a:pt x="50" y="48"/>
                      </a:lnTo>
                      <a:lnTo>
                        <a:pt x="67" y="32"/>
                      </a:lnTo>
                      <a:lnTo>
                        <a:pt x="92" y="24"/>
                      </a:lnTo>
                      <a:lnTo>
                        <a:pt x="101" y="32"/>
                      </a:lnTo>
                      <a:lnTo>
                        <a:pt x="117" y="40"/>
                      </a:lnTo>
                      <a:lnTo>
                        <a:pt x="134" y="48"/>
                      </a:lnTo>
                      <a:lnTo>
                        <a:pt x="160" y="40"/>
                      </a:lnTo>
                      <a:lnTo>
                        <a:pt x="210" y="40"/>
                      </a:lnTo>
                      <a:lnTo>
                        <a:pt x="235" y="32"/>
                      </a:lnTo>
                      <a:lnTo>
                        <a:pt x="252" y="16"/>
                      </a:lnTo>
                      <a:lnTo>
                        <a:pt x="261" y="16"/>
                      </a:lnTo>
                      <a:lnTo>
                        <a:pt x="286" y="24"/>
                      </a:lnTo>
                      <a:lnTo>
                        <a:pt x="294" y="8"/>
                      </a:lnTo>
                      <a:lnTo>
                        <a:pt x="320" y="0"/>
                      </a:lnTo>
                      <a:lnTo>
                        <a:pt x="328" y="16"/>
                      </a:lnTo>
                      <a:lnTo>
                        <a:pt x="311" y="56"/>
                      </a:lnTo>
                      <a:lnTo>
                        <a:pt x="303" y="80"/>
                      </a:lnTo>
                      <a:lnTo>
                        <a:pt x="286" y="104"/>
                      </a:lnTo>
                      <a:lnTo>
                        <a:pt x="286" y="112"/>
                      </a:lnTo>
                      <a:lnTo>
                        <a:pt x="303" y="128"/>
                      </a:lnTo>
                      <a:lnTo>
                        <a:pt x="320" y="160"/>
                      </a:lnTo>
                      <a:lnTo>
                        <a:pt x="303" y="176"/>
                      </a:lnTo>
                      <a:lnTo>
                        <a:pt x="303" y="208"/>
                      </a:lnTo>
                      <a:lnTo>
                        <a:pt x="269" y="200"/>
                      </a:lnTo>
                      <a:lnTo>
                        <a:pt x="227" y="192"/>
                      </a:lnTo>
                      <a:lnTo>
                        <a:pt x="202" y="152"/>
                      </a:lnTo>
                      <a:lnTo>
                        <a:pt x="168" y="160"/>
                      </a:lnTo>
                      <a:lnTo>
                        <a:pt x="143" y="144"/>
                      </a:lnTo>
                      <a:lnTo>
                        <a:pt x="126" y="128"/>
                      </a:lnTo>
                      <a:lnTo>
                        <a:pt x="109" y="128"/>
                      </a:lnTo>
                      <a:lnTo>
                        <a:pt x="84" y="112"/>
                      </a:lnTo>
                      <a:lnTo>
                        <a:pt x="67" y="112"/>
                      </a:lnTo>
                      <a:lnTo>
                        <a:pt x="50" y="96"/>
                      </a:lnTo>
                      <a:lnTo>
                        <a:pt x="25" y="104"/>
                      </a:lnTo>
                      <a:lnTo>
                        <a:pt x="0" y="8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67" name="Freeform 23"/>
                <p:cNvSpPr>
                  <a:spLocks/>
                </p:cNvSpPr>
                <p:nvPr/>
              </p:nvSpPr>
              <p:spPr bwMode="auto">
                <a:xfrm>
                  <a:off x="3735" y="4236"/>
                  <a:ext cx="311" cy="72"/>
                </a:xfrm>
                <a:custGeom>
                  <a:avLst/>
                  <a:gdLst>
                    <a:gd name="T0" fmla="*/ 0 w 311"/>
                    <a:gd name="T1" fmla="*/ 24 h 72"/>
                    <a:gd name="T2" fmla="*/ 8 w 311"/>
                    <a:gd name="T3" fmla="*/ 56 h 72"/>
                    <a:gd name="T4" fmla="*/ 33 w 311"/>
                    <a:gd name="T5" fmla="*/ 64 h 72"/>
                    <a:gd name="T6" fmla="*/ 67 w 311"/>
                    <a:gd name="T7" fmla="*/ 64 h 72"/>
                    <a:gd name="T8" fmla="*/ 126 w 311"/>
                    <a:gd name="T9" fmla="*/ 56 h 72"/>
                    <a:gd name="T10" fmla="*/ 143 w 311"/>
                    <a:gd name="T11" fmla="*/ 56 h 72"/>
                    <a:gd name="T12" fmla="*/ 143 w 311"/>
                    <a:gd name="T13" fmla="*/ 72 h 72"/>
                    <a:gd name="T14" fmla="*/ 193 w 311"/>
                    <a:gd name="T15" fmla="*/ 72 h 72"/>
                    <a:gd name="T16" fmla="*/ 219 w 311"/>
                    <a:gd name="T17" fmla="*/ 56 h 72"/>
                    <a:gd name="T18" fmla="*/ 252 w 311"/>
                    <a:gd name="T19" fmla="*/ 56 h 72"/>
                    <a:gd name="T20" fmla="*/ 278 w 311"/>
                    <a:gd name="T21" fmla="*/ 40 h 72"/>
                    <a:gd name="T22" fmla="*/ 311 w 311"/>
                    <a:gd name="T23" fmla="*/ 32 h 72"/>
                    <a:gd name="T24" fmla="*/ 311 w 311"/>
                    <a:gd name="T25" fmla="*/ 0 h 72"/>
                    <a:gd name="T26" fmla="*/ 286 w 311"/>
                    <a:gd name="T27" fmla="*/ 16 h 72"/>
                    <a:gd name="T28" fmla="*/ 269 w 311"/>
                    <a:gd name="T29" fmla="*/ 24 h 72"/>
                    <a:gd name="T30" fmla="*/ 252 w 311"/>
                    <a:gd name="T31" fmla="*/ 24 h 72"/>
                    <a:gd name="T32" fmla="*/ 244 w 311"/>
                    <a:gd name="T33" fmla="*/ 8 h 72"/>
                    <a:gd name="T34" fmla="*/ 219 w 311"/>
                    <a:gd name="T35" fmla="*/ 16 h 72"/>
                    <a:gd name="T36" fmla="*/ 168 w 311"/>
                    <a:gd name="T37" fmla="*/ 24 h 72"/>
                    <a:gd name="T38" fmla="*/ 168 w 311"/>
                    <a:gd name="T39" fmla="*/ 8 h 72"/>
                    <a:gd name="T40" fmla="*/ 84 w 311"/>
                    <a:gd name="T41" fmla="*/ 40 h 72"/>
                    <a:gd name="T42" fmla="*/ 75 w 311"/>
                    <a:gd name="T43" fmla="*/ 16 h 72"/>
                    <a:gd name="T44" fmla="*/ 59 w 311"/>
                    <a:gd name="T45" fmla="*/ 8 h 72"/>
                    <a:gd name="T46" fmla="*/ 59 w 311"/>
                    <a:gd name="T47" fmla="*/ 24 h 72"/>
                    <a:gd name="T48" fmla="*/ 33 w 311"/>
                    <a:gd name="T49" fmla="*/ 24 h 72"/>
                    <a:gd name="T50" fmla="*/ 16 w 311"/>
                    <a:gd name="T51" fmla="*/ 0 h 72"/>
                    <a:gd name="T52" fmla="*/ 16 w 311"/>
                    <a:gd name="T53" fmla="*/ 16 h 72"/>
                    <a:gd name="T54" fmla="*/ 0 w 311"/>
                    <a:gd name="T55" fmla="*/ 24 h 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1"/>
                    <a:gd name="T85" fmla="*/ 0 h 72"/>
                    <a:gd name="T86" fmla="*/ 311 w 311"/>
                    <a:gd name="T87" fmla="*/ 72 h 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1" h="72">
                      <a:moveTo>
                        <a:pt x="0" y="24"/>
                      </a:moveTo>
                      <a:lnTo>
                        <a:pt x="8" y="56"/>
                      </a:lnTo>
                      <a:lnTo>
                        <a:pt x="33" y="64"/>
                      </a:lnTo>
                      <a:lnTo>
                        <a:pt x="67" y="64"/>
                      </a:lnTo>
                      <a:lnTo>
                        <a:pt x="126" y="56"/>
                      </a:lnTo>
                      <a:lnTo>
                        <a:pt x="143" y="56"/>
                      </a:lnTo>
                      <a:lnTo>
                        <a:pt x="143" y="72"/>
                      </a:lnTo>
                      <a:lnTo>
                        <a:pt x="193" y="72"/>
                      </a:lnTo>
                      <a:lnTo>
                        <a:pt x="219" y="56"/>
                      </a:lnTo>
                      <a:lnTo>
                        <a:pt x="252" y="56"/>
                      </a:lnTo>
                      <a:lnTo>
                        <a:pt x="278" y="40"/>
                      </a:lnTo>
                      <a:lnTo>
                        <a:pt x="311" y="32"/>
                      </a:lnTo>
                      <a:lnTo>
                        <a:pt x="311" y="0"/>
                      </a:lnTo>
                      <a:lnTo>
                        <a:pt x="286" y="16"/>
                      </a:lnTo>
                      <a:lnTo>
                        <a:pt x="269" y="24"/>
                      </a:lnTo>
                      <a:lnTo>
                        <a:pt x="252" y="24"/>
                      </a:lnTo>
                      <a:lnTo>
                        <a:pt x="244" y="8"/>
                      </a:lnTo>
                      <a:lnTo>
                        <a:pt x="219" y="16"/>
                      </a:lnTo>
                      <a:lnTo>
                        <a:pt x="168" y="24"/>
                      </a:lnTo>
                      <a:lnTo>
                        <a:pt x="168" y="8"/>
                      </a:lnTo>
                      <a:lnTo>
                        <a:pt x="84" y="40"/>
                      </a:lnTo>
                      <a:lnTo>
                        <a:pt x="75" y="16"/>
                      </a:lnTo>
                      <a:lnTo>
                        <a:pt x="59" y="8"/>
                      </a:lnTo>
                      <a:lnTo>
                        <a:pt x="59" y="24"/>
                      </a:lnTo>
                      <a:lnTo>
                        <a:pt x="33" y="24"/>
                      </a:lnTo>
                      <a:lnTo>
                        <a:pt x="16" y="0"/>
                      </a:lnTo>
                      <a:lnTo>
                        <a:pt x="16" y="16"/>
                      </a:lnTo>
                      <a:lnTo>
                        <a:pt x="0" y="24"/>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68" name="Freeform 24"/>
                <p:cNvSpPr>
                  <a:spLocks/>
                </p:cNvSpPr>
                <p:nvPr/>
              </p:nvSpPr>
              <p:spPr bwMode="auto">
                <a:xfrm>
                  <a:off x="2033" y="3748"/>
                  <a:ext cx="168" cy="288"/>
                </a:xfrm>
                <a:custGeom>
                  <a:avLst/>
                  <a:gdLst>
                    <a:gd name="T0" fmla="*/ 0 w 168"/>
                    <a:gd name="T1" fmla="*/ 40 h 288"/>
                    <a:gd name="T2" fmla="*/ 33 w 168"/>
                    <a:gd name="T3" fmla="*/ 48 h 288"/>
                    <a:gd name="T4" fmla="*/ 59 w 168"/>
                    <a:gd name="T5" fmla="*/ 40 h 288"/>
                    <a:gd name="T6" fmla="*/ 101 w 168"/>
                    <a:gd name="T7" fmla="*/ 8 h 288"/>
                    <a:gd name="T8" fmla="*/ 109 w 168"/>
                    <a:gd name="T9" fmla="*/ 0 h 288"/>
                    <a:gd name="T10" fmla="*/ 143 w 168"/>
                    <a:gd name="T11" fmla="*/ 16 h 288"/>
                    <a:gd name="T12" fmla="*/ 143 w 168"/>
                    <a:gd name="T13" fmla="*/ 32 h 288"/>
                    <a:gd name="T14" fmla="*/ 168 w 168"/>
                    <a:gd name="T15" fmla="*/ 96 h 288"/>
                    <a:gd name="T16" fmla="*/ 151 w 168"/>
                    <a:gd name="T17" fmla="*/ 120 h 288"/>
                    <a:gd name="T18" fmla="*/ 168 w 168"/>
                    <a:gd name="T19" fmla="*/ 152 h 288"/>
                    <a:gd name="T20" fmla="*/ 143 w 168"/>
                    <a:gd name="T21" fmla="*/ 256 h 288"/>
                    <a:gd name="T22" fmla="*/ 117 w 168"/>
                    <a:gd name="T23" fmla="*/ 248 h 288"/>
                    <a:gd name="T24" fmla="*/ 92 w 168"/>
                    <a:gd name="T25" fmla="*/ 248 h 288"/>
                    <a:gd name="T26" fmla="*/ 84 w 168"/>
                    <a:gd name="T27" fmla="*/ 264 h 288"/>
                    <a:gd name="T28" fmla="*/ 67 w 168"/>
                    <a:gd name="T29" fmla="*/ 280 h 288"/>
                    <a:gd name="T30" fmla="*/ 42 w 168"/>
                    <a:gd name="T31" fmla="*/ 288 h 288"/>
                    <a:gd name="T32" fmla="*/ 25 w 168"/>
                    <a:gd name="T33" fmla="*/ 248 h 288"/>
                    <a:gd name="T34" fmla="*/ 25 w 168"/>
                    <a:gd name="T35" fmla="*/ 200 h 288"/>
                    <a:gd name="T36" fmla="*/ 33 w 168"/>
                    <a:gd name="T37" fmla="*/ 176 h 288"/>
                    <a:gd name="T38" fmla="*/ 25 w 168"/>
                    <a:gd name="T39" fmla="*/ 160 h 288"/>
                    <a:gd name="T40" fmla="*/ 33 w 168"/>
                    <a:gd name="T41" fmla="*/ 136 h 288"/>
                    <a:gd name="T42" fmla="*/ 33 w 168"/>
                    <a:gd name="T43" fmla="*/ 112 h 288"/>
                    <a:gd name="T44" fmla="*/ 25 w 168"/>
                    <a:gd name="T45" fmla="*/ 80 h 288"/>
                    <a:gd name="T46" fmla="*/ 0 w 168"/>
                    <a:gd name="T47" fmla="*/ 72 h 288"/>
                    <a:gd name="T48" fmla="*/ 0 w 168"/>
                    <a:gd name="T49" fmla="*/ 40 h 2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8"/>
                    <a:gd name="T76" fmla="*/ 0 h 288"/>
                    <a:gd name="T77" fmla="*/ 168 w 168"/>
                    <a:gd name="T78" fmla="*/ 288 h 2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8" h="288">
                      <a:moveTo>
                        <a:pt x="0" y="40"/>
                      </a:moveTo>
                      <a:lnTo>
                        <a:pt x="33" y="48"/>
                      </a:lnTo>
                      <a:lnTo>
                        <a:pt x="59" y="40"/>
                      </a:lnTo>
                      <a:lnTo>
                        <a:pt x="101" y="8"/>
                      </a:lnTo>
                      <a:lnTo>
                        <a:pt x="109" y="0"/>
                      </a:lnTo>
                      <a:lnTo>
                        <a:pt x="143" y="16"/>
                      </a:lnTo>
                      <a:lnTo>
                        <a:pt x="143" y="32"/>
                      </a:lnTo>
                      <a:lnTo>
                        <a:pt x="168" y="96"/>
                      </a:lnTo>
                      <a:lnTo>
                        <a:pt x="151" y="120"/>
                      </a:lnTo>
                      <a:lnTo>
                        <a:pt x="168" y="152"/>
                      </a:lnTo>
                      <a:lnTo>
                        <a:pt x="143" y="256"/>
                      </a:lnTo>
                      <a:lnTo>
                        <a:pt x="117" y="248"/>
                      </a:lnTo>
                      <a:lnTo>
                        <a:pt x="92" y="248"/>
                      </a:lnTo>
                      <a:lnTo>
                        <a:pt x="84" y="264"/>
                      </a:lnTo>
                      <a:lnTo>
                        <a:pt x="67" y="280"/>
                      </a:lnTo>
                      <a:lnTo>
                        <a:pt x="42" y="288"/>
                      </a:lnTo>
                      <a:lnTo>
                        <a:pt x="25" y="248"/>
                      </a:lnTo>
                      <a:lnTo>
                        <a:pt x="25" y="200"/>
                      </a:lnTo>
                      <a:lnTo>
                        <a:pt x="33" y="176"/>
                      </a:lnTo>
                      <a:lnTo>
                        <a:pt x="25" y="160"/>
                      </a:lnTo>
                      <a:lnTo>
                        <a:pt x="33" y="136"/>
                      </a:lnTo>
                      <a:lnTo>
                        <a:pt x="33" y="112"/>
                      </a:lnTo>
                      <a:lnTo>
                        <a:pt x="25" y="80"/>
                      </a:lnTo>
                      <a:lnTo>
                        <a:pt x="0" y="72"/>
                      </a:lnTo>
                      <a:lnTo>
                        <a:pt x="0" y="40"/>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69" name="Freeform 25"/>
                <p:cNvSpPr>
                  <a:spLocks/>
                </p:cNvSpPr>
                <p:nvPr/>
              </p:nvSpPr>
              <p:spPr bwMode="auto">
                <a:xfrm>
                  <a:off x="3735" y="4236"/>
                  <a:ext cx="311" cy="72"/>
                </a:xfrm>
                <a:custGeom>
                  <a:avLst/>
                  <a:gdLst>
                    <a:gd name="T0" fmla="*/ 0 w 311"/>
                    <a:gd name="T1" fmla="*/ 24 h 72"/>
                    <a:gd name="T2" fmla="*/ 8 w 311"/>
                    <a:gd name="T3" fmla="*/ 56 h 72"/>
                    <a:gd name="T4" fmla="*/ 33 w 311"/>
                    <a:gd name="T5" fmla="*/ 64 h 72"/>
                    <a:gd name="T6" fmla="*/ 67 w 311"/>
                    <a:gd name="T7" fmla="*/ 64 h 72"/>
                    <a:gd name="T8" fmla="*/ 126 w 311"/>
                    <a:gd name="T9" fmla="*/ 56 h 72"/>
                    <a:gd name="T10" fmla="*/ 143 w 311"/>
                    <a:gd name="T11" fmla="*/ 56 h 72"/>
                    <a:gd name="T12" fmla="*/ 143 w 311"/>
                    <a:gd name="T13" fmla="*/ 72 h 72"/>
                    <a:gd name="T14" fmla="*/ 193 w 311"/>
                    <a:gd name="T15" fmla="*/ 72 h 72"/>
                    <a:gd name="T16" fmla="*/ 219 w 311"/>
                    <a:gd name="T17" fmla="*/ 56 h 72"/>
                    <a:gd name="T18" fmla="*/ 252 w 311"/>
                    <a:gd name="T19" fmla="*/ 56 h 72"/>
                    <a:gd name="T20" fmla="*/ 278 w 311"/>
                    <a:gd name="T21" fmla="*/ 40 h 72"/>
                    <a:gd name="T22" fmla="*/ 311 w 311"/>
                    <a:gd name="T23" fmla="*/ 32 h 72"/>
                    <a:gd name="T24" fmla="*/ 311 w 311"/>
                    <a:gd name="T25" fmla="*/ 0 h 72"/>
                    <a:gd name="T26" fmla="*/ 286 w 311"/>
                    <a:gd name="T27" fmla="*/ 16 h 72"/>
                    <a:gd name="T28" fmla="*/ 269 w 311"/>
                    <a:gd name="T29" fmla="*/ 24 h 72"/>
                    <a:gd name="T30" fmla="*/ 252 w 311"/>
                    <a:gd name="T31" fmla="*/ 24 h 72"/>
                    <a:gd name="T32" fmla="*/ 244 w 311"/>
                    <a:gd name="T33" fmla="*/ 8 h 72"/>
                    <a:gd name="T34" fmla="*/ 219 w 311"/>
                    <a:gd name="T35" fmla="*/ 16 h 72"/>
                    <a:gd name="T36" fmla="*/ 168 w 311"/>
                    <a:gd name="T37" fmla="*/ 24 h 72"/>
                    <a:gd name="T38" fmla="*/ 168 w 311"/>
                    <a:gd name="T39" fmla="*/ 8 h 72"/>
                    <a:gd name="T40" fmla="*/ 84 w 311"/>
                    <a:gd name="T41" fmla="*/ 40 h 72"/>
                    <a:gd name="T42" fmla="*/ 75 w 311"/>
                    <a:gd name="T43" fmla="*/ 16 h 72"/>
                    <a:gd name="T44" fmla="*/ 59 w 311"/>
                    <a:gd name="T45" fmla="*/ 8 h 72"/>
                    <a:gd name="T46" fmla="*/ 59 w 311"/>
                    <a:gd name="T47" fmla="*/ 24 h 72"/>
                    <a:gd name="T48" fmla="*/ 33 w 311"/>
                    <a:gd name="T49" fmla="*/ 24 h 72"/>
                    <a:gd name="T50" fmla="*/ 16 w 311"/>
                    <a:gd name="T51" fmla="*/ 0 h 72"/>
                    <a:gd name="T52" fmla="*/ 16 w 311"/>
                    <a:gd name="T53" fmla="*/ 16 h 72"/>
                    <a:gd name="T54" fmla="*/ 0 w 311"/>
                    <a:gd name="T55" fmla="*/ 24 h 7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11"/>
                    <a:gd name="T85" fmla="*/ 0 h 72"/>
                    <a:gd name="T86" fmla="*/ 311 w 311"/>
                    <a:gd name="T87" fmla="*/ 72 h 7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11" h="72">
                      <a:moveTo>
                        <a:pt x="0" y="24"/>
                      </a:moveTo>
                      <a:lnTo>
                        <a:pt x="8" y="56"/>
                      </a:lnTo>
                      <a:lnTo>
                        <a:pt x="33" y="64"/>
                      </a:lnTo>
                      <a:lnTo>
                        <a:pt x="67" y="64"/>
                      </a:lnTo>
                      <a:lnTo>
                        <a:pt x="126" y="56"/>
                      </a:lnTo>
                      <a:lnTo>
                        <a:pt x="143" y="56"/>
                      </a:lnTo>
                      <a:lnTo>
                        <a:pt x="143" y="72"/>
                      </a:lnTo>
                      <a:lnTo>
                        <a:pt x="193" y="72"/>
                      </a:lnTo>
                      <a:lnTo>
                        <a:pt x="219" y="56"/>
                      </a:lnTo>
                      <a:lnTo>
                        <a:pt x="252" y="56"/>
                      </a:lnTo>
                      <a:lnTo>
                        <a:pt x="278" y="40"/>
                      </a:lnTo>
                      <a:lnTo>
                        <a:pt x="311" y="32"/>
                      </a:lnTo>
                      <a:lnTo>
                        <a:pt x="311" y="0"/>
                      </a:lnTo>
                      <a:lnTo>
                        <a:pt x="286" y="16"/>
                      </a:lnTo>
                      <a:lnTo>
                        <a:pt x="269" y="24"/>
                      </a:lnTo>
                      <a:lnTo>
                        <a:pt x="252" y="24"/>
                      </a:lnTo>
                      <a:lnTo>
                        <a:pt x="244" y="8"/>
                      </a:lnTo>
                      <a:lnTo>
                        <a:pt x="219" y="16"/>
                      </a:lnTo>
                      <a:lnTo>
                        <a:pt x="168" y="24"/>
                      </a:lnTo>
                      <a:lnTo>
                        <a:pt x="168" y="8"/>
                      </a:lnTo>
                      <a:lnTo>
                        <a:pt x="84" y="40"/>
                      </a:lnTo>
                      <a:lnTo>
                        <a:pt x="75" y="16"/>
                      </a:lnTo>
                      <a:lnTo>
                        <a:pt x="59" y="8"/>
                      </a:lnTo>
                      <a:lnTo>
                        <a:pt x="59" y="24"/>
                      </a:lnTo>
                      <a:lnTo>
                        <a:pt x="33" y="24"/>
                      </a:lnTo>
                      <a:lnTo>
                        <a:pt x="16" y="0"/>
                      </a:lnTo>
                      <a:lnTo>
                        <a:pt x="16" y="16"/>
                      </a:lnTo>
                      <a:lnTo>
                        <a:pt x="0" y="24"/>
                      </a:lnTo>
                      <a:close/>
                    </a:path>
                  </a:pathLst>
                </a:custGeom>
                <a:solidFill>
                  <a:srgbClr val="B7E0FF"/>
                </a:solidFill>
                <a:ln w="12700">
                  <a:solidFill>
                    <a:srgbClr val="000000"/>
                  </a:solidFill>
                  <a:prstDash val="solid"/>
                  <a:round/>
                  <a:headEnd/>
                  <a:tailEnd/>
                </a:ln>
              </p:spPr>
              <p:txBody>
                <a:bodyPr/>
                <a:lstStyle/>
                <a:p>
                  <a:endParaRPr lang="en-GB"/>
                </a:p>
              </p:txBody>
            </p:sp>
            <p:sp>
              <p:nvSpPr>
                <p:cNvPr id="12370" name="Freeform 26"/>
                <p:cNvSpPr>
                  <a:spLocks/>
                </p:cNvSpPr>
                <p:nvPr/>
              </p:nvSpPr>
              <p:spPr bwMode="auto">
                <a:xfrm>
                  <a:off x="2033" y="3748"/>
                  <a:ext cx="168" cy="288"/>
                </a:xfrm>
                <a:custGeom>
                  <a:avLst/>
                  <a:gdLst>
                    <a:gd name="T0" fmla="*/ 0 w 168"/>
                    <a:gd name="T1" fmla="*/ 40 h 288"/>
                    <a:gd name="T2" fmla="*/ 33 w 168"/>
                    <a:gd name="T3" fmla="*/ 48 h 288"/>
                    <a:gd name="T4" fmla="*/ 59 w 168"/>
                    <a:gd name="T5" fmla="*/ 40 h 288"/>
                    <a:gd name="T6" fmla="*/ 101 w 168"/>
                    <a:gd name="T7" fmla="*/ 8 h 288"/>
                    <a:gd name="T8" fmla="*/ 109 w 168"/>
                    <a:gd name="T9" fmla="*/ 0 h 288"/>
                    <a:gd name="T10" fmla="*/ 143 w 168"/>
                    <a:gd name="T11" fmla="*/ 16 h 288"/>
                    <a:gd name="T12" fmla="*/ 143 w 168"/>
                    <a:gd name="T13" fmla="*/ 32 h 288"/>
                    <a:gd name="T14" fmla="*/ 168 w 168"/>
                    <a:gd name="T15" fmla="*/ 96 h 288"/>
                    <a:gd name="T16" fmla="*/ 151 w 168"/>
                    <a:gd name="T17" fmla="*/ 120 h 288"/>
                    <a:gd name="T18" fmla="*/ 168 w 168"/>
                    <a:gd name="T19" fmla="*/ 152 h 288"/>
                    <a:gd name="T20" fmla="*/ 143 w 168"/>
                    <a:gd name="T21" fmla="*/ 256 h 288"/>
                    <a:gd name="T22" fmla="*/ 117 w 168"/>
                    <a:gd name="T23" fmla="*/ 248 h 288"/>
                    <a:gd name="T24" fmla="*/ 92 w 168"/>
                    <a:gd name="T25" fmla="*/ 248 h 288"/>
                    <a:gd name="T26" fmla="*/ 84 w 168"/>
                    <a:gd name="T27" fmla="*/ 264 h 288"/>
                    <a:gd name="T28" fmla="*/ 67 w 168"/>
                    <a:gd name="T29" fmla="*/ 280 h 288"/>
                    <a:gd name="T30" fmla="*/ 42 w 168"/>
                    <a:gd name="T31" fmla="*/ 288 h 288"/>
                    <a:gd name="T32" fmla="*/ 25 w 168"/>
                    <a:gd name="T33" fmla="*/ 248 h 288"/>
                    <a:gd name="T34" fmla="*/ 25 w 168"/>
                    <a:gd name="T35" fmla="*/ 200 h 288"/>
                    <a:gd name="T36" fmla="*/ 33 w 168"/>
                    <a:gd name="T37" fmla="*/ 176 h 288"/>
                    <a:gd name="T38" fmla="*/ 25 w 168"/>
                    <a:gd name="T39" fmla="*/ 160 h 288"/>
                    <a:gd name="T40" fmla="*/ 33 w 168"/>
                    <a:gd name="T41" fmla="*/ 136 h 288"/>
                    <a:gd name="T42" fmla="*/ 33 w 168"/>
                    <a:gd name="T43" fmla="*/ 112 h 288"/>
                    <a:gd name="T44" fmla="*/ 25 w 168"/>
                    <a:gd name="T45" fmla="*/ 80 h 288"/>
                    <a:gd name="T46" fmla="*/ 0 w 168"/>
                    <a:gd name="T47" fmla="*/ 72 h 288"/>
                    <a:gd name="T48" fmla="*/ 0 w 168"/>
                    <a:gd name="T49" fmla="*/ 40 h 2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8"/>
                    <a:gd name="T76" fmla="*/ 0 h 288"/>
                    <a:gd name="T77" fmla="*/ 168 w 168"/>
                    <a:gd name="T78" fmla="*/ 288 h 2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8" h="288">
                      <a:moveTo>
                        <a:pt x="0" y="40"/>
                      </a:moveTo>
                      <a:lnTo>
                        <a:pt x="33" y="48"/>
                      </a:lnTo>
                      <a:lnTo>
                        <a:pt x="59" y="40"/>
                      </a:lnTo>
                      <a:lnTo>
                        <a:pt x="101" y="8"/>
                      </a:lnTo>
                      <a:lnTo>
                        <a:pt x="109" y="0"/>
                      </a:lnTo>
                      <a:lnTo>
                        <a:pt x="143" y="16"/>
                      </a:lnTo>
                      <a:lnTo>
                        <a:pt x="143" y="32"/>
                      </a:lnTo>
                      <a:lnTo>
                        <a:pt x="168" y="96"/>
                      </a:lnTo>
                      <a:lnTo>
                        <a:pt x="151" y="120"/>
                      </a:lnTo>
                      <a:lnTo>
                        <a:pt x="168" y="152"/>
                      </a:lnTo>
                      <a:lnTo>
                        <a:pt x="143" y="256"/>
                      </a:lnTo>
                      <a:lnTo>
                        <a:pt x="117" y="248"/>
                      </a:lnTo>
                      <a:lnTo>
                        <a:pt x="92" y="248"/>
                      </a:lnTo>
                      <a:lnTo>
                        <a:pt x="84" y="264"/>
                      </a:lnTo>
                      <a:lnTo>
                        <a:pt x="67" y="280"/>
                      </a:lnTo>
                      <a:lnTo>
                        <a:pt x="42" y="288"/>
                      </a:lnTo>
                      <a:lnTo>
                        <a:pt x="25" y="248"/>
                      </a:lnTo>
                      <a:lnTo>
                        <a:pt x="25" y="200"/>
                      </a:lnTo>
                      <a:lnTo>
                        <a:pt x="33" y="176"/>
                      </a:lnTo>
                      <a:lnTo>
                        <a:pt x="25" y="160"/>
                      </a:lnTo>
                      <a:lnTo>
                        <a:pt x="33" y="136"/>
                      </a:lnTo>
                      <a:lnTo>
                        <a:pt x="33" y="112"/>
                      </a:lnTo>
                      <a:lnTo>
                        <a:pt x="25" y="80"/>
                      </a:lnTo>
                      <a:lnTo>
                        <a:pt x="0" y="72"/>
                      </a:lnTo>
                      <a:lnTo>
                        <a:pt x="0" y="40"/>
                      </a:lnTo>
                      <a:close/>
                    </a:path>
                  </a:pathLst>
                </a:custGeom>
                <a:solidFill>
                  <a:srgbClr val="99CCFF"/>
                </a:solidFill>
                <a:ln w="12700">
                  <a:solidFill>
                    <a:srgbClr val="000000"/>
                  </a:solidFill>
                  <a:prstDash val="solid"/>
                  <a:round/>
                  <a:headEnd/>
                  <a:tailEnd/>
                </a:ln>
              </p:spPr>
              <p:txBody>
                <a:bodyPr/>
                <a:lstStyle/>
                <a:p>
                  <a:endParaRPr lang="en-GB"/>
                </a:p>
              </p:txBody>
            </p:sp>
            <p:sp>
              <p:nvSpPr>
                <p:cNvPr id="12371" name="Freeform 27"/>
                <p:cNvSpPr>
                  <a:spLocks/>
                </p:cNvSpPr>
                <p:nvPr/>
              </p:nvSpPr>
              <p:spPr bwMode="auto">
                <a:xfrm>
                  <a:off x="2075" y="3532"/>
                  <a:ext cx="101" cy="192"/>
                </a:xfrm>
                <a:custGeom>
                  <a:avLst/>
                  <a:gdLst>
                    <a:gd name="T0" fmla="*/ 75 w 101"/>
                    <a:gd name="T1" fmla="*/ 32 h 192"/>
                    <a:gd name="T2" fmla="*/ 75 w 101"/>
                    <a:gd name="T3" fmla="*/ 0 h 192"/>
                    <a:gd name="T4" fmla="*/ 92 w 101"/>
                    <a:gd name="T5" fmla="*/ 0 h 192"/>
                    <a:gd name="T6" fmla="*/ 92 w 101"/>
                    <a:gd name="T7" fmla="*/ 40 h 192"/>
                    <a:gd name="T8" fmla="*/ 101 w 101"/>
                    <a:gd name="T9" fmla="*/ 56 h 192"/>
                    <a:gd name="T10" fmla="*/ 101 w 101"/>
                    <a:gd name="T11" fmla="*/ 104 h 192"/>
                    <a:gd name="T12" fmla="*/ 92 w 101"/>
                    <a:gd name="T13" fmla="*/ 120 h 192"/>
                    <a:gd name="T14" fmla="*/ 92 w 101"/>
                    <a:gd name="T15" fmla="*/ 152 h 192"/>
                    <a:gd name="T16" fmla="*/ 67 w 101"/>
                    <a:gd name="T17" fmla="*/ 192 h 192"/>
                    <a:gd name="T18" fmla="*/ 50 w 101"/>
                    <a:gd name="T19" fmla="*/ 192 h 192"/>
                    <a:gd name="T20" fmla="*/ 25 w 101"/>
                    <a:gd name="T21" fmla="*/ 176 h 192"/>
                    <a:gd name="T22" fmla="*/ 33 w 101"/>
                    <a:gd name="T23" fmla="*/ 160 h 192"/>
                    <a:gd name="T24" fmla="*/ 17 w 101"/>
                    <a:gd name="T25" fmla="*/ 152 h 192"/>
                    <a:gd name="T26" fmla="*/ 33 w 101"/>
                    <a:gd name="T27" fmla="*/ 136 h 192"/>
                    <a:gd name="T28" fmla="*/ 8 w 101"/>
                    <a:gd name="T29" fmla="*/ 128 h 192"/>
                    <a:gd name="T30" fmla="*/ 25 w 101"/>
                    <a:gd name="T31" fmla="*/ 112 h 192"/>
                    <a:gd name="T32" fmla="*/ 8 w 101"/>
                    <a:gd name="T33" fmla="*/ 96 h 192"/>
                    <a:gd name="T34" fmla="*/ 0 w 101"/>
                    <a:gd name="T35" fmla="*/ 72 h 192"/>
                    <a:gd name="T36" fmla="*/ 17 w 101"/>
                    <a:gd name="T37" fmla="*/ 64 h 192"/>
                    <a:gd name="T38" fmla="*/ 17 w 101"/>
                    <a:gd name="T39" fmla="*/ 48 h 192"/>
                    <a:gd name="T40" fmla="*/ 42 w 101"/>
                    <a:gd name="T41" fmla="*/ 40 h 192"/>
                    <a:gd name="T42" fmla="*/ 75 w 101"/>
                    <a:gd name="T43" fmla="*/ 32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1"/>
                    <a:gd name="T67" fmla="*/ 0 h 192"/>
                    <a:gd name="T68" fmla="*/ 101 w 101"/>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1" h="192">
                      <a:moveTo>
                        <a:pt x="75" y="32"/>
                      </a:moveTo>
                      <a:lnTo>
                        <a:pt x="75" y="0"/>
                      </a:lnTo>
                      <a:lnTo>
                        <a:pt x="92" y="0"/>
                      </a:lnTo>
                      <a:lnTo>
                        <a:pt x="92" y="40"/>
                      </a:lnTo>
                      <a:lnTo>
                        <a:pt x="101" y="56"/>
                      </a:lnTo>
                      <a:lnTo>
                        <a:pt x="101" y="104"/>
                      </a:lnTo>
                      <a:lnTo>
                        <a:pt x="92" y="120"/>
                      </a:lnTo>
                      <a:lnTo>
                        <a:pt x="92" y="152"/>
                      </a:lnTo>
                      <a:lnTo>
                        <a:pt x="67" y="192"/>
                      </a:lnTo>
                      <a:lnTo>
                        <a:pt x="50" y="192"/>
                      </a:lnTo>
                      <a:lnTo>
                        <a:pt x="25" y="176"/>
                      </a:lnTo>
                      <a:lnTo>
                        <a:pt x="33" y="160"/>
                      </a:lnTo>
                      <a:lnTo>
                        <a:pt x="17" y="152"/>
                      </a:lnTo>
                      <a:lnTo>
                        <a:pt x="33" y="136"/>
                      </a:lnTo>
                      <a:lnTo>
                        <a:pt x="8" y="128"/>
                      </a:lnTo>
                      <a:lnTo>
                        <a:pt x="25" y="112"/>
                      </a:lnTo>
                      <a:lnTo>
                        <a:pt x="8" y="96"/>
                      </a:lnTo>
                      <a:lnTo>
                        <a:pt x="0" y="72"/>
                      </a:lnTo>
                      <a:lnTo>
                        <a:pt x="17" y="64"/>
                      </a:lnTo>
                      <a:lnTo>
                        <a:pt x="17" y="48"/>
                      </a:lnTo>
                      <a:lnTo>
                        <a:pt x="42" y="40"/>
                      </a:lnTo>
                      <a:lnTo>
                        <a:pt x="75" y="32"/>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72" name="Freeform 28"/>
                <p:cNvSpPr>
                  <a:spLocks/>
                </p:cNvSpPr>
                <p:nvPr/>
              </p:nvSpPr>
              <p:spPr bwMode="auto">
                <a:xfrm>
                  <a:off x="2075" y="3532"/>
                  <a:ext cx="101" cy="192"/>
                </a:xfrm>
                <a:custGeom>
                  <a:avLst/>
                  <a:gdLst>
                    <a:gd name="T0" fmla="*/ 75 w 101"/>
                    <a:gd name="T1" fmla="*/ 32 h 192"/>
                    <a:gd name="T2" fmla="*/ 75 w 101"/>
                    <a:gd name="T3" fmla="*/ 0 h 192"/>
                    <a:gd name="T4" fmla="*/ 92 w 101"/>
                    <a:gd name="T5" fmla="*/ 0 h 192"/>
                    <a:gd name="T6" fmla="*/ 92 w 101"/>
                    <a:gd name="T7" fmla="*/ 40 h 192"/>
                    <a:gd name="T8" fmla="*/ 101 w 101"/>
                    <a:gd name="T9" fmla="*/ 56 h 192"/>
                    <a:gd name="T10" fmla="*/ 101 w 101"/>
                    <a:gd name="T11" fmla="*/ 104 h 192"/>
                    <a:gd name="T12" fmla="*/ 92 w 101"/>
                    <a:gd name="T13" fmla="*/ 120 h 192"/>
                    <a:gd name="T14" fmla="*/ 92 w 101"/>
                    <a:gd name="T15" fmla="*/ 152 h 192"/>
                    <a:gd name="T16" fmla="*/ 67 w 101"/>
                    <a:gd name="T17" fmla="*/ 192 h 192"/>
                    <a:gd name="T18" fmla="*/ 50 w 101"/>
                    <a:gd name="T19" fmla="*/ 192 h 192"/>
                    <a:gd name="T20" fmla="*/ 25 w 101"/>
                    <a:gd name="T21" fmla="*/ 176 h 192"/>
                    <a:gd name="T22" fmla="*/ 33 w 101"/>
                    <a:gd name="T23" fmla="*/ 160 h 192"/>
                    <a:gd name="T24" fmla="*/ 17 w 101"/>
                    <a:gd name="T25" fmla="*/ 152 h 192"/>
                    <a:gd name="T26" fmla="*/ 33 w 101"/>
                    <a:gd name="T27" fmla="*/ 136 h 192"/>
                    <a:gd name="T28" fmla="*/ 8 w 101"/>
                    <a:gd name="T29" fmla="*/ 128 h 192"/>
                    <a:gd name="T30" fmla="*/ 25 w 101"/>
                    <a:gd name="T31" fmla="*/ 112 h 192"/>
                    <a:gd name="T32" fmla="*/ 8 w 101"/>
                    <a:gd name="T33" fmla="*/ 96 h 192"/>
                    <a:gd name="T34" fmla="*/ 0 w 101"/>
                    <a:gd name="T35" fmla="*/ 72 h 192"/>
                    <a:gd name="T36" fmla="*/ 17 w 101"/>
                    <a:gd name="T37" fmla="*/ 64 h 192"/>
                    <a:gd name="T38" fmla="*/ 17 w 101"/>
                    <a:gd name="T39" fmla="*/ 48 h 192"/>
                    <a:gd name="T40" fmla="*/ 42 w 101"/>
                    <a:gd name="T41" fmla="*/ 40 h 192"/>
                    <a:gd name="T42" fmla="*/ 75 w 101"/>
                    <a:gd name="T43" fmla="*/ 32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1"/>
                    <a:gd name="T67" fmla="*/ 0 h 192"/>
                    <a:gd name="T68" fmla="*/ 101 w 101"/>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1" h="192">
                      <a:moveTo>
                        <a:pt x="75" y="32"/>
                      </a:moveTo>
                      <a:lnTo>
                        <a:pt x="75" y="0"/>
                      </a:lnTo>
                      <a:lnTo>
                        <a:pt x="92" y="0"/>
                      </a:lnTo>
                      <a:lnTo>
                        <a:pt x="92" y="40"/>
                      </a:lnTo>
                      <a:lnTo>
                        <a:pt x="101" y="56"/>
                      </a:lnTo>
                      <a:lnTo>
                        <a:pt x="101" y="104"/>
                      </a:lnTo>
                      <a:lnTo>
                        <a:pt x="92" y="120"/>
                      </a:lnTo>
                      <a:lnTo>
                        <a:pt x="92" y="152"/>
                      </a:lnTo>
                      <a:lnTo>
                        <a:pt x="67" y="192"/>
                      </a:lnTo>
                      <a:lnTo>
                        <a:pt x="50" y="192"/>
                      </a:lnTo>
                      <a:lnTo>
                        <a:pt x="25" y="176"/>
                      </a:lnTo>
                      <a:lnTo>
                        <a:pt x="33" y="160"/>
                      </a:lnTo>
                      <a:lnTo>
                        <a:pt x="17" y="152"/>
                      </a:lnTo>
                      <a:lnTo>
                        <a:pt x="33" y="136"/>
                      </a:lnTo>
                      <a:lnTo>
                        <a:pt x="8" y="128"/>
                      </a:lnTo>
                      <a:lnTo>
                        <a:pt x="25" y="112"/>
                      </a:lnTo>
                      <a:lnTo>
                        <a:pt x="8" y="96"/>
                      </a:lnTo>
                      <a:lnTo>
                        <a:pt x="0" y="72"/>
                      </a:lnTo>
                      <a:lnTo>
                        <a:pt x="17" y="64"/>
                      </a:lnTo>
                      <a:lnTo>
                        <a:pt x="17" y="48"/>
                      </a:lnTo>
                      <a:lnTo>
                        <a:pt x="42" y="40"/>
                      </a:lnTo>
                      <a:lnTo>
                        <a:pt x="75" y="32"/>
                      </a:lnTo>
                      <a:close/>
                    </a:path>
                  </a:pathLst>
                </a:custGeom>
                <a:solidFill>
                  <a:srgbClr val="99CCFF"/>
                </a:solidFill>
                <a:ln w="12700">
                  <a:solidFill>
                    <a:srgbClr val="000000"/>
                  </a:solidFill>
                  <a:prstDash val="solid"/>
                  <a:round/>
                  <a:headEnd/>
                  <a:tailEnd/>
                </a:ln>
              </p:spPr>
              <p:txBody>
                <a:bodyPr/>
                <a:lstStyle/>
                <a:p>
                  <a:endParaRPr lang="en-GB"/>
                </a:p>
              </p:txBody>
            </p:sp>
            <p:sp>
              <p:nvSpPr>
                <p:cNvPr id="12373" name="Freeform 31"/>
                <p:cNvSpPr>
                  <a:spLocks/>
                </p:cNvSpPr>
                <p:nvPr/>
              </p:nvSpPr>
              <p:spPr bwMode="auto">
                <a:xfrm>
                  <a:off x="1906" y="3044"/>
                  <a:ext cx="1180" cy="1080"/>
                </a:xfrm>
                <a:custGeom>
                  <a:avLst/>
                  <a:gdLst>
                    <a:gd name="T0" fmla="*/ 1121 w 1180"/>
                    <a:gd name="T1" fmla="*/ 728 h 1080"/>
                    <a:gd name="T2" fmla="*/ 1003 w 1180"/>
                    <a:gd name="T3" fmla="*/ 672 h 1080"/>
                    <a:gd name="T4" fmla="*/ 935 w 1180"/>
                    <a:gd name="T5" fmla="*/ 616 h 1080"/>
                    <a:gd name="T6" fmla="*/ 902 w 1180"/>
                    <a:gd name="T7" fmla="*/ 584 h 1080"/>
                    <a:gd name="T8" fmla="*/ 817 w 1180"/>
                    <a:gd name="T9" fmla="*/ 592 h 1080"/>
                    <a:gd name="T10" fmla="*/ 733 w 1180"/>
                    <a:gd name="T11" fmla="*/ 528 h 1080"/>
                    <a:gd name="T12" fmla="*/ 683 w 1180"/>
                    <a:gd name="T13" fmla="*/ 448 h 1080"/>
                    <a:gd name="T14" fmla="*/ 556 w 1180"/>
                    <a:gd name="T15" fmla="*/ 344 h 1080"/>
                    <a:gd name="T16" fmla="*/ 523 w 1180"/>
                    <a:gd name="T17" fmla="*/ 280 h 1080"/>
                    <a:gd name="T18" fmla="*/ 548 w 1180"/>
                    <a:gd name="T19" fmla="*/ 240 h 1080"/>
                    <a:gd name="T20" fmla="*/ 531 w 1180"/>
                    <a:gd name="T21" fmla="*/ 216 h 1080"/>
                    <a:gd name="T22" fmla="*/ 556 w 1180"/>
                    <a:gd name="T23" fmla="*/ 184 h 1080"/>
                    <a:gd name="T24" fmla="*/ 649 w 1180"/>
                    <a:gd name="T25" fmla="*/ 144 h 1080"/>
                    <a:gd name="T26" fmla="*/ 649 w 1180"/>
                    <a:gd name="T27" fmla="*/ 56 h 1080"/>
                    <a:gd name="T28" fmla="*/ 514 w 1180"/>
                    <a:gd name="T29" fmla="*/ 0 h 1080"/>
                    <a:gd name="T30" fmla="*/ 405 w 1180"/>
                    <a:gd name="T31" fmla="*/ 40 h 1080"/>
                    <a:gd name="T32" fmla="*/ 354 w 1180"/>
                    <a:gd name="T33" fmla="*/ 64 h 1080"/>
                    <a:gd name="T34" fmla="*/ 295 w 1180"/>
                    <a:gd name="T35" fmla="*/ 80 h 1080"/>
                    <a:gd name="T36" fmla="*/ 228 w 1180"/>
                    <a:gd name="T37" fmla="*/ 152 h 1080"/>
                    <a:gd name="T38" fmla="*/ 118 w 1180"/>
                    <a:gd name="T39" fmla="*/ 136 h 1080"/>
                    <a:gd name="T40" fmla="*/ 42 w 1180"/>
                    <a:gd name="T41" fmla="*/ 208 h 1080"/>
                    <a:gd name="T42" fmla="*/ 25 w 1180"/>
                    <a:gd name="T43" fmla="*/ 272 h 1080"/>
                    <a:gd name="T44" fmla="*/ 93 w 1180"/>
                    <a:gd name="T45" fmla="*/ 352 h 1080"/>
                    <a:gd name="T46" fmla="*/ 93 w 1180"/>
                    <a:gd name="T47" fmla="*/ 392 h 1080"/>
                    <a:gd name="T48" fmla="*/ 160 w 1180"/>
                    <a:gd name="T49" fmla="*/ 344 h 1080"/>
                    <a:gd name="T50" fmla="*/ 202 w 1180"/>
                    <a:gd name="T51" fmla="*/ 320 h 1080"/>
                    <a:gd name="T52" fmla="*/ 261 w 1180"/>
                    <a:gd name="T53" fmla="*/ 352 h 1080"/>
                    <a:gd name="T54" fmla="*/ 312 w 1180"/>
                    <a:gd name="T55" fmla="*/ 368 h 1080"/>
                    <a:gd name="T56" fmla="*/ 337 w 1180"/>
                    <a:gd name="T57" fmla="*/ 424 h 1080"/>
                    <a:gd name="T58" fmla="*/ 371 w 1180"/>
                    <a:gd name="T59" fmla="*/ 496 h 1080"/>
                    <a:gd name="T60" fmla="*/ 430 w 1180"/>
                    <a:gd name="T61" fmla="*/ 552 h 1080"/>
                    <a:gd name="T62" fmla="*/ 497 w 1180"/>
                    <a:gd name="T63" fmla="*/ 592 h 1080"/>
                    <a:gd name="T64" fmla="*/ 607 w 1180"/>
                    <a:gd name="T65" fmla="*/ 680 h 1080"/>
                    <a:gd name="T66" fmla="*/ 649 w 1180"/>
                    <a:gd name="T67" fmla="*/ 688 h 1080"/>
                    <a:gd name="T68" fmla="*/ 742 w 1180"/>
                    <a:gd name="T69" fmla="*/ 744 h 1080"/>
                    <a:gd name="T70" fmla="*/ 775 w 1180"/>
                    <a:gd name="T71" fmla="*/ 752 h 1080"/>
                    <a:gd name="T72" fmla="*/ 809 w 1180"/>
                    <a:gd name="T73" fmla="*/ 768 h 1080"/>
                    <a:gd name="T74" fmla="*/ 851 w 1180"/>
                    <a:gd name="T75" fmla="*/ 824 h 1080"/>
                    <a:gd name="T76" fmla="*/ 927 w 1180"/>
                    <a:gd name="T77" fmla="*/ 856 h 1080"/>
                    <a:gd name="T78" fmla="*/ 978 w 1180"/>
                    <a:gd name="T79" fmla="*/ 984 h 1080"/>
                    <a:gd name="T80" fmla="*/ 935 w 1180"/>
                    <a:gd name="T81" fmla="*/ 1000 h 1080"/>
                    <a:gd name="T82" fmla="*/ 927 w 1180"/>
                    <a:gd name="T83" fmla="*/ 1040 h 1080"/>
                    <a:gd name="T84" fmla="*/ 935 w 1180"/>
                    <a:gd name="T85" fmla="*/ 1072 h 1080"/>
                    <a:gd name="T86" fmla="*/ 978 w 1180"/>
                    <a:gd name="T87" fmla="*/ 1072 h 1080"/>
                    <a:gd name="T88" fmla="*/ 1011 w 1180"/>
                    <a:gd name="T89" fmla="*/ 1000 h 1080"/>
                    <a:gd name="T90" fmla="*/ 1070 w 1180"/>
                    <a:gd name="T91" fmla="*/ 952 h 1080"/>
                    <a:gd name="T92" fmla="*/ 1053 w 1180"/>
                    <a:gd name="T93" fmla="*/ 888 h 1080"/>
                    <a:gd name="T94" fmla="*/ 1003 w 1180"/>
                    <a:gd name="T95" fmla="*/ 864 h 1080"/>
                    <a:gd name="T96" fmla="*/ 1011 w 1180"/>
                    <a:gd name="T97" fmla="*/ 800 h 1080"/>
                    <a:gd name="T98" fmla="*/ 1045 w 1180"/>
                    <a:gd name="T99" fmla="*/ 768 h 1080"/>
                    <a:gd name="T100" fmla="*/ 1146 w 1180"/>
                    <a:gd name="T101" fmla="*/ 792 h 1080"/>
                    <a:gd name="T102" fmla="*/ 1180 w 1180"/>
                    <a:gd name="T103" fmla="*/ 784 h 10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180"/>
                    <a:gd name="T157" fmla="*/ 0 h 1080"/>
                    <a:gd name="T158" fmla="*/ 1180 w 1180"/>
                    <a:gd name="T159" fmla="*/ 1080 h 108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180" h="1080">
                      <a:moveTo>
                        <a:pt x="1155" y="752"/>
                      </a:moveTo>
                      <a:lnTo>
                        <a:pt x="1121" y="728"/>
                      </a:lnTo>
                      <a:lnTo>
                        <a:pt x="1087" y="712"/>
                      </a:lnTo>
                      <a:lnTo>
                        <a:pt x="1003" y="672"/>
                      </a:lnTo>
                      <a:lnTo>
                        <a:pt x="919" y="632"/>
                      </a:lnTo>
                      <a:lnTo>
                        <a:pt x="935" y="616"/>
                      </a:lnTo>
                      <a:lnTo>
                        <a:pt x="927" y="600"/>
                      </a:lnTo>
                      <a:lnTo>
                        <a:pt x="902" y="584"/>
                      </a:lnTo>
                      <a:lnTo>
                        <a:pt x="868" y="592"/>
                      </a:lnTo>
                      <a:lnTo>
                        <a:pt x="817" y="592"/>
                      </a:lnTo>
                      <a:lnTo>
                        <a:pt x="775" y="568"/>
                      </a:lnTo>
                      <a:lnTo>
                        <a:pt x="733" y="528"/>
                      </a:lnTo>
                      <a:lnTo>
                        <a:pt x="708" y="488"/>
                      </a:lnTo>
                      <a:lnTo>
                        <a:pt x="683" y="448"/>
                      </a:lnTo>
                      <a:lnTo>
                        <a:pt x="641" y="408"/>
                      </a:lnTo>
                      <a:lnTo>
                        <a:pt x="556" y="344"/>
                      </a:lnTo>
                      <a:lnTo>
                        <a:pt x="523" y="296"/>
                      </a:lnTo>
                      <a:lnTo>
                        <a:pt x="523" y="280"/>
                      </a:lnTo>
                      <a:lnTo>
                        <a:pt x="539" y="256"/>
                      </a:lnTo>
                      <a:lnTo>
                        <a:pt x="548" y="240"/>
                      </a:lnTo>
                      <a:lnTo>
                        <a:pt x="539" y="224"/>
                      </a:lnTo>
                      <a:lnTo>
                        <a:pt x="531" y="216"/>
                      </a:lnTo>
                      <a:lnTo>
                        <a:pt x="531" y="200"/>
                      </a:lnTo>
                      <a:lnTo>
                        <a:pt x="556" y="184"/>
                      </a:lnTo>
                      <a:lnTo>
                        <a:pt x="641" y="152"/>
                      </a:lnTo>
                      <a:lnTo>
                        <a:pt x="649" y="144"/>
                      </a:lnTo>
                      <a:lnTo>
                        <a:pt x="641" y="88"/>
                      </a:lnTo>
                      <a:lnTo>
                        <a:pt x="649" y="56"/>
                      </a:lnTo>
                      <a:lnTo>
                        <a:pt x="531" y="24"/>
                      </a:lnTo>
                      <a:lnTo>
                        <a:pt x="514" y="0"/>
                      </a:lnTo>
                      <a:lnTo>
                        <a:pt x="438" y="8"/>
                      </a:lnTo>
                      <a:lnTo>
                        <a:pt x="405" y="40"/>
                      </a:lnTo>
                      <a:lnTo>
                        <a:pt x="371" y="32"/>
                      </a:lnTo>
                      <a:lnTo>
                        <a:pt x="354" y="64"/>
                      </a:lnTo>
                      <a:lnTo>
                        <a:pt x="320" y="64"/>
                      </a:lnTo>
                      <a:lnTo>
                        <a:pt x="295" y="80"/>
                      </a:lnTo>
                      <a:lnTo>
                        <a:pt x="253" y="72"/>
                      </a:lnTo>
                      <a:lnTo>
                        <a:pt x="228" y="152"/>
                      </a:lnTo>
                      <a:lnTo>
                        <a:pt x="160" y="72"/>
                      </a:lnTo>
                      <a:lnTo>
                        <a:pt x="118" y="136"/>
                      </a:lnTo>
                      <a:lnTo>
                        <a:pt x="25" y="144"/>
                      </a:lnTo>
                      <a:lnTo>
                        <a:pt x="42" y="208"/>
                      </a:lnTo>
                      <a:lnTo>
                        <a:pt x="0" y="232"/>
                      </a:lnTo>
                      <a:lnTo>
                        <a:pt x="25" y="272"/>
                      </a:lnTo>
                      <a:lnTo>
                        <a:pt x="17" y="320"/>
                      </a:lnTo>
                      <a:lnTo>
                        <a:pt x="93" y="352"/>
                      </a:lnTo>
                      <a:lnTo>
                        <a:pt x="76" y="392"/>
                      </a:lnTo>
                      <a:lnTo>
                        <a:pt x="93" y="392"/>
                      </a:lnTo>
                      <a:lnTo>
                        <a:pt x="135" y="376"/>
                      </a:lnTo>
                      <a:lnTo>
                        <a:pt x="160" y="344"/>
                      </a:lnTo>
                      <a:lnTo>
                        <a:pt x="177" y="328"/>
                      </a:lnTo>
                      <a:lnTo>
                        <a:pt x="202" y="320"/>
                      </a:lnTo>
                      <a:lnTo>
                        <a:pt x="244" y="336"/>
                      </a:lnTo>
                      <a:lnTo>
                        <a:pt x="261" y="352"/>
                      </a:lnTo>
                      <a:lnTo>
                        <a:pt x="278" y="368"/>
                      </a:lnTo>
                      <a:lnTo>
                        <a:pt x="312" y="368"/>
                      </a:lnTo>
                      <a:lnTo>
                        <a:pt x="329" y="384"/>
                      </a:lnTo>
                      <a:lnTo>
                        <a:pt x="337" y="424"/>
                      </a:lnTo>
                      <a:lnTo>
                        <a:pt x="362" y="472"/>
                      </a:lnTo>
                      <a:lnTo>
                        <a:pt x="371" y="496"/>
                      </a:lnTo>
                      <a:lnTo>
                        <a:pt x="396" y="512"/>
                      </a:lnTo>
                      <a:lnTo>
                        <a:pt x="430" y="552"/>
                      </a:lnTo>
                      <a:lnTo>
                        <a:pt x="472" y="576"/>
                      </a:lnTo>
                      <a:lnTo>
                        <a:pt x="497" y="592"/>
                      </a:lnTo>
                      <a:lnTo>
                        <a:pt x="514" y="608"/>
                      </a:lnTo>
                      <a:lnTo>
                        <a:pt x="607" y="680"/>
                      </a:lnTo>
                      <a:lnTo>
                        <a:pt x="624" y="696"/>
                      </a:lnTo>
                      <a:lnTo>
                        <a:pt x="649" y="688"/>
                      </a:lnTo>
                      <a:lnTo>
                        <a:pt x="708" y="712"/>
                      </a:lnTo>
                      <a:lnTo>
                        <a:pt x="742" y="744"/>
                      </a:lnTo>
                      <a:lnTo>
                        <a:pt x="767" y="744"/>
                      </a:lnTo>
                      <a:lnTo>
                        <a:pt x="775" y="752"/>
                      </a:lnTo>
                      <a:lnTo>
                        <a:pt x="775" y="768"/>
                      </a:lnTo>
                      <a:lnTo>
                        <a:pt x="809" y="768"/>
                      </a:lnTo>
                      <a:lnTo>
                        <a:pt x="826" y="800"/>
                      </a:lnTo>
                      <a:lnTo>
                        <a:pt x="851" y="824"/>
                      </a:lnTo>
                      <a:lnTo>
                        <a:pt x="893" y="840"/>
                      </a:lnTo>
                      <a:lnTo>
                        <a:pt x="927" y="856"/>
                      </a:lnTo>
                      <a:lnTo>
                        <a:pt x="944" y="904"/>
                      </a:lnTo>
                      <a:lnTo>
                        <a:pt x="978" y="984"/>
                      </a:lnTo>
                      <a:lnTo>
                        <a:pt x="952" y="984"/>
                      </a:lnTo>
                      <a:lnTo>
                        <a:pt x="935" y="1000"/>
                      </a:lnTo>
                      <a:lnTo>
                        <a:pt x="935" y="1016"/>
                      </a:lnTo>
                      <a:lnTo>
                        <a:pt x="927" y="1040"/>
                      </a:lnTo>
                      <a:lnTo>
                        <a:pt x="919" y="1056"/>
                      </a:lnTo>
                      <a:lnTo>
                        <a:pt x="935" y="1072"/>
                      </a:lnTo>
                      <a:lnTo>
                        <a:pt x="952" y="1080"/>
                      </a:lnTo>
                      <a:lnTo>
                        <a:pt x="978" y="1072"/>
                      </a:lnTo>
                      <a:lnTo>
                        <a:pt x="994" y="1040"/>
                      </a:lnTo>
                      <a:lnTo>
                        <a:pt x="1011" y="1000"/>
                      </a:lnTo>
                      <a:lnTo>
                        <a:pt x="1028" y="960"/>
                      </a:lnTo>
                      <a:lnTo>
                        <a:pt x="1070" y="952"/>
                      </a:lnTo>
                      <a:lnTo>
                        <a:pt x="1070" y="904"/>
                      </a:lnTo>
                      <a:lnTo>
                        <a:pt x="1053" y="888"/>
                      </a:lnTo>
                      <a:lnTo>
                        <a:pt x="1028" y="880"/>
                      </a:lnTo>
                      <a:lnTo>
                        <a:pt x="1003" y="864"/>
                      </a:lnTo>
                      <a:lnTo>
                        <a:pt x="994" y="848"/>
                      </a:lnTo>
                      <a:lnTo>
                        <a:pt x="1011" y="800"/>
                      </a:lnTo>
                      <a:lnTo>
                        <a:pt x="1028" y="776"/>
                      </a:lnTo>
                      <a:lnTo>
                        <a:pt x="1045" y="768"/>
                      </a:lnTo>
                      <a:lnTo>
                        <a:pt x="1104" y="776"/>
                      </a:lnTo>
                      <a:lnTo>
                        <a:pt x="1146" y="792"/>
                      </a:lnTo>
                      <a:lnTo>
                        <a:pt x="1180" y="824"/>
                      </a:lnTo>
                      <a:lnTo>
                        <a:pt x="1180" y="784"/>
                      </a:lnTo>
                      <a:lnTo>
                        <a:pt x="1155" y="752"/>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74" name="Freeform 32"/>
                <p:cNvSpPr>
                  <a:spLocks/>
                </p:cNvSpPr>
                <p:nvPr/>
              </p:nvSpPr>
              <p:spPr bwMode="auto">
                <a:xfrm>
                  <a:off x="912" y="2532"/>
                  <a:ext cx="1146" cy="1088"/>
                </a:xfrm>
                <a:custGeom>
                  <a:avLst/>
                  <a:gdLst>
                    <a:gd name="T0" fmla="*/ 969 w 1146"/>
                    <a:gd name="T1" fmla="*/ 600 h 1088"/>
                    <a:gd name="T2" fmla="*/ 944 w 1146"/>
                    <a:gd name="T3" fmla="*/ 584 h 1088"/>
                    <a:gd name="T4" fmla="*/ 986 w 1146"/>
                    <a:gd name="T5" fmla="*/ 520 h 1088"/>
                    <a:gd name="T6" fmla="*/ 1019 w 1146"/>
                    <a:gd name="T7" fmla="*/ 472 h 1088"/>
                    <a:gd name="T8" fmla="*/ 1087 w 1146"/>
                    <a:gd name="T9" fmla="*/ 448 h 1088"/>
                    <a:gd name="T10" fmla="*/ 1112 w 1146"/>
                    <a:gd name="T11" fmla="*/ 320 h 1088"/>
                    <a:gd name="T12" fmla="*/ 1095 w 1146"/>
                    <a:gd name="T13" fmla="*/ 272 h 1088"/>
                    <a:gd name="T14" fmla="*/ 1011 w 1146"/>
                    <a:gd name="T15" fmla="*/ 248 h 1088"/>
                    <a:gd name="T16" fmla="*/ 927 w 1146"/>
                    <a:gd name="T17" fmla="*/ 208 h 1088"/>
                    <a:gd name="T18" fmla="*/ 851 w 1146"/>
                    <a:gd name="T19" fmla="*/ 136 h 1088"/>
                    <a:gd name="T20" fmla="*/ 809 w 1146"/>
                    <a:gd name="T21" fmla="*/ 112 h 1088"/>
                    <a:gd name="T22" fmla="*/ 767 w 1146"/>
                    <a:gd name="T23" fmla="*/ 88 h 1088"/>
                    <a:gd name="T24" fmla="*/ 708 w 1146"/>
                    <a:gd name="T25" fmla="*/ 48 h 1088"/>
                    <a:gd name="T26" fmla="*/ 666 w 1146"/>
                    <a:gd name="T27" fmla="*/ 0 h 1088"/>
                    <a:gd name="T28" fmla="*/ 598 w 1146"/>
                    <a:gd name="T29" fmla="*/ 24 h 1088"/>
                    <a:gd name="T30" fmla="*/ 564 w 1146"/>
                    <a:gd name="T31" fmla="*/ 104 h 1088"/>
                    <a:gd name="T32" fmla="*/ 489 w 1146"/>
                    <a:gd name="T33" fmla="*/ 136 h 1088"/>
                    <a:gd name="T34" fmla="*/ 455 w 1146"/>
                    <a:gd name="T35" fmla="*/ 168 h 1088"/>
                    <a:gd name="T36" fmla="*/ 413 w 1146"/>
                    <a:gd name="T37" fmla="*/ 184 h 1088"/>
                    <a:gd name="T38" fmla="*/ 345 w 1146"/>
                    <a:gd name="T39" fmla="*/ 160 h 1088"/>
                    <a:gd name="T40" fmla="*/ 269 w 1146"/>
                    <a:gd name="T41" fmla="*/ 144 h 1088"/>
                    <a:gd name="T42" fmla="*/ 303 w 1146"/>
                    <a:gd name="T43" fmla="*/ 256 h 1088"/>
                    <a:gd name="T44" fmla="*/ 211 w 1146"/>
                    <a:gd name="T45" fmla="*/ 240 h 1088"/>
                    <a:gd name="T46" fmla="*/ 177 w 1146"/>
                    <a:gd name="T47" fmla="*/ 232 h 1088"/>
                    <a:gd name="T48" fmla="*/ 126 w 1146"/>
                    <a:gd name="T49" fmla="*/ 208 h 1088"/>
                    <a:gd name="T50" fmla="*/ 84 w 1146"/>
                    <a:gd name="T51" fmla="*/ 216 h 1088"/>
                    <a:gd name="T52" fmla="*/ 8 w 1146"/>
                    <a:gd name="T53" fmla="*/ 232 h 1088"/>
                    <a:gd name="T54" fmla="*/ 8 w 1146"/>
                    <a:gd name="T55" fmla="*/ 248 h 1088"/>
                    <a:gd name="T56" fmla="*/ 25 w 1146"/>
                    <a:gd name="T57" fmla="*/ 272 h 1088"/>
                    <a:gd name="T58" fmla="*/ 17 w 1146"/>
                    <a:gd name="T59" fmla="*/ 288 h 1088"/>
                    <a:gd name="T60" fmla="*/ 42 w 1146"/>
                    <a:gd name="T61" fmla="*/ 312 h 1088"/>
                    <a:gd name="T62" fmla="*/ 109 w 1146"/>
                    <a:gd name="T63" fmla="*/ 328 h 1088"/>
                    <a:gd name="T64" fmla="*/ 160 w 1146"/>
                    <a:gd name="T65" fmla="*/ 368 h 1088"/>
                    <a:gd name="T66" fmla="*/ 194 w 1146"/>
                    <a:gd name="T67" fmla="*/ 400 h 1088"/>
                    <a:gd name="T68" fmla="*/ 211 w 1146"/>
                    <a:gd name="T69" fmla="*/ 448 h 1088"/>
                    <a:gd name="T70" fmla="*/ 269 w 1146"/>
                    <a:gd name="T71" fmla="*/ 536 h 1088"/>
                    <a:gd name="T72" fmla="*/ 278 w 1146"/>
                    <a:gd name="T73" fmla="*/ 584 h 1088"/>
                    <a:gd name="T74" fmla="*/ 295 w 1146"/>
                    <a:gd name="T75" fmla="*/ 640 h 1088"/>
                    <a:gd name="T76" fmla="*/ 236 w 1146"/>
                    <a:gd name="T77" fmla="*/ 776 h 1088"/>
                    <a:gd name="T78" fmla="*/ 177 w 1146"/>
                    <a:gd name="T79" fmla="*/ 872 h 1088"/>
                    <a:gd name="T80" fmla="*/ 160 w 1146"/>
                    <a:gd name="T81" fmla="*/ 888 h 1088"/>
                    <a:gd name="T82" fmla="*/ 244 w 1146"/>
                    <a:gd name="T83" fmla="*/ 960 h 1088"/>
                    <a:gd name="T84" fmla="*/ 320 w 1146"/>
                    <a:gd name="T85" fmla="*/ 992 h 1088"/>
                    <a:gd name="T86" fmla="*/ 396 w 1146"/>
                    <a:gd name="T87" fmla="*/ 1024 h 1088"/>
                    <a:gd name="T88" fmla="*/ 522 w 1146"/>
                    <a:gd name="T89" fmla="*/ 1056 h 1088"/>
                    <a:gd name="T90" fmla="*/ 607 w 1146"/>
                    <a:gd name="T91" fmla="*/ 1088 h 1088"/>
                    <a:gd name="T92" fmla="*/ 640 w 1146"/>
                    <a:gd name="T93" fmla="*/ 1064 h 1088"/>
                    <a:gd name="T94" fmla="*/ 632 w 1146"/>
                    <a:gd name="T95" fmla="*/ 992 h 1088"/>
                    <a:gd name="T96" fmla="*/ 682 w 1146"/>
                    <a:gd name="T97" fmla="*/ 944 h 1088"/>
                    <a:gd name="T98" fmla="*/ 750 w 1146"/>
                    <a:gd name="T99" fmla="*/ 928 h 1088"/>
                    <a:gd name="T100" fmla="*/ 876 w 1146"/>
                    <a:gd name="T101" fmla="*/ 968 h 1088"/>
                    <a:gd name="T102" fmla="*/ 944 w 1146"/>
                    <a:gd name="T103" fmla="*/ 984 h 1088"/>
                    <a:gd name="T104" fmla="*/ 969 w 1146"/>
                    <a:gd name="T105" fmla="*/ 968 h 1088"/>
                    <a:gd name="T106" fmla="*/ 1019 w 1146"/>
                    <a:gd name="T107" fmla="*/ 928 h 1088"/>
                    <a:gd name="T108" fmla="*/ 1087 w 1146"/>
                    <a:gd name="T109" fmla="*/ 864 h 1088"/>
                    <a:gd name="T110" fmla="*/ 1019 w 1146"/>
                    <a:gd name="T111" fmla="*/ 784 h 1088"/>
                    <a:gd name="T112" fmla="*/ 1036 w 1146"/>
                    <a:gd name="T113" fmla="*/ 720 h 1088"/>
                    <a:gd name="T114" fmla="*/ 1036 w 1146"/>
                    <a:gd name="T115" fmla="*/ 656 h 1088"/>
                    <a:gd name="T116" fmla="*/ 1011 w 1146"/>
                    <a:gd name="T117" fmla="*/ 616 h 10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46"/>
                    <a:gd name="T178" fmla="*/ 0 h 1088"/>
                    <a:gd name="T179" fmla="*/ 1146 w 1146"/>
                    <a:gd name="T180" fmla="*/ 1088 h 10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46" h="1088">
                      <a:moveTo>
                        <a:pt x="1011" y="616"/>
                      </a:moveTo>
                      <a:lnTo>
                        <a:pt x="969" y="600"/>
                      </a:lnTo>
                      <a:lnTo>
                        <a:pt x="935" y="616"/>
                      </a:lnTo>
                      <a:lnTo>
                        <a:pt x="944" y="584"/>
                      </a:lnTo>
                      <a:lnTo>
                        <a:pt x="977" y="544"/>
                      </a:lnTo>
                      <a:lnTo>
                        <a:pt x="986" y="520"/>
                      </a:lnTo>
                      <a:lnTo>
                        <a:pt x="1011" y="504"/>
                      </a:lnTo>
                      <a:lnTo>
                        <a:pt x="1019" y="472"/>
                      </a:lnTo>
                      <a:lnTo>
                        <a:pt x="1053" y="464"/>
                      </a:lnTo>
                      <a:lnTo>
                        <a:pt x="1087" y="448"/>
                      </a:lnTo>
                      <a:lnTo>
                        <a:pt x="1104" y="360"/>
                      </a:lnTo>
                      <a:lnTo>
                        <a:pt x="1112" y="320"/>
                      </a:lnTo>
                      <a:lnTo>
                        <a:pt x="1146" y="288"/>
                      </a:lnTo>
                      <a:lnTo>
                        <a:pt x="1095" y="272"/>
                      </a:lnTo>
                      <a:lnTo>
                        <a:pt x="1036" y="256"/>
                      </a:lnTo>
                      <a:lnTo>
                        <a:pt x="1011" y="248"/>
                      </a:lnTo>
                      <a:lnTo>
                        <a:pt x="986" y="216"/>
                      </a:lnTo>
                      <a:lnTo>
                        <a:pt x="927" y="208"/>
                      </a:lnTo>
                      <a:lnTo>
                        <a:pt x="868" y="168"/>
                      </a:lnTo>
                      <a:lnTo>
                        <a:pt x="851" y="136"/>
                      </a:lnTo>
                      <a:lnTo>
                        <a:pt x="809" y="144"/>
                      </a:lnTo>
                      <a:lnTo>
                        <a:pt x="809" y="112"/>
                      </a:lnTo>
                      <a:lnTo>
                        <a:pt x="767" y="96"/>
                      </a:lnTo>
                      <a:lnTo>
                        <a:pt x="767" y="88"/>
                      </a:lnTo>
                      <a:lnTo>
                        <a:pt x="733" y="72"/>
                      </a:lnTo>
                      <a:lnTo>
                        <a:pt x="708" y="48"/>
                      </a:lnTo>
                      <a:lnTo>
                        <a:pt x="682" y="16"/>
                      </a:lnTo>
                      <a:lnTo>
                        <a:pt x="666" y="0"/>
                      </a:lnTo>
                      <a:lnTo>
                        <a:pt x="623" y="8"/>
                      </a:lnTo>
                      <a:lnTo>
                        <a:pt x="598" y="24"/>
                      </a:lnTo>
                      <a:lnTo>
                        <a:pt x="581" y="88"/>
                      </a:lnTo>
                      <a:lnTo>
                        <a:pt x="564" y="104"/>
                      </a:lnTo>
                      <a:lnTo>
                        <a:pt x="539" y="120"/>
                      </a:lnTo>
                      <a:lnTo>
                        <a:pt x="489" y="136"/>
                      </a:lnTo>
                      <a:lnTo>
                        <a:pt x="463" y="144"/>
                      </a:lnTo>
                      <a:lnTo>
                        <a:pt x="455" y="168"/>
                      </a:lnTo>
                      <a:lnTo>
                        <a:pt x="446" y="184"/>
                      </a:lnTo>
                      <a:lnTo>
                        <a:pt x="413" y="184"/>
                      </a:lnTo>
                      <a:lnTo>
                        <a:pt x="362" y="168"/>
                      </a:lnTo>
                      <a:lnTo>
                        <a:pt x="345" y="160"/>
                      </a:lnTo>
                      <a:lnTo>
                        <a:pt x="328" y="144"/>
                      </a:lnTo>
                      <a:lnTo>
                        <a:pt x="269" y="144"/>
                      </a:lnTo>
                      <a:lnTo>
                        <a:pt x="295" y="200"/>
                      </a:lnTo>
                      <a:lnTo>
                        <a:pt x="303" y="256"/>
                      </a:lnTo>
                      <a:lnTo>
                        <a:pt x="253" y="248"/>
                      </a:lnTo>
                      <a:lnTo>
                        <a:pt x="211" y="240"/>
                      </a:lnTo>
                      <a:lnTo>
                        <a:pt x="194" y="248"/>
                      </a:lnTo>
                      <a:lnTo>
                        <a:pt x="177" y="232"/>
                      </a:lnTo>
                      <a:lnTo>
                        <a:pt x="152" y="208"/>
                      </a:lnTo>
                      <a:lnTo>
                        <a:pt x="126" y="208"/>
                      </a:lnTo>
                      <a:lnTo>
                        <a:pt x="109" y="216"/>
                      </a:lnTo>
                      <a:lnTo>
                        <a:pt x="84" y="216"/>
                      </a:lnTo>
                      <a:lnTo>
                        <a:pt x="34" y="216"/>
                      </a:lnTo>
                      <a:lnTo>
                        <a:pt x="8" y="232"/>
                      </a:lnTo>
                      <a:lnTo>
                        <a:pt x="0" y="240"/>
                      </a:lnTo>
                      <a:lnTo>
                        <a:pt x="8" y="248"/>
                      </a:lnTo>
                      <a:lnTo>
                        <a:pt x="50" y="272"/>
                      </a:lnTo>
                      <a:lnTo>
                        <a:pt x="25" y="272"/>
                      </a:lnTo>
                      <a:lnTo>
                        <a:pt x="17" y="280"/>
                      </a:lnTo>
                      <a:lnTo>
                        <a:pt x="17" y="288"/>
                      </a:lnTo>
                      <a:lnTo>
                        <a:pt x="25" y="304"/>
                      </a:lnTo>
                      <a:lnTo>
                        <a:pt x="42" y="312"/>
                      </a:lnTo>
                      <a:lnTo>
                        <a:pt x="76" y="320"/>
                      </a:lnTo>
                      <a:lnTo>
                        <a:pt x="109" y="328"/>
                      </a:lnTo>
                      <a:lnTo>
                        <a:pt x="135" y="352"/>
                      </a:lnTo>
                      <a:lnTo>
                        <a:pt x="160" y="368"/>
                      </a:lnTo>
                      <a:lnTo>
                        <a:pt x="185" y="376"/>
                      </a:lnTo>
                      <a:lnTo>
                        <a:pt x="194" y="400"/>
                      </a:lnTo>
                      <a:lnTo>
                        <a:pt x="219" y="424"/>
                      </a:lnTo>
                      <a:lnTo>
                        <a:pt x="211" y="448"/>
                      </a:lnTo>
                      <a:lnTo>
                        <a:pt x="244" y="512"/>
                      </a:lnTo>
                      <a:lnTo>
                        <a:pt x="269" y="536"/>
                      </a:lnTo>
                      <a:lnTo>
                        <a:pt x="286" y="560"/>
                      </a:lnTo>
                      <a:lnTo>
                        <a:pt x="278" y="584"/>
                      </a:lnTo>
                      <a:lnTo>
                        <a:pt x="253" y="592"/>
                      </a:lnTo>
                      <a:lnTo>
                        <a:pt x="295" y="640"/>
                      </a:lnTo>
                      <a:lnTo>
                        <a:pt x="269" y="632"/>
                      </a:lnTo>
                      <a:lnTo>
                        <a:pt x="236" y="776"/>
                      </a:lnTo>
                      <a:lnTo>
                        <a:pt x="202" y="848"/>
                      </a:lnTo>
                      <a:lnTo>
                        <a:pt x="177" y="872"/>
                      </a:lnTo>
                      <a:lnTo>
                        <a:pt x="143" y="880"/>
                      </a:lnTo>
                      <a:lnTo>
                        <a:pt x="160" y="888"/>
                      </a:lnTo>
                      <a:lnTo>
                        <a:pt x="211" y="928"/>
                      </a:lnTo>
                      <a:lnTo>
                        <a:pt x="244" y="960"/>
                      </a:lnTo>
                      <a:lnTo>
                        <a:pt x="278" y="968"/>
                      </a:lnTo>
                      <a:lnTo>
                        <a:pt x="320" y="992"/>
                      </a:lnTo>
                      <a:lnTo>
                        <a:pt x="337" y="1016"/>
                      </a:lnTo>
                      <a:lnTo>
                        <a:pt x="396" y="1024"/>
                      </a:lnTo>
                      <a:lnTo>
                        <a:pt x="463" y="1032"/>
                      </a:lnTo>
                      <a:lnTo>
                        <a:pt x="522" y="1056"/>
                      </a:lnTo>
                      <a:lnTo>
                        <a:pt x="581" y="1072"/>
                      </a:lnTo>
                      <a:lnTo>
                        <a:pt x="607" y="1088"/>
                      </a:lnTo>
                      <a:lnTo>
                        <a:pt x="632" y="1080"/>
                      </a:lnTo>
                      <a:lnTo>
                        <a:pt x="640" y="1064"/>
                      </a:lnTo>
                      <a:lnTo>
                        <a:pt x="623" y="1032"/>
                      </a:lnTo>
                      <a:lnTo>
                        <a:pt x="632" y="992"/>
                      </a:lnTo>
                      <a:lnTo>
                        <a:pt x="649" y="968"/>
                      </a:lnTo>
                      <a:lnTo>
                        <a:pt x="682" y="944"/>
                      </a:lnTo>
                      <a:lnTo>
                        <a:pt x="716" y="928"/>
                      </a:lnTo>
                      <a:lnTo>
                        <a:pt x="750" y="928"/>
                      </a:lnTo>
                      <a:lnTo>
                        <a:pt x="842" y="952"/>
                      </a:lnTo>
                      <a:lnTo>
                        <a:pt x="876" y="968"/>
                      </a:lnTo>
                      <a:lnTo>
                        <a:pt x="910" y="984"/>
                      </a:lnTo>
                      <a:lnTo>
                        <a:pt x="944" y="984"/>
                      </a:lnTo>
                      <a:lnTo>
                        <a:pt x="960" y="976"/>
                      </a:lnTo>
                      <a:lnTo>
                        <a:pt x="969" y="968"/>
                      </a:lnTo>
                      <a:lnTo>
                        <a:pt x="977" y="960"/>
                      </a:lnTo>
                      <a:lnTo>
                        <a:pt x="1019" y="928"/>
                      </a:lnTo>
                      <a:lnTo>
                        <a:pt x="1070" y="904"/>
                      </a:lnTo>
                      <a:lnTo>
                        <a:pt x="1087" y="864"/>
                      </a:lnTo>
                      <a:lnTo>
                        <a:pt x="1011" y="832"/>
                      </a:lnTo>
                      <a:lnTo>
                        <a:pt x="1019" y="784"/>
                      </a:lnTo>
                      <a:lnTo>
                        <a:pt x="994" y="744"/>
                      </a:lnTo>
                      <a:lnTo>
                        <a:pt x="1036" y="720"/>
                      </a:lnTo>
                      <a:lnTo>
                        <a:pt x="1019" y="656"/>
                      </a:lnTo>
                      <a:lnTo>
                        <a:pt x="1036" y="656"/>
                      </a:lnTo>
                      <a:lnTo>
                        <a:pt x="1019" y="632"/>
                      </a:lnTo>
                      <a:lnTo>
                        <a:pt x="1011" y="616"/>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75" name="Freeform 33"/>
                <p:cNvSpPr>
                  <a:spLocks/>
                </p:cNvSpPr>
                <p:nvPr/>
              </p:nvSpPr>
              <p:spPr bwMode="auto">
                <a:xfrm>
                  <a:off x="1906" y="3044"/>
                  <a:ext cx="1180" cy="1080"/>
                </a:xfrm>
                <a:custGeom>
                  <a:avLst/>
                  <a:gdLst>
                    <a:gd name="T0" fmla="*/ 1121 w 1180"/>
                    <a:gd name="T1" fmla="*/ 728 h 1080"/>
                    <a:gd name="T2" fmla="*/ 1003 w 1180"/>
                    <a:gd name="T3" fmla="*/ 672 h 1080"/>
                    <a:gd name="T4" fmla="*/ 935 w 1180"/>
                    <a:gd name="T5" fmla="*/ 616 h 1080"/>
                    <a:gd name="T6" fmla="*/ 902 w 1180"/>
                    <a:gd name="T7" fmla="*/ 584 h 1080"/>
                    <a:gd name="T8" fmla="*/ 817 w 1180"/>
                    <a:gd name="T9" fmla="*/ 592 h 1080"/>
                    <a:gd name="T10" fmla="*/ 733 w 1180"/>
                    <a:gd name="T11" fmla="*/ 528 h 1080"/>
                    <a:gd name="T12" fmla="*/ 683 w 1180"/>
                    <a:gd name="T13" fmla="*/ 448 h 1080"/>
                    <a:gd name="T14" fmla="*/ 556 w 1180"/>
                    <a:gd name="T15" fmla="*/ 344 h 1080"/>
                    <a:gd name="T16" fmla="*/ 523 w 1180"/>
                    <a:gd name="T17" fmla="*/ 280 h 1080"/>
                    <a:gd name="T18" fmla="*/ 548 w 1180"/>
                    <a:gd name="T19" fmla="*/ 240 h 1080"/>
                    <a:gd name="T20" fmla="*/ 531 w 1180"/>
                    <a:gd name="T21" fmla="*/ 216 h 1080"/>
                    <a:gd name="T22" fmla="*/ 556 w 1180"/>
                    <a:gd name="T23" fmla="*/ 184 h 1080"/>
                    <a:gd name="T24" fmla="*/ 649 w 1180"/>
                    <a:gd name="T25" fmla="*/ 144 h 1080"/>
                    <a:gd name="T26" fmla="*/ 649 w 1180"/>
                    <a:gd name="T27" fmla="*/ 56 h 1080"/>
                    <a:gd name="T28" fmla="*/ 514 w 1180"/>
                    <a:gd name="T29" fmla="*/ 0 h 1080"/>
                    <a:gd name="T30" fmla="*/ 405 w 1180"/>
                    <a:gd name="T31" fmla="*/ 40 h 1080"/>
                    <a:gd name="T32" fmla="*/ 354 w 1180"/>
                    <a:gd name="T33" fmla="*/ 64 h 1080"/>
                    <a:gd name="T34" fmla="*/ 295 w 1180"/>
                    <a:gd name="T35" fmla="*/ 80 h 1080"/>
                    <a:gd name="T36" fmla="*/ 228 w 1180"/>
                    <a:gd name="T37" fmla="*/ 152 h 1080"/>
                    <a:gd name="T38" fmla="*/ 118 w 1180"/>
                    <a:gd name="T39" fmla="*/ 136 h 1080"/>
                    <a:gd name="T40" fmla="*/ 42 w 1180"/>
                    <a:gd name="T41" fmla="*/ 208 h 1080"/>
                    <a:gd name="T42" fmla="*/ 25 w 1180"/>
                    <a:gd name="T43" fmla="*/ 272 h 1080"/>
                    <a:gd name="T44" fmla="*/ 93 w 1180"/>
                    <a:gd name="T45" fmla="*/ 352 h 1080"/>
                    <a:gd name="T46" fmla="*/ 93 w 1180"/>
                    <a:gd name="T47" fmla="*/ 392 h 1080"/>
                    <a:gd name="T48" fmla="*/ 160 w 1180"/>
                    <a:gd name="T49" fmla="*/ 344 h 1080"/>
                    <a:gd name="T50" fmla="*/ 202 w 1180"/>
                    <a:gd name="T51" fmla="*/ 320 h 1080"/>
                    <a:gd name="T52" fmla="*/ 261 w 1180"/>
                    <a:gd name="T53" fmla="*/ 352 h 1080"/>
                    <a:gd name="T54" fmla="*/ 312 w 1180"/>
                    <a:gd name="T55" fmla="*/ 368 h 1080"/>
                    <a:gd name="T56" fmla="*/ 337 w 1180"/>
                    <a:gd name="T57" fmla="*/ 424 h 1080"/>
                    <a:gd name="T58" fmla="*/ 371 w 1180"/>
                    <a:gd name="T59" fmla="*/ 496 h 1080"/>
                    <a:gd name="T60" fmla="*/ 430 w 1180"/>
                    <a:gd name="T61" fmla="*/ 552 h 1080"/>
                    <a:gd name="T62" fmla="*/ 497 w 1180"/>
                    <a:gd name="T63" fmla="*/ 592 h 1080"/>
                    <a:gd name="T64" fmla="*/ 607 w 1180"/>
                    <a:gd name="T65" fmla="*/ 680 h 1080"/>
                    <a:gd name="T66" fmla="*/ 649 w 1180"/>
                    <a:gd name="T67" fmla="*/ 688 h 1080"/>
                    <a:gd name="T68" fmla="*/ 742 w 1180"/>
                    <a:gd name="T69" fmla="*/ 744 h 1080"/>
                    <a:gd name="T70" fmla="*/ 775 w 1180"/>
                    <a:gd name="T71" fmla="*/ 752 h 1080"/>
                    <a:gd name="T72" fmla="*/ 809 w 1180"/>
                    <a:gd name="T73" fmla="*/ 768 h 1080"/>
                    <a:gd name="T74" fmla="*/ 851 w 1180"/>
                    <a:gd name="T75" fmla="*/ 824 h 1080"/>
                    <a:gd name="T76" fmla="*/ 927 w 1180"/>
                    <a:gd name="T77" fmla="*/ 856 h 1080"/>
                    <a:gd name="T78" fmla="*/ 978 w 1180"/>
                    <a:gd name="T79" fmla="*/ 984 h 1080"/>
                    <a:gd name="T80" fmla="*/ 935 w 1180"/>
                    <a:gd name="T81" fmla="*/ 1000 h 1080"/>
                    <a:gd name="T82" fmla="*/ 927 w 1180"/>
                    <a:gd name="T83" fmla="*/ 1040 h 1080"/>
                    <a:gd name="T84" fmla="*/ 935 w 1180"/>
                    <a:gd name="T85" fmla="*/ 1072 h 1080"/>
                    <a:gd name="T86" fmla="*/ 978 w 1180"/>
                    <a:gd name="T87" fmla="*/ 1072 h 1080"/>
                    <a:gd name="T88" fmla="*/ 1011 w 1180"/>
                    <a:gd name="T89" fmla="*/ 1000 h 1080"/>
                    <a:gd name="T90" fmla="*/ 1070 w 1180"/>
                    <a:gd name="T91" fmla="*/ 952 h 1080"/>
                    <a:gd name="T92" fmla="*/ 1053 w 1180"/>
                    <a:gd name="T93" fmla="*/ 888 h 1080"/>
                    <a:gd name="T94" fmla="*/ 1003 w 1180"/>
                    <a:gd name="T95" fmla="*/ 864 h 1080"/>
                    <a:gd name="T96" fmla="*/ 1011 w 1180"/>
                    <a:gd name="T97" fmla="*/ 800 h 1080"/>
                    <a:gd name="T98" fmla="*/ 1045 w 1180"/>
                    <a:gd name="T99" fmla="*/ 768 h 1080"/>
                    <a:gd name="T100" fmla="*/ 1146 w 1180"/>
                    <a:gd name="T101" fmla="*/ 792 h 1080"/>
                    <a:gd name="T102" fmla="*/ 1180 w 1180"/>
                    <a:gd name="T103" fmla="*/ 784 h 1080"/>
                    <a:gd name="T104" fmla="*/ 1155 w 1180"/>
                    <a:gd name="T105" fmla="*/ 752 h 108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180"/>
                    <a:gd name="T160" fmla="*/ 0 h 1080"/>
                    <a:gd name="T161" fmla="*/ 1180 w 1180"/>
                    <a:gd name="T162" fmla="*/ 1080 h 108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180" h="1080">
                      <a:moveTo>
                        <a:pt x="1155" y="752"/>
                      </a:moveTo>
                      <a:lnTo>
                        <a:pt x="1121" y="728"/>
                      </a:lnTo>
                      <a:lnTo>
                        <a:pt x="1087" y="712"/>
                      </a:lnTo>
                      <a:lnTo>
                        <a:pt x="1003" y="672"/>
                      </a:lnTo>
                      <a:lnTo>
                        <a:pt x="919" y="632"/>
                      </a:lnTo>
                      <a:lnTo>
                        <a:pt x="935" y="616"/>
                      </a:lnTo>
                      <a:lnTo>
                        <a:pt x="927" y="600"/>
                      </a:lnTo>
                      <a:lnTo>
                        <a:pt x="902" y="584"/>
                      </a:lnTo>
                      <a:lnTo>
                        <a:pt x="868" y="592"/>
                      </a:lnTo>
                      <a:lnTo>
                        <a:pt x="817" y="592"/>
                      </a:lnTo>
                      <a:lnTo>
                        <a:pt x="775" y="568"/>
                      </a:lnTo>
                      <a:lnTo>
                        <a:pt x="733" y="528"/>
                      </a:lnTo>
                      <a:lnTo>
                        <a:pt x="708" y="488"/>
                      </a:lnTo>
                      <a:lnTo>
                        <a:pt x="683" y="448"/>
                      </a:lnTo>
                      <a:lnTo>
                        <a:pt x="641" y="408"/>
                      </a:lnTo>
                      <a:lnTo>
                        <a:pt x="556" y="344"/>
                      </a:lnTo>
                      <a:lnTo>
                        <a:pt x="523" y="296"/>
                      </a:lnTo>
                      <a:lnTo>
                        <a:pt x="523" y="280"/>
                      </a:lnTo>
                      <a:lnTo>
                        <a:pt x="539" y="256"/>
                      </a:lnTo>
                      <a:lnTo>
                        <a:pt x="548" y="240"/>
                      </a:lnTo>
                      <a:lnTo>
                        <a:pt x="539" y="224"/>
                      </a:lnTo>
                      <a:lnTo>
                        <a:pt x="531" y="216"/>
                      </a:lnTo>
                      <a:lnTo>
                        <a:pt x="531" y="200"/>
                      </a:lnTo>
                      <a:lnTo>
                        <a:pt x="556" y="184"/>
                      </a:lnTo>
                      <a:lnTo>
                        <a:pt x="641" y="152"/>
                      </a:lnTo>
                      <a:lnTo>
                        <a:pt x="649" y="144"/>
                      </a:lnTo>
                      <a:lnTo>
                        <a:pt x="641" y="88"/>
                      </a:lnTo>
                      <a:lnTo>
                        <a:pt x="649" y="56"/>
                      </a:lnTo>
                      <a:lnTo>
                        <a:pt x="531" y="24"/>
                      </a:lnTo>
                      <a:lnTo>
                        <a:pt x="514" y="0"/>
                      </a:lnTo>
                      <a:lnTo>
                        <a:pt x="438" y="8"/>
                      </a:lnTo>
                      <a:lnTo>
                        <a:pt x="405" y="40"/>
                      </a:lnTo>
                      <a:lnTo>
                        <a:pt x="371" y="32"/>
                      </a:lnTo>
                      <a:lnTo>
                        <a:pt x="354" y="64"/>
                      </a:lnTo>
                      <a:lnTo>
                        <a:pt x="320" y="64"/>
                      </a:lnTo>
                      <a:lnTo>
                        <a:pt x="295" y="80"/>
                      </a:lnTo>
                      <a:lnTo>
                        <a:pt x="253" y="72"/>
                      </a:lnTo>
                      <a:lnTo>
                        <a:pt x="228" y="152"/>
                      </a:lnTo>
                      <a:lnTo>
                        <a:pt x="160" y="72"/>
                      </a:lnTo>
                      <a:lnTo>
                        <a:pt x="118" y="136"/>
                      </a:lnTo>
                      <a:lnTo>
                        <a:pt x="25" y="144"/>
                      </a:lnTo>
                      <a:lnTo>
                        <a:pt x="42" y="208"/>
                      </a:lnTo>
                      <a:lnTo>
                        <a:pt x="0" y="232"/>
                      </a:lnTo>
                      <a:lnTo>
                        <a:pt x="25" y="272"/>
                      </a:lnTo>
                      <a:lnTo>
                        <a:pt x="17" y="320"/>
                      </a:lnTo>
                      <a:lnTo>
                        <a:pt x="93" y="352"/>
                      </a:lnTo>
                      <a:lnTo>
                        <a:pt x="76" y="392"/>
                      </a:lnTo>
                      <a:lnTo>
                        <a:pt x="93" y="392"/>
                      </a:lnTo>
                      <a:lnTo>
                        <a:pt x="135" y="376"/>
                      </a:lnTo>
                      <a:lnTo>
                        <a:pt x="160" y="344"/>
                      </a:lnTo>
                      <a:lnTo>
                        <a:pt x="177" y="328"/>
                      </a:lnTo>
                      <a:lnTo>
                        <a:pt x="202" y="320"/>
                      </a:lnTo>
                      <a:lnTo>
                        <a:pt x="244" y="336"/>
                      </a:lnTo>
                      <a:lnTo>
                        <a:pt x="261" y="352"/>
                      </a:lnTo>
                      <a:lnTo>
                        <a:pt x="278" y="368"/>
                      </a:lnTo>
                      <a:lnTo>
                        <a:pt x="312" y="368"/>
                      </a:lnTo>
                      <a:lnTo>
                        <a:pt x="329" y="384"/>
                      </a:lnTo>
                      <a:lnTo>
                        <a:pt x="337" y="424"/>
                      </a:lnTo>
                      <a:lnTo>
                        <a:pt x="362" y="472"/>
                      </a:lnTo>
                      <a:lnTo>
                        <a:pt x="371" y="496"/>
                      </a:lnTo>
                      <a:lnTo>
                        <a:pt x="396" y="512"/>
                      </a:lnTo>
                      <a:lnTo>
                        <a:pt x="430" y="552"/>
                      </a:lnTo>
                      <a:lnTo>
                        <a:pt x="472" y="576"/>
                      </a:lnTo>
                      <a:lnTo>
                        <a:pt x="497" y="592"/>
                      </a:lnTo>
                      <a:lnTo>
                        <a:pt x="514" y="608"/>
                      </a:lnTo>
                      <a:lnTo>
                        <a:pt x="607" y="680"/>
                      </a:lnTo>
                      <a:lnTo>
                        <a:pt x="624" y="696"/>
                      </a:lnTo>
                      <a:lnTo>
                        <a:pt x="649" y="688"/>
                      </a:lnTo>
                      <a:lnTo>
                        <a:pt x="708" y="712"/>
                      </a:lnTo>
                      <a:lnTo>
                        <a:pt x="742" y="744"/>
                      </a:lnTo>
                      <a:lnTo>
                        <a:pt x="767" y="744"/>
                      </a:lnTo>
                      <a:lnTo>
                        <a:pt x="775" y="752"/>
                      </a:lnTo>
                      <a:lnTo>
                        <a:pt x="775" y="768"/>
                      </a:lnTo>
                      <a:lnTo>
                        <a:pt x="809" y="768"/>
                      </a:lnTo>
                      <a:lnTo>
                        <a:pt x="826" y="800"/>
                      </a:lnTo>
                      <a:lnTo>
                        <a:pt x="851" y="824"/>
                      </a:lnTo>
                      <a:lnTo>
                        <a:pt x="893" y="840"/>
                      </a:lnTo>
                      <a:lnTo>
                        <a:pt x="927" y="856"/>
                      </a:lnTo>
                      <a:lnTo>
                        <a:pt x="944" y="904"/>
                      </a:lnTo>
                      <a:lnTo>
                        <a:pt x="978" y="984"/>
                      </a:lnTo>
                      <a:lnTo>
                        <a:pt x="952" y="984"/>
                      </a:lnTo>
                      <a:lnTo>
                        <a:pt x="935" y="1000"/>
                      </a:lnTo>
                      <a:lnTo>
                        <a:pt x="935" y="1016"/>
                      </a:lnTo>
                      <a:lnTo>
                        <a:pt x="927" y="1040"/>
                      </a:lnTo>
                      <a:lnTo>
                        <a:pt x="919" y="1056"/>
                      </a:lnTo>
                      <a:lnTo>
                        <a:pt x="935" y="1072"/>
                      </a:lnTo>
                      <a:lnTo>
                        <a:pt x="952" y="1080"/>
                      </a:lnTo>
                      <a:lnTo>
                        <a:pt x="978" y="1072"/>
                      </a:lnTo>
                      <a:lnTo>
                        <a:pt x="994" y="1040"/>
                      </a:lnTo>
                      <a:lnTo>
                        <a:pt x="1011" y="1000"/>
                      </a:lnTo>
                      <a:lnTo>
                        <a:pt x="1028" y="960"/>
                      </a:lnTo>
                      <a:lnTo>
                        <a:pt x="1070" y="952"/>
                      </a:lnTo>
                      <a:lnTo>
                        <a:pt x="1070" y="904"/>
                      </a:lnTo>
                      <a:lnTo>
                        <a:pt x="1053" y="888"/>
                      </a:lnTo>
                      <a:lnTo>
                        <a:pt x="1028" y="880"/>
                      </a:lnTo>
                      <a:lnTo>
                        <a:pt x="1003" y="864"/>
                      </a:lnTo>
                      <a:lnTo>
                        <a:pt x="994" y="848"/>
                      </a:lnTo>
                      <a:lnTo>
                        <a:pt x="1011" y="800"/>
                      </a:lnTo>
                      <a:lnTo>
                        <a:pt x="1028" y="776"/>
                      </a:lnTo>
                      <a:lnTo>
                        <a:pt x="1045" y="768"/>
                      </a:lnTo>
                      <a:lnTo>
                        <a:pt x="1104" y="776"/>
                      </a:lnTo>
                      <a:lnTo>
                        <a:pt x="1146" y="792"/>
                      </a:lnTo>
                      <a:lnTo>
                        <a:pt x="1180" y="824"/>
                      </a:lnTo>
                      <a:lnTo>
                        <a:pt x="1180" y="784"/>
                      </a:lnTo>
                      <a:lnTo>
                        <a:pt x="1155" y="752"/>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76" name="Freeform 34"/>
                <p:cNvSpPr>
                  <a:spLocks/>
                </p:cNvSpPr>
                <p:nvPr/>
              </p:nvSpPr>
              <p:spPr bwMode="auto">
                <a:xfrm>
                  <a:off x="912" y="2532"/>
                  <a:ext cx="1146" cy="1088"/>
                </a:xfrm>
                <a:custGeom>
                  <a:avLst/>
                  <a:gdLst>
                    <a:gd name="T0" fmla="*/ 969 w 1146"/>
                    <a:gd name="T1" fmla="*/ 600 h 1088"/>
                    <a:gd name="T2" fmla="*/ 944 w 1146"/>
                    <a:gd name="T3" fmla="*/ 584 h 1088"/>
                    <a:gd name="T4" fmla="*/ 986 w 1146"/>
                    <a:gd name="T5" fmla="*/ 520 h 1088"/>
                    <a:gd name="T6" fmla="*/ 1019 w 1146"/>
                    <a:gd name="T7" fmla="*/ 472 h 1088"/>
                    <a:gd name="T8" fmla="*/ 1087 w 1146"/>
                    <a:gd name="T9" fmla="*/ 448 h 1088"/>
                    <a:gd name="T10" fmla="*/ 1112 w 1146"/>
                    <a:gd name="T11" fmla="*/ 320 h 1088"/>
                    <a:gd name="T12" fmla="*/ 1095 w 1146"/>
                    <a:gd name="T13" fmla="*/ 272 h 1088"/>
                    <a:gd name="T14" fmla="*/ 1011 w 1146"/>
                    <a:gd name="T15" fmla="*/ 248 h 1088"/>
                    <a:gd name="T16" fmla="*/ 927 w 1146"/>
                    <a:gd name="T17" fmla="*/ 208 h 1088"/>
                    <a:gd name="T18" fmla="*/ 851 w 1146"/>
                    <a:gd name="T19" fmla="*/ 136 h 1088"/>
                    <a:gd name="T20" fmla="*/ 809 w 1146"/>
                    <a:gd name="T21" fmla="*/ 112 h 1088"/>
                    <a:gd name="T22" fmla="*/ 767 w 1146"/>
                    <a:gd name="T23" fmla="*/ 88 h 1088"/>
                    <a:gd name="T24" fmla="*/ 708 w 1146"/>
                    <a:gd name="T25" fmla="*/ 48 h 1088"/>
                    <a:gd name="T26" fmla="*/ 666 w 1146"/>
                    <a:gd name="T27" fmla="*/ 0 h 1088"/>
                    <a:gd name="T28" fmla="*/ 598 w 1146"/>
                    <a:gd name="T29" fmla="*/ 24 h 1088"/>
                    <a:gd name="T30" fmla="*/ 564 w 1146"/>
                    <a:gd name="T31" fmla="*/ 104 h 1088"/>
                    <a:gd name="T32" fmla="*/ 489 w 1146"/>
                    <a:gd name="T33" fmla="*/ 136 h 1088"/>
                    <a:gd name="T34" fmla="*/ 455 w 1146"/>
                    <a:gd name="T35" fmla="*/ 168 h 1088"/>
                    <a:gd name="T36" fmla="*/ 413 w 1146"/>
                    <a:gd name="T37" fmla="*/ 184 h 1088"/>
                    <a:gd name="T38" fmla="*/ 345 w 1146"/>
                    <a:gd name="T39" fmla="*/ 160 h 1088"/>
                    <a:gd name="T40" fmla="*/ 269 w 1146"/>
                    <a:gd name="T41" fmla="*/ 144 h 1088"/>
                    <a:gd name="T42" fmla="*/ 303 w 1146"/>
                    <a:gd name="T43" fmla="*/ 256 h 1088"/>
                    <a:gd name="T44" fmla="*/ 211 w 1146"/>
                    <a:gd name="T45" fmla="*/ 240 h 1088"/>
                    <a:gd name="T46" fmla="*/ 177 w 1146"/>
                    <a:gd name="T47" fmla="*/ 232 h 1088"/>
                    <a:gd name="T48" fmla="*/ 126 w 1146"/>
                    <a:gd name="T49" fmla="*/ 208 h 1088"/>
                    <a:gd name="T50" fmla="*/ 84 w 1146"/>
                    <a:gd name="T51" fmla="*/ 216 h 1088"/>
                    <a:gd name="T52" fmla="*/ 8 w 1146"/>
                    <a:gd name="T53" fmla="*/ 232 h 1088"/>
                    <a:gd name="T54" fmla="*/ 8 w 1146"/>
                    <a:gd name="T55" fmla="*/ 248 h 1088"/>
                    <a:gd name="T56" fmla="*/ 25 w 1146"/>
                    <a:gd name="T57" fmla="*/ 272 h 1088"/>
                    <a:gd name="T58" fmla="*/ 17 w 1146"/>
                    <a:gd name="T59" fmla="*/ 288 h 1088"/>
                    <a:gd name="T60" fmla="*/ 42 w 1146"/>
                    <a:gd name="T61" fmla="*/ 312 h 1088"/>
                    <a:gd name="T62" fmla="*/ 109 w 1146"/>
                    <a:gd name="T63" fmla="*/ 328 h 1088"/>
                    <a:gd name="T64" fmla="*/ 160 w 1146"/>
                    <a:gd name="T65" fmla="*/ 368 h 1088"/>
                    <a:gd name="T66" fmla="*/ 194 w 1146"/>
                    <a:gd name="T67" fmla="*/ 400 h 1088"/>
                    <a:gd name="T68" fmla="*/ 211 w 1146"/>
                    <a:gd name="T69" fmla="*/ 448 h 1088"/>
                    <a:gd name="T70" fmla="*/ 269 w 1146"/>
                    <a:gd name="T71" fmla="*/ 536 h 1088"/>
                    <a:gd name="T72" fmla="*/ 278 w 1146"/>
                    <a:gd name="T73" fmla="*/ 584 h 1088"/>
                    <a:gd name="T74" fmla="*/ 295 w 1146"/>
                    <a:gd name="T75" fmla="*/ 640 h 1088"/>
                    <a:gd name="T76" fmla="*/ 236 w 1146"/>
                    <a:gd name="T77" fmla="*/ 776 h 1088"/>
                    <a:gd name="T78" fmla="*/ 177 w 1146"/>
                    <a:gd name="T79" fmla="*/ 872 h 1088"/>
                    <a:gd name="T80" fmla="*/ 160 w 1146"/>
                    <a:gd name="T81" fmla="*/ 888 h 1088"/>
                    <a:gd name="T82" fmla="*/ 244 w 1146"/>
                    <a:gd name="T83" fmla="*/ 960 h 1088"/>
                    <a:gd name="T84" fmla="*/ 320 w 1146"/>
                    <a:gd name="T85" fmla="*/ 992 h 1088"/>
                    <a:gd name="T86" fmla="*/ 396 w 1146"/>
                    <a:gd name="T87" fmla="*/ 1024 h 1088"/>
                    <a:gd name="T88" fmla="*/ 522 w 1146"/>
                    <a:gd name="T89" fmla="*/ 1056 h 1088"/>
                    <a:gd name="T90" fmla="*/ 607 w 1146"/>
                    <a:gd name="T91" fmla="*/ 1088 h 1088"/>
                    <a:gd name="T92" fmla="*/ 632 w 1146"/>
                    <a:gd name="T93" fmla="*/ 1080 h 1088"/>
                    <a:gd name="T94" fmla="*/ 623 w 1146"/>
                    <a:gd name="T95" fmla="*/ 1032 h 1088"/>
                    <a:gd name="T96" fmla="*/ 649 w 1146"/>
                    <a:gd name="T97" fmla="*/ 968 h 1088"/>
                    <a:gd name="T98" fmla="*/ 716 w 1146"/>
                    <a:gd name="T99" fmla="*/ 928 h 1088"/>
                    <a:gd name="T100" fmla="*/ 842 w 1146"/>
                    <a:gd name="T101" fmla="*/ 952 h 1088"/>
                    <a:gd name="T102" fmla="*/ 910 w 1146"/>
                    <a:gd name="T103" fmla="*/ 984 h 1088"/>
                    <a:gd name="T104" fmla="*/ 960 w 1146"/>
                    <a:gd name="T105" fmla="*/ 976 h 1088"/>
                    <a:gd name="T106" fmla="*/ 977 w 1146"/>
                    <a:gd name="T107" fmla="*/ 960 h 1088"/>
                    <a:gd name="T108" fmla="*/ 1070 w 1146"/>
                    <a:gd name="T109" fmla="*/ 904 h 1088"/>
                    <a:gd name="T110" fmla="*/ 1011 w 1146"/>
                    <a:gd name="T111" fmla="*/ 832 h 1088"/>
                    <a:gd name="T112" fmla="*/ 994 w 1146"/>
                    <a:gd name="T113" fmla="*/ 744 h 1088"/>
                    <a:gd name="T114" fmla="*/ 1019 w 1146"/>
                    <a:gd name="T115" fmla="*/ 656 h 1088"/>
                    <a:gd name="T116" fmla="*/ 1019 w 1146"/>
                    <a:gd name="T117" fmla="*/ 632 h 10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46"/>
                    <a:gd name="T178" fmla="*/ 0 h 1088"/>
                    <a:gd name="T179" fmla="*/ 1146 w 1146"/>
                    <a:gd name="T180" fmla="*/ 1088 h 10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46" h="1088">
                      <a:moveTo>
                        <a:pt x="1011" y="616"/>
                      </a:moveTo>
                      <a:lnTo>
                        <a:pt x="969" y="600"/>
                      </a:lnTo>
                      <a:lnTo>
                        <a:pt x="935" y="616"/>
                      </a:lnTo>
                      <a:lnTo>
                        <a:pt x="944" y="584"/>
                      </a:lnTo>
                      <a:lnTo>
                        <a:pt x="977" y="544"/>
                      </a:lnTo>
                      <a:lnTo>
                        <a:pt x="986" y="520"/>
                      </a:lnTo>
                      <a:lnTo>
                        <a:pt x="1011" y="504"/>
                      </a:lnTo>
                      <a:lnTo>
                        <a:pt x="1019" y="472"/>
                      </a:lnTo>
                      <a:lnTo>
                        <a:pt x="1053" y="464"/>
                      </a:lnTo>
                      <a:lnTo>
                        <a:pt x="1087" y="448"/>
                      </a:lnTo>
                      <a:lnTo>
                        <a:pt x="1104" y="360"/>
                      </a:lnTo>
                      <a:lnTo>
                        <a:pt x="1112" y="320"/>
                      </a:lnTo>
                      <a:lnTo>
                        <a:pt x="1146" y="288"/>
                      </a:lnTo>
                      <a:lnTo>
                        <a:pt x="1095" y="272"/>
                      </a:lnTo>
                      <a:lnTo>
                        <a:pt x="1036" y="256"/>
                      </a:lnTo>
                      <a:lnTo>
                        <a:pt x="1011" y="248"/>
                      </a:lnTo>
                      <a:lnTo>
                        <a:pt x="986" y="216"/>
                      </a:lnTo>
                      <a:lnTo>
                        <a:pt x="927" y="208"/>
                      </a:lnTo>
                      <a:lnTo>
                        <a:pt x="868" y="168"/>
                      </a:lnTo>
                      <a:lnTo>
                        <a:pt x="851" y="136"/>
                      </a:lnTo>
                      <a:lnTo>
                        <a:pt x="809" y="144"/>
                      </a:lnTo>
                      <a:lnTo>
                        <a:pt x="809" y="112"/>
                      </a:lnTo>
                      <a:lnTo>
                        <a:pt x="767" y="96"/>
                      </a:lnTo>
                      <a:lnTo>
                        <a:pt x="767" y="88"/>
                      </a:lnTo>
                      <a:lnTo>
                        <a:pt x="733" y="72"/>
                      </a:lnTo>
                      <a:lnTo>
                        <a:pt x="708" y="48"/>
                      </a:lnTo>
                      <a:lnTo>
                        <a:pt x="682" y="16"/>
                      </a:lnTo>
                      <a:lnTo>
                        <a:pt x="666" y="0"/>
                      </a:lnTo>
                      <a:lnTo>
                        <a:pt x="623" y="8"/>
                      </a:lnTo>
                      <a:lnTo>
                        <a:pt x="598" y="24"/>
                      </a:lnTo>
                      <a:lnTo>
                        <a:pt x="581" y="88"/>
                      </a:lnTo>
                      <a:lnTo>
                        <a:pt x="564" y="104"/>
                      </a:lnTo>
                      <a:lnTo>
                        <a:pt x="539" y="120"/>
                      </a:lnTo>
                      <a:lnTo>
                        <a:pt x="489" y="136"/>
                      </a:lnTo>
                      <a:lnTo>
                        <a:pt x="463" y="144"/>
                      </a:lnTo>
                      <a:lnTo>
                        <a:pt x="455" y="168"/>
                      </a:lnTo>
                      <a:lnTo>
                        <a:pt x="446" y="184"/>
                      </a:lnTo>
                      <a:lnTo>
                        <a:pt x="413" y="184"/>
                      </a:lnTo>
                      <a:lnTo>
                        <a:pt x="362" y="168"/>
                      </a:lnTo>
                      <a:lnTo>
                        <a:pt x="345" y="160"/>
                      </a:lnTo>
                      <a:lnTo>
                        <a:pt x="328" y="144"/>
                      </a:lnTo>
                      <a:lnTo>
                        <a:pt x="269" y="144"/>
                      </a:lnTo>
                      <a:lnTo>
                        <a:pt x="295" y="200"/>
                      </a:lnTo>
                      <a:lnTo>
                        <a:pt x="303" y="256"/>
                      </a:lnTo>
                      <a:lnTo>
                        <a:pt x="253" y="248"/>
                      </a:lnTo>
                      <a:lnTo>
                        <a:pt x="211" y="240"/>
                      </a:lnTo>
                      <a:lnTo>
                        <a:pt x="194" y="248"/>
                      </a:lnTo>
                      <a:lnTo>
                        <a:pt x="177" y="232"/>
                      </a:lnTo>
                      <a:lnTo>
                        <a:pt x="152" y="208"/>
                      </a:lnTo>
                      <a:lnTo>
                        <a:pt x="126" y="208"/>
                      </a:lnTo>
                      <a:lnTo>
                        <a:pt x="109" y="216"/>
                      </a:lnTo>
                      <a:lnTo>
                        <a:pt x="84" y="216"/>
                      </a:lnTo>
                      <a:lnTo>
                        <a:pt x="34" y="216"/>
                      </a:lnTo>
                      <a:lnTo>
                        <a:pt x="8" y="232"/>
                      </a:lnTo>
                      <a:lnTo>
                        <a:pt x="0" y="240"/>
                      </a:lnTo>
                      <a:lnTo>
                        <a:pt x="8" y="248"/>
                      </a:lnTo>
                      <a:lnTo>
                        <a:pt x="50" y="272"/>
                      </a:lnTo>
                      <a:lnTo>
                        <a:pt x="25" y="272"/>
                      </a:lnTo>
                      <a:lnTo>
                        <a:pt x="17" y="280"/>
                      </a:lnTo>
                      <a:lnTo>
                        <a:pt x="17" y="288"/>
                      </a:lnTo>
                      <a:lnTo>
                        <a:pt x="25" y="304"/>
                      </a:lnTo>
                      <a:lnTo>
                        <a:pt x="42" y="312"/>
                      </a:lnTo>
                      <a:lnTo>
                        <a:pt x="76" y="320"/>
                      </a:lnTo>
                      <a:lnTo>
                        <a:pt x="109" y="328"/>
                      </a:lnTo>
                      <a:lnTo>
                        <a:pt x="135" y="352"/>
                      </a:lnTo>
                      <a:lnTo>
                        <a:pt x="160" y="368"/>
                      </a:lnTo>
                      <a:lnTo>
                        <a:pt x="185" y="376"/>
                      </a:lnTo>
                      <a:lnTo>
                        <a:pt x="194" y="400"/>
                      </a:lnTo>
                      <a:lnTo>
                        <a:pt x="219" y="424"/>
                      </a:lnTo>
                      <a:lnTo>
                        <a:pt x="211" y="448"/>
                      </a:lnTo>
                      <a:lnTo>
                        <a:pt x="244" y="512"/>
                      </a:lnTo>
                      <a:lnTo>
                        <a:pt x="269" y="536"/>
                      </a:lnTo>
                      <a:lnTo>
                        <a:pt x="286" y="560"/>
                      </a:lnTo>
                      <a:lnTo>
                        <a:pt x="278" y="584"/>
                      </a:lnTo>
                      <a:lnTo>
                        <a:pt x="253" y="592"/>
                      </a:lnTo>
                      <a:lnTo>
                        <a:pt x="295" y="640"/>
                      </a:lnTo>
                      <a:lnTo>
                        <a:pt x="269" y="632"/>
                      </a:lnTo>
                      <a:lnTo>
                        <a:pt x="236" y="776"/>
                      </a:lnTo>
                      <a:lnTo>
                        <a:pt x="202" y="848"/>
                      </a:lnTo>
                      <a:lnTo>
                        <a:pt x="177" y="872"/>
                      </a:lnTo>
                      <a:lnTo>
                        <a:pt x="143" y="880"/>
                      </a:lnTo>
                      <a:lnTo>
                        <a:pt x="160" y="888"/>
                      </a:lnTo>
                      <a:lnTo>
                        <a:pt x="211" y="928"/>
                      </a:lnTo>
                      <a:lnTo>
                        <a:pt x="244" y="960"/>
                      </a:lnTo>
                      <a:lnTo>
                        <a:pt x="278" y="968"/>
                      </a:lnTo>
                      <a:lnTo>
                        <a:pt x="320" y="992"/>
                      </a:lnTo>
                      <a:lnTo>
                        <a:pt x="337" y="1016"/>
                      </a:lnTo>
                      <a:lnTo>
                        <a:pt x="396" y="1024"/>
                      </a:lnTo>
                      <a:lnTo>
                        <a:pt x="463" y="1032"/>
                      </a:lnTo>
                      <a:lnTo>
                        <a:pt x="522" y="1056"/>
                      </a:lnTo>
                      <a:lnTo>
                        <a:pt x="581" y="1072"/>
                      </a:lnTo>
                      <a:lnTo>
                        <a:pt x="607" y="1088"/>
                      </a:lnTo>
                      <a:lnTo>
                        <a:pt x="632" y="1080"/>
                      </a:lnTo>
                      <a:lnTo>
                        <a:pt x="640" y="1064"/>
                      </a:lnTo>
                      <a:lnTo>
                        <a:pt x="623" y="1032"/>
                      </a:lnTo>
                      <a:lnTo>
                        <a:pt x="632" y="992"/>
                      </a:lnTo>
                      <a:lnTo>
                        <a:pt x="649" y="968"/>
                      </a:lnTo>
                      <a:lnTo>
                        <a:pt x="682" y="944"/>
                      </a:lnTo>
                      <a:lnTo>
                        <a:pt x="716" y="928"/>
                      </a:lnTo>
                      <a:lnTo>
                        <a:pt x="750" y="928"/>
                      </a:lnTo>
                      <a:lnTo>
                        <a:pt x="842" y="952"/>
                      </a:lnTo>
                      <a:lnTo>
                        <a:pt x="876" y="968"/>
                      </a:lnTo>
                      <a:lnTo>
                        <a:pt x="910" y="984"/>
                      </a:lnTo>
                      <a:lnTo>
                        <a:pt x="944" y="984"/>
                      </a:lnTo>
                      <a:lnTo>
                        <a:pt x="960" y="976"/>
                      </a:lnTo>
                      <a:lnTo>
                        <a:pt x="969" y="968"/>
                      </a:lnTo>
                      <a:lnTo>
                        <a:pt x="977" y="960"/>
                      </a:lnTo>
                      <a:lnTo>
                        <a:pt x="1019" y="928"/>
                      </a:lnTo>
                      <a:lnTo>
                        <a:pt x="1070" y="904"/>
                      </a:lnTo>
                      <a:lnTo>
                        <a:pt x="1087" y="864"/>
                      </a:lnTo>
                      <a:lnTo>
                        <a:pt x="1011" y="832"/>
                      </a:lnTo>
                      <a:lnTo>
                        <a:pt x="1019" y="784"/>
                      </a:lnTo>
                      <a:lnTo>
                        <a:pt x="994" y="744"/>
                      </a:lnTo>
                      <a:lnTo>
                        <a:pt x="1036" y="720"/>
                      </a:lnTo>
                      <a:lnTo>
                        <a:pt x="1019" y="656"/>
                      </a:lnTo>
                      <a:lnTo>
                        <a:pt x="1036" y="656"/>
                      </a:lnTo>
                      <a:lnTo>
                        <a:pt x="1019" y="632"/>
                      </a:lnTo>
                      <a:lnTo>
                        <a:pt x="1011" y="616"/>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77" name="Freeform 35"/>
                <p:cNvSpPr>
                  <a:spLocks/>
                </p:cNvSpPr>
                <p:nvPr/>
              </p:nvSpPr>
              <p:spPr bwMode="auto">
                <a:xfrm>
                  <a:off x="1578" y="2508"/>
                  <a:ext cx="328" cy="232"/>
                </a:xfrm>
                <a:custGeom>
                  <a:avLst/>
                  <a:gdLst>
                    <a:gd name="T0" fmla="*/ 278 w 328"/>
                    <a:gd name="T1" fmla="*/ 184 h 232"/>
                    <a:gd name="T2" fmla="*/ 286 w 328"/>
                    <a:gd name="T3" fmla="*/ 168 h 232"/>
                    <a:gd name="T4" fmla="*/ 311 w 328"/>
                    <a:gd name="T5" fmla="*/ 160 h 232"/>
                    <a:gd name="T6" fmla="*/ 328 w 328"/>
                    <a:gd name="T7" fmla="*/ 144 h 232"/>
                    <a:gd name="T8" fmla="*/ 328 w 328"/>
                    <a:gd name="T9" fmla="*/ 112 h 232"/>
                    <a:gd name="T10" fmla="*/ 303 w 328"/>
                    <a:gd name="T11" fmla="*/ 88 h 232"/>
                    <a:gd name="T12" fmla="*/ 269 w 328"/>
                    <a:gd name="T13" fmla="*/ 72 h 232"/>
                    <a:gd name="T14" fmla="*/ 278 w 328"/>
                    <a:gd name="T15" fmla="*/ 48 h 232"/>
                    <a:gd name="T16" fmla="*/ 261 w 328"/>
                    <a:gd name="T17" fmla="*/ 24 h 232"/>
                    <a:gd name="T18" fmla="*/ 219 w 328"/>
                    <a:gd name="T19" fmla="*/ 16 h 232"/>
                    <a:gd name="T20" fmla="*/ 168 w 328"/>
                    <a:gd name="T21" fmla="*/ 8 h 232"/>
                    <a:gd name="T22" fmla="*/ 134 w 328"/>
                    <a:gd name="T23" fmla="*/ 24 h 232"/>
                    <a:gd name="T24" fmla="*/ 101 w 328"/>
                    <a:gd name="T25" fmla="*/ 16 h 232"/>
                    <a:gd name="T26" fmla="*/ 75 w 328"/>
                    <a:gd name="T27" fmla="*/ 0 h 232"/>
                    <a:gd name="T28" fmla="*/ 42 w 328"/>
                    <a:gd name="T29" fmla="*/ 16 h 232"/>
                    <a:gd name="T30" fmla="*/ 0 w 328"/>
                    <a:gd name="T31" fmla="*/ 24 h 232"/>
                    <a:gd name="T32" fmla="*/ 16 w 328"/>
                    <a:gd name="T33" fmla="*/ 40 h 232"/>
                    <a:gd name="T34" fmla="*/ 42 w 328"/>
                    <a:gd name="T35" fmla="*/ 72 h 232"/>
                    <a:gd name="T36" fmla="*/ 67 w 328"/>
                    <a:gd name="T37" fmla="*/ 96 h 232"/>
                    <a:gd name="T38" fmla="*/ 101 w 328"/>
                    <a:gd name="T39" fmla="*/ 112 h 232"/>
                    <a:gd name="T40" fmla="*/ 101 w 328"/>
                    <a:gd name="T41" fmla="*/ 120 h 232"/>
                    <a:gd name="T42" fmla="*/ 143 w 328"/>
                    <a:gd name="T43" fmla="*/ 136 h 232"/>
                    <a:gd name="T44" fmla="*/ 143 w 328"/>
                    <a:gd name="T45" fmla="*/ 168 h 232"/>
                    <a:gd name="T46" fmla="*/ 185 w 328"/>
                    <a:gd name="T47" fmla="*/ 160 h 232"/>
                    <a:gd name="T48" fmla="*/ 202 w 328"/>
                    <a:gd name="T49" fmla="*/ 192 h 232"/>
                    <a:gd name="T50" fmla="*/ 261 w 328"/>
                    <a:gd name="T51" fmla="*/ 232 h 232"/>
                    <a:gd name="T52" fmla="*/ 278 w 328"/>
                    <a:gd name="T53" fmla="*/ 232 h 232"/>
                    <a:gd name="T54" fmla="*/ 278 w 328"/>
                    <a:gd name="T55" fmla="*/ 208 h 232"/>
                    <a:gd name="T56" fmla="*/ 278 w 328"/>
                    <a:gd name="T57" fmla="*/ 184 h 2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28"/>
                    <a:gd name="T88" fmla="*/ 0 h 232"/>
                    <a:gd name="T89" fmla="*/ 328 w 328"/>
                    <a:gd name="T90" fmla="*/ 232 h 23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28" h="232">
                      <a:moveTo>
                        <a:pt x="278" y="184"/>
                      </a:moveTo>
                      <a:lnTo>
                        <a:pt x="286" y="168"/>
                      </a:lnTo>
                      <a:lnTo>
                        <a:pt x="311" y="160"/>
                      </a:lnTo>
                      <a:lnTo>
                        <a:pt x="328" y="144"/>
                      </a:lnTo>
                      <a:lnTo>
                        <a:pt x="328" y="112"/>
                      </a:lnTo>
                      <a:lnTo>
                        <a:pt x="303" y="88"/>
                      </a:lnTo>
                      <a:lnTo>
                        <a:pt x="269" y="72"/>
                      </a:lnTo>
                      <a:lnTo>
                        <a:pt x="278" y="48"/>
                      </a:lnTo>
                      <a:lnTo>
                        <a:pt x="261" y="24"/>
                      </a:lnTo>
                      <a:lnTo>
                        <a:pt x="219" y="16"/>
                      </a:lnTo>
                      <a:lnTo>
                        <a:pt x="168" y="8"/>
                      </a:lnTo>
                      <a:lnTo>
                        <a:pt x="134" y="24"/>
                      </a:lnTo>
                      <a:lnTo>
                        <a:pt x="101" y="16"/>
                      </a:lnTo>
                      <a:lnTo>
                        <a:pt x="75" y="0"/>
                      </a:lnTo>
                      <a:lnTo>
                        <a:pt x="42" y="16"/>
                      </a:lnTo>
                      <a:lnTo>
                        <a:pt x="0" y="24"/>
                      </a:lnTo>
                      <a:lnTo>
                        <a:pt x="16" y="40"/>
                      </a:lnTo>
                      <a:lnTo>
                        <a:pt x="42" y="72"/>
                      </a:lnTo>
                      <a:lnTo>
                        <a:pt x="67" y="96"/>
                      </a:lnTo>
                      <a:lnTo>
                        <a:pt x="101" y="112"/>
                      </a:lnTo>
                      <a:lnTo>
                        <a:pt x="101" y="120"/>
                      </a:lnTo>
                      <a:lnTo>
                        <a:pt x="143" y="136"/>
                      </a:lnTo>
                      <a:lnTo>
                        <a:pt x="143" y="168"/>
                      </a:lnTo>
                      <a:lnTo>
                        <a:pt x="185" y="160"/>
                      </a:lnTo>
                      <a:lnTo>
                        <a:pt x="202" y="192"/>
                      </a:lnTo>
                      <a:lnTo>
                        <a:pt x="261" y="232"/>
                      </a:lnTo>
                      <a:lnTo>
                        <a:pt x="278" y="232"/>
                      </a:lnTo>
                      <a:lnTo>
                        <a:pt x="278" y="208"/>
                      </a:lnTo>
                      <a:lnTo>
                        <a:pt x="278" y="184"/>
                      </a:lnTo>
                      <a:close/>
                    </a:path>
                  </a:pathLst>
                </a:custGeom>
                <a:solidFill>
                  <a:srgbClr val="99CCFF"/>
                </a:solidFill>
                <a:ln w="12700">
                  <a:solidFill>
                    <a:srgbClr val="000000"/>
                  </a:solidFill>
                  <a:prstDash val="solid"/>
                  <a:round/>
                  <a:headEnd/>
                  <a:tailEnd/>
                </a:ln>
              </p:spPr>
              <p:txBody>
                <a:bodyPr/>
                <a:lstStyle/>
                <a:p>
                  <a:endParaRPr lang="en-GB"/>
                </a:p>
              </p:txBody>
            </p:sp>
            <p:sp>
              <p:nvSpPr>
                <p:cNvPr id="12378" name="Freeform 36"/>
                <p:cNvSpPr>
                  <a:spLocks/>
                </p:cNvSpPr>
                <p:nvPr/>
              </p:nvSpPr>
              <p:spPr bwMode="auto">
                <a:xfrm>
                  <a:off x="1856" y="2668"/>
                  <a:ext cx="59" cy="80"/>
                </a:xfrm>
                <a:custGeom>
                  <a:avLst/>
                  <a:gdLst>
                    <a:gd name="T0" fmla="*/ 25 w 59"/>
                    <a:gd name="T1" fmla="*/ 24 h 80"/>
                    <a:gd name="T2" fmla="*/ 25 w 59"/>
                    <a:gd name="T3" fmla="*/ 0 h 80"/>
                    <a:gd name="T4" fmla="*/ 8 w 59"/>
                    <a:gd name="T5" fmla="*/ 8 h 80"/>
                    <a:gd name="T6" fmla="*/ 0 w 59"/>
                    <a:gd name="T7" fmla="*/ 24 h 80"/>
                    <a:gd name="T8" fmla="*/ 0 w 59"/>
                    <a:gd name="T9" fmla="*/ 48 h 80"/>
                    <a:gd name="T10" fmla="*/ 0 w 59"/>
                    <a:gd name="T11" fmla="*/ 72 h 80"/>
                    <a:gd name="T12" fmla="*/ 42 w 59"/>
                    <a:gd name="T13" fmla="*/ 80 h 80"/>
                    <a:gd name="T14" fmla="*/ 59 w 59"/>
                    <a:gd name="T15" fmla="*/ 48 h 80"/>
                    <a:gd name="T16" fmla="*/ 25 w 59"/>
                    <a:gd name="T17" fmla="*/ 24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0"/>
                    <a:gd name="T29" fmla="*/ 59 w 59"/>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0">
                      <a:moveTo>
                        <a:pt x="25" y="24"/>
                      </a:moveTo>
                      <a:lnTo>
                        <a:pt x="25" y="0"/>
                      </a:lnTo>
                      <a:lnTo>
                        <a:pt x="8" y="8"/>
                      </a:lnTo>
                      <a:lnTo>
                        <a:pt x="0" y="24"/>
                      </a:lnTo>
                      <a:lnTo>
                        <a:pt x="0" y="48"/>
                      </a:lnTo>
                      <a:lnTo>
                        <a:pt x="0" y="72"/>
                      </a:lnTo>
                      <a:lnTo>
                        <a:pt x="42" y="80"/>
                      </a:lnTo>
                      <a:lnTo>
                        <a:pt x="59" y="48"/>
                      </a:lnTo>
                      <a:lnTo>
                        <a:pt x="25" y="24"/>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79" name="Freeform 37"/>
                <p:cNvSpPr>
                  <a:spLocks/>
                </p:cNvSpPr>
                <p:nvPr/>
              </p:nvSpPr>
              <p:spPr bwMode="auto">
                <a:xfrm>
                  <a:off x="1653" y="2268"/>
                  <a:ext cx="337" cy="320"/>
                </a:xfrm>
                <a:custGeom>
                  <a:avLst/>
                  <a:gdLst>
                    <a:gd name="T0" fmla="*/ 236 w 337"/>
                    <a:gd name="T1" fmla="*/ 280 h 320"/>
                    <a:gd name="T2" fmla="*/ 236 w 337"/>
                    <a:gd name="T3" fmla="*/ 232 h 320"/>
                    <a:gd name="T4" fmla="*/ 236 w 337"/>
                    <a:gd name="T5" fmla="*/ 200 h 320"/>
                    <a:gd name="T6" fmla="*/ 287 w 337"/>
                    <a:gd name="T7" fmla="*/ 192 h 320"/>
                    <a:gd name="T8" fmla="*/ 287 w 337"/>
                    <a:gd name="T9" fmla="*/ 168 h 320"/>
                    <a:gd name="T10" fmla="*/ 312 w 337"/>
                    <a:gd name="T11" fmla="*/ 160 h 320"/>
                    <a:gd name="T12" fmla="*/ 321 w 337"/>
                    <a:gd name="T13" fmla="*/ 128 h 320"/>
                    <a:gd name="T14" fmla="*/ 295 w 337"/>
                    <a:gd name="T15" fmla="*/ 104 h 320"/>
                    <a:gd name="T16" fmla="*/ 321 w 337"/>
                    <a:gd name="T17" fmla="*/ 96 h 320"/>
                    <a:gd name="T18" fmla="*/ 337 w 337"/>
                    <a:gd name="T19" fmla="*/ 56 h 320"/>
                    <a:gd name="T20" fmla="*/ 329 w 337"/>
                    <a:gd name="T21" fmla="*/ 16 h 320"/>
                    <a:gd name="T22" fmla="*/ 321 w 337"/>
                    <a:gd name="T23" fmla="*/ 16 h 320"/>
                    <a:gd name="T24" fmla="*/ 304 w 337"/>
                    <a:gd name="T25" fmla="*/ 0 h 320"/>
                    <a:gd name="T26" fmla="*/ 278 w 337"/>
                    <a:gd name="T27" fmla="*/ 0 h 320"/>
                    <a:gd name="T28" fmla="*/ 219 w 337"/>
                    <a:gd name="T29" fmla="*/ 16 h 320"/>
                    <a:gd name="T30" fmla="*/ 203 w 337"/>
                    <a:gd name="T31" fmla="*/ 24 h 320"/>
                    <a:gd name="T32" fmla="*/ 194 w 337"/>
                    <a:gd name="T33" fmla="*/ 48 h 320"/>
                    <a:gd name="T34" fmla="*/ 203 w 337"/>
                    <a:gd name="T35" fmla="*/ 72 h 320"/>
                    <a:gd name="T36" fmla="*/ 219 w 337"/>
                    <a:gd name="T37" fmla="*/ 96 h 320"/>
                    <a:gd name="T38" fmla="*/ 228 w 337"/>
                    <a:gd name="T39" fmla="*/ 112 h 320"/>
                    <a:gd name="T40" fmla="*/ 211 w 337"/>
                    <a:gd name="T41" fmla="*/ 128 h 320"/>
                    <a:gd name="T42" fmla="*/ 186 w 337"/>
                    <a:gd name="T43" fmla="*/ 136 h 320"/>
                    <a:gd name="T44" fmla="*/ 160 w 337"/>
                    <a:gd name="T45" fmla="*/ 120 h 320"/>
                    <a:gd name="T46" fmla="*/ 169 w 337"/>
                    <a:gd name="T47" fmla="*/ 72 h 320"/>
                    <a:gd name="T48" fmla="*/ 160 w 337"/>
                    <a:gd name="T49" fmla="*/ 56 h 320"/>
                    <a:gd name="T50" fmla="*/ 152 w 337"/>
                    <a:gd name="T51" fmla="*/ 32 h 320"/>
                    <a:gd name="T52" fmla="*/ 110 w 337"/>
                    <a:gd name="T53" fmla="*/ 128 h 320"/>
                    <a:gd name="T54" fmla="*/ 76 w 337"/>
                    <a:gd name="T55" fmla="*/ 168 h 320"/>
                    <a:gd name="T56" fmla="*/ 68 w 337"/>
                    <a:gd name="T57" fmla="*/ 216 h 320"/>
                    <a:gd name="T58" fmla="*/ 42 w 337"/>
                    <a:gd name="T59" fmla="*/ 216 h 320"/>
                    <a:gd name="T60" fmla="*/ 34 w 337"/>
                    <a:gd name="T61" fmla="*/ 216 h 320"/>
                    <a:gd name="T62" fmla="*/ 26 w 337"/>
                    <a:gd name="T63" fmla="*/ 232 h 320"/>
                    <a:gd name="T64" fmla="*/ 0 w 337"/>
                    <a:gd name="T65" fmla="*/ 240 h 320"/>
                    <a:gd name="T66" fmla="*/ 26 w 337"/>
                    <a:gd name="T67" fmla="*/ 256 h 320"/>
                    <a:gd name="T68" fmla="*/ 59 w 337"/>
                    <a:gd name="T69" fmla="*/ 264 h 320"/>
                    <a:gd name="T70" fmla="*/ 93 w 337"/>
                    <a:gd name="T71" fmla="*/ 248 h 320"/>
                    <a:gd name="T72" fmla="*/ 144 w 337"/>
                    <a:gd name="T73" fmla="*/ 256 h 320"/>
                    <a:gd name="T74" fmla="*/ 186 w 337"/>
                    <a:gd name="T75" fmla="*/ 264 h 320"/>
                    <a:gd name="T76" fmla="*/ 203 w 337"/>
                    <a:gd name="T77" fmla="*/ 288 h 320"/>
                    <a:gd name="T78" fmla="*/ 194 w 337"/>
                    <a:gd name="T79" fmla="*/ 312 h 320"/>
                    <a:gd name="T80" fmla="*/ 219 w 337"/>
                    <a:gd name="T81" fmla="*/ 320 h 320"/>
                    <a:gd name="T82" fmla="*/ 219 w 337"/>
                    <a:gd name="T83" fmla="*/ 296 h 320"/>
                    <a:gd name="T84" fmla="*/ 236 w 337"/>
                    <a:gd name="T85" fmla="*/ 280 h 3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7"/>
                    <a:gd name="T130" fmla="*/ 0 h 320"/>
                    <a:gd name="T131" fmla="*/ 337 w 337"/>
                    <a:gd name="T132" fmla="*/ 320 h 32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7" h="320">
                      <a:moveTo>
                        <a:pt x="236" y="280"/>
                      </a:moveTo>
                      <a:lnTo>
                        <a:pt x="236" y="232"/>
                      </a:lnTo>
                      <a:lnTo>
                        <a:pt x="236" y="200"/>
                      </a:lnTo>
                      <a:lnTo>
                        <a:pt x="287" y="192"/>
                      </a:lnTo>
                      <a:lnTo>
                        <a:pt x="287" y="168"/>
                      </a:lnTo>
                      <a:lnTo>
                        <a:pt x="312" y="160"/>
                      </a:lnTo>
                      <a:lnTo>
                        <a:pt x="321" y="128"/>
                      </a:lnTo>
                      <a:lnTo>
                        <a:pt x="295" y="104"/>
                      </a:lnTo>
                      <a:lnTo>
                        <a:pt x="321" y="96"/>
                      </a:lnTo>
                      <a:lnTo>
                        <a:pt x="337" y="56"/>
                      </a:lnTo>
                      <a:lnTo>
                        <a:pt x="329" y="16"/>
                      </a:lnTo>
                      <a:lnTo>
                        <a:pt x="321" y="16"/>
                      </a:lnTo>
                      <a:lnTo>
                        <a:pt x="304" y="0"/>
                      </a:lnTo>
                      <a:lnTo>
                        <a:pt x="278" y="0"/>
                      </a:lnTo>
                      <a:lnTo>
                        <a:pt x="219" y="16"/>
                      </a:lnTo>
                      <a:lnTo>
                        <a:pt x="203" y="24"/>
                      </a:lnTo>
                      <a:lnTo>
                        <a:pt x="194" y="48"/>
                      </a:lnTo>
                      <a:lnTo>
                        <a:pt x="203" y="72"/>
                      </a:lnTo>
                      <a:lnTo>
                        <a:pt x="219" y="96"/>
                      </a:lnTo>
                      <a:lnTo>
                        <a:pt x="228" y="112"/>
                      </a:lnTo>
                      <a:lnTo>
                        <a:pt x="211" y="128"/>
                      </a:lnTo>
                      <a:lnTo>
                        <a:pt x="186" y="136"/>
                      </a:lnTo>
                      <a:lnTo>
                        <a:pt x="160" y="120"/>
                      </a:lnTo>
                      <a:lnTo>
                        <a:pt x="169" y="72"/>
                      </a:lnTo>
                      <a:lnTo>
                        <a:pt x="160" y="56"/>
                      </a:lnTo>
                      <a:lnTo>
                        <a:pt x="152" y="32"/>
                      </a:lnTo>
                      <a:lnTo>
                        <a:pt x="110" y="128"/>
                      </a:lnTo>
                      <a:lnTo>
                        <a:pt x="76" y="168"/>
                      </a:lnTo>
                      <a:lnTo>
                        <a:pt x="68" y="216"/>
                      </a:lnTo>
                      <a:lnTo>
                        <a:pt x="42" y="216"/>
                      </a:lnTo>
                      <a:lnTo>
                        <a:pt x="34" y="216"/>
                      </a:lnTo>
                      <a:lnTo>
                        <a:pt x="26" y="232"/>
                      </a:lnTo>
                      <a:lnTo>
                        <a:pt x="0" y="240"/>
                      </a:lnTo>
                      <a:lnTo>
                        <a:pt x="26" y="256"/>
                      </a:lnTo>
                      <a:lnTo>
                        <a:pt x="59" y="264"/>
                      </a:lnTo>
                      <a:lnTo>
                        <a:pt x="93" y="248"/>
                      </a:lnTo>
                      <a:lnTo>
                        <a:pt x="144" y="256"/>
                      </a:lnTo>
                      <a:lnTo>
                        <a:pt x="186" y="264"/>
                      </a:lnTo>
                      <a:lnTo>
                        <a:pt x="203" y="288"/>
                      </a:lnTo>
                      <a:lnTo>
                        <a:pt x="194" y="312"/>
                      </a:lnTo>
                      <a:lnTo>
                        <a:pt x="219" y="320"/>
                      </a:lnTo>
                      <a:lnTo>
                        <a:pt x="219" y="296"/>
                      </a:lnTo>
                      <a:lnTo>
                        <a:pt x="236" y="280"/>
                      </a:lnTo>
                      <a:close/>
                    </a:path>
                  </a:pathLst>
                </a:custGeom>
                <a:solidFill>
                  <a:srgbClr val="7D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80" name="Freeform 38"/>
                <p:cNvSpPr>
                  <a:spLocks/>
                </p:cNvSpPr>
                <p:nvPr/>
              </p:nvSpPr>
              <p:spPr bwMode="auto">
                <a:xfrm>
                  <a:off x="1856" y="2668"/>
                  <a:ext cx="59" cy="80"/>
                </a:xfrm>
                <a:custGeom>
                  <a:avLst/>
                  <a:gdLst>
                    <a:gd name="T0" fmla="*/ 25 w 59"/>
                    <a:gd name="T1" fmla="*/ 24 h 80"/>
                    <a:gd name="T2" fmla="*/ 25 w 59"/>
                    <a:gd name="T3" fmla="*/ 0 h 80"/>
                    <a:gd name="T4" fmla="*/ 8 w 59"/>
                    <a:gd name="T5" fmla="*/ 8 h 80"/>
                    <a:gd name="T6" fmla="*/ 0 w 59"/>
                    <a:gd name="T7" fmla="*/ 24 h 80"/>
                    <a:gd name="T8" fmla="*/ 0 w 59"/>
                    <a:gd name="T9" fmla="*/ 48 h 80"/>
                    <a:gd name="T10" fmla="*/ 0 w 59"/>
                    <a:gd name="T11" fmla="*/ 72 h 80"/>
                    <a:gd name="T12" fmla="*/ 42 w 59"/>
                    <a:gd name="T13" fmla="*/ 80 h 80"/>
                    <a:gd name="T14" fmla="*/ 59 w 59"/>
                    <a:gd name="T15" fmla="*/ 48 h 80"/>
                    <a:gd name="T16" fmla="*/ 25 w 59"/>
                    <a:gd name="T17" fmla="*/ 24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0"/>
                    <a:gd name="T29" fmla="*/ 59 w 59"/>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0">
                      <a:moveTo>
                        <a:pt x="25" y="24"/>
                      </a:moveTo>
                      <a:lnTo>
                        <a:pt x="25" y="0"/>
                      </a:lnTo>
                      <a:lnTo>
                        <a:pt x="8" y="8"/>
                      </a:lnTo>
                      <a:lnTo>
                        <a:pt x="0" y="24"/>
                      </a:lnTo>
                      <a:lnTo>
                        <a:pt x="0" y="48"/>
                      </a:lnTo>
                      <a:lnTo>
                        <a:pt x="0" y="72"/>
                      </a:lnTo>
                      <a:lnTo>
                        <a:pt x="42" y="80"/>
                      </a:lnTo>
                      <a:lnTo>
                        <a:pt x="59" y="48"/>
                      </a:lnTo>
                      <a:lnTo>
                        <a:pt x="25" y="24"/>
                      </a:lnTo>
                      <a:close/>
                    </a:path>
                  </a:pathLst>
                </a:custGeom>
                <a:solidFill>
                  <a:srgbClr val="99CCFF"/>
                </a:solidFill>
                <a:ln w="12700">
                  <a:solidFill>
                    <a:srgbClr val="000000"/>
                  </a:solidFill>
                  <a:prstDash val="solid"/>
                  <a:round/>
                  <a:headEnd/>
                  <a:tailEnd/>
                </a:ln>
              </p:spPr>
              <p:txBody>
                <a:bodyPr/>
                <a:lstStyle/>
                <a:p>
                  <a:endParaRPr lang="en-GB"/>
                </a:p>
              </p:txBody>
            </p:sp>
            <p:sp>
              <p:nvSpPr>
                <p:cNvPr id="12381" name="Freeform 39"/>
                <p:cNvSpPr>
                  <a:spLocks/>
                </p:cNvSpPr>
                <p:nvPr/>
              </p:nvSpPr>
              <p:spPr bwMode="auto">
                <a:xfrm>
                  <a:off x="1653" y="2268"/>
                  <a:ext cx="337" cy="320"/>
                </a:xfrm>
                <a:custGeom>
                  <a:avLst/>
                  <a:gdLst>
                    <a:gd name="T0" fmla="*/ 236 w 337"/>
                    <a:gd name="T1" fmla="*/ 280 h 320"/>
                    <a:gd name="T2" fmla="*/ 236 w 337"/>
                    <a:gd name="T3" fmla="*/ 232 h 320"/>
                    <a:gd name="T4" fmla="*/ 236 w 337"/>
                    <a:gd name="T5" fmla="*/ 200 h 320"/>
                    <a:gd name="T6" fmla="*/ 287 w 337"/>
                    <a:gd name="T7" fmla="*/ 192 h 320"/>
                    <a:gd name="T8" fmla="*/ 287 w 337"/>
                    <a:gd name="T9" fmla="*/ 168 h 320"/>
                    <a:gd name="T10" fmla="*/ 312 w 337"/>
                    <a:gd name="T11" fmla="*/ 160 h 320"/>
                    <a:gd name="T12" fmla="*/ 321 w 337"/>
                    <a:gd name="T13" fmla="*/ 128 h 320"/>
                    <a:gd name="T14" fmla="*/ 295 w 337"/>
                    <a:gd name="T15" fmla="*/ 104 h 320"/>
                    <a:gd name="T16" fmla="*/ 321 w 337"/>
                    <a:gd name="T17" fmla="*/ 96 h 320"/>
                    <a:gd name="T18" fmla="*/ 337 w 337"/>
                    <a:gd name="T19" fmla="*/ 56 h 320"/>
                    <a:gd name="T20" fmla="*/ 329 w 337"/>
                    <a:gd name="T21" fmla="*/ 16 h 320"/>
                    <a:gd name="T22" fmla="*/ 321 w 337"/>
                    <a:gd name="T23" fmla="*/ 16 h 320"/>
                    <a:gd name="T24" fmla="*/ 304 w 337"/>
                    <a:gd name="T25" fmla="*/ 0 h 320"/>
                    <a:gd name="T26" fmla="*/ 278 w 337"/>
                    <a:gd name="T27" fmla="*/ 0 h 320"/>
                    <a:gd name="T28" fmla="*/ 219 w 337"/>
                    <a:gd name="T29" fmla="*/ 16 h 320"/>
                    <a:gd name="T30" fmla="*/ 203 w 337"/>
                    <a:gd name="T31" fmla="*/ 24 h 320"/>
                    <a:gd name="T32" fmla="*/ 194 w 337"/>
                    <a:gd name="T33" fmla="*/ 48 h 320"/>
                    <a:gd name="T34" fmla="*/ 203 w 337"/>
                    <a:gd name="T35" fmla="*/ 72 h 320"/>
                    <a:gd name="T36" fmla="*/ 219 w 337"/>
                    <a:gd name="T37" fmla="*/ 96 h 320"/>
                    <a:gd name="T38" fmla="*/ 228 w 337"/>
                    <a:gd name="T39" fmla="*/ 112 h 320"/>
                    <a:gd name="T40" fmla="*/ 211 w 337"/>
                    <a:gd name="T41" fmla="*/ 128 h 320"/>
                    <a:gd name="T42" fmla="*/ 186 w 337"/>
                    <a:gd name="T43" fmla="*/ 136 h 320"/>
                    <a:gd name="T44" fmla="*/ 160 w 337"/>
                    <a:gd name="T45" fmla="*/ 120 h 320"/>
                    <a:gd name="T46" fmla="*/ 169 w 337"/>
                    <a:gd name="T47" fmla="*/ 72 h 320"/>
                    <a:gd name="T48" fmla="*/ 160 w 337"/>
                    <a:gd name="T49" fmla="*/ 56 h 320"/>
                    <a:gd name="T50" fmla="*/ 152 w 337"/>
                    <a:gd name="T51" fmla="*/ 32 h 320"/>
                    <a:gd name="T52" fmla="*/ 110 w 337"/>
                    <a:gd name="T53" fmla="*/ 128 h 320"/>
                    <a:gd name="T54" fmla="*/ 76 w 337"/>
                    <a:gd name="T55" fmla="*/ 168 h 320"/>
                    <a:gd name="T56" fmla="*/ 68 w 337"/>
                    <a:gd name="T57" fmla="*/ 216 h 320"/>
                    <a:gd name="T58" fmla="*/ 42 w 337"/>
                    <a:gd name="T59" fmla="*/ 216 h 320"/>
                    <a:gd name="T60" fmla="*/ 34 w 337"/>
                    <a:gd name="T61" fmla="*/ 216 h 320"/>
                    <a:gd name="T62" fmla="*/ 26 w 337"/>
                    <a:gd name="T63" fmla="*/ 232 h 320"/>
                    <a:gd name="T64" fmla="*/ 0 w 337"/>
                    <a:gd name="T65" fmla="*/ 240 h 320"/>
                    <a:gd name="T66" fmla="*/ 26 w 337"/>
                    <a:gd name="T67" fmla="*/ 256 h 320"/>
                    <a:gd name="T68" fmla="*/ 59 w 337"/>
                    <a:gd name="T69" fmla="*/ 264 h 320"/>
                    <a:gd name="T70" fmla="*/ 93 w 337"/>
                    <a:gd name="T71" fmla="*/ 248 h 320"/>
                    <a:gd name="T72" fmla="*/ 144 w 337"/>
                    <a:gd name="T73" fmla="*/ 256 h 320"/>
                    <a:gd name="T74" fmla="*/ 186 w 337"/>
                    <a:gd name="T75" fmla="*/ 264 h 320"/>
                    <a:gd name="T76" fmla="*/ 203 w 337"/>
                    <a:gd name="T77" fmla="*/ 288 h 320"/>
                    <a:gd name="T78" fmla="*/ 194 w 337"/>
                    <a:gd name="T79" fmla="*/ 312 h 320"/>
                    <a:gd name="T80" fmla="*/ 219 w 337"/>
                    <a:gd name="T81" fmla="*/ 320 h 320"/>
                    <a:gd name="T82" fmla="*/ 219 w 337"/>
                    <a:gd name="T83" fmla="*/ 296 h 320"/>
                    <a:gd name="T84" fmla="*/ 236 w 337"/>
                    <a:gd name="T85" fmla="*/ 280 h 3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37"/>
                    <a:gd name="T130" fmla="*/ 0 h 320"/>
                    <a:gd name="T131" fmla="*/ 337 w 337"/>
                    <a:gd name="T132" fmla="*/ 320 h 32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37" h="320">
                      <a:moveTo>
                        <a:pt x="236" y="280"/>
                      </a:moveTo>
                      <a:lnTo>
                        <a:pt x="236" y="232"/>
                      </a:lnTo>
                      <a:lnTo>
                        <a:pt x="236" y="200"/>
                      </a:lnTo>
                      <a:lnTo>
                        <a:pt x="287" y="192"/>
                      </a:lnTo>
                      <a:lnTo>
                        <a:pt x="287" y="168"/>
                      </a:lnTo>
                      <a:lnTo>
                        <a:pt x="312" y="160"/>
                      </a:lnTo>
                      <a:lnTo>
                        <a:pt x="321" y="128"/>
                      </a:lnTo>
                      <a:lnTo>
                        <a:pt x="295" y="104"/>
                      </a:lnTo>
                      <a:lnTo>
                        <a:pt x="321" y="96"/>
                      </a:lnTo>
                      <a:lnTo>
                        <a:pt x="337" y="56"/>
                      </a:lnTo>
                      <a:lnTo>
                        <a:pt x="329" y="16"/>
                      </a:lnTo>
                      <a:lnTo>
                        <a:pt x="321" y="16"/>
                      </a:lnTo>
                      <a:lnTo>
                        <a:pt x="304" y="0"/>
                      </a:lnTo>
                      <a:lnTo>
                        <a:pt x="278" y="0"/>
                      </a:lnTo>
                      <a:lnTo>
                        <a:pt x="219" y="16"/>
                      </a:lnTo>
                      <a:lnTo>
                        <a:pt x="203" y="24"/>
                      </a:lnTo>
                      <a:lnTo>
                        <a:pt x="194" y="48"/>
                      </a:lnTo>
                      <a:lnTo>
                        <a:pt x="203" y="72"/>
                      </a:lnTo>
                      <a:lnTo>
                        <a:pt x="219" y="96"/>
                      </a:lnTo>
                      <a:lnTo>
                        <a:pt x="228" y="112"/>
                      </a:lnTo>
                      <a:lnTo>
                        <a:pt x="211" y="128"/>
                      </a:lnTo>
                      <a:lnTo>
                        <a:pt x="186" y="136"/>
                      </a:lnTo>
                      <a:lnTo>
                        <a:pt x="160" y="120"/>
                      </a:lnTo>
                      <a:lnTo>
                        <a:pt x="169" y="72"/>
                      </a:lnTo>
                      <a:lnTo>
                        <a:pt x="160" y="56"/>
                      </a:lnTo>
                      <a:lnTo>
                        <a:pt x="152" y="32"/>
                      </a:lnTo>
                      <a:lnTo>
                        <a:pt x="110" y="128"/>
                      </a:lnTo>
                      <a:lnTo>
                        <a:pt x="76" y="168"/>
                      </a:lnTo>
                      <a:lnTo>
                        <a:pt x="68" y="216"/>
                      </a:lnTo>
                      <a:lnTo>
                        <a:pt x="42" y="216"/>
                      </a:lnTo>
                      <a:lnTo>
                        <a:pt x="34" y="216"/>
                      </a:lnTo>
                      <a:lnTo>
                        <a:pt x="26" y="232"/>
                      </a:lnTo>
                      <a:lnTo>
                        <a:pt x="0" y="240"/>
                      </a:lnTo>
                      <a:lnTo>
                        <a:pt x="26" y="256"/>
                      </a:lnTo>
                      <a:lnTo>
                        <a:pt x="59" y="264"/>
                      </a:lnTo>
                      <a:lnTo>
                        <a:pt x="93" y="248"/>
                      </a:lnTo>
                      <a:lnTo>
                        <a:pt x="144" y="256"/>
                      </a:lnTo>
                      <a:lnTo>
                        <a:pt x="186" y="264"/>
                      </a:lnTo>
                      <a:lnTo>
                        <a:pt x="203" y="288"/>
                      </a:lnTo>
                      <a:lnTo>
                        <a:pt x="194" y="312"/>
                      </a:lnTo>
                      <a:lnTo>
                        <a:pt x="219" y="320"/>
                      </a:lnTo>
                      <a:lnTo>
                        <a:pt x="219" y="296"/>
                      </a:lnTo>
                      <a:lnTo>
                        <a:pt x="236" y="280"/>
                      </a:lnTo>
                      <a:close/>
                    </a:path>
                  </a:pathLst>
                </a:custGeom>
                <a:solidFill>
                  <a:srgbClr val="99CCFF"/>
                </a:solidFill>
                <a:ln w="12700">
                  <a:solidFill>
                    <a:srgbClr val="000000"/>
                  </a:solidFill>
                  <a:prstDash val="solid"/>
                  <a:round/>
                  <a:headEnd/>
                  <a:tailEnd/>
                </a:ln>
              </p:spPr>
              <p:txBody>
                <a:bodyPr/>
                <a:lstStyle/>
                <a:p>
                  <a:endParaRPr lang="en-GB"/>
                </a:p>
              </p:txBody>
            </p:sp>
            <p:sp>
              <p:nvSpPr>
                <p:cNvPr id="12382" name="Freeform 40"/>
                <p:cNvSpPr>
                  <a:spLocks/>
                </p:cNvSpPr>
                <p:nvPr/>
              </p:nvSpPr>
              <p:spPr bwMode="auto">
                <a:xfrm>
                  <a:off x="2066" y="1780"/>
                  <a:ext cx="211" cy="344"/>
                </a:xfrm>
                <a:custGeom>
                  <a:avLst/>
                  <a:gdLst>
                    <a:gd name="T0" fmla="*/ 143 w 211"/>
                    <a:gd name="T1" fmla="*/ 344 h 344"/>
                    <a:gd name="T2" fmla="*/ 118 w 211"/>
                    <a:gd name="T3" fmla="*/ 312 h 344"/>
                    <a:gd name="T4" fmla="*/ 143 w 211"/>
                    <a:gd name="T5" fmla="*/ 312 h 344"/>
                    <a:gd name="T6" fmla="*/ 127 w 211"/>
                    <a:gd name="T7" fmla="*/ 280 h 344"/>
                    <a:gd name="T8" fmla="*/ 127 w 211"/>
                    <a:gd name="T9" fmla="*/ 248 h 344"/>
                    <a:gd name="T10" fmla="*/ 169 w 211"/>
                    <a:gd name="T11" fmla="*/ 184 h 344"/>
                    <a:gd name="T12" fmla="*/ 186 w 211"/>
                    <a:gd name="T13" fmla="*/ 192 h 344"/>
                    <a:gd name="T14" fmla="*/ 211 w 211"/>
                    <a:gd name="T15" fmla="*/ 136 h 344"/>
                    <a:gd name="T16" fmla="*/ 177 w 211"/>
                    <a:gd name="T17" fmla="*/ 112 h 344"/>
                    <a:gd name="T18" fmla="*/ 169 w 211"/>
                    <a:gd name="T19" fmla="*/ 72 h 344"/>
                    <a:gd name="T20" fmla="*/ 177 w 211"/>
                    <a:gd name="T21" fmla="*/ 24 h 344"/>
                    <a:gd name="T22" fmla="*/ 177 w 211"/>
                    <a:gd name="T23" fmla="*/ 8 h 344"/>
                    <a:gd name="T24" fmla="*/ 160 w 211"/>
                    <a:gd name="T25" fmla="*/ 0 h 344"/>
                    <a:gd name="T26" fmla="*/ 135 w 211"/>
                    <a:gd name="T27" fmla="*/ 8 h 344"/>
                    <a:gd name="T28" fmla="*/ 127 w 211"/>
                    <a:gd name="T29" fmla="*/ 24 h 344"/>
                    <a:gd name="T30" fmla="*/ 101 w 211"/>
                    <a:gd name="T31" fmla="*/ 40 h 344"/>
                    <a:gd name="T32" fmla="*/ 76 w 211"/>
                    <a:gd name="T33" fmla="*/ 48 h 344"/>
                    <a:gd name="T34" fmla="*/ 51 w 211"/>
                    <a:gd name="T35" fmla="*/ 56 h 344"/>
                    <a:gd name="T36" fmla="*/ 34 w 211"/>
                    <a:gd name="T37" fmla="*/ 72 h 344"/>
                    <a:gd name="T38" fmla="*/ 26 w 211"/>
                    <a:gd name="T39" fmla="*/ 96 h 344"/>
                    <a:gd name="T40" fmla="*/ 42 w 211"/>
                    <a:gd name="T41" fmla="*/ 112 h 344"/>
                    <a:gd name="T42" fmla="*/ 17 w 211"/>
                    <a:gd name="T43" fmla="*/ 120 h 344"/>
                    <a:gd name="T44" fmla="*/ 9 w 211"/>
                    <a:gd name="T45" fmla="*/ 144 h 344"/>
                    <a:gd name="T46" fmla="*/ 9 w 211"/>
                    <a:gd name="T47" fmla="*/ 168 h 344"/>
                    <a:gd name="T48" fmla="*/ 26 w 211"/>
                    <a:gd name="T49" fmla="*/ 192 h 344"/>
                    <a:gd name="T50" fmla="*/ 0 w 211"/>
                    <a:gd name="T51" fmla="*/ 208 h 344"/>
                    <a:gd name="T52" fmla="*/ 0 w 211"/>
                    <a:gd name="T53" fmla="*/ 224 h 344"/>
                    <a:gd name="T54" fmla="*/ 26 w 211"/>
                    <a:gd name="T55" fmla="*/ 272 h 344"/>
                    <a:gd name="T56" fmla="*/ 42 w 211"/>
                    <a:gd name="T57" fmla="*/ 256 h 344"/>
                    <a:gd name="T58" fmla="*/ 51 w 211"/>
                    <a:gd name="T59" fmla="*/ 304 h 344"/>
                    <a:gd name="T60" fmla="*/ 59 w 211"/>
                    <a:gd name="T61" fmla="*/ 328 h 344"/>
                    <a:gd name="T62" fmla="*/ 84 w 211"/>
                    <a:gd name="T63" fmla="*/ 336 h 344"/>
                    <a:gd name="T64" fmla="*/ 143 w 211"/>
                    <a:gd name="T65" fmla="*/ 344 h 34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1"/>
                    <a:gd name="T100" fmla="*/ 0 h 344"/>
                    <a:gd name="T101" fmla="*/ 211 w 211"/>
                    <a:gd name="T102" fmla="*/ 344 h 34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1" h="344">
                      <a:moveTo>
                        <a:pt x="143" y="344"/>
                      </a:moveTo>
                      <a:lnTo>
                        <a:pt x="118" y="312"/>
                      </a:lnTo>
                      <a:lnTo>
                        <a:pt x="143" y="312"/>
                      </a:lnTo>
                      <a:lnTo>
                        <a:pt x="127" y="280"/>
                      </a:lnTo>
                      <a:lnTo>
                        <a:pt x="127" y="248"/>
                      </a:lnTo>
                      <a:lnTo>
                        <a:pt x="169" y="184"/>
                      </a:lnTo>
                      <a:lnTo>
                        <a:pt x="186" y="192"/>
                      </a:lnTo>
                      <a:lnTo>
                        <a:pt x="211" y="136"/>
                      </a:lnTo>
                      <a:lnTo>
                        <a:pt x="177" y="112"/>
                      </a:lnTo>
                      <a:lnTo>
                        <a:pt x="169" y="72"/>
                      </a:lnTo>
                      <a:lnTo>
                        <a:pt x="177" y="24"/>
                      </a:lnTo>
                      <a:lnTo>
                        <a:pt x="177" y="8"/>
                      </a:lnTo>
                      <a:lnTo>
                        <a:pt x="160" y="0"/>
                      </a:lnTo>
                      <a:lnTo>
                        <a:pt x="135" y="8"/>
                      </a:lnTo>
                      <a:lnTo>
                        <a:pt x="127" y="24"/>
                      </a:lnTo>
                      <a:lnTo>
                        <a:pt x="101" y="40"/>
                      </a:lnTo>
                      <a:lnTo>
                        <a:pt x="76" y="48"/>
                      </a:lnTo>
                      <a:lnTo>
                        <a:pt x="51" y="56"/>
                      </a:lnTo>
                      <a:lnTo>
                        <a:pt x="34" y="72"/>
                      </a:lnTo>
                      <a:lnTo>
                        <a:pt x="26" y="96"/>
                      </a:lnTo>
                      <a:lnTo>
                        <a:pt x="42" y="112"/>
                      </a:lnTo>
                      <a:lnTo>
                        <a:pt x="17" y="120"/>
                      </a:lnTo>
                      <a:lnTo>
                        <a:pt x="9" y="144"/>
                      </a:lnTo>
                      <a:lnTo>
                        <a:pt x="9" y="168"/>
                      </a:lnTo>
                      <a:lnTo>
                        <a:pt x="26" y="192"/>
                      </a:lnTo>
                      <a:lnTo>
                        <a:pt x="0" y="208"/>
                      </a:lnTo>
                      <a:lnTo>
                        <a:pt x="0" y="224"/>
                      </a:lnTo>
                      <a:lnTo>
                        <a:pt x="26" y="272"/>
                      </a:lnTo>
                      <a:lnTo>
                        <a:pt x="42" y="256"/>
                      </a:lnTo>
                      <a:lnTo>
                        <a:pt x="51" y="304"/>
                      </a:lnTo>
                      <a:lnTo>
                        <a:pt x="59" y="328"/>
                      </a:lnTo>
                      <a:lnTo>
                        <a:pt x="84" y="336"/>
                      </a:lnTo>
                      <a:lnTo>
                        <a:pt x="143" y="344"/>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83" name="Freeform 41"/>
                <p:cNvSpPr>
                  <a:spLocks/>
                </p:cNvSpPr>
                <p:nvPr/>
              </p:nvSpPr>
              <p:spPr bwMode="auto">
                <a:xfrm>
                  <a:off x="1877" y="2120"/>
                  <a:ext cx="750" cy="888"/>
                </a:xfrm>
                <a:custGeom>
                  <a:avLst/>
                  <a:gdLst>
                    <a:gd name="T0" fmla="*/ 228 w 750"/>
                    <a:gd name="T1" fmla="*/ 848 h 888"/>
                    <a:gd name="T2" fmla="*/ 354 w 750"/>
                    <a:gd name="T3" fmla="*/ 888 h 888"/>
                    <a:gd name="T4" fmla="*/ 447 w 750"/>
                    <a:gd name="T5" fmla="*/ 880 h 888"/>
                    <a:gd name="T6" fmla="*/ 557 w 750"/>
                    <a:gd name="T7" fmla="*/ 848 h 888"/>
                    <a:gd name="T8" fmla="*/ 616 w 750"/>
                    <a:gd name="T9" fmla="*/ 832 h 888"/>
                    <a:gd name="T10" fmla="*/ 632 w 750"/>
                    <a:gd name="T11" fmla="*/ 776 h 888"/>
                    <a:gd name="T12" fmla="*/ 675 w 750"/>
                    <a:gd name="T13" fmla="*/ 744 h 888"/>
                    <a:gd name="T14" fmla="*/ 607 w 750"/>
                    <a:gd name="T15" fmla="*/ 656 h 888"/>
                    <a:gd name="T16" fmla="*/ 557 w 750"/>
                    <a:gd name="T17" fmla="*/ 584 h 888"/>
                    <a:gd name="T18" fmla="*/ 557 w 750"/>
                    <a:gd name="T19" fmla="*/ 520 h 888"/>
                    <a:gd name="T20" fmla="*/ 641 w 750"/>
                    <a:gd name="T21" fmla="*/ 488 h 888"/>
                    <a:gd name="T22" fmla="*/ 691 w 750"/>
                    <a:gd name="T23" fmla="*/ 440 h 888"/>
                    <a:gd name="T24" fmla="*/ 750 w 750"/>
                    <a:gd name="T25" fmla="*/ 456 h 888"/>
                    <a:gd name="T26" fmla="*/ 725 w 750"/>
                    <a:gd name="T27" fmla="*/ 360 h 888"/>
                    <a:gd name="T28" fmla="*/ 717 w 750"/>
                    <a:gd name="T29" fmla="*/ 280 h 888"/>
                    <a:gd name="T30" fmla="*/ 666 w 750"/>
                    <a:gd name="T31" fmla="*/ 216 h 888"/>
                    <a:gd name="T32" fmla="*/ 683 w 750"/>
                    <a:gd name="T33" fmla="*/ 136 h 888"/>
                    <a:gd name="T34" fmla="*/ 641 w 750"/>
                    <a:gd name="T35" fmla="*/ 80 h 888"/>
                    <a:gd name="T36" fmla="*/ 616 w 750"/>
                    <a:gd name="T37" fmla="*/ 32 h 888"/>
                    <a:gd name="T38" fmla="*/ 582 w 750"/>
                    <a:gd name="T39" fmla="*/ 32 h 888"/>
                    <a:gd name="T40" fmla="*/ 557 w 750"/>
                    <a:gd name="T41" fmla="*/ 40 h 888"/>
                    <a:gd name="T42" fmla="*/ 540 w 750"/>
                    <a:gd name="T43" fmla="*/ 40 h 888"/>
                    <a:gd name="T44" fmla="*/ 481 w 750"/>
                    <a:gd name="T45" fmla="*/ 72 h 888"/>
                    <a:gd name="T46" fmla="*/ 439 w 750"/>
                    <a:gd name="T47" fmla="*/ 96 h 888"/>
                    <a:gd name="T48" fmla="*/ 430 w 750"/>
                    <a:gd name="T49" fmla="*/ 64 h 888"/>
                    <a:gd name="T50" fmla="*/ 396 w 750"/>
                    <a:gd name="T51" fmla="*/ 56 h 888"/>
                    <a:gd name="T52" fmla="*/ 346 w 750"/>
                    <a:gd name="T53" fmla="*/ 16 h 888"/>
                    <a:gd name="T54" fmla="*/ 253 w 750"/>
                    <a:gd name="T55" fmla="*/ 0 h 888"/>
                    <a:gd name="T56" fmla="*/ 245 w 750"/>
                    <a:gd name="T57" fmla="*/ 40 h 888"/>
                    <a:gd name="T58" fmla="*/ 278 w 750"/>
                    <a:gd name="T59" fmla="*/ 112 h 888"/>
                    <a:gd name="T60" fmla="*/ 236 w 750"/>
                    <a:gd name="T61" fmla="*/ 112 h 888"/>
                    <a:gd name="T62" fmla="*/ 220 w 750"/>
                    <a:gd name="T63" fmla="*/ 136 h 888"/>
                    <a:gd name="T64" fmla="*/ 186 w 750"/>
                    <a:gd name="T65" fmla="*/ 128 h 888"/>
                    <a:gd name="T66" fmla="*/ 110 w 750"/>
                    <a:gd name="T67" fmla="*/ 144 h 888"/>
                    <a:gd name="T68" fmla="*/ 118 w 750"/>
                    <a:gd name="T69" fmla="*/ 208 h 888"/>
                    <a:gd name="T70" fmla="*/ 76 w 750"/>
                    <a:gd name="T71" fmla="*/ 256 h 888"/>
                    <a:gd name="T72" fmla="*/ 93 w 750"/>
                    <a:gd name="T73" fmla="*/ 312 h 888"/>
                    <a:gd name="T74" fmla="*/ 68 w 750"/>
                    <a:gd name="T75" fmla="*/ 344 h 888"/>
                    <a:gd name="T76" fmla="*/ 17 w 750"/>
                    <a:gd name="T77" fmla="*/ 384 h 888"/>
                    <a:gd name="T78" fmla="*/ 0 w 750"/>
                    <a:gd name="T79" fmla="*/ 448 h 888"/>
                    <a:gd name="T80" fmla="*/ 9 w 750"/>
                    <a:gd name="T81" fmla="*/ 480 h 888"/>
                    <a:gd name="T82" fmla="*/ 34 w 750"/>
                    <a:gd name="T83" fmla="*/ 536 h 888"/>
                    <a:gd name="T84" fmla="*/ 9 w 750"/>
                    <a:gd name="T85" fmla="*/ 552 h 888"/>
                    <a:gd name="T86" fmla="*/ 43 w 750"/>
                    <a:gd name="T87" fmla="*/ 600 h 888"/>
                    <a:gd name="T88" fmla="*/ 51 w 750"/>
                    <a:gd name="T89" fmla="*/ 664 h 888"/>
                    <a:gd name="T90" fmla="*/ 135 w 750"/>
                    <a:gd name="T91" fmla="*/ 688 h 888"/>
                    <a:gd name="T92" fmla="*/ 152 w 750"/>
                    <a:gd name="T93" fmla="*/ 736 h 888"/>
                    <a:gd name="T94" fmla="*/ 127 w 750"/>
                    <a:gd name="T95" fmla="*/ 864 h 888"/>
                    <a:gd name="T96" fmla="*/ 144 w 750"/>
                    <a:gd name="T97" fmla="*/ 872 h 8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50"/>
                    <a:gd name="T148" fmla="*/ 0 h 888"/>
                    <a:gd name="T149" fmla="*/ 750 w 750"/>
                    <a:gd name="T150" fmla="*/ 888 h 8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50" h="888">
                      <a:moveTo>
                        <a:pt x="194" y="864"/>
                      </a:moveTo>
                      <a:lnTo>
                        <a:pt x="228" y="848"/>
                      </a:lnTo>
                      <a:lnTo>
                        <a:pt x="312" y="872"/>
                      </a:lnTo>
                      <a:lnTo>
                        <a:pt x="354" y="888"/>
                      </a:lnTo>
                      <a:lnTo>
                        <a:pt x="388" y="872"/>
                      </a:lnTo>
                      <a:lnTo>
                        <a:pt x="447" y="880"/>
                      </a:lnTo>
                      <a:lnTo>
                        <a:pt x="489" y="872"/>
                      </a:lnTo>
                      <a:lnTo>
                        <a:pt x="557" y="848"/>
                      </a:lnTo>
                      <a:lnTo>
                        <a:pt x="616" y="864"/>
                      </a:lnTo>
                      <a:lnTo>
                        <a:pt x="616" y="832"/>
                      </a:lnTo>
                      <a:lnTo>
                        <a:pt x="599" y="800"/>
                      </a:lnTo>
                      <a:lnTo>
                        <a:pt x="632" y="776"/>
                      </a:lnTo>
                      <a:lnTo>
                        <a:pt x="641" y="744"/>
                      </a:lnTo>
                      <a:lnTo>
                        <a:pt x="675" y="744"/>
                      </a:lnTo>
                      <a:lnTo>
                        <a:pt x="683" y="712"/>
                      </a:lnTo>
                      <a:lnTo>
                        <a:pt x="607" y="656"/>
                      </a:lnTo>
                      <a:lnTo>
                        <a:pt x="548" y="608"/>
                      </a:lnTo>
                      <a:lnTo>
                        <a:pt x="557" y="584"/>
                      </a:lnTo>
                      <a:lnTo>
                        <a:pt x="523" y="544"/>
                      </a:lnTo>
                      <a:lnTo>
                        <a:pt x="557" y="520"/>
                      </a:lnTo>
                      <a:lnTo>
                        <a:pt x="599" y="512"/>
                      </a:lnTo>
                      <a:lnTo>
                        <a:pt x="641" y="488"/>
                      </a:lnTo>
                      <a:lnTo>
                        <a:pt x="683" y="472"/>
                      </a:lnTo>
                      <a:lnTo>
                        <a:pt x="691" y="440"/>
                      </a:lnTo>
                      <a:lnTo>
                        <a:pt x="725" y="440"/>
                      </a:lnTo>
                      <a:lnTo>
                        <a:pt x="750" y="456"/>
                      </a:lnTo>
                      <a:lnTo>
                        <a:pt x="750" y="392"/>
                      </a:lnTo>
                      <a:lnTo>
                        <a:pt x="725" y="360"/>
                      </a:lnTo>
                      <a:lnTo>
                        <a:pt x="742" y="320"/>
                      </a:lnTo>
                      <a:lnTo>
                        <a:pt x="717" y="280"/>
                      </a:lnTo>
                      <a:lnTo>
                        <a:pt x="717" y="248"/>
                      </a:lnTo>
                      <a:lnTo>
                        <a:pt x="666" y="216"/>
                      </a:lnTo>
                      <a:lnTo>
                        <a:pt x="691" y="168"/>
                      </a:lnTo>
                      <a:lnTo>
                        <a:pt x="683" y="136"/>
                      </a:lnTo>
                      <a:lnTo>
                        <a:pt x="675" y="88"/>
                      </a:lnTo>
                      <a:lnTo>
                        <a:pt x="641" y="80"/>
                      </a:lnTo>
                      <a:lnTo>
                        <a:pt x="607" y="64"/>
                      </a:lnTo>
                      <a:lnTo>
                        <a:pt x="616" y="32"/>
                      </a:lnTo>
                      <a:lnTo>
                        <a:pt x="590" y="16"/>
                      </a:lnTo>
                      <a:lnTo>
                        <a:pt x="582" y="32"/>
                      </a:lnTo>
                      <a:lnTo>
                        <a:pt x="573" y="48"/>
                      </a:lnTo>
                      <a:lnTo>
                        <a:pt x="557" y="40"/>
                      </a:lnTo>
                      <a:lnTo>
                        <a:pt x="548" y="40"/>
                      </a:lnTo>
                      <a:lnTo>
                        <a:pt x="540" y="40"/>
                      </a:lnTo>
                      <a:lnTo>
                        <a:pt x="514" y="64"/>
                      </a:lnTo>
                      <a:lnTo>
                        <a:pt x="481" y="72"/>
                      </a:lnTo>
                      <a:lnTo>
                        <a:pt x="464" y="96"/>
                      </a:lnTo>
                      <a:lnTo>
                        <a:pt x="439" y="96"/>
                      </a:lnTo>
                      <a:lnTo>
                        <a:pt x="413" y="88"/>
                      </a:lnTo>
                      <a:lnTo>
                        <a:pt x="430" y="64"/>
                      </a:lnTo>
                      <a:lnTo>
                        <a:pt x="422" y="32"/>
                      </a:lnTo>
                      <a:lnTo>
                        <a:pt x="396" y="56"/>
                      </a:lnTo>
                      <a:lnTo>
                        <a:pt x="346" y="40"/>
                      </a:lnTo>
                      <a:lnTo>
                        <a:pt x="346" y="16"/>
                      </a:lnTo>
                      <a:lnTo>
                        <a:pt x="337" y="8"/>
                      </a:lnTo>
                      <a:lnTo>
                        <a:pt x="253" y="0"/>
                      </a:lnTo>
                      <a:lnTo>
                        <a:pt x="270" y="24"/>
                      </a:lnTo>
                      <a:lnTo>
                        <a:pt x="245" y="40"/>
                      </a:lnTo>
                      <a:lnTo>
                        <a:pt x="245" y="64"/>
                      </a:lnTo>
                      <a:lnTo>
                        <a:pt x="278" y="112"/>
                      </a:lnTo>
                      <a:lnTo>
                        <a:pt x="253" y="112"/>
                      </a:lnTo>
                      <a:lnTo>
                        <a:pt x="236" y="112"/>
                      </a:lnTo>
                      <a:lnTo>
                        <a:pt x="228" y="128"/>
                      </a:lnTo>
                      <a:lnTo>
                        <a:pt x="220" y="136"/>
                      </a:lnTo>
                      <a:lnTo>
                        <a:pt x="211" y="136"/>
                      </a:lnTo>
                      <a:lnTo>
                        <a:pt x="186" y="128"/>
                      </a:lnTo>
                      <a:lnTo>
                        <a:pt x="135" y="128"/>
                      </a:lnTo>
                      <a:lnTo>
                        <a:pt x="110" y="144"/>
                      </a:lnTo>
                      <a:lnTo>
                        <a:pt x="110" y="168"/>
                      </a:lnTo>
                      <a:lnTo>
                        <a:pt x="118" y="208"/>
                      </a:lnTo>
                      <a:lnTo>
                        <a:pt x="102" y="248"/>
                      </a:lnTo>
                      <a:lnTo>
                        <a:pt x="76" y="256"/>
                      </a:lnTo>
                      <a:lnTo>
                        <a:pt x="102" y="280"/>
                      </a:lnTo>
                      <a:lnTo>
                        <a:pt x="93" y="312"/>
                      </a:lnTo>
                      <a:lnTo>
                        <a:pt x="68" y="320"/>
                      </a:lnTo>
                      <a:lnTo>
                        <a:pt x="68" y="344"/>
                      </a:lnTo>
                      <a:lnTo>
                        <a:pt x="17" y="352"/>
                      </a:lnTo>
                      <a:lnTo>
                        <a:pt x="17" y="384"/>
                      </a:lnTo>
                      <a:lnTo>
                        <a:pt x="17" y="432"/>
                      </a:lnTo>
                      <a:lnTo>
                        <a:pt x="0" y="448"/>
                      </a:lnTo>
                      <a:lnTo>
                        <a:pt x="0" y="472"/>
                      </a:lnTo>
                      <a:lnTo>
                        <a:pt x="9" y="480"/>
                      </a:lnTo>
                      <a:lnTo>
                        <a:pt x="34" y="504"/>
                      </a:lnTo>
                      <a:lnTo>
                        <a:pt x="34" y="536"/>
                      </a:lnTo>
                      <a:lnTo>
                        <a:pt x="17" y="552"/>
                      </a:lnTo>
                      <a:lnTo>
                        <a:pt x="9" y="552"/>
                      </a:lnTo>
                      <a:lnTo>
                        <a:pt x="9" y="576"/>
                      </a:lnTo>
                      <a:lnTo>
                        <a:pt x="43" y="600"/>
                      </a:lnTo>
                      <a:lnTo>
                        <a:pt x="26" y="632"/>
                      </a:lnTo>
                      <a:lnTo>
                        <a:pt x="51" y="664"/>
                      </a:lnTo>
                      <a:lnTo>
                        <a:pt x="76" y="672"/>
                      </a:lnTo>
                      <a:lnTo>
                        <a:pt x="135" y="688"/>
                      </a:lnTo>
                      <a:lnTo>
                        <a:pt x="186" y="704"/>
                      </a:lnTo>
                      <a:lnTo>
                        <a:pt x="152" y="736"/>
                      </a:lnTo>
                      <a:lnTo>
                        <a:pt x="144" y="776"/>
                      </a:lnTo>
                      <a:lnTo>
                        <a:pt x="127" y="864"/>
                      </a:lnTo>
                      <a:lnTo>
                        <a:pt x="118" y="864"/>
                      </a:lnTo>
                      <a:lnTo>
                        <a:pt x="144" y="872"/>
                      </a:lnTo>
                      <a:lnTo>
                        <a:pt x="194" y="864"/>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84" name="Freeform 42"/>
                <p:cNvSpPr>
                  <a:spLocks/>
                </p:cNvSpPr>
                <p:nvPr/>
              </p:nvSpPr>
              <p:spPr bwMode="auto">
                <a:xfrm>
                  <a:off x="2066" y="1780"/>
                  <a:ext cx="211" cy="344"/>
                </a:xfrm>
                <a:custGeom>
                  <a:avLst/>
                  <a:gdLst>
                    <a:gd name="T0" fmla="*/ 143 w 211"/>
                    <a:gd name="T1" fmla="*/ 344 h 344"/>
                    <a:gd name="T2" fmla="*/ 118 w 211"/>
                    <a:gd name="T3" fmla="*/ 312 h 344"/>
                    <a:gd name="T4" fmla="*/ 143 w 211"/>
                    <a:gd name="T5" fmla="*/ 312 h 344"/>
                    <a:gd name="T6" fmla="*/ 127 w 211"/>
                    <a:gd name="T7" fmla="*/ 280 h 344"/>
                    <a:gd name="T8" fmla="*/ 127 w 211"/>
                    <a:gd name="T9" fmla="*/ 248 h 344"/>
                    <a:gd name="T10" fmla="*/ 169 w 211"/>
                    <a:gd name="T11" fmla="*/ 184 h 344"/>
                    <a:gd name="T12" fmla="*/ 186 w 211"/>
                    <a:gd name="T13" fmla="*/ 192 h 344"/>
                    <a:gd name="T14" fmla="*/ 211 w 211"/>
                    <a:gd name="T15" fmla="*/ 136 h 344"/>
                    <a:gd name="T16" fmla="*/ 177 w 211"/>
                    <a:gd name="T17" fmla="*/ 112 h 344"/>
                    <a:gd name="T18" fmla="*/ 169 w 211"/>
                    <a:gd name="T19" fmla="*/ 72 h 344"/>
                    <a:gd name="T20" fmla="*/ 177 w 211"/>
                    <a:gd name="T21" fmla="*/ 24 h 344"/>
                    <a:gd name="T22" fmla="*/ 177 w 211"/>
                    <a:gd name="T23" fmla="*/ 8 h 344"/>
                    <a:gd name="T24" fmla="*/ 160 w 211"/>
                    <a:gd name="T25" fmla="*/ 0 h 344"/>
                    <a:gd name="T26" fmla="*/ 135 w 211"/>
                    <a:gd name="T27" fmla="*/ 8 h 344"/>
                    <a:gd name="T28" fmla="*/ 127 w 211"/>
                    <a:gd name="T29" fmla="*/ 24 h 344"/>
                    <a:gd name="T30" fmla="*/ 101 w 211"/>
                    <a:gd name="T31" fmla="*/ 40 h 344"/>
                    <a:gd name="T32" fmla="*/ 76 w 211"/>
                    <a:gd name="T33" fmla="*/ 48 h 344"/>
                    <a:gd name="T34" fmla="*/ 51 w 211"/>
                    <a:gd name="T35" fmla="*/ 56 h 344"/>
                    <a:gd name="T36" fmla="*/ 34 w 211"/>
                    <a:gd name="T37" fmla="*/ 72 h 344"/>
                    <a:gd name="T38" fmla="*/ 26 w 211"/>
                    <a:gd name="T39" fmla="*/ 96 h 344"/>
                    <a:gd name="T40" fmla="*/ 42 w 211"/>
                    <a:gd name="T41" fmla="*/ 112 h 344"/>
                    <a:gd name="T42" fmla="*/ 17 w 211"/>
                    <a:gd name="T43" fmla="*/ 120 h 344"/>
                    <a:gd name="T44" fmla="*/ 9 w 211"/>
                    <a:gd name="T45" fmla="*/ 144 h 344"/>
                    <a:gd name="T46" fmla="*/ 9 w 211"/>
                    <a:gd name="T47" fmla="*/ 168 h 344"/>
                    <a:gd name="T48" fmla="*/ 26 w 211"/>
                    <a:gd name="T49" fmla="*/ 192 h 344"/>
                    <a:gd name="T50" fmla="*/ 0 w 211"/>
                    <a:gd name="T51" fmla="*/ 208 h 344"/>
                    <a:gd name="T52" fmla="*/ 0 w 211"/>
                    <a:gd name="T53" fmla="*/ 224 h 344"/>
                    <a:gd name="T54" fmla="*/ 26 w 211"/>
                    <a:gd name="T55" fmla="*/ 272 h 344"/>
                    <a:gd name="T56" fmla="*/ 42 w 211"/>
                    <a:gd name="T57" fmla="*/ 256 h 344"/>
                    <a:gd name="T58" fmla="*/ 51 w 211"/>
                    <a:gd name="T59" fmla="*/ 304 h 344"/>
                    <a:gd name="T60" fmla="*/ 59 w 211"/>
                    <a:gd name="T61" fmla="*/ 328 h 344"/>
                    <a:gd name="T62" fmla="*/ 84 w 211"/>
                    <a:gd name="T63" fmla="*/ 336 h 344"/>
                    <a:gd name="T64" fmla="*/ 143 w 211"/>
                    <a:gd name="T65" fmla="*/ 344 h 34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11"/>
                    <a:gd name="T100" fmla="*/ 0 h 344"/>
                    <a:gd name="T101" fmla="*/ 211 w 211"/>
                    <a:gd name="T102" fmla="*/ 344 h 34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11" h="344">
                      <a:moveTo>
                        <a:pt x="143" y="344"/>
                      </a:moveTo>
                      <a:lnTo>
                        <a:pt x="118" y="312"/>
                      </a:lnTo>
                      <a:lnTo>
                        <a:pt x="143" y="312"/>
                      </a:lnTo>
                      <a:lnTo>
                        <a:pt x="127" y="280"/>
                      </a:lnTo>
                      <a:lnTo>
                        <a:pt x="127" y="248"/>
                      </a:lnTo>
                      <a:lnTo>
                        <a:pt x="169" y="184"/>
                      </a:lnTo>
                      <a:lnTo>
                        <a:pt x="186" y="192"/>
                      </a:lnTo>
                      <a:lnTo>
                        <a:pt x="211" y="136"/>
                      </a:lnTo>
                      <a:lnTo>
                        <a:pt x="177" y="112"/>
                      </a:lnTo>
                      <a:lnTo>
                        <a:pt x="169" y="72"/>
                      </a:lnTo>
                      <a:lnTo>
                        <a:pt x="177" y="24"/>
                      </a:lnTo>
                      <a:lnTo>
                        <a:pt x="177" y="8"/>
                      </a:lnTo>
                      <a:lnTo>
                        <a:pt x="160" y="0"/>
                      </a:lnTo>
                      <a:lnTo>
                        <a:pt x="135" y="8"/>
                      </a:lnTo>
                      <a:lnTo>
                        <a:pt x="127" y="24"/>
                      </a:lnTo>
                      <a:lnTo>
                        <a:pt x="101" y="40"/>
                      </a:lnTo>
                      <a:lnTo>
                        <a:pt x="76" y="48"/>
                      </a:lnTo>
                      <a:lnTo>
                        <a:pt x="51" y="56"/>
                      </a:lnTo>
                      <a:lnTo>
                        <a:pt x="34" y="72"/>
                      </a:lnTo>
                      <a:lnTo>
                        <a:pt x="26" y="96"/>
                      </a:lnTo>
                      <a:lnTo>
                        <a:pt x="42" y="112"/>
                      </a:lnTo>
                      <a:lnTo>
                        <a:pt x="17" y="120"/>
                      </a:lnTo>
                      <a:lnTo>
                        <a:pt x="9" y="144"/>
                      </a:lnTo>
                      <a:lnTo>
                        <a:pt x="9" y="168"/>
                      </a:lnTo>
                      <a:lnTo>
                        <a:pt x="26" y="192"/>
                      </a:lnTo>
                      <a:lnTo>
                        <a:pt x="0" y="208"/>
                      </a:lnTo>
                      <a:lnTo>
                        <a:pt x="0" y="224"/>
                      </a:lnTo>
                      <a:lnTo>
                        <a:pt x="26" y="272"/>
                      </a:lnTo>
                      <a:lnTo>
                        <a:pt x="42" y="256"/>
                      </a:lnTo>
                      <a:lnTo>
                        <a:pt x="51" y="304"/>
                      </a:lnTo>
                      <a:lnTo>
                        <a:pt x="59" y="328"/>
                      </a:lnTo>
                      <a:lnTo>
                        <a:pt x="84" y="336"/>
                      </a:lnTo>
                      <a:lnTo>
                        <a:pt x="143" y="344"/>
                      </a:lnTo>
                      <a:close/>
                    </a:path>
                  </a:pathLst>
                </a:custGeom>
                <a:solidFill>
                  <a:srgbClr val="99CCFF"/>
                </a:solidFill>
                <a:ln w="12700">
                  <a:solidFill>
                    <a:srgbClr val="000000"/>
                  </a:solidFill>
                  <a:prstDash val="solid"/>
                  <a:round/>
                  <a:headEnd/>
                  <a:tailEnd/>
                </a:ln>
              </p:spPr>
              <p:txBody>
                <a:bodyPr/>
                <a:lstStyle/>
                <a:p>
                  <a:endParaRPr lang="en-GB"/>
                </a:p>
              </p:txBody>
            </p:sp>
            <p:sp>
              <p:nvSpPr>
                <p:cNvPr id="12385" name="Freeform 43"/>
                <p:cNvSpPr>
                  <a:spLocks/>
                </p:cNvSpPr>
                <p:nvPr/>
              </p:nvSpPr>
              <p:spPr bwMode="auto">
                <a:xfrm>
                  <a:off x="1872" y="2116"/>
                  <a:ext cx="750" cy="888"/>
                </a:xfrm>
                <a:custGeom>
                  <a:avLst/>
                  <a:gdLst>
                    <a:gd name="T0" fmla="*/ 228 w 750"/>
                    <a:gd name="T1" fmla="*/ 848 h 888"/>
                    <a:gd name="T2" fmla="*/ 354 w 750"/>
                    <a:gd name="T3" fmla="*/ 888 h 888"/>
                    <a:gd name="T4" fmla="*/ 447 w 750"/>
                    <a:gd name="T5" fmla="*/ 880 h 888"/>
                    <a:gd name="T6" fmla="*/ 557 w 750"/>
                    <a:gd name="T7" fmla="*/ 848 h 888"/>
                    <a:gd name="T8" fmla="*/ 616 w 750"/>
                    <a:gd name="T9" fmla="*/ 832 h 888"/>
                    <a:gd name="T10" fmla="*/ 632 w 750"/>
                    <a:gd name="T11" fmla="*/ 776 h 888"/>
                    <a:gd name="T12" fmla="*/ 675 w 750"/>
                    <a:gd name="T13" fmla="*/ 744 h 888"/>
                    <a:gd name="T14" fmla="*/ 607 w 750"/>
                    <a:gd name="T15" fmla="*/ 656 h 888"/>
                    <a:gd name="T16" fmla="*/ 557 w 750"/>
                    <a:gd name="T17" fmla="*/ 584 h 888"/>
                    <a:gd name="T18" fmla="*/ 557 w 750"/>
                    <a:gd name="T19" fmla="*/ 520 h 888"/>
                    <a:gd name="T20" fmla="*/ 641 w 750"/>
                    <a:gd name="T21" fmla="*/ 488 h 888"/>
                    <a:gd name="T22" fmla="*/ 691 w 750"/>
                    <a:gd name="T23" fmla="*/ 440 h 888"/>
                    <a:gd name="T24" fmla="*/ 750 w 750"/>
                    <a:gd name="T25" fmla="*/ 456 h 888"/>
                    <a:gd name="T26" fmla="*/ 725 w 750"/>
                    <a:gd name="T27" fmla="*/ 360 h 888"/>
                    <a:gd name="T28" fmla="*/ 717 w 750"/>
                    <a:gd name="T29" fmla="*/ 280 h 888"/>
                    <a:gd name="T30" fmla="*/ 666 w 750"/>
                    <a:gd name="T31" fmla="*/ 216 h 888"/>
                    <a:gd name="T32" fmla="*/ 683 w 750"/>
                    <a:gd name="T33" fmla="*/ 136 h 888"/>
                    <a:gd name="T34" fmla="*/ 641 w 750"/>
                    <a:gd name="T35" fmla="*/ 80 h 888"/>
                    <a:gd name="T36" fmla="*/ 616 w 750"/>
                    <a:gd name="T37" fmla="*/ 32 h 888"/>
                    <a:gd name="T38" fmla="*/ 582 w 750"/>
                    <a:gd name="T39" fmla="*/ 32 h 888"/>
                    <a:gd name="T40" fmla="*/ 557 w 750"/>
                    <a:gd name="T41" fmla="*/ 40 h 888"/>
                    <a:gd name="T42" fmla="*/ 540 w 750"/>
                    <a:gd name="T43" fmla="*/ 40 h 888"/>
                    <a:gd name="T44" fmla="*/ 481 w 750"/>
                    <a:gd name="T45" fmla="*/ 72 h 888"/>
                    <a:gd name="T46" fmla="*/ 439 w 750"/>
                    <a:gd name="T47" fmla="*/ 96 h 888"/>
                    <a:gd name="T48" fmla="*/ 430 w 750"/>
                    <a:gd name="T49" fmla="*/ 64 h 888"/>
                    <a:gd name="T50" fmla="*/ 396 w 750"/>
                    <a:gd name="T51" fmla="*/ 56 h 888"/>
                    <a:gd name="T52" fmla="*/ 346 w 750"/>
                    <a:gd name="T53" fmla="*/ 16 h 888"/>
                    <a:gd name="T54" fmla="*/ 253 w 750"/>
                    <a:gd name="T55" fmla="*/ 0 h 888"/>
                    <a:gd name="T56" fmla="*/ 245 w 750"/>
                    <a:gd name="T57" fmla="*/ 40 h 888"/>
                    <a:gd name="T58" fmla="*/ 278 w 750"/>
                    <a:gd name="T59" fmla="*/ 112 h 888"/>
                    <a:gd name="T60" fmla="*/ 236 w 750"/>
                    <a:gd name="T61" fmla="*/ 112 h 888"/>
                    <a:gd name="T62" fmla="*/ 220 w 750"/>
                    <a:gd name="T63" fmla="*/ 136 h 888"/>
                    <a:gd name="T64" fmla="*/ 186 w 750"/>
                    <a:gd name="T65" fmla="*/ 128 h 888"/>
                    <a:gd name="T66" fmla="*/ 110 w 750"/>
                    <a:gd name="T67" fmla="*/ 144 h 888"/>
                    <a:gd name="T68" fmla="*/ 118 w 750"/>
                    <a:gd name="T69" fmla="*/ 208 h 888"/>
                    <a:gd name="T70" fmla="*/ 76 w 750"/>
                    <a:gd name="T71" fmla="*/ 256 h 888"/>
                    <a:gd name="T72" fmla="*/ 93 w 750"/>
                    <a:gd name="T73" fmla="*/ 312 h 888"/>
                    <a:gd name="T74" fmla="*/ 68 w 750"/>
                    <a:gd name="T75" fmla="*/ 344 h 888"/>
                    <a:gd name="T76" fmla="*/ 17 w 750"/>
                    <a:gd name="T77" fmla="*/ 384 h 888"/>
                    <a:gd name="T78" fmla="*/ 0 w 750"/>
                    <a:gd name="T79" fmla="*/ 448 h 888"/>
                    <a:gd name="T80" fmla="*/ 9 w 750"/>
                    <a:gd name="T81" fmla="*/ 480 h 888"/>
                    <a:gd name="T82" fmla="*/ 34 w 750"/>
                    <a:gd name="T83" fmla="*/ 536 h 888"/>
                    <a:gd name="T84" fmla="*/ 9 w 750"/>
                    <a:gd name="T85" fmla="*/ 552 h 888"/>
                    <a:gd name="T86" fmla="*/ 43 w 750"/>
                    <a:gd name="T87" fmla="*/ 600 h 888"/>
                    <a:gd name="T88" fmla="*/ 26 w 750"/>
                    <a:gd name="T89" fmla="*/ 632 h 888"/>
                    <a:gd name="T90" fmla="*/ 76 w 750"/>
                    <a:gd name="T91" fmla="*/ 672 h 888"/>
                    <a:gd name="T92" fmla="*/ 186 w 750"/>
                    <a:gd name="T93" fmla="*/ 704 h 888"/>
                    <a:gd name="T94" fmla="*/ 144 w 750"/>
                    <a:gd name="T95" fmla="*/ 776 h 888"/>
                    <a:gd name="T96" fmla="*/ 118 w 750"/>
                    <a:gd name="T97" fmla="*/ 864 h 888"/>
                    <a:gd name="T98" fmla="*/ 194 w 750"/>
                    <a:gd name="T99" fmla="*/ 864 h 8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50"/>
                    <a:gd name="T151" fmla="*/ 0 h 888"/>
                    <a:gd name="T152" fmla="*/ 750 w 750"/>
                    <a:gd name="T153" fmla="*/ 888 h 88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50" h="888">
                      <a:moveTo>
                        <a:pt x="194" y="864"/>
                      </a:moveTo>
                      <a:lnTo>
                        <a:pt x="228" y="848"/>
                      </a:lnTo>
                      <a:lnTo>
                        <a:pt x="312" y="872"/>
                      </a:lnTo>
                      <a:lnTo>
                        <a:pt x="354" y="888"/>
                      </a:lnTo>
                      <a:lnTo>
                        <a:pt x="388" y="872"/>
                      </a:lnTo>
                      <a:lnTo>
                        <a:pt x="447" y="880"/>
                      </a:lnTo>
                      <a:lnTo>
                        <a:pt x="489" y="872"/>
                      </a:lnTo>
                      <a:lnTo>
                        <a:pt x="557" y="848"/>
                      </a:lnTo>
                      <a:lnTo>
                        <a:pt x="616" y="864"/>
                      </a:lnTo>
                      <a:lnTo>
                        <a:pt x="616" y="832"/>
                      </a:lnTo>
                      <a:lnTo>
                        <a:pt x="599" y="800"/>
                      </a:lnTo>
                      <a:lnTo>
                        <a:pt x="632" y="776"/>
                      </a:lnTo>
                      <a:lnTo>
                        <a:pt x="641" y="744"/>
                      </a:lnTo>
                      <a:lnTo>
                        <a:pt x="675" y="744"/>
                      </a:lnTo>
                      <a:lnTo>
                        <a:pt x="683" y="712"/>
                      </a:lnTo>
                      <a:lnTo>
                        <a:pt x="607" y="656"/>
                      </a:lnTo>
                      <a:lnTo>
                        <a:pt x="548" y="608"/>
                      </a:lnTo>
                      <a:lnTo>
                        <a:pt x="557" y="584"/>
                      </a:lnTo>
                      <a:lnTo>
                        <a:pt x="523" y="544"/>
                      </a:lnTo>
                      <a:lnTo>
                        <a:pt x="557" y="520"/>
                      </a:lnTo>
                      <a:lnTo>
                        <a:pt x="599" y="512"/>
                      </a:lnTo>
                      <a:lnTo>
                        <a:pt x="641" y="488"/>
                      </a:lnTo>
                      <a:lnTo>
                        <a:pt x="683" y="472"/>
                      </a:lnTo>
                      <a:lnTo>
                        <a:pt x="691" y="440"/>
                      </a:lnTo>
                      <a:lnTo>
                        <a:pt x="725" y="440"/>
                      </a:lnTo>
                      <a:lnTo>
                        <a:pt x="750" y="456"/>
                      </a:lnTo>
                      <a:lnTo>
                        <a:pt x="750" y="392"/>
                      </a:lnTo>
                      <a:lnTo>
                        <a:pt x="725" y="360"/>
                      </a:lnTo>
                      <a:lnTo>
                        <a:pt x="742" y="320"/>
                      </a:lnTo>
                      <a:lnTo>
                        <a:pt x="717" y="280"/>
                      </a:lnTo>
                      <a:lnTo>
                        <a:pt x="717" y="248"/>
                      </a:lnTo>
                      <a:lnTo>
                        <a:pt x="666" y="216"/>
                      </a:lnTo>
                      <a:lnTo>
                        <a:pt x="691" y="168"/>
                      </a:lnTo>
                      <a:lnTo>
                        <a:pt x="683" y="136"/>
                      </a:lnTo>
                      <a:lnTo>
                        <a:pt x="675" y="88"/>
                      </a:lnTo>
                      <a:lnTo>
                        <a:pt x="641" y="80"/>
                      </a:lnTo>
                      <a:lnTo>
                        <a:pt x="607" y="64"/>
                      </a:lnTo>
                      <a:lnTo>
                        <a:pt x="616" y="32"/>
                      </a:lnTo>
                      <a:lnTo>
                        <a:pt x="590" y="16"/>
                      </a:lnTo>
                      <a:lnTo>
                        <a:pt x="582" y="32"/>
                      </a:lnTo>
                      <a:lnTo>
                        <a:pt x="573" y="48"/>
                      </a:lnTo>
                      <a:lnTo>
                        <a:pt x="557" y="40"/>
                      </a:lnTo>
                      <a:lnTo>
                        <a:pt x="548" y="40"/>
                      </a:lnTo>
                      <a:lnTo>
                        <a:pt x="540" y="40"/>
                      </a:lnTo>
                      <a:lnTo>
                        <a:pt x="514" y="64"/>
                      </a:lnTo>
                      <a:lnTo>
                        <a:pt x="481" y="72"/>
                      </a:lnTo>
                      <a:lnTo>
                        <a:pt x="464" y="96"/>
                      </a:lnTo>
                      <a:lnTo>
                        <a:pt x="439" y="96"/>
                      </a:lnTo>
                      <a:lnTo>
                        <a:pt x="413" y="88"/>
                      </a:lnTo>
                      <a:lnTo>
                        <a:pt x="430" y="64"/>
                      </a:lnTo>
                      <a:lnTo>
                        <a:pt x="422" y="32"/>
                      </a:lnTo>
                      <a:lnTo>
                        <a:pt x="396" y="56"/>
                      </a:lnTo>
                      <a:lnTo>
                        <a:pt x="346" y="40"/>
                      </a:lnTo>
                      <a:lnTo>
                        <a:pt x="346" y="16"/>
                      </a:lnTo>
                      <a:lnTo>
                        <a:pt x="337" y="8"/>
                      </a:lnTo>
                      <a:lnTo>
                        <a:pt x="253" y="0"/>
                      </a:lnTo>
                      <a:lnTo>
                        <a:pt x="270" y="24"/>
                      </a:lnTo>
                      <a:lnTo>
                        <a:pt x="245" y="40"/>
                      </a:lnTo>
                      <a:lnTo>
                        <a:pt x="245" y="64"/>
                      </a:lnTo>
                      <a:lnTo>
                        <a:pt x="278" y="112"/>
                      </a:lnTo>
                      <a:lnTo>
                        <a:pt x="253" y="112"/>
                      </a:lnTo>
                      <a:lnTo>
                        <a:pt x="236" y="112"/>
                      </a:lnTo>
                      <a:lnTo>
                        <a:pt x="228" y="128"/>
                      </a:lnTo>
                      <a:lnTo>
                        <a:pt x="220" y="136"/>
                      </a:lnTo>
                      <a:lnTo>
                        <a:pt x="211" y="136"/>
                      </a:lnTo>
                      <a:lnTo>
                        <a:pt x="186" y="128"/>
                      </a:lnTo>
                      <a:lnTo>
                        <a:pt x="135" y="128"/>
                      </a:lnTo>
                      <a:lnTo>
                        <a:pt x="110" y="144"/>
                      </a:lnTo>
                      <a:lnTo>
                        <a:pt x="110" y="168"/>
                      </a:lnTo>
                      <a:lnTo>
                        <a:pt x="118" y="208"/>
                      </a:lnTo>
                      <a:lnTo>
                        <a:pt x="102" y="248"/>
                      </a:lnTo>
                      <a:lnTo>
                        <a:pt x="76" y="256"/>
                      </a:lnTo>
                      <a:lnTo>
                        <a:pt x="102" y="280"/>
                      </a:lnTo>
                      <a:lnTo>
                        <a:pt x="93" y="312"/>
                      </a:lnTo>
                      <a:lnTo>
                        <a:pt x="68" y="320"/>
                      </a:lnTo>
                      <a:lnTo>
                        <a:pt x="68" y="344"/>
                      </a:lnTo>
                      <a:lnTo>
                        <a:pt x="17" y="352"/>
                      </a:lnTo>
                      <a:lnTo>
                        <a:pt x="17" y="384"/>
                      </a:lnTo>
                      <a:lnTo>
                        <a:pt x="17" y="432"/>
                      </a:lnTo>
                      <a:lnTo>
                        <a:pt x="0" y="448"/>
                      </a:lnTo>
                      <a:lnTo>
                        <a:pt x="0" y="472"/>
                      </a:lnTo>
                      <a:lnTo>
                        <a:pt x="9" y="480"/>
                      </a:lnTo>
                      <a:lnTo>
                        <a:pt x="34" y="504"/>
                      </a:lnTo>
                      <a:lnTo>
                        <a:pt x="34" y="536"/>
                      </a:lnTo>
                      <a:lnTo>
                        <a:pt x="17" y="552"/>
                      </a:lnTo>
                      <a:lnTo>
                        <a:pt x="9" y="552"/>
                      </a:lnTo>
                      <a:lnTo>
                        <a:pt x="9" y="576"/>
                      </a:lnTo>
                      <a:lnTo>
                        <a:pt x="43" y="600"/>
                      </a:lnTo>
                      <a:lnTo>
                        <a:pt x="26" y="632"/>
                      </a:lnTo>
                      <a:lnTo>
                        <a:pt x="51" y="664"/>
                      </a:lnTo>
                      <a:lnTo>
                        <a:pt x="76" y="672"/>
                      </a:lnTo>
                      <a:lnTo>
                        <a:pt x="135" y="688"/>
                      </a:lnTo>
                      <a:lnTo>
                        <a:pt x="186" y="704"/>
                      </a:lnTo>
                      <a:lnTo>
                        <a:pt x="152" y="736"/>
                      </a:lnTo>
                      <a:lnTo>
                        <a:pt x="144" y="776"/>
                      </a:lnTo>
                      <a:lnTo>
                        <a:pt x="127" y="864"/>
                      </a:lnTo>
                      <a:lnTo>
                        <a:pt x="118" y="864"/>
                      </a:lnTo>
                      <a:lnTo>
                        <a:pt x="144" y="872"/>
                      </a:lnTo>
                      <a:lnTo>
                        <a:pt x="194" y="86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86" name="Freeform 44"/>
                <p:cNvSpPr>
                  <a:spLocks/>
                </p:cNvSpPr>
                <p:nvPr/>
              </p:nvSpPr>
              <p:spPr bwMode="auto">
                <a:xfrm>
                  <a:off x="1847" y="2964"/>
                  <a:ext cx="421" cy="232"/>
                </a:xfrm>
                <a:custGeom>
                  <a:avLst/>
                  <a:gdLst>
                    <a:gd name="T0" fmla="*/ 371 w 421"/>
                    <a:gd name="T1" fmla="*/ 104 h 232"/>
                    <a:gd name="T2" fmla="*/ 354 w 421"/>
                    <a:gd name="T3" fmla="*/ 88 h 232"/>
                    <a:gd name="T4" fmla="*/ 329 w 421"/>
                    <a:gd name="T5" fmla="*/ 72 h 232"/>
                    <a:gd name="T6" fmla="*/ 337 w 421"/>
                    <a:gd name="T7" fmla="*/ 32 h 232"/>
                    <a:gd name="T8" fmla="*/ 337 w 421"/>
                    <a:gd name="T9" fmla="*/ 24 h 232"/>
                    <a:gd name="T10" fmla="*/ 253 w 421"/>
                    <a:gd name="T11" fmla="*/ 0 h 232"/>
                    <a:gd name="T12" fmla="*/ 219 w 421"/>
                    <a:gd name="T13" fmla="*/ 16 h 232"/>
                    <a:gd name="T14" fmla="*/ 169 w 421"/>
                    <a:gd name="T15" fmla="*/ 24 h 232"/>
                    <a:gd name="T16" fmla="*/ 143 w 421"/>
                    <a:gd name="T17" fmla="*/ 16 h 232"/>
                    <a:gd name="T18" fmla="*/ 118 w 421"/>
                    <a:gd name="T19" fmla="*/ 32 h 232"/>
                    <a:gd name="T20" fmla="*/ 84 w 421"/>
                    <a:gd name="T21" fmla="*/ 40 h 232"/>
                    <a:gd name="T22" fmla="*/ 76 w 421"/>
                    <a:gd name="T23" fmla="*/ 72 h 232"/>
                    <a:gd name="T24" fmla="*/ 51 w 421"/>
                    <a:gd name="T25" fmla="*/ 88 h 232"/>
                    <a:gd name="T26" fmla="*/ 42 w 421"/>
                    <a:gd name="T27" fmla="*/ 112 h 232"/>
                    <a:gd name="T28" fmla="*/ 9 w 421"/>
                    <a:gd name="T29" fmla="*/ 152 h 232"/>
                    <a:gd name="T30" fmla="*/ 0 w 421"/>
                    <a:gd name="T31" fmla="*/ 184 h 232"/>
                    <a:gd name="T32" fmla="*/ 34 w 421"/>
                    <a:gd name="T33" fmla="*/ 168 h 232"/>
                    <a:gd name="T34" fmla="*/ 76 w 421"/>
                    <a:gd name="T35" fmla="*/ 184 h 232"/>
                    <a:gd name="T36" fmla="*/ 84 w 421"/>
                    <a:gd name="T37" fmla="*/ 200 h 232"/>
                    <a:gd name="T38" fmla="*/ 101 w 421"/>
                    <a:gd name="T39" fmla="*/ 224 h 232"/>
                    <a:gd name="T40" fmla="*/ 177 w 421"/>
                    <a:gd name="T41" fmla="*/ 216 h 232"/>
                    <a:gd name="T42" fmla="*/ 219 w 421"/>
                    <a:gd name="T43" fmla="*/ 152 h 232"/>
                    <a:gd name="T44" fmla="*/ 287 w 421"/>
                    <a:gd name="T45" fmla="*/ 232 h 232"/>
                    <a:gd name="T46" fmla="*/ 312 w 421"/>
                    <a:gd name="T47" fmla="*/ 152 h 232"/>
                    <a:gd name="T48" fmla="*/ 354 w 421"/>
                    <a:gd name="T49" fmla="*/ 160 h 232"/>
                    <a:gd name="T50" fmla="*/ 379 w 421"/>
                    <a:gd name="T51" fmla="*/ 144 h 232"/>
                    <a:gd name="T52" fmla="*/ 413 w 421"/>
                    <a:gd name="T53" fmla="*/ 144 h 232"/>
                    <a:gd name="T54" fmla="*/ 421 w 421"/>
                    <a:gd name="T55" fmla="*/ 136 h 232"/>
                    <a:gd name="T56" fmla="*/ 413 w 421"/>
                    <a:gd name="T57" fmla="*/ 96 h 232"/>
                    <a:gd name="T58" fmla="*/ 371 w 421"/>
                    <a:gd name="T59" fmla="*/ 104 h 2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21"/>
                    <a:gd name="T91" fmla="*/ 0 h 232"/>
                    <a:gd name="T92" fmla="*/ 421 w 421"/>
                    <a:gd name="T93" fmla="*/ 232 h 2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21" h="232">
                      <a:moveTo>
                        <a:pt x="371" y="104"/>
                      </a:moveTo>
                      <a:lnTo>
                        <a:pt x="354" y="88"/>
                      </a:lnTo>
                      <a:lnTo>
                        <a:pt x="329" y="72"/>
                      </a:lnTo>
                      <a:lnTo>
                        <a:pt x="337" y="32"/>
                      </a:lnTo>
                      <a:lnTo>
                        <a:pt x="337" y="24"/>
                      </a:lnTo>
                      <a:lnTo>
                        <a:pt x="253" y="0"/>
                      </a:lnTo>
                      <a:lnTo>
                        <a:pt x="219" y="16"/>
                      </a:lnTo>
                      <a:lnTo>
                        <a:pt x="169" y="24"/>
                      </a:lnTo>
                      <a:lnTo>
                        <a:pt x="143" y="16"/>
                      </a:lnTo>
                      <a:lnTo>
                        <a:pt x="118" y="32"/>
                      </a:lnTo>
                      <a:lnTo>
                        <a:pt x="84" y="40"/>
                      </a:lnTo>
                      <a:lnTo>
                        <a:pt x="76" y="72"/>
                      </a:lnTo>
                      <a:lnTo>
                        <a:pt x="51" y="88"/>
                      </a:lnTo>
                      <a:lnTo>
                        <a:pt x="42" y="112"/>
                      </a:lnTo>
                      <a:lnTo>
                        <a:pt x="9" y="152"/>
                      </a:lnTo>
                      <a:lnTo>
                        <a:pt x="0" y="184"/>
                      </a:lnTo>
                      <a:lnTo>
                        <a:pt x="34" y="168"/>
                      </a:lnTo>
                      <a:lnTo>
                        <a:pt x="76" y="184"/>
                      </a:lnTo>
                      <a:lnTo>
                        <a:pt x="84" y="200"/>
                      </a:lnTo>
                      <a:lnTo>
                        <a:pt x="101" y="224"/>
                      </a:lnTo>
                      <a:lnTo>
                        <a:pt x="177" y="216"/>
                      </a:lnTo>
                      <a:lnTo>
                        <a:pt x="219" y="152"/>
                      </a:lnTo>
                      <a:lnTo>
                        <a:pt x="287" y="232"/>
                      </a:lnTo>
                      <a:lnTo>
                        <a:pt x="312" y="152"/>
                      </a:lnTo>
                      <a:lnTo>
                        <a:pt x="354" y="160"/>
                      </a:lnTo>
                      <a:lnTo>
                        <a:pt x="379" y="144"/>
                      </a:lnTo>
                      <a:lnTo>
                        <a:pt x="413" y="144"/>
                      </a:lnTo>
                      <a:lnTo>
                        <a:pt x="421" y="136"/>
                      </a:lnTo>
                      <a:lnTo>
                        <a:pt x="413" y="96"/>
                      </a:lnTo>
                      <a:lnTo>
                        <a:pt x="371" y="104"/>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87" name="Freeform 45"/>
                <p:cNvSpPr>
                  <a:spLocks/>
                </p:cNvSpPr>
                <p:nvPr/>
              </p:nvSpPr>
              <p:spPr bwMode="auto">
                <a:xfrm>
                  <a:off x="2176" y="2796"/>
                  <a:ext cx="682" cy="312"/>
                </a:xfrm>
                <a:custGeom>
                  <a:avLst/>
                  <a:gdLst>
                    <a:gd name="T0" fmla="*/ 472 w 682"/>
                    <a:gd name="T1" fmla="*/ 304 h 312"/>
                    <a:gd name="T2" fmla="*/ 505 w 682"/>
                    <a:gd name="T3" fmla="*/ 280 h 312"/>
                    <a:gd name="T4" fmla="*/ 556 w 682"/>
                    <a:gd name="T5" fmla="*/ 280 h 312"/>
                    <a:gd name="T6" fmla="*/ 598 w 682"/>
                    <a:gd name="T7" fmla="*/ 272 h 312"/>
                    <a:gd name="T8" fmla="*/ 598 w 682"/>
                    <a:gd name="T9" fmla="*/ 248 h 312"/>
                    <a:gd name="T10" fmla="*/ 623 w 682"/>
                    <a:gd name="T11" fmla="*/ 224 h 312"/>
                    <a:gd name="T12" fmla="*/ 632 w 682"/>
                    <a:gd name="T13" fmla="*/ 184 h 312"/>
                    <a:gd name="T14" fmla="*/ 632 w 682"/>
                    <a:gd name="T15" fmla="*/ 144 h 312"/>
                    <a:gd name="T16" fmla="*/ 674 w 682"/>
                    <a:gd name="T17" fmla="*/ 128 h 312"/>
                    <a:gd name="T18" fmla="*/ 682 w 682"/>
                    <a:gd name="T19" fmla="*/ 96 h 312"/>
                    <a:gd name="T20" fmla="*/ 649 w 682"/>
                    <a:gd name="T21" fmla="*/ 72 h 312"/>
                    <a:gd name="T22" fmla="*/ 649 w 682"/>
                    <a:gd name="T23" fmla="*/ 24 h 312"/>
                    <a:gd name="T24" fmla="*/ 564 w 682"/>
                    <a:gd name="T25" fmla="*/ 24 h 312"/>
                    <a:gd name="T26" fmla="*/ 488 w 682"/>
                    <a:gd name="T27" fmla="*/ 0 h 312"/>
                    <a:gd name="T28" fmla="*/ 463 w 682"/>
                    <a:gd name="T29" fmla="*/ 48 h 312"/>
                    <a:gd name="T30" fmla="*/ 413 w 682"/>
                    <a:gd name="T31" fmla="*/ 64 h 312"/>
                    <a:gd name="T32" fmla="*/ 371 w 682"/>
                    <a:gd name="T33" fmla="*/ 40 h 312"/>
                    <a:gd name="T34" fmla="*/ 371 w 682"/>
                    <a:gd name="T35" fmla="*/ 64 h 312"/>
                    <a:gd name="T36" fmla="*/ 337 w 682"/>
                    <a:gd name="T37" fmla="*/ 64 h 312"/>
                    <a:gd name="T38" fmla="*/ 328 w 682"/>
                    <a:gd name="T39" fmla="*/ 96 h 312"/>
                    <a:gd name="T40" fmla="*/ 295 w 682"/>
                    <a:gd name="T41" fmla="*/ 120 h 312"/>
                    <a:gd name="T42" fmla="*/ 312 w 682"/>
                    <a:gd name="T43" fmla="*/ 152 h 312"/>
                    <a:gd name="T44" fmla="*/ 312 w 682"/>
                    <a:gd name="T45" fmla="*/ 184 h 312"/>
                    <a:gd name="T46" fmla="*/ 253 w 682"/>
                    <a:gd name="T47" fmla="*/ 168 h 312"/>
                    <a:gd name="T48" fmla="*/ 185 w 682"/>
                    <a:gd name="T49" fmla="*/ 192 h 312"/>
                    <a:gd name="T50" fmla="*/ 143 w 682"/>
                    <a:gd name="T51" fmla="*/ 200 h 312"/>
                    <a:gd name="T52" fmla="*/ 84 w 682"/>
                    <a:gd name="T53" fmla="*/ 192 h 312"/>
                    <a:gd name="T54" fmla="*/ 50 w 682"/>
                    <a:gd name="T55" fmla="*/ 208 h 312"/>
                    <a:gd name="T56" fmla="*/ 8 w 682"/>
                    <a:gd name="T57" fmla="*/ 200 h 312"/>
                    <a:gd name="T58" fmla="*/ 0 w 682"/>
                    <a:gd name="T59" fmla="*/ 240 h 312"/>
                    <a:gd name="T60" fmla="*/ 25 w 682"/>
                    <a:gd name="T61" fmla="*/ 256 h 312"/>
                    <a:gd name="T62" fmla="*/ 42 w 682"/>
                    <a:gd name="T63" fmla="*/ 272 h 312"/>
                    <a:gd name="T64" fmla="*/ 84 w 682"/>
                    <a:gd name="T65" fmla="*/ 264 h 312"/>
                    <a:gd name="T66" fmla="*/ 92 w 682"/>
                    <a:gd name="T67" fmla="*/ 304 h 312"/>
                    <a:gd name="T68" fmla="*/ 101 w 682"/>
                    <a:gd name="T69" fmla="*/ 280 h 312"/>
                    <a:gd name="T70" fmla="*/ 135 w 682"/>
                    <a:gd name="T71" fmla="*/ 288 h 312"/>
                    <a:gd name="T72" fmla="*/ 168 w 682"/>
                    <a:gd name="T73" fmla="*/ 256 h 312"/>
                    <a:gd name="T74" fmla="*/ 244 w 682"/>
                    <a:gd name="T75" fmla="*/ 248 h 312"/>
                    <a:gd name="T76" fmla="*/ 261 w 682"/>
                    <a:gd name="T77" fmla="*/ 272 h 312"/>
                    <a:gd name="T78" fmla="*/ 379 w 682"/>
                    <a:gd name="T79" fmla="*/ 304 h 312"/>
                    <a:gd name="T80" fmla="*/ 379 w 682"/>
                    <a:gd name="T81" fmla="*/ 312 h 312"/>
                    <a:gd name="T82" fmla="*/ 413 w 682"/>
                    <a:gd name="T83" fmla="*/ 304 h 312"/>
                    <a:gd name="T84" fmla="*/ 472 w 682"/>
                    <a:gd name="T85" fmla="*/ 304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82"/>
                    <a:gd name="T130" fmla="*/ 0 h 312"/>
                    <a:gd name="T131" fmla="*/ 682 w 682"/>
                    <a:gd name="T132" fmla="*/ 312 h 3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82" h="312">
                      <a:moveTo>
                        <a:pt x="472" y="304"/>
                      </a:moveTo>
                      <a:lnTo>
                        <a:pt x="505" y="280"/>
                      </a:lnTo>
                      <a:lnTo>
                        <a:pt x="556" y="280"/>
                      </a:lnTo>
                      <a:lnTo>
                        <a:pt x="598" y="272"/>
                      </a:lnTo>
                      <a:lnTo>
                        <a:pt x="598" y="248"/>
                      </a:lnTo>
                      <a:lnTo>
                        <a:pt x="623" y="224"/>
                      </a:lnTo>
                      <a:lnTo>
                        <a:pt x="632" y="184"/>
                      </a:lnTo>
                      <a:lnTo>
                        <a:pt x="632" y="144"/>
                      </a:lnTo>
                      <a:lnTo>
                        <a:pt x="674" y="128"/>
                      </a:lnTo>
                      <a:lnTo>
                        <a:pt x="682" y="96"/>
                      </a:lnTo>
                      <a:lnTo>
                        <a:pt x="649" y="72"/>
                      </a:lnTo>
                      <a:lnTo>
                        <a:pt x="649" y="24"/>
                      </a:lnTo>
                      <a:lnTo>
                        <a:pt x="564" y="24"/>
                      </a:lnTo>
                      <a:lnTo>
                        <a:pt x="488" y="0"/>
                      </a:lnTo>
                      <a:lnTo>
                        <a:pt x="463" y="48"/>
                      </a:lnTo>
                      <a:lnTo>
                        <a:pt x="413" y="64"/>
                      </a:lnTo>
                      <a:lnTo>
                        <a:pt x="371" y="40"/>
                      </a:lnTo>
                      <a:lnTo>
                        <a:pt x="371" y="64"/>
                      </a:lnTo>
                      <a:lnTo>
                        <a:pt x="337" y="64"/>
                      </a:lnTo>
                      <a:lnTo>
                        <a:pt x="328" y="96"/>
                      </a:lnTo>
                      <a:lnTo>
                        <a:pt x="295" y="120"/>
                      </a:lnTo>
                      <a:lnTo>
                        <a:pt x="312" y="152"/>
                      </a:lnTo>
                      <a:lnTo>
                        <a:pt x="312" y="184"/>
                      </a:lnTo>
                      <a:lnTo>
                        <a:pt x="253" y="168"/>
                      </a:lnTo>
                      <a:lnTo>
                        <a:pt x="185" y="192"/>
                      </a:lnTo>
                      <a:lnTo>
                        <a:pt x="143" y="200"/>
                      </a:lnTo>
                      <a:lnTo>
                        <a:pt x="84" y="192"/>
                      </a:lnTo>
                      <a:lnTo>
                        <a:pt x="50" y="208"/>
                      </a:lnTo>
                      <a:lnTo>
                        <a:pt x="8" y="200"/>
                      </a:lnTo>
                      <a:lnTo>
                        <a:pt x="0" y="240"/>
                      </a:lnTo>
                      <a:lnTo>
                        <a:pt x="25" y="256"/>
                      </a:lnTo>
                      <a:lnTo>
                        <a:pt x="42" y="272"/>
                      </a:lnTo>
                      <a:lnTo>
                        <a:pt x="84" y="264"/>
                      </a:lnTo>
                      <a:lnTo>
                        <a:pt x="92" y="304"/>
                      </a:lnTo>
                      <a:lnTo>
                        <a:pt x="101" y="280"/>
                      </a:lnTo>
                      <a:lnTo>
                        <a:pt x="135" y="288"/>
                      </a:lnTo>
                      <a:lnTo>
                        <a:pt x="168" y="256"/>
                      </a:lnTo>
                      <a:lnTo>
                        <a:pt x="244" y="248"/>
                      </a:lnTo>
                      <a:lnTo>
                        <a:pt x="261" y="272"/>
                      </a:lnTo>
                      <a:lnTo>
                        <a:pt x="379" y="304"/>
                      </a:lnTo>
                      <a:lnTo>
                        <a:pt x="379" y="312"/>
                      </a:lnTo>
                      <a:lnTo>
                        <a:pt x="413" y="304"/>
                      </a:lnTo>
                      <a:lnTo>
                        <a:pt x="472" y="30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88" name="Freeform 46"/>
                <p:cNvSpPr>
                  <a:spLocks/>
                </p:cNvSpPr>
                <p:nvPr/>
              </p:nvSpPr>
              <p:spPr bwMode="auto">
                <a:xfrm>
                  <a:off x="1847" y="2964"/>
                  <a:ext cx="421" cy="232"/>
                </a:xfrm>
                <a:custGeom>
                  <a:avLst/>
                  <a:gdLst>
                    <a:gd name="T0" fmla="*/ 371 w 421"/>
                    <a:gd name="T1" fmla="*/ 104 h 232"/>
                    <a:gd name="T2" fmla="*/ 354 w 421"/>
                    <a:gd name="T3" fmla="*/ 88 h 232"/>
                    <a:gd name="T4" fmla="*/ 329 w 421"/>
                    <a:gd name="T5" fmla="*/ 72 h 232"/>
                    <a:gd name="T6" fmla="*/ 337 w 421"/>
                    <a:gd name="T7" fmla="*/ 32 h 232"/>
                    <a:gd name="T8" fmla="*/ 337 w 421"/>
                    <a:gd name="T9" fmla="*/ 24 h 232"/>
                    <a:gd name="T10" fmla="*/ 253 w 421"/>
                    <a:gd name="T11" fmla="*/ 0 h 232"/>
                    <a:gd name="T12" fmla="*/ 219 w 421"/>
                    <a:gd name="T13" fmla="*/ 16 h 232"/>
                    <a:gd name="T14" fmla="*/ 169 w 421"/>
                    <a:gd name="T15" fmla="*/ 24 h 232"/>
                    <a:gd name="T16" fmla="*/ 143 w 421"/>
                    <a:gd name="T17" fmla="*/ 16 h 232"/>
                    <a:gd name="T18" fmla="*/ 118 w 421"/>
                    <a:gd name="T19" fmla="*/ 32 h 232"/>
                    <a:gd name="T20" fmla="*/ 84 w 421"/>
                    <a:gd name="T21" fmla="*/ 40 h 232"/>
                    <a:gd name="T22" fmla="*/ 76 w 421"/>
                    <a:gd name="T23" fmla="*/ 72 h 232"/>
                    <a:gd name="T24" fmla="*/ 51 w 421"/>
                    <a:gd name="T25" fmla="*/ 88 h 232"/>
                    <a:gd name="T26" fmla="*/ 42 w 421"/>
                    <a:gd name="T27" fmla="*/ 112 h 232"/>
                    <a:gd name="T28" fmla="*/ 9 w 421"/>
                    <a:gd name="T29" fmla="*/ 152 h 232"/>
                    <a:gd name="T30" fmla="*/ 0 w 421"/>
                    <a:gd name="T31" fmla="*/ 184 h 232"/>
                    <a:gd name="T32" fmla="*/ 34 w 421"/>
                    <a:gd name="T33" fmla="*/ 168 h 232"/>
                    <a:gd name="T34" fmla="*/ 76 w 421"/>
                    <a:gd name="T35" fmla="*/ 184 h 232"/>
                    <a:gd name="T36" fmla="*/ 84 w 421"/>
                    <a:gd name="T37" fmla="*/ 200 h 232"/>
                    <a:gd name="T38" fmla="*/ 101 w 421"/>
                    <a:gd name="T39" fmla="*/ 224 h 232"/>
                    <a:gd name="T40" fmla="*/ 177 w 421"/>
                    <a:gd name="T41" fmla="*/ 216 h 232"/>
                    <a:gd name="T42" fmla="*/ 219 w 421"/>
                    <a:gd name="T43" fmla="*/ 152 h 232"/>
                    <a:gd name="T44" fmla="*/ 287 w 421"/>
                    <a:gd name="T45" fmla="*/ 232 h 232"/>
                    <a:gd name="T46" fmla="*/ 312 w 421"/>
                    <a:gd name="T47" fmla="*/ 152 h 232"/>
                    <a:gd name="T48" fmla="*/ 354 w 421"/>
                    <a:gd name="T49" fmla="*/ 160 h 232"/>
                    <a:gd name="T50" fmla="*/ 379 w 421"/>
                    <a:gd name="T51" fmla="*/ 144 h 232"/>
                    <a:gd name="T52" fmla="*/ 413 w 421"/>
                    <a:gd name="T53" fmla="*/ 144 h 232"/>
                    <a:gd name="T54" fmla="*/ 421 w 421"/>
                    <a:gd name="T55" fmla="*/ 136 h 232"/>
                    <a:gd name="T56" fmla="*/ 413 w 421"/>
                    <a:gd name="T57" fmla="*/ 96 h 232"/>
                    <a:gd name="T58" fmla="*/ 371 w 421"/>
                    <a:gd name="T59" fmla="*/ 104 h 23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21"/>
                    <a:gd name="T91" fmla="*/ 0 h 232"/>
                    <a:gd name="T92" fmla="*/ 421 w 421"/>
                    <a:gd name="T93" fmla="*/ 232 h 23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21" h="232">
                      <a:moveTo>
                        <a:pt x="371" y="104"/>
                      </a:moveTo>
                      <a:lnTo>
                        <a:pt x="354" y="88"/>
                      </a:lnTo>
                      <a:lnTo>
                        <a:pt x="329" y="72"/>
                      </a:lnTo>
                      <a:lnTo>
                        <a:pt x="337" y="32"/>
                      </a:lnTo>
                      <a:lnTo>
                        <a:pt x="337" y="24"/>
                      </a:lnTo>
                      <a:lnTo>
                        <a:pt x="253" y="0"/>
                      </a:lnTo>
                      <a:lnTo>
                        <a:pt x="219" y="16"/>
                      </a:lnTo>
                      <a:lnTo>
                        <a:pt x="169" y="24"/>
                      </a:lnTo>
                      <a:lnTo>
                        <a:pt x="143" y="16"/>
                      </a:lnTo>
                      <a:lnTo>
                        <a:pt x="118" y="32"/>
                      </a:lnTo>
                      <a:lnTo>
                        <a:pt x="84" y="40"/>
                      </a:lnTo>
                      <a:lnTo>
                        <a:pt x="76" y="72"/>
                      </a:lnTo>
                      <a:lnTo>
                        <a:pt x="51" y="88"/>
                      </a:lnTo>
                      <a:lnTo>
                        <a:pt x="42" y="112"/>
                      </a:lnTo>
                      <a:lnTo>
                        <a:pt x="9" y="152"/>
                      </a:lnTo>
                      <a:lnTo>
                        <a:pt x="0" y="184"/>
                      </a:lnTo>
                      <a:lnTo>
                        <a:pt x="34" y="168"/>
                      </a:lnTo>
                      <a:lnTo>
                        <a:pt x="76" y="184"/>
                      </a:lnTo>
                      <a:lnTo>
                        <a:pt x="84" y="200"/>
                      </a:lnTo>
                      <a:lnTo>
                        <a:pt x="101" y="224"/>
                      </a:lnTo>
                      <a:lnTo>
                        <a:pt x="177" y="216"/>
                      </a:lnTo>
                      <a:lnTo>
                        <a:pt x="219" y="152"/>
                      </a:lnTo>
                      <a:lnTo>
                        <a:pt x="287" y="232"/>
                      </a:lnTo>
                      <a:lnTo>
                        <a:pt x="312" y="152"/>
                      </a:lnTo>
                      <a:lnTo>
                        <a:pt x="354" y="160"/>
                      </a:lnTo>
                      <a:lnTo>
                        <a:pt x="379" y="144"/>
                      </a:lnTo>
                      <a:lnTo>
                        <a:pt x="413" y="144"/>
                      </a:lnTo>
                      <a:lnTo>
                        <a:pt x="421" y="136"/>
                      </a:lnTo>
                      <a:lnTo>
                        <a:pt x="413" y="96"/>
                      </a:lnTo>
                      <a:lnTo>
                        <a:pt x="371" y="104"/>
                      </a:lnTo>
                      <a:close/>
                    </a:path>
                  </a:pathLst>
                </a:custGeom>
                <a:solidFill>
                  <a:srgbClr val="C0C0C0"/>
                </a:solidFill>
                <a:ln w="12700">
                  <a:solidFill>
                    <a:srgbClr val="000000"/>
                  </a:solidFill>
                  <a:prstDash val="solid"/>
                  <a:round/>
                  <a:headEnd/>
                  <a:tailEnd/>
                </a:ln>
              </p:spPr>
              <p:txBody>
                <a:bodyPr/>
                <a:lstStyle/>
                <a:p>
                  <a:endParaRPr lang="en-GB"/>
                </a:p>
              </p:txBody>
            </p:sp>
            <p:sp>
              <p:nvSpPr>
                <p:cNvPr id="12389" name="Freeform 47"/>
                <p:cNvSpPr>
                  <a:spLocks/>
                </p:cNvSpPr>
                <p:nvPr/>
              </p:nvSpPr>
              <p:spPr bwMode="auto">
                <a:xfrm>
                  <a:off x="2176" y="2796"/>
                  <a:ext cx="682" cy="312"/>
                </a:xfrm>
                <a:custGeom>
                  <a:avLst/>
                  <a:gdLst>
                    <a:gd name="T0" fmla="*/ 472 w 682"/>
                    <a:gd name="T1" fmla="*/ 304 h 312"/>
                    <a:gd name="T2" fmla="*/ 505 w 682"/>
                    <a:gd name="T3" fmla="*/ 280 h 312"/>
                    <a:gd name="T4" fmla="*/ 556 w 682"/>
                    <a:gd name="T5" fmla="*/ 280 h 312"/>
                    <a:gd name="T6" fmla="*/ 598 w 682"/>
                    <a:gd name="T7" fmla="*/ 272 h 312"/>
                    <a:gd name="T8" fmla="*/ 598 w 682"/>
                    <a:gd name="T9" fmla="*/ 248 h 312"/>
                    <a:gd name="T10" fmla="*/ 623 w 682"/>
                    <a:gd name="T11" fmla="*/ 224 h 312"/>
                    <a:gd name="T12" fmla="*/ 632 w 682"/>
                    <a:gd name="T13" fmla="*/ 184 h 312"/>
                    <a:gd name="T14" fmla="*/ 632 w 682"/>
                    <a:gd name="T15" fmla="*/ 144 h 312"/>
                    <a:gd name="T16" fmla="*/ 674 w 682"/>
                    <a:gd name="T17" fmla="*/ 128 h 312"/>
                    <a:gd name="T18" fmla="*/ 682 w 682"/>
                    <a:gd name="T19" fmla="*/ 96 h 312"/>
                    <a:gd name="T20" fmla="*/ 649 w 682"/>
                    <a:gd name="T21" fmla="*/ 72 h 312"/>
                    <a:gd name="T22" fmla="*/ 649 w 682"/>
                    <a:gd name="T23" fmla="*/ 24 h 312"/>
                    <a:gd name="T24" fmla="*/ 564 w 682"/>
                    <a:gd name="T25" fmla="*/ 24 h 312"/>
                    <a:gd name="T26" fmla="*/ 488 w 682"/>
                    <a:gd name="T27" fmla="*/ 0 h 312"/>
                    <a:gd name="T28" fmla="*/ 463 w 682"/>
                    <a:gd name="T29" fmla="*/ 48 h 312"/>
                    <a:gd name="T30" fmla="*/ 413 w 682"/>
                    <a:gd name="T31" fmla="*/ 64 h 312"/>
                    <a:gd name="T32" fmla="*/ 371 w 682"/>
                    <a:gd name="T33" fmla="*/ 40 h 312"/>
                    <a:gd name="T34" fmla="*/ 371 w 682"/>
                    <a:gd name="T35" fmla="*/ 64 h 312"/>
                    <a:gd name="T36" fmla="*/ 337 w 682"/>
                    <a:gd name="T37" fmla="*/ 64 h 312"/>
                    <a:gd name="T38" fmla="*/ 328 w 682"/>
                    <a:gd name="T39" fmla="*/ 96 h 312"/>
                    <a:gd name="T40" fmla="*/ 295 w 682"/>
                    <a:gd name="T41" fmla="*/ 120 h 312"/>
                    <a:gd name="T42" fmla="*/ 312 w 682"/>
                    <a:gd name="T43" fmla="*/ 152 h 312"/>
                    <a:gd name="T44" fmla="*/ 312 w 682"/>
                    <a:gd name="T45" fmla="*/ 184 h 312"/>
                    <a:gd name="T46" fmla="*/ 253 w 682"/>
                    <a:gd name="T47" fmla="*/ 168 h 312"/>
                    <a:gd name="T48" fmla="*/ 185 w 682"/>
                    <a:gd name="T49" fmla="*/ 192 h 312"/>
                    <a:gd name="T50" fmla="*/ 143 w 682"/>
                    <a:gd name="T51" fmla="*/ 200 h 312"/>
                    <a:gd name="T52" fmla="*/ 84 w 682"/>
                    <a:gd name="T53" fmla="*/ 192 h 312"/>
                    <a:gd name="T54" fmla="*/ 50 w 682"/>
                    <a:gd name="T55" fmla="*/ 208 h 312"/>
                    <a:gd name="T56" fmla="*/ 8 w 682"/>
                    <a:gd name="T57" fmla="*/ 200 h 312"/>
                    <a:gd name="T58" fmla="*/ 0 w 682"/>
                    <a:gd name="T59" fmla="*/ 240 h 312"/>
                    <a:gd name="T60" fmla="*/ 25 w 682"/>
                    <a:gd name="T61" fmla="*/ 256 h 312"/>
                    <a:gd name="T62" fmla="*/ 42 w 682"/>
                    <a:gd name="T63" fmla="*/ 272 h 312"/>
                    <a:gd name="T64" fmla="*/ 84 w 682"/>
                    <a:gd name="T65" fmla="*/ 264 h 312"/>
                    <a:gd name="T66" fmla="*/ 92 w 682"/>
                    <a:gd name="T67" fmla="*/ 304 h 312"/>
                    <a:gd name="T68" fmla="*/ 101 w 682"/>
                    <a:gd name="T69" fmla="*/ 280 h 312"/>
                    <a:gd name="T70" fmla="*/ 135 w 682"/>
                    <a:gd name="T71" fmla="*/ 288 h 312"/>
                    <a:gd name="T72" fmla="*/ 168 w 682"/>
                    <a:gd name="T73" fmla="*/ 256 h 312"/>
                    <a:gd name="T74" fmla="*/ 244 w 682"/>
                    <a:gd name="T75" fmla="*/ 248 h 312"/>
                    <a:gd name="T76" fmla="*/ 261 w 682"/>
                    <a:gd name="T77" fmla="*/ 272 h 312"/>
                    <a:gd name="T78" fmla="*/ 379 w 682"/>
                    <a:gd name="T79" fmla="*/ 304 h 312"/>
                    <a:gd name="T80" fmla="*/ 379 w 682"/>
                    <a:gd name="T81" fmla="*/ 312 h 312"/>
                    <a:gd name="T82" fmla="*/ 413 w 682"/>
                    <a:gd name="T83" fmla="*/ 304 h 312"/>
                    <a:gd name="T84" fmla="*/ 472 w 682"/>
                    <a:gd name="T85" fmla="*/ 304 h 3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82"/>
                    <a:gd name="T130" fmla="*/ 0 h 312"/>
                    <a:gd name="T131" fmla="*/ 682 w 682"/>
                    <a:gd name="T132" fmla="*/ 312 h 3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82" h="312">
                      <a:moveTo>
                        <a:pt x="472" y="304"/>
                      </a:moveTo>
                      <a:lnTo>
                        <a:pt x="505" y="280"/>
                      </a:lnTo>
                      <a:lnTo>
                        <a:pt x="556" y="280"/>
                      </a:lnTo>
                      <a:lnTo>
                        <a:pt x="598" y="272"/>
                      </a:lnTo>
                      <a:lnTo>
                        <a:pt x="598" y="248"/>
                      </a:lnTo>
                      <a:lnTo>
                        <a:pt x="623" y="224"/>
                      </a:lnTo>
                      <a:lnTo>
                        <a:pt x="632" y="184"/>
                      </a:lnTo>
                      <a:lnTo>
                        <a:pt x="632" y="144"/>
                      </a:lnTo>
                      <a:lnTo>
                        <a:pt x="674" y="128"/>
                      </a:lnTo>
                      <a:lnTo>
                        <a:pt x="682" y="96"/>
                      </a:lnTo>
                      <a:lnTo>
                        <a:pt x="649" y="72"/>
                      </a:lnTo>
                      <a:lnTo>
                        <a:pt x="649" y="24"/>
                      </a:lnTo>
                      <a:lnTo>
                        <a:pt x="564" y="24"/>
                      </a:lnTo>
                      <a:lnTo>
                        <a:pt x="488" y="0"/>
                      </a:lnTo>
                      <a:lnTo>
                        <a:pt x="463" y="48"/>
                      </a:lnTo>
                      <a:lnTo>
                        <a:pt x="413" y="64"/>
                      </a:lnTo>
                      <a:lnTo>
                        <a:pt x="371" y="40"/>
                      </a:lnTo>
                      <a:lnTo>
                        <a:pt x="371" y="64"/>
                      </a:lnTo>
                      <a:lnTo>
                        <a:pt x="337" y="64"/>
                      </a:lnTo>
                      <a:lnTo>
                        <a:pt x="328" y="96"/>
                      </a:lnTo>
                      <a:lnTo>
                        <a:pt x="295" y="120"/>
                      </a:lnTo>
                      <a:lnTo>
                        <a:pt x="312" y="152"/>
                      </a:lnTo>
                      <a:lnTo>
                        <a:pt x="312" y="184"/>
                      </a:lnTo>
                      <a:lnTo>
                        <a:pt x="253" y="168"/>
                      </a:lnTo>
                      <a:lnTo>
                        <a:pt x="185" y="192"/>
                      </a:lnTo>
                      <a:lnTo>
                        <a:pt x="143" y="200"/>
                      </a:lnTo>
                      <a:lnTo>
                        <a:pt x="84" y="192"/>
                      </a:lnTo>
                      <a:lnTo>
                        <a:pt x="50" y="208"/>
                      </a:lnTo>
                      <a:lnTo>
                        <a:pt x="8" y="200"/>
                      </a:lnTo>
                      <a:lnTo>
                        <a:pt x="0" y="240"/>
                      </a:lnTo>
                      <a:lnTo>
                        <a:pt x="25" y="256"/>
                      </a:lnTo>
                      <a:lnTo>
                        <a:pt x="42" y="272"/>
                      </a:lnTo>
                      <a:lnTo>
                        <a:pt x="84" y="264"/>
                      </a:lnTo>
                      <a:lnTo>
                        <a:pt x="92" y="304"/>
                      </a:lnTo>
                      <a:lnTo>
                        <a:pt x="101" y="280"/>
                      </a:lnTo>
                      <a:lnTo>
                        <a:pt x="135" y="288"/>
                      </a:lnTo>
                      <a:lnTo>
                        <a:pt x="168" y="256"/>
                      </a:lnTo>
                      <a:lnTo>
                        <a:pt x="244" y="248"/>
                      </a:lnTo>
                      <a:lnTo>
                        <a:pt x="261" y="272"/>
                      </a:lnTo>
                      <a:lnTo>
                        <a:pt x="379" y="304"/>
                      </a:lnTo>
                      <a:lnTo>
                        <a:pt x="379" y="312"/>
                      </a:lnTo>
                      <a:lnTo>
                        <a:pt x="413" y="304"/>
                      </a:lnTo>
                      <a:lnTo>
                        <a:pt x="472" y="30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90" name="Freeform 48"/>
                <p:cNvSpPr>
                  <a:spLocks/>
                </p:cNvSpPr>
                <p:nvPr/>
              </p:nvSpPr>
              <p:spPr bwMode="auto">
                <a:xfrm>
                  <a:off x="2395" y="2548"/>
                  <a:ext cx="581" cy="312"/>
                </a:xfrm>
                <a:custGeom>
                  <a:avLst/>
                  <a:gdLst>
                    <a:gd name="T0" fmla="*/ 497 w 581"/>
                    <a:gd name="T1" fmla="*/ 248 h 312"/>
                    <a:gd name="T2" fmla="*/ 531 w 581"/>
                    <a:gd name="T3" fmla="*/ 200 h 312"/>
                    <a:gd name="T4" fmla="*/ 556 w 581"/>
                    <a:gd name="T5" fmla="*/ 176 h 312"/>
                    <a:gd name="T6" fmla="*/ 581 w 581"/>
                    <a:gd name="T7" fmla="*/ 152 h 312"/>
                    <a:gd name="T8" fmla="*/ 564 w 581"/>
                    <a:gd name="T9" fmla="*/ 120 h 312"/>
                    <a:gd name="T10" fmla="*/ 522 w 581"/>
                    <a:gd name="T11" fmla="*/ 112 h 312"/>
                    <a:gd name="T12" fmla="*/ 480 w 581"/>
                    <a:gd name="T13" fmla="*/ 104 h 312"/>
                    <a:gd name="T14" fmla="*/ 463 w 581"/>
                    <a:gd name="T15" fmla="*/ 80 h 312"/>
                    <a:gd name="T16" fmla="*/ 413 w 581"/>
                    <a:gd name="T17" fmla="*/ 64 h 312"/>
                    <a:gd name="T18" fmla="*/ 413 w 581"/>
                    <a:gd name="T19" fmla="*/ 88 h 312"/>
                    <a:gd name="T20" fmla="*/ 387 w 581"/>
                    <a:gd name="T21" fmla="*/ 104 h 312"/>
                    <a:gd name="T22" fmla="*/ 345 w 581"/>
                    <a:gd name="T23" fmla="*/ 72 h 312"/>
                    <a:gd name="T24" fmla="*/ 354 w 581"/>
                    <a:gd name="T25" fmla="*/ 40 h 312"/>
                    <a:gd name="T26" fmla="*/ 312 w 581"/>
                    <a:gd name="T27" fmla="*/ 40 h 312"/>
                    <a:gd name="T28" fmla="*/ 269 w 581"/>
                    <a:gd name="T29" fmla="*/ 24 h 312"/>
                    <a:gd name="T30" fmla="*/ 227 w 581"/>
                    <a:gd name="T31" fmla="*/ 0 h 312"/>
                    <a:gd name="T32" fmla="*/ 227 w 581"/>
                    <a:gd name="T33" fmla="*/ 24 h 312"/>
                    <a:gd name="T34" fmla="*/ 202 w 581"/>
                    <a:gd name="T35" fmla="*/ 8 h 312"/>
                    <a:gd name="T36" fmla="*/ 168 w 581"/>
                    <a:gd name="T37" fmla="*/ 8 h 312"/>
                    <a:gd name="T38" fmla="*/ 160 w 581"/>
                    <a:gd name="T39" fmla="*/ 40 h 312"/>
                    <a:gd name="T40" fmla="*/ 118 w 581"/>
                    <a:gd name="T41" fmla="*/ 56 h 312"/>
                    <a:gd name="T42" fmla="*/ 76 w 581"/>
                    <a:gd name="T43" fmla="*/ 80 h 312"/>
                    <a:gd name="T44" fmla="*/ 34 w 581"/>
                    <a:gd name="T45" fmla="*/ 88 h 312"/>
                    <a:gd name="T46" fmla="*/ 0 w 581"/>
                    <a:gd name="T47" fmla="*/ 112 h 312"/>
                    <a:gd name="T48" fmla="*/ 34 w 581"/>
                    <a:gd name="T49" fmla="*/ 152 h 312"/>
                    <a:gd name="T50" fmla="*/ 25 w 581"/>
                    <a:gd name="T51" fmla="*/ 176 h 312"/>
                    <a:gd name="T52" fmla="*/ 84 w 581"/>
                    <a:gd name="T53" fmla="*/ 224 h 312"/>
                    <a:gd name="T54" fmla="*/ 160 w 581"/>
                    <a:gd name="T55" fmla="*/ 280 h 312"/>
                    <a:gd name="T56" fmla="*/ 152 w 581"/>
                    <a:gd name="T57" fmla="*/ 288 h 312"/>
                    <a:gd name="T58" fmla="*/ 194 w 581"/>
                    <a:gd name="T59" fmla="*/ 312 h 312"/>
                    <a:gd name="T60" fmla="*/ 244 w 581"/>
                    <a:gd name="T61" fmla="*/ 296 h 312"/>
                    <a:gd name="T62" fmla="*/ 269 w 581"/>
                    <a:gd name="T63" fmla="*/ 248 h 312"/>
                    <a:gd name="T64" fmla="*/ 345 w 581"/>
                    <a:gd name="T65" fmla="*/ 272 h 312"/>
                    <a:gd name="T66" fmla="*/ 430 w 581"/>
                    <a:gd name="T67" fmla="*/ 272 h 312"/>
                    <a:gd name="T68" fmla="*/ 430 w 581"/>
                    <a:gd name="T69" fmla="*/ 280 h 312"/>
                    <a:gd name="T70" fmla="*/ 455 w 581"/>
                    <a:gd name="T71" fmla="*/ 248 h 312"/>
                    <a:gd name="T72" fmla="*/ 497 w 581"/>
                    <a:gd name="T73" fmla="*/ 248 h 31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581"/>
                    <a:gd name="T112" fmla="*/ 0 h 312"/>
                    <a:gd name="T113" fmla="*/ 581 w 581"/>
                    <a:gd name="T114" fmla="*/ 312 h 31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581" h="312">
                      <a:moveTo>
                        <a:pt x="497" y="248"/>
                      </a:moveTo>
                      <a:lnTo>
                        <a:pt x="531" y="200"/>
                      </a:lnTo>
                      <a:lnTo>
                        <a:pt x="556" y="176"/>
                      </a:lnTo>
                      <a:lnTo>
                        <a:pt x="581" y="152"/>
                      </a:lnTo>
                      <a:lnTo>
                        <a:pt x="564" y="120"/>
                      </a:lnTo>
                      <a:lnTo>
                        <a:pt x="522" y="112"/>
                      </a:lnTo>
                      <a:lnTo>
                        <a:pt x="480" y="104"/>
                      </a:lnTo>
                      <a:lnTo>
                        <a:pt x="463" y="80"/>
                      </a:lnTo>
                      <a:lnTo>
                        <a:pt x="413" y="64"/>
                      </a:lnTo>
                      <a:lnTo>
                        <a:pt x="413" y="88"/>
                      </a:lnTo>
                      <a:lnTo>
                        <a:pt x="387" y="104"/>
                      </a:lnTo>
                      <a:lnTo>
                        <a:pt x="345" y="72"/>
                      </a:lnTo>
                      <a:lnTo>
                        <a:pt x="354" y="40"/>
                      </a:lnTo>
                      <a:lnTo>
                        <a:pt x="312" y="40"/>
                      </a:lnTo>
                      <a:lnTo>
                        <a:pt x="269" y="24"/>
                      </a:lnTo>
                      <a:lnTo>
                        <a:pt x="227" y="0"/>
                      </a:lnTo>
                      <a:lnTo>
                        <a:pt x="227" y="24"/>
                      </a:lnTo>
                      <a:lnTo>
                        <a:pt x="202" y="8"/>
                      </a:lnTo>
                      <a:lnTo>
                        <a:pt x="168" y="8"/>
                      </a:lnTo>
                      <a:lnTo>
                        <a:pt x="160" y="40"/>
                      </a:lnTo>
                      <a:lnTo>
                        <a:pt x="118" y="56"/>
                      </a:lnTo>
                      <a:lnTo>
                        <a:pt x="76" y="80"/>
                      </a:lnTo>
                      <a:lnTo>
                        <a:pt x="34" y="88"/>
                      </a:lnTo>
                      <a:lnTo>
                        <a:pt x="0" y="112"/>
                      </a:lnTo>
                      <a:lnTo>
                        <a:pt x="34" y="152"/>
                      </a:lnTo>
                      <a:lnTo>
                        <a:pt x="25" y="176"/>
                      </a:lnTo>
                      <a:lnTo>
                        <a:pt x="84" y="224"/>
                      </a:lnTo>
                      <a:lnTo>
                        <a:pt x="160" y="280"/>
                      </a:lnTo>
                      <a:lnTo>
                        <a:pt x="152" y="288"/>
                      </a:lnTo>
                      <a:lnTo>
                        <a:pt x="194" y="312"/>
                      </a:lnTo>
                      <a:lnTo>
                        <a:pt x="244" y="296"/>
                      </a:lnTo>
                      <a:lnTo>
                        <a:pt x="269" y="248"/>
                      </a:lnTo>
                      <a:lnTo>
                        <a:pt x="345" y="272"/>
                      </a:lnTo>
                      <a:lnTo>
                        <a:pt x="430" y="272"/>
                      </a:lnTo>
                      <a:lnTo>
                        <a:pt x="430" y="280"/>
                      </a:lnTo>
                      <a:lnTo>
                        <a:pt x="455" y="248"/>
                      </a:lnTo>
                      <a:lnTo>
                        <a:pt x="497" y="248"/>
                      </a:lnTo>
                      <a:close/>
                    </a:path>
                  </a:pathLst>
                </a:custGeom>
                <a:solidFill>
                  <a:srgbClr val="99CCFF"/>
                </a:solidFill>
                <a:ln w="12700">
                  <a:solidFill>
                    <a:srgbClr val="000000"/>
                  </a:solidFill>
                  <a:prstDash val="solid"/>
                  <a:round/>
                  <a:headEnd/>
                  <a:tailEnd/>
                </a:ln>
              </p:spPr>
              <p:txBody>
                <a:bodyPr/>
                <a:lstStyle/>
                <a:p>
                  <a:endParaRPr lang="en-GB"/>
                </a:p>
              </p:txBody>
            </p:sp>
            <p:sp>
              <p:nvSpPr>
                <p:cNvPr id="12391" name="Freeform 49"/>
                <p:cNvSpPr>
                  <a:spLocks/>
                </p:cNvSpPr>
                <p:nvPr/>
              </p:nvSpPr>
              <p:spPr bwMode="auto">
                <a:xfrm>
                  <a:off x="2547" y="3036"/>
                  <a:ext cx="278" cy="200"/>
                </a:xfrm>
                <a:custGeom>
                  <a:avLst/>
                  <a:gdLst>
                    <a:gd name="T0" fmla="*/ 50 w 278"/>
                    <a:gd name="T1" fmla="*/ 192 h 200"/>
                    <a:gd name="T2" fmla="*/ 92 w 278"/>
                    <a:gd name="T3" fmla="*/ 160 h 200"/>
                    <a:gd name="T4" fmla="*/ 117 w 278"/>
                    <a:gd name="T5" fmla="*/ 176 h 200"/>
                    <a:gd name="T6" fmla="*/ 151 w 278"/>
                    <a:gd name="T7" fmla="*/ 184 h 200"/>
                    <a:gd name="T8" fmla="*/ 168 w 278"/>
                    <a:gd name="T9" fmla="*/ 152 h 200"/>
                    <a:gd name="T10" fmla="*/ 202 w 278"/>
                    <a:gd name="T11" fmla="*/ 144 h 200"/>
                    <a:gd name="T12" fmla="*/ 202 w 278"/>
                    <a:gd name="T13" fmla="*/ 104 h 200"/>
                    <a:gd name="T14" fmla="*/ 235 w 278"/>
                    <a:gd name="T15" fmla="*/ 64 h 200"/>
                    <a:gd name="T16" fmla="*/ 278 w 278"/>
                    <a:gd name="T17" fmla="*/ 48 h 200"/>
                    <a:gd name="T18" fmla="*/ 235 w 278"/>
                    <a:gd name="T19" fmla="*/ 0 h 200"/>
                    <a:gd name="T20" fmla="*/ 227 w 278"/>
                    <a:gd name="T21" fmla="*/ 8 h 200"/>
                    <a:gd name="T22" fmla="*/ 227 w 278"/>
                    <a:gd name="T23" fmla="*/ 32 h 200"/>
                    <a:gd name="T24" fmla="*/ 185 w 278"/>
                    <a:gd name="T25" fmla="*/ 40 h 200"/>
                    <a:gd name="T26" fmla="*/ 134 w 278"/>
                    <a:gd name="T27" fmla="*/ 40 h 200"/>
                    <a:gd name="T28" fmla="*/ 101 w 278"/>
                    <a:gd name="T29" fmla="*/ 64 h 200"/>
                    <a:gd name="T30" fmla="*/ 42 w 278"/>
                    <a:gd name="T31" fmla="*/ 64 h 200"/>
                    <a:gd name="T32" fmla="*/ 8 w 278"/>
                    <a:gd name="T33" fmla="*/ 72 h 200"/>
                    <a:gd name="T34" fmla="*/ 0 w 278"/>
                    <a:gd name="T35" fmla="*/ 96 h 200"/>
                    <a:gd name="T36" fmla="*/ 8 w 278"/>
                    <a:gd name="T37" fmla="*/ 152 h 200"/>
                    <a:gd name="T38" fmla="*/ 0 w 278"/>
                    <a:gd name="T39" fmla="*/ 160 h 200"/>
                    <a:gd name="T40" fmla="*/ 25 w 278"/>
                    <a:gd name="T41" fmla="*/ 152 h 200"/>
                    <a:gd name="T42" fmla="*/ 8 w 278"/>
                    <a:gd name="T43" fmla="*/ 176 h 200"/>
                    <a:gd name="T44" fmla="*/ 8 w 278"/>
                    <a:gd name="T45" fmla="*/ 200 h 200"/>
                    <a:gd name="T46" fmla="*/ 16 w 278"/>
                    <a:gd name="T47" fmla="*/ 200 h 200"/>
                    <a:gd name="T48" fmla="*/ 50 w 278"/>
                    <a:gd name="T49" fmla="*/ 192 h 20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200"/>
                    <a:gd name="T77" fmla="*/ 278 w 278"/>
                    <a:gd name="T78" fmla="*/ 200 h 20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200">
                      <a:moveTo>
                        <a:pt x="50" y="192"/>
                      </a:moveTo>
                      <a:lnTo>
                        <a:pt x="92" y="160"/>
                      </a:lnTo>
                      <a:lnTo>
                        <a:pt x="117" y="176"/>
                      </a:lnTo>
                      <a:lnTo>
                        <a:pt x="151" y="184"/>
                      </a:lnTo>
                      <a:lnTo>
                        <a:pt x="168" y="152"/>
                      </a:lnTo>
                      <a:lnTo>
                        <a:pt x="202" y="144"/>
                      </a:lnTo>
                      <a:lnTo>
                        <a:pt x="202" y="104"/>
                      </a:lnTo>
                      <a:lnTo>
                        <a:pt x="235" y="64"/>
                      </a:lnTo>
                      <a:lnTo>
                        <a:pt x="278" y="48"/>
                      </a:lnTo>
                      <a:lnTo>
                        <a:pt x="235" y="0"/>
                      </a:lnTo>
                      <a:lnTo>
                        <a:pt x="227" y="8"/>
                      </a:lnTo>
                      <a:lnTo>
                        <a:pt x="227" y="32"/>
                      </a:lnTo>
                      <a:lnTo>
                        <a:pt x="185" y="40"/>
                      </a:lnTo>
                      <a:lnTo>
                        <a:pt x="134" y="40"/>
                      </a:lnTo>
                      <a:lnTo>
                        <a:pt x="101" y="64"/>
                      </a:lnTo>
                      <a:lnTo>
                        <a:pt x="42" y="64"/>
                      </a:lnTo>
                      <a:lnTo>
                        <a:pt x="8" y="72"/>
                      </a:lnTo>
                      <a:lnTo>
                        <a:pt x="0" y="96"/>
                      </a:lnTo>
                      <a:lnTo>
                        <a:pt x="8" y="152"/>
                      </a:lnTo>
                      <a:lnTo>
                        <a:pt x="0" y="160"/>
                      </a:lnTo>
                      <a:lnTo>
                        <a:pt x="25" y="152"/>
                      </a:lnTo>
                      <a:lnTo>
                        <a:pt x="8" y="176"/>
                      </a:lnTo>
                      <a:lnTo>
                        <a:pt x="8" y="200"/>
                      </a:lnTo>
                      <a:lnTo>
                        <a:pt x="16" y="200"/>
                      </a:lnTo>
                      <a:lnTo>
                        <a:pt x="50" y="192"/>
                      </a:lnTo>
                      <a:close/>
                    </a:path>
                  </a:pathLst>
                </a:cu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92" name="Freeform 50"/>
                <p:cNvSpPr>
                  <a:spLocks/>
                </p:cNvSpPr>
                <p:nvPr/>
              </p:nvSpPr>
              <p:spPr bwMode="auto">
                <a:xfrm>
                  <a:off x="2555" y="3092"/>
                  <a:ext cx="548" cy="416"/>
                </a:xfrm>
                <a:custGeom>
                  <a:avLst/>
                  <a:gdLst>
                    <a:gd name="T0" fmla="*/ 388 w 548"/>
                    <a:gd name="T1" fmla="*/ 360 h 416"/>
                    <a:gd name="T2" fmla="*/ 379 w 548"/>
                    <a:gd name="T3" fmla="*/ 344 h 416"/>
                    <a:gd name="T4" fmla="*/ 345 w 548"/>
                    <a:gd name="T5" fmla="*/ 328 h 416"/>
                    <a:gd name="T6" fmla="*/ 320 w 548"/>
                    <a:gd name="T7" fmla="*/ 296 h 416"/>
                    <a:gd name="T8" fmla="*/ 270 w 548"/>
                    <a:gd name="T9" fmla="*/ 264 h 416"/>
                    <a:gd name="T10" fmla="*/ 236 w 548"/>
                    <a:gd name="T11" fmla="*/ 216 h 416"/>
                    <a:gd name="T12" fmla="*/ 202 w 548"/>
                    <a:gd name="T13" fmla="*/ 200 h 416"/>
                    <a:gd name="T14" fmla="*/ 219 w 548"/>
                    <a:gd name="T15" fmla="*/ 152 h 416"/>
                    <a:gd name="T16" fmla="*/ 236 w 548"/>
                    <a:gd name="T17" fmla="*/ 152 h 416"/>
                    <a:gd name="T18" fmla="*/ 270 w 548"/>
                    <a:gd name="T19" fmla="*/ 168 h 416"/>
                    <a:gd name="T20" fmla="*/ 278 w 548"/>
                    <a:gd name="T21" fmla="*/ 144 h 416"/>
                    <a:gd name="T22" fmla="*/ 312 w 548"/>
                    <a:gd name="T23" fmla="*/ 136 h 416"/>
                    <a:gd name="T24" fmla="*/ 354 w 548"/>
                    <a:gd name="T25" fmla="*/ 144 h 416"/>
                    <a:gd name="T26" fmla="*/ 404 w 548"/>
                    <a:gd name="T27" fmla="*/ 152 h 416"/>
                    <a:gd name="T28" fmla="*/ 438 w 548"/>
                    <a:gd name="T29" fmla="*/ 144 h 416"/>
                    <a:gd name="T30" fmla="*/ 472 w 548"/>
                    <a:gd name="T31" fmla="*/ 152 h 416"/>
                    <a:gd name="T32" fmla="*/ 522 w 548"/>
                    <a:gd name="T33" fmla="*/ 160 h 416"/>
                    <a:gd name="T34" fmla="*/ 522 w 548"/>
                    <a:gd name="T35" fmla="*/ 128 h 416"/>
                    <a:gd name="T36" fmla="*/ 548 w 548"/>
                    <a:gd name="T37" fmla="*/ 120 h 416"/>
                    <a:gd name="T38" fmla="*/ 522 w 548"/>
                    <a:gd name="T39" fmla="*/ 112 h 416"/>
                    <a:gd name="T40" fmla="*/ 497 w 548"/>
                    <a:gd name="T41" fmla="*/ 80 h 416"/>
                    <a:gd name="T42" fmla="*/ 480 w 548"/>
                    <a:gd name="T43" fmla="*/ 48 h 416"/>
                    <a:gd name="T44" fmla="*/ 421 w 548"/>
                    <a:gd name="T45" fmla="*/ 72 h 416"/>
                    <a:gd name="T46" fmla="*/ 388 w 548"/>
                    <a:gd name="T47" fmla="*/ 72 h 416"/>
                    <a:gd name="T48" fmla="*/ 379 w 548"/>
                    <a:gd name="T49" fmla="*/ 48 h 416"/>
                    <a:gd name="T50" fmla="*/ 345 w 548"/>
                    <a:gd name="T51" fmla="*/ 56 h 416"/>
                    <a:gd name="T52" fmla="*/ 320 w 548"/>
                    <a:gd name="T53" fmla="*/ 40 h 416"/>
                    <a:gd name="T54" fmla="*/ 295 w 548"/>
                    <a:gd name="T55" fmla="*/ 16 h 416"/>
                    <a:gd name="T56" fmla="*/ 261 w 548"/>
                    <a:gd name="T57" fmla="*/ 0 h 416"/>
                    <a:gd name="T58" fmla="*/ 227 w 548"/>
                    <a:gd name="T59" fmla="*/ 8 h 416"/>
                    <a:gd name="T60" fmla="*/ 194 w 548"/>
                    <a:gd name="T61" fmla="*/ 48 h 416"/>
                    <a:gd name="T62" fmla="*/ 194 w 548"/>
                    <a:gd name="T63" fmla="*/ 88 h 416"/>
                    <a:gd name="T64" fmla="*/ 160 w 548"/>
                    <a:gd name="T65" fmla="*/ 96 h 416"/>
                    <a:gd name="T66" fmla="*/ 143 w 548"/>
                    <a:gd name="T67" fmla="*/ 128 h 416"/>
                    <a:gd name="T68" fmla="*/ 109 w 548"/>
                    <a:gd name="T69" fmla="*/ 120 h 416"/>
                    <a:gd name="T70" fmla="*/ 84 w 548"/>
                    <a:gd name="T71" fmla="*/ 104 h 416"/>
                    <a:gd name="T72" fmla="*/ 42 w 548"/>
                    <a:gd name="T73" fmla="*/ 136 h 416"/>
                    <a:gd name="T74" fmla="*/ 8 w 548"/>
                    <a:gd name="T75" fmla="*/ 144 h 416"/>
                    <a:gd name="T76" fmla="*/ 0 w 548"/>
                    <a:gd name="T77" fmla="*/ 144 h 416"/>
                    <a:gd name="T78" fmla="*/ 0 w 548"/>
                    <a:gd name="T79" fmla="*/ 152 h 416"/>
                    <a:gd name="T80" fmla="*/ 34 w 548"/>
                    <a:gd name="T81" fmla="*/ 216 h 416"/>
                    <a:gd name="T82" fmla="*/ 84 w 548"/>
                    <a:gd name="T83" fmla="*/ 152 h 416"/>
                    <a:gd name="T84" fmla="*/ 84 w 548"/>
                    <a:gd name="T85" fmla="*/ 216 h 416"/>
                    <a:gd name="T86" fmla="*/ 126 w 548"/>
                    <a:gd name="T87" fmla="*/ 192 h 416"/>
                    <a:gd name="T88" fmla="*/ 126 w 548"/>
                    <a:gd name="T89" fmla="*/ 240 h 416"/>
                    <a:gd name="T90" fmla="*/ 177 w 548"/>
                    <a:gd name="T91" fmla="*/ 264 h 416"/>
                    <a:gd name="T92" fmla="*/ 160 w 548"/>
                    <a:gd name="T93" fmla="*/ 272 h 416"/>
                    <a:gd name="T94" fmla="*/ 219 w 548"/>
                    <a:gd name="T95" fmla="*/ 312 h 416"/>
                    <a:gd name="T96" fmla="*/ 227 w 548"/>
                    <a:gd name="T97" fmla="*/ 336 h 416"/>
                    <a:gd name="T98" fmla="*/ 253 w 548"/>
                    <a:gd name="T99" fmla="*/ 352 h 416"/>
                    <a:gd name="T100" fmla="*/ 312 w 548"/>
                    <a:gd name="T101" fmla="*/ 360 h 416"/>
                    <a:gd name="T102" fmla="*/ 371 w 548"/>
                    <a:gd name="T103" fmla="*/ 384 h 416"/>
                    <a:gd name="T104" fmla="*/ 312 w 548"/>
                    <a:gd name="T105" fmla="*/ 392 h 416"/>
                    <a:gd name="T106" fmla="*/ 413 w 548"/>
                    <a:gd name="T107" fmla="*/ 416 h 416"/>
                    <a:gd name="T108" fmla="*/ 413 w 548"/>
                    <a:gd name="T109" fmla="*/ 384 h 416"/>
                    <a:gd name="T110" fmla="*/ 388 w 548"/>
                    <a:gd name="T111" fmla="*/ 360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8"/>
                    <a:gd name="T169" fmla="*/ 0 h 416"/>
                    <a:gd name="T170" fmla="*/ 548 w 548"/>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8" h="416">
                      <a:moveTo>
                        <a:pt x="388" y="360"/>
                      </a:moveTo>
                      <a:lnTo>
                        <a:pt x="379" y="344"/>
                      </a:lnTo>
                      <a:lnTo>
                        <a:pt x="345" y="328"/>
                      </a:lnTo>
                      <a:lnTo>
                        <a:pt x="320" y="296"/>
                      </a:lnTo>
                      <a:lnTo>
                        <a:pt x="270" y="264"/>
                      </a:lnTo>
                      <a:lnTo>
                        <a:pt x="236" y="216"/>
                      </a:lnTo>
                      <a:lnTo>
                        <a:pt x="202" y="200"/>
                      </a:lnTo>
                      <a:lnTo>
                        <a:pt x="219" y="152"/>
                      </a:lnTo>
                      <a:lnTo>
                        <a:pt x="236" y="152"/>
                      </a:lnTo>
                      <a:lnTo>
                        <a:pt x="270" y="168"/>
                      </a:lnTo>
                      <a:lnTo>
                        <a:pt x="278" y="144"/>
                      </a:lnTo>
                      <a:lnTo>
                        <a:pt x="312" y="136"/>
                      </a:lnTo>
                      <a:lnTo>
                        <a:pt x="354" y="144"/>
                      </a:lnTo>
                      <a:lnTo>
                        <a:pt x="404" y="152"/>
                      </a:lnTo>
                      <a:lnTo>
                        <a:pt x="438" y="144"/>
                      </a:lnTo>
                      <a:lnTo>
                        <a:pt x="472" y="152"/>
                      </a:lnTo>
                      <a:lnTo>
                        <a:pt x="522" y="160"/>
                      </a:lnTo>
                      <a:lnTo>
                        <a:pt x="522" y="128"/>
                      </a:lnTo>
                      <a:lnTo>
                        <a:pt x="548" y="120"/>
                      </a:lnTo>
                      <a:lnTo>
                        <a:pt x="522" y="112"/>
                      </a:lnTo>
                      <a:lnTo>
                        <a:pt x="497" y="80"/>
                      </a:lnTo>
                      <a:lnTo>
                        <a:pt x="480" y="48"/>
                      </a:lnTo>
                      <a:lnTo>
                        <a:pt x="421" y="72"/>
                      </a:lnTo>
                      <a:lnTo>
                        <a:pt x="388" y="72"/>
                      </a:lnTo>
                      <a:lnTo>
                        <a:pt x="379" y="48"/>
                      </a:lnTo>
                      <a:lnTo>
                        <a:pt x="345" y="56"/>
                      </a:lnTo>
                      <a:lnTo>
                        <a:pt x="320" y="40"/>
                      </a:lnTo>
                      <a:lnTo>
                        <a:pt x="295" y="16"/>
                      </a:lnTo>
                      <a:lnTo>
                        <a:pt x="261" y="0"/>
                      </a:lnTo>
                      <a:lnTo>
                        <a:pt x="227" y="8"/>
                      </a:lnTo>
                      <a:lnTo>
                        <a:pt x="194" y="48"/>
                      </a:lnTo>
                      <a:lnTo>
                        <a:pt x="194" y="88"/>
                      </a:lnTo>
                      <a:lnTo>
                        <a:pt x="160" y="96"/>
                      </a:lnTo>
                      <a:lnTo>
                        <a:pt x="143" y="128"/>
                      </a:lnTo>
                      <a:lnTo>
                        <a:pt x="109" y="120"/>
                      </a:lnTo>
                      <a:lnTo>
                        <a:pt x="84" y="104"/>
                      </a:lnTo>
                      <a:lnTo>
                        <a:pt x="42" y="136"/>
                      </a:lnTo>
                      <a:lnTo>
                        <a:pt x="8" y="144"/>
                      </a:lnTo>
                      <a:lnTo>
                        <a:pt x="0" y="144"/>
                      </a:lnTo>
                      <a:lnTo>
                        <a:pt x="0" y="152"/>
                      </a:lnTo>
                      <a:lnTo>
                        <a:pt x="34" y="216"/>
                      </a:lnTo>
                      <a:lnTo>
                        <a:pt x="84" y="152"/>
                      </a:lnTo>
                      <a:lnTo>
                        <a:pt x="84" y="216"/>
                      </a:lnTo>
                      <a:lnTo>
                        <a:pt x="126" y="192"/>
                      </a:lnTo>
                      <a:lnTo>
                        <a:pt x="126" y="240"/>
                      </a:lnTo>
                      <a:lnTo>
                        <a:pt x="177" y="264"/>
                      </a:lnTo>
                      <a:lnTo>
                        <a:pt x="160" y="272"/>
                      </a:lnTo>
                      <a:lnTo>
                        <a:pt x="219" y="312"/>
                      </a:lnTo>
                      <a:lnTo>
                        <a:pt x="227" y="336"/>
                      </a:lnTo>
                      <a:lnTo>
                        <a:pt x="253" y="352"/>
                      </a:lnTo>
                      <a:lnTo>
                        <a:pt x="312" y="360"/>
                      </a:lnTo>
                      <a:lnTo>
                        <a:pt x="371" y="384"/>
                      </a:lnTo>
                      <a:lnTo>
                        <a:pt x="312" y="392"/>
                      </a:lnTo>
                      <a:lnTo>
                        <a:pt x="413" y="416"/>
                      </a:lnTo>
                      <a:lnTo>
                        <a:pt x="413" y="384"/>
                      </a:lnTo>
                      <a:lnTo>
                        <a:pt x="388" y="360"/>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93" name="Freeform 51"/>
                <p:cNvSpPr>
                  <a:spLocks/>
                </p:cNvSpPr>
                <p:nvPr/>
              </p:nvSpPr>
              <p:spPr bwMode="auto">
                <a:xfrm>
                  <a:off x="2547" y="3036"/>
                  <a:ext cx="278" cy="200"/>
                </a:xfrm>
                <a:custGeom>
                  <a:avLst/>
                  <a:gdLst>
                    <a:gd name="T0" fmla="*/ 50 w 278"/>
                    <a:gd name="T1" fmla="*/ 192 h 200"/>
                    <a:gd name="T2" fmla="*/ 92 w 278"/>
                    <a:gd name="T3" fmla="*/ 160 h 200"/>
                    <a:gd name="T4" fmla="*/ 117 w 278"/>
                    <a:gd name="T5" fmla="*/ 176 h 200"/>
                    <a:gd name="T6" fmla="*/ 151 w 278"/>
                    <a:gd name="T7" fmla="*/ 184 h 200"/>
                    <a:gd name="T8" fmla="*/ 168 w 278"/>
                    <a:gd name="T9" fmla="*/ 152 h 200"/>
                    <a:gd name="T10" fmla="*/ 202 w 278"/>
                    <a:gd name="T11" fmla="*/ 144 h 200"/>
                    <a:gd name="T12" fmla="*/ 202 w 278"/>
                    <a:gd name="T13" fmla="*/ 104 h 200"/>
                    <a:gd name="T14" fmla="*/ 235 w 278"/>
                    <a:gd name="T15" fmla="*/ 64 h 200"/>
                    <a:gd name="T16" fmla="*/ 278 w 278"/>
                    <a:gd name="T17" fmla="*/ 48 h 200"/>
                    <a:gd name="T18" fmla="*/ 235 w 278"/>
                    <a:gd name="T19" fmla="*/ 0 h 200"/>
                    <a:gd name="T20" fmla="*/ 227 w 278"/>
                    <a:gd name="T21" fmla="*/ 8 h 200"/>
                    <a:gd name="T22" fmla="*/ 227 w 278"/>
                    <a:gd name="T23" fmla="*/ 32 h 200"/>
                    <a:gd name="T24" fmla="*/ 185 w 278"/>
                    <a:gd name="T25" fmla="*/ 40 h 200"/>
                    <a:gd name="T26" fmla="*/ 134 w 278"/>
                    <a:gd name="T27" fmla="*/ 40 h 200"/>
                    <a:gd name="T28" fmla="*/ 101 w 278"/>
                    <a:gd name="T29" fmla="*/ 64 h 200"/>
                    <a:gd name="T30" fmla="*/ 42 w 278"/>
                    <a:gd name="T31" fmla="*/ 64 h 200"/>
                    <a:gd name="T32" fmla="*/ 8 w 278"/>
                    <a:gd name="T33" fmla="*/ 72 h 200"/>
                    <a:gd name="T34" fmla="*/ 0 w 278"/>
                    <a:gd name="T35" fmla="*/ 96 h 200"/>
                    <a:gd name="T36" fmla="*/ 8 w 278"/>
                    <a:gd name="T37" fmla="*/ 152 h 200"/>
                    <a:gd name="T38" fmla="*/ 0 w 278"/>
                    <a:gd name="T39" fmla="*/ 160 h 200"/>
                    <a:gd name="T40" fmla="*/ 25 w 278"/>
                    <a:gd name="T41" fmla="*/ 152 h 200"/>
                    <a:gd name="T42" fmla="*/ 8 w 278"/>
                    <a:gd name="T43" fmla="*/ 176 h 200"/>
                    <a:gd name="T44" fmla="*/ 8 w 278"/>
                    <a:gd name="T45" fmla="*/ 200 h 200"/>
                    <a:gd name="T46" fmla="*/ 16 w 278"/>
                    <a:gd name="T47" fmla="*/ 200 h 200"/>
                    <a:gd name="T48" fmla="*/ 50 w 278"/>
                    <a:gd name="T49" fmla="*/ 192 h 20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8"/>
                    <a:gd name="T76" fmla="*/ 0 h 200"/>
                    <a:gd name="T77" fmla="*/ 278 w 278"/>
                    <a:gd name="T78" fmla="*/ 200 h 20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8" h="200">
                      <a:moveTo>
                        <a:pt x="50" y="192"/>
                      </a:moveTo>
                      <a:lnTo>
                        <a:pt x="92" y="160"/>
                      </a:lnTo>
                      <a:lnTo>
                        <a:pt x="117" y="176"/>
                      </a:lnTo>
                      <a:lnTo>
                        <a:pt x="151" y="184"/>
                      </a:lnTo>
                      <a:lnTo>
                        <a:pt x="168" y="152"/>
                      </a:lnTo>
                      <a:lnTo>
                        <a:pt x="202" y="144"/>
                      </a:lnTo>
                      <a:lnTo>
                        <a:pt x="202" y="104"/>
                      </a:lnTo>
                      <a:lnTo>
                        <a:pt x="235" y="64"/>
                      </a:lnTo>
                      <a:lnTo>
                        <a:pt x="278" y="48"/>
                      </a:lnTo>
                      <a:lnTo>
                        <a:pt x="235" y="0"/>
                      </a:lnTo>
                      <a:lnTo>
                        <a:pt x="227" y="8"/>
                      </a:lnTo>
                      <a:lnTo>
                        <a:pt x="227" y="32"/>
                      </a:lnTo>
                      <a:lnTo>
                        <a:pt x="185" y="40"/>
                      </a:lnTo>
                      <a:lnTo>
                        <a:pt x="134" y="40"/>
                      </a:lnTo>
                      <a:lnTo>
                        <a:pt x="101" y="64"/>
                      </a:lnTo>
                      <a:lnTo>
                        <a:pt x="42" y="64"/>
                      </a:lnTo>
                      <a:lnTo>
                        <a:pt x="8" y="72"/>
                      </a:lnTo>
                      <a:lnTo>
                        <a:pt x="0" y="96"/>
                      </a:lnTo>
                      <a:lnTo>
                        <a:pt x="8" y="152"/>
                      </a:lnTo>
                      <a:lnTo>
                        <a:pt x="0" y="160"/>
                      </a:lnTo>
                      <a:lnTo>
                        <a:pt x="25" y="152"/>
                      </a:lnTo>
                      <a:lnTo>
                        <a:pt x="8" y="176"/>
                      </a:lnTo>
                      <a:lnTo>
                        <a:pt x="8" y="200"/>
                      </a:lnTo>
                      <a:lnTo>
                        <a:pt x="16" y="200"/>
                      </a:lnTo>
                      <a:lnTo>
                        <a:pt x="50" y="192"/>
                      </a:lnTo>
                      <a:close/>
                    </a:path>
                  </a:pathLst>
                </a:custGeom>
                <a:solidFill>
                  <a:srgbClr val="99CCFF"/>
                </a:solidFill>
                <a:ln w="12700">
                  <a:solidFill>
                    <a:srgbClr val="000000"/>
                  </a:solidFill>
                  <a:prstDash val="solid"/>
                  <a:round/>
                  <a:headEnd/>
                  <a:tailEnd/>
                </a:ln>
              </p:spPr>
              <p:txBody>
                <a:bodyPr/>
                <a:lstStyle/>
                <a:p>
                  <a:endParaRPr lang="en-GB"/>
                </a:p>
              </p:txBody>
            </p:sp>
            <p:sp>
              <p:nvSpPr>
                <p:cNvPr id="12394" name="Freeform 52"/>
                <p:cNvSpPr>
                  <a:spLocks/>
                </p:cNvSpPr>
                <p:nvPr/>
              </p:nvSpPr>
              <p:spPr bwMode="auto">
                <a:xfrm>
                  <a:off x="2555" y="3092"/>
                  <a:ext cx="548" cy="416"/>
                </a:xfrm>
                <a:custGeom>
                  <a:avLst/>
                  <a:gdLst>
                    <a:gd name="T0" fmla="*/ 388 w 548"/>
                    <a:gd name="T1" fmla="*/ 360 h 416"/>
                    <a:gd name="T2" fmla="*/ 379 w 548"/>
                    <a:gd name="T3" fmla="*/ 344 h 416"/>
                    <a:gd name="T4" fmla="*/ 345 w 548"/>
                    <a:gd name="T5" fmla="*/ 328 h 416"/>
                    <a:gd name="T6" fmla="*/ 320 w 548"/>
                    <a:gd name="T7" fmla="*/ 296 h 416"/>
                    <a:gd name="T8" fmla="*/ 270 w 548"/>
                    <a:gd name="T9" fmla="*/ 264 h 416"/>
                    <a:gd name="T10" fmla="*/ 236 w 548"/>
                    <a:gd name="T11" fmla="*/ 216 h 416"/>
                    <a:gd name="T12" fmla="*/ 202 w 548"/>
                    <a:gd name="T13" fmla="*/ 200 h 416"/>
                    <a:gd name="T14" fmla="*/ 219 w 548"/>
                    <a:gd name="T15" fmla="*/ 152 h 416"/>
                    <a:gd name="T16" fmla="*/ 236 w 548"/>
                    <a:gd name="T17" fmla="*/ 152 h 416"/>
                    <a:gd name="T18" fmla="*/ 270 w 548"/>
                    <a:gd name="T19" fmla="*/ 168 h 416"/>
                    <a:gd name="T20" fmla="*/ 278 w 548"/>
                    <a:gd name="T21" fmla="*/ 144 h 416"/>
                    <a:gd name="T22" fmla="*/ 312 w 548"/>
                    <a:gd name="T23" fmla="*/ 136 h 416"/>
                    <a:gd name="T24" fmla="*/ 354 w 548"/>
                    <a:gd name="T25" fmla="*/ 144 h 416"/>
                    <a:gd name="T26" fmla="*/ 404 w 548"/>
                    <a:gd name="T27" fmla="*/ 152 h 416"/>
                    <a:gd name="T28" fmla="*/ 438 w 548"/>
                    <a:gd name="T29" fmla="*/ 144 h 416"/>
                    <a:gd name="T30" fmla="*/ 472 w 548"/>
                    <a:gd name="T31" fmla="*/ 152 h 416"/>
                    <a:gd name="T32" fmla="*/ 522 w 548"/>
                    <a:gd name="T33" fmla="*/ 160 h 416"/>
                    <a:gd name="T34" fmla="*/ 522 w 548"/>
                    <a:gd name="T35" fmla="*/ 128 h 416"/>
                    <a:gd name="T36" fmla="*/ 548 w 548"/>
                    <a:gd name="T37" fmla="*/ 120 h 416"/>
                    <a:gd name="T38" fmla="*/ 522 w 548"/>
                    <a:gd name="T39" fmla="*/ 112 h 416"/>
                    <a:gd name="T40" fmla="*/ 497 w 548"/>
                    <a:gd name="T41" fmla="*/ 80 h 416"/>
                    <a:gd name="T42" fmla="*/ 480 w 548"/>
                    <a:gd name="T43" fmla="*/ 48 h 416"/>
                    <a:gd name="T44" fmla="*/ 421 w 548"/>
                    <a:gd name="T45" fmla="*/ 72 h 416"/>
                    <a:gd name="T46" fmla="*/ 388 w 548"/>
                    <a:gd name="T47" fmla="*/ 72 h 416"/>
                    <a:gd name="T48" fmla="*/ 379 w 548"/>
                    <a:gd name="T49" fmla="*/ 48 h 416"/>
                    <a:gd name="T50" fmla="*/ 345 w 548"/>
                    <a:gd name="T51" fmla="*/ 56 h 416"/>
                    <a:gd name="T52" fmla="*/ 320 w 548"/>
                    <a:gd name="T53" fmla="*/ 40 h 416"/>
                    <a:gd name="T54" fmla="*/ 295 w 548"/>
                    <a:gd name="T55" fmla="*/ 16 h 416"/>
                    <a:gd name="T56" fmla="*/ 261 w 548"/>
                    <a:gd name="T57" fmla="*/ 0 h 416"/>
                    <a:gd name="T58" fmla="*/ 227 w 548"/>
                    <a:gd name="T59" fmla="*/ 8 h 416"/>
                    <a:gd name="T60" fmla="*/ 194 w 548"/>
                    <a:gd name="T61" fmla="*/ 48 h 416"/>
                    <a:gd name="T62" fmla="*/ 194 w 548"/>
                    <a:gd name="T63" fmla="*/ 88 h 416"/>
                    <a:gd name="T64" fmla="*/ 160 w 548"/>
                    <a:gd name="T65" fmla="*/ 96 h 416"/>
                    <a:gd name="T66" fmla="*/ 143 w 548"/>
                    <a:gd name="T67" fmla="*/ 128 h 416"/>
                    <a:gd name="T68" fmla="*/ 109 w 548"/>
                    <a:gd name="T69" fmla="*/ 120 h 416"/>
                    <a:gd name="T70" fmla="*/ 84 w 548"/>
                    <a:gd name="T71" fmla="*/ 104 h 416"/>
                    <a:gd name="T72" fmla="*/ 42 w 548"/>
                    <a:gd name="T73" fmla="*/ 136 h 416"/>
                    <a:gd name="T74" fmla="*/ 8 w 548"/>
                    <a:gd name="T75" fmla="*/ 144 h 416"/>
                    <a:gd name="T76" fmla="*/ 0 w 548"/>
                    <a:gd name="T77" fmla="*/ 144 h 416"/>
                    <a:gd name="T78" fmla="*/ 0 w 548"/>
                    <a:gd name="T79" fmla="*/ 152 h 416"/>
                    <a:gd name="T80" fmla="*/ 34 w 548"/>
                    <a:gd name="T81" fmla="*/ 216 h 416"/>
                    <a:gd name="T82" fmla="*/ 84 w 548"/>
                    <a:gd name="T83" fmla="*/ 152 h 416"/>
                    <a:gd name="T84" fmla="*/ 84 w 548"/>
                    <a:gd name="T85" fmla="*/ 216 h 416"/>
                    <a:gd name="T86" fmla="*/ 126 w 548"/>
                    <a:gd name="T87" fmla="*/ 192 h 416"/>
                    <a:gd name="T88" fmla="*/ 126 w 548"/>
                    <a:gd name="T89" fmla="*/ 240 h 416"/>
                    <a:gd name="T90" fmla="*/ 177 w 548"/>
                    <a:gd name="T91" fmla="*/ 264 h 416"/>
                    <a:gd name="T92" fmla="*/ 160 w 548"/>
                    <a:gd name="T93" fmla="*/ 272 h 416"/>
                    <a:gd name="T94" fmla="*/ 219 w 548"/>
                    <a:gd name="T95" fmla="*/ 312 h 416"/>
                    <a:gd name="T96" fmla="*/ 227 w 548"/>
                    <a:gd name="T97" fmla="*/ 336 h 416"/>
                    <a:gd name="T98" fmla="*/ 253 w 548"/>
                    <a:gd name="T99" fmla="*/ 352 h 416"/>
                    <a:gd name="T100" fmla="*/ 312 w 548"/>
                    <a:gd name="T101" fmla="*/ 360 h 416"/>
                    <a:gd name="T102" fmla="*/ 371 w 548"/>
                    <a:gd name="T103" fmla="*/ 384 h 416"/>
                    <a:gd name="T104" fmla="*/ 312 w 548"/>
                    <a:gd name="T105" fmla="*/ 392 h 416"/>
                    <a:gd name="T106" fmla="*/ 413 w 548"/>
                    <a:gd name="T107" fmla="*/ 416 h 416"/>
                    <a:gd name="T108" fmla="*/ 413 w 548"/>
                    <a:gd name="T109" fmla="*/ 384 h 416"/>
                    <a:gd name="T110" fmla="*/ 388 w 548"/>
                    <a:gd name="T111" fmla="*/ 360 h 4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8"/>
                    <a:gd name="T169" fmla="*/ 0 h 416"/>
                    <a:gd name="T170" fmla="*/ 548 w 548"/>
                    <a:gd name="T171" fmla="*/ 416 h 4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8" h="416">
                      <a:moveTo>
                        <a:pt x="388" y="360"/>
                      </a:moveTo>
                      <a:lnTo>
                        <a:pt x="379" y="344"/>
                      </a:lnTo>
                      <a:lnTo>
                        <a:pt x="345" y="328"/>
                      </a:lnTo>
                      <a:lnTo>
                        <a:pt x="320" y="296"/>
                      </a:lnTo>
                      <a:lnTo>
                        <a:pt x="270" y="264"/>
                      </a:lnTo>
                      <a:lnTo>
                        <a:pt x="236" y="216"/>
                      </a:lnTo>
                      <a:lnTo>
                        <a:pt x="202" y="200"/>
                      </a:lnTo>
                      <a:lnTo>
                        <a:pt x="219" y="152"/>
                      </a:lnTo>
                      <a:lnTo>
                        <a:pt x="236" y="152"/>
                      </a:lnTo>
                      <a:lnTo>
                        <a:pt x="270" y="168"/>
                      </a:lnTo>
                      <a:lnTo>
                        <a:pt x="278" y="144"/>
                      </a:lnTo>
                      <a:lnTo>
                        <a:pt x="312" y="136"/>
                      </a:lnTo>
                      <a:lnTo>
                        <a:pt x="354" y="144"/>
                      </a:lnTo>
                      <a:lnTo>
                        <a:pt x="404" y="152"/>
                      </a:lnTo>
                      <a:lnTo>
                        <a:pt x="438" y="144"/>
                      </a:lnTo>
                      <a:lnTo>
                        <a:pt x="472" y="152"/>
                      </a:lnTo>
                      <a:lnTo>
                        <a:pt x="522" y="160"/>
                      </a:lnTo>
                      <a:lnTo>
                        <a:pt x="522" y="128"/>
                      </a:lnTo>
                      <a:lnTo>
                        <a:pt x="548" y="120"/>
                      </a:lnTo>
                      <a:lnTo>
                        <a:pt x="522" y="112"/>
                      </a:lnTo>
                      <a:lnTo>
                        <a:pt x="497" y="80"/>
                      </a:lnTo>
                      <a:lnTo>
                        <a:pt x="480" y="48"/>
                      </a:lnTo>
                      <a:lnTo>
                        <a:pt x="421" y="72"/>
                      </a:lnTo>
                      <a:lnTo>
                        <a:pt x="388" y="72"/>
                      </a:lnTo>
                      <a:lnTo>
                        <a:pt x="379" y="48"/>
                      </a:lnTo>
                      <a:lnTo>
                        <a:pt x="345" y="56"/>
                      </a:lnTo>
                      <a:lnTo>
                        <a:pt x="320" y="40"/>
                      </a:lnTo>
                      <a:lnTo>
                        <a:pt x="295" y="16"/>
                      </a:lnTo>
                      <a:lnTo>
                        <a:pt x="261" y="0"/>
                      </a:lnTo>
                      <a:lnTo>
                        <a:pt x="227" y="8"/>
                      </a:lnTo>
                      <a:lnTo>
                        <a:pt x="194" y="48"/>
                      </a:lnTo>
                      <a:lnTo>
                        <a:pt x="194" y="88"/>
                      </a:lnTo>
                      <a:lnTo>
                        <a:pt x="160" y="96"/>
                      </a:lnTo>
                      <a:lnTo>
                        <a:pt x="143" y="128"/>
                      </a:lnTo>
                      <a:lnTo>
                        <a:pt x="109" y="120"/>
                      </a:lnTo>
                      <a:lnTo>
                        <a:pt x="84" y="104"/>
                      </a:lnTo>
                      <a:lnTo>
                        <a:pt x="42" y="136"/>
                      </a:lnTo>
                      <a:lnTo>
                        <a:pt x="8" y="144"/>
                      </a:lnTo>
                      <a:lnTo>
                        <a:pt x="0" y="144"/>
                      </a:lnTo>
                      <a:lnTo>
                        <a:pt x="0" y="152"/>
                      </a:lnTo>
                      <a:lnTo>
                        <a:pt x="34" y="216"/>
                      </a:lnTo>
                      <a:lnTo>
                        <a:pt x="84" y="152"/>
                      </a:lnTo>
                      <a:lnTo>
                        <a:pt x="84" y="216"/>
                      </a:lnTo>
                      <a:lnTo>
                        <a:pt x="126" y="192"/>
                      </a:lnTo>
                      <a:lnTo>
                        <a:pt x="126" y="240"/>
                      </a:lnTo>
                      <a:lnTo>
                        <a:pt x="177" y="264"/>
                      </a:lnTo>
                      <a:lnTo>
                        <a:pt x="160" y="272"/>
                      </a:lnTo>
                      <a:lnTo>
                        <a:pt x="219" y="312"/>
                      </a:lnTo>
                      <a:lnTo>
                        <a:pt x="227" y="336"/>
                      </a:lnTo>
                      <a:lnTo>
                        <a:pt x="253" y="352"/>
                      </a:lnTo>
                      <a:lnTo>
                        <a:pt x="312" y="360"/>
                      </a:lnTo>
                      <a:lnTo>
                        <a:pt x="371" y="384"/>
                      </a:lnTo>
                      <a:lnTo>
                        <a:pt x="312" y="392"/>
                      </a:lnTo>
                      <a:lnTo>
                        <a:pt x="413" y="416"/>
                      </a:lnTo>
                      <a:lnTo>
                        <a:pt x="413" y="384"/>
                      </a:lnTo>
                      <a:lnTo>
                        <a:pt x="388" y="360"/>
                      </a:lnTo>
                      <a:close/>
                    </a:path>
                  </a:pathLst>
                </a:custGeom>
                <a:solidFill>
                  <a:srgbClr val="99CCFF"/>
                </a:solidFill>
                <a:ln w="12700">
                  <a:solidFill>
                    <a:srgbClr val="000000"/>
                  </a:solidFill>
                  <a:prstDash val="solid"/>
                  <a:round/>
                  <a:headEnd/>
                  <a:tailEnd/>
                </a:ln>
              </p:spPr>
              <p:txBody>
                <a:bodyPr/>
                <a:lstStyle/>
                <a:p>
                  <a:endParaRPr lang="en-GB"/>
                </a:p>
              </p:txBody>
            </p:sp>
            <p:sp>
              <p:nvSpPr>
                <p:cNvPr id="12395" name="Freeform 53"/>
                <p:cNvSpPr>
                  <a:spLocks/>
                </p:cNvSpPr>
                <p:nvPr/>
              </p:nvSpPr>
              <p:spPr bwMode="auto">
                <a:xfrm>
                  <a:off x="2757" y="3228"/>
                  <a:ext cx="388" cy="320"/>
                </a:xfrm>
                <a:custGeom>
                  <a:avLst/>
                  <a:gdLst>
                    <a:gd name="T0" fmla="*/ 287 w 388"/>
                    <a:gd name="T1" fmla="*/ 264 h 320"/>
                    <a:gd name="T2" fmla="*/ 312 w 388"/>
                    <a:gd name="T3" fmla="*/ 248 h 320"/>
                    <a:gd name="T4" fmla="*/ 320 w 388"/>
                    <a:gd name="T5" fmla="*/ 216 h 320"/>
                    <a:gd name="T6" fmla="*/ 346 w 388"/>
                    <a:gd name="T7" fmla="*/ 216 h 320"/>
                    <a:gd name="T8" fmla="*/ 337 w 388"/>
                    <a:gd name="T9" fmla="*/ 192 h 320"/>
                    <a:gd name="T10" fmla="*/ 388 w 388"/>
                    <a:gd name="T11" fmla="*/ 176 h 320"/>
                    <a:gd name="T12" fmla="*/ 362 w 388"/>
                    <a:gd name="T13" fmla="*/ 136 h 320"/>
                    <a:gd name="T14" fmla="*/ 388 w 388"/>
                    <a:gd name="T15" fmla="*/ 120 h 320"/>
                    <a:gd name="T16" fmla="*/ 346 w 388"/>
                    <a:gd name="T17" fmla="*/ 96 h 320"/>
                    <a:gd name="T18" fmla="*/ 337 w 388"/>
                    <a:gd name="T19" fmla="*/ 64 h 320"/>
                    <a:gd name="T20" fmla="*/ 337 w 388"/>
                    <a:gd name="T21" fmla="*/ 32 h 320"/>
                    <a:gd name="T22" fmla="*/ 304 w 388"/>
                    <a:gd name="T23" fmla="*/ 32 h 320"/>
                    <a:gd name="T24" fmla="*/ 295 w 388"/>
                    <a:gd name="T25" fmla="*/ 16 h 320"/>
                    <a:gd name="T26" fmla="*/ 270 w 388"/>
                    <a:gd name="T27" fmla="*/ 16 h 320"/>
                    <a:gd name="T28" fmla="*/ 236 w 388"/>
                    <a:gd name="T29" fmla="*/ 8 h 320"/>
                    <a:gd name="T30" fmla="*/ 202 w 388"/>
                    <a:gd name="T31" fmla="*/ 16 h 320"/>
                    <a:gd name="T32" fmla="*/ 152 w 388"/>
                    <a:gd name="T33" fmla="*/ 8 h 320"/>
                    <a:gd name="T34" fmla="*/ 110 w 388"/>
                    <a:gd name="T35" fmla="*/ 0 h 320"/>
                    <a:gd name="T36" fmla="*/ 76 w 388"/>
                    <a:gd name="T37" fmla="*/ 8 h 320"/>
                    <a:gd name="T38" fmla="*/ 68 w 388"/>
                    <a:gd name="T39" fmla="*/ 32 h 320"/>
                    <a:gd name="T40" fmla="*/ 34 w 388"/>
                    <a:gd name="T41" fmla="*/ 16 h 320"/>
                    <a:gd name="T42" fmla="*/ 17 w 388"/>
                    <a:gd name="T43" fmla="*/ 16 h 320"/>
                    <a:gd name="T44" fmla="*/ 0 w 388"/>
                    <a:gd name="T45" fmla="*/ 64 h 320"/>
                    <a:gd name="T46" fmla="*/ 34 w 388"/>
                    <a:gd name="T47" fmla="*/ 80 h 320"/>
                    <a:gd name="T48" fmla="*/ 68 w 388"/>
                    <a:gd name="T49" fmla="*/ 128 h 320"/>
                    <a:gd name="T50" fmla="*/ 118 w 388"/>
                    <a:gd name="T51" fmla="*/ 160 h 320"/>
                    <a:gd name="T52" fmla="*/ 143 w 388"/>
                    <a:gd name="T53" fmla="*/ 192 h 320"/>
                    <a:gd name="T54" fmla="*/ 177 w 388"/>
                    <a:gd name="T55" fmla="*/ 208 h 320"/>
                    <a:gd name="T56" fmla="*/ 186 w 388"/>
                    <a:gd name="T57" fmla="*/ 224 h 320"/>
                    <a:gd name="T58" fmla="*/ 211 w 388"/>
                    <a:gd name="T59" fmla="*/ 248 h 320"/>
                    <a:gd name="T60" fmla="*/ 211 w 388"/>
                    <a:gd name="T61" fmla="*/ 280 h 320"/>
                    <a:gd name="T62" fmla="*/ 295 w 388"/>
                    <a:gd name="T63" fmla="*/ 320 h 320"/>
                    <a:gd name="T64" fmla="*/ 295 w 388"/>
                    <a:gd name="T65" fmla="*/ 280 h 320"/>
                    <a:gd name="T66" fmla="*/ 287 w 388"/>
                    <a:gd name="T67" fmla="*/ 264 h 3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88"/>
                    <a:gd name="T103" fmla="*/ 0 h 320"/>
                    <a:gd name="T104" fmla="*/ 388 w 388"/>
                    <a:gd name="T105" fmla="*/ 320 h 3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88" h="320">
                      <a:moveTo>
                        <a:pt x="287" y="264"/>
                      </a:moveTo>
                      <a:lnTo>
                        <a:pt x="312" y="248"/>
                      </a:lnTo>
                      <a:lnTo>
                        <a:pt x="320" y="216"/>
                      </a:lnTo>
                      <a:lnTo>
                        <a:pt x="346" y="216"/>
                      </a:lnTo>
                      <a:lnTo>
                        <a:pt x="337" y="192"/>
                      </a:lnTo>
                      <a:lnTo>
                        <a:pt x="388" y="176"/>
                      </a:lnTo>
                      <a:lnTo>
                        <a:pt x="362" y="136"/>
                      </a:lnTo>
                      <a:lnTo>
                        <a:pt x="388" y="120"/>
                      </a:lnTo>
                      <a:lnTo>
                        <a:pt x="346" y="96"/>
                      </a:lnTo>
                      <a:lnTo>
                        <a:pt x="337" y="64"/>
                      </a:lnTo>
                      <a:lnTo>
                        <a:pt x="337" y="32"/>
                      </a:lnTo>
                      <a:lnTo>
                        <a:pt x="304" y="32"/>
                      </a:lnTo>
                      <a:lnTo>
                        <a:pt x="295" y="16"/>
                      </a:lnTo>
                      <a:lnTo>
                        <a:pt x="270" y="16"/>
                      </a:lnTo>
                      <a:lnTo>
                        <a:pt x="236" y="8"/>
                      </a:lnTo>
                      <a:lnTo>
                        <a:pt x="202" y="16"/>
                      </a:lnTo>
                      <a:lnTo>
                        <a:pt x="152" y="8"/>
                      </a:lnTo>
                      <a:lnTo>
                        <a:pt x="110" y="0"/>
                      </a:lnTo>
                      <a:lnTo>
                        <a:pt x="76" y="8"/>
                      </a:lnTo>
                      <a:lnTo>
                        <a:pt x="68" y="32"/>
                      </a:lnTo>
                      <a:lnTo>
                        <a:pt x="34" y="16"/>
                      </a:lnTo>
                      <a:lnTo>
                        <a:pt x="17" y="16"/>
                      </a:lnTo>
                      <a:lnTo>
                        <a:pt x="0" y="64"/>
                      </a:lnTo>
                      <a:lnTo>
                        <a:pt x="34" y="80"/>
                      </a:lnTo>
                      <a:lnTo>
                        <a:pt x="68" y="128"/>
                      </a:lnTo>
                      <a:lnTo>
                        <a:pt x="118" y="160"/>
                      </a:lnTo>
                      <a:lnTo>
                        <a:pt x="143" y="192"/>
                      </a:lnTo>
                      <a:lnTo>
                        <a:pt x="177" y="208"/>
                      </a:lnTo>
                      <a:lnTo>
                        <a:pt x="186" y="224"/>
                      </a:lnTo>
                      <a:lnTo>
                        <a:pt x="211" y="248"/>
                      </a:lnTo>
                      <a:lnTo>
                        <a:pt x="211" y="280"/>
                      </a:lnTo>
                      <a:lnTo>
                        <a:pt x="295" y="320"/>
                      </a:lnTo>
                      <a:lnTo>
                        <a:pt x="295" y="280"/>
                      </a:lnTo>
                      <a:lnTo>
                        <a:pt x="287" y="26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96" name="Freeform 54"/>
                <p:cNvSpPr>
                  <a:spLocks/>
                </p:cNvSpPr>
                <p:nvPr/>
              </p:nvSpPr>
              <p:spPr bwMode="auto">
                <a:xfrm>
                  <a:off x="2782" y="2796"/>
                  <a:ext cx="573" cy="368"/>
                </a:xfrm>
                <a:custGeom>
                  <a:avLst/>
                  <a:gdLst>
                    <a:gd name="T0" fmla="*/ 295 w 573"/>
                    <a:gd name="T1" fmla="*/ 320 h 368"/>
                    <a:gd name="T2" fmla="*/ 329 w 573"/>
                    <a:gd name="T3" fmla="*/ 304 h 368"/>
                    <a:gd name="T4" fmla="*/ 380 w 573"/>
                    <a:gd name="T5" fmla="*/ 304 h 368"/>
                    <a:gd name="T6" fmla="*/ 413 w 573"/>
                    <a:gd name="T7" fmla="*/ 288 h 368"/>
                    <a:gd name="T8" fmla="*/ 439 w 573"/>
                    <a:gd name="T9" fmla="*/ 272 h 368"/>
                    <a:gd name="T10" fmla="*/ 455 w 573"/>
                    <a:gd name="T11" fmla="*/ 264 h 368"/>
                    <a:gd name="T12" fmla="*/ 464 w 573"/>
                    <a:gd name="T13" fmla="*/ 224 h 368"/>
                    <a:gd name="T14" fmla="*/ 472 w 573"/>
                    <a:gd name="T15" fmla="*/ 200 h 368"/>
                    <a:gd name="T16" fmla="*/ 498 w 573"/>
                    <a:gd name="T17" fmla="*/ 168 h 368"/>
                    <a:gd name="T18" fmla="*/ 523 w 573"/>
                    <a:gd name="T19" fmla="*/ 112 h 368"/>
                    <a:gd name="T20" fmla="*/ 548 w 573"/>
                    <a:gd name="T21" fmla="*/ 72 h 368"/>
                    <a:gd name="T22" fmla="*/ 573 w 573"/>
                    <a:gd name="T23" fmla="*/ 48 h 368"/>
                    <a:gd name="T24" fmla="*/ 548 w 573"/>
                    <a:gd name="T25" fmla="*/ 24 h 368"/>
                    <a:gd name="T26" fmla="*/ 514 w 573"/>
                    <a:gd name="T27" fmla="*/ 0 h 368"/>
                    <a:gd name="T28" fmla="*/ 472 w 573"/>
                    <a:gd name="T29" fmla="*/ 8 h 368"/>
                    <a:gd name="T30" fmla="*/ 447 w 573"/>
                    <a:gd name="T31" fmla="*/ 0 h 368"/>
                    <a:gd name="T32" fmla="*/ 405 w 573"/>
                    <a:gd name="T33" fmla="*/ 8 h 368"/>
                    <a:gd name="T34" fmla="*/ 371 w 573"/>
                    <a:gd name="T35" fmla="*/ 8 h 368"/>
                    <a:gd name="T36" fmla="*/ 329 w 573"/>
                    <a:gd name="T37" fmla="*/ 56 h 368"/>
                    <a:gd name="T38" fmla="*/ 287 w 573"/>
                    <a:gd name="T39" fmla="*/ 48 h 368"/>
                    <a:gd name="T40" fmla="*/ 279 w 573"/>
                    <a:gd name="T41" fmla="*/ 64 h 368"/>
                    <a:gd name="T42" fmla="*/ 228 w 573"/>
                    <a:gd name="T43" fmla="*/ 80 h 368"/>
                    <a:gd name="T44" fmla="*/ 228 w 573"/>
                    <a:gd name="T45" fmla="*/ 112 h 368"/>
                    <a:gd name="T46" fmla="*/ 110 w 573"/>
                    <a:gd name="T47" fmla="*/ 128 h 368"/>
                    <a:gd name="T48" fmla="*/ 85 w 573"/>
                    <a:gd name="T49" fmla="*/ 112 h 368"/>
                    <a:gd name="T50" fmla="*/ 68 w 573"/>
                    <a:gd name="T51" fmla="*/ 104 h 368"/>
                    <a:gd name="T52" fmla="*/ 68 w 573"/>
                    <a:gd name="T53" fmla="*/ 128 h 368"/>
                    <a:gd name="T54" fmla="*/ 26 w 573"/>
                    <a:gd name="T55" fmla="*/ 144 h 368"/>
                    <a:gd name="T56" fmla="*/ 26 w 573"/>
                    <a:gd name="T57" fmla="*/ 184 h 368"/>
                    <a:gd name="T58" fmla="*/ 17 w 573"/>
                    <a:gd name="T59" fmla="*/ 224 h 368"/>
                    <a:gd name="T60" fmla="*/ 0 w 573"/>
                    <a:gd name="T61" fmla="*/ 240 h 368"/>
                    <a:gd name="T62" fmla="*/ 43 w 573"/>
                    <a:gd name="T63" fmla="*/ 288 h 368"/>
                    <a:gd name="T64" fmla="*/ 34 w 573"/>
                    <a:gd name="T65" fmla="*/ 296 h 368"/>
                    <a:gd name="T66" fmla="*/ 68 w 573"/>
                    <a:gd name="T67" fmla="*/ 312 h 368"/>
                    <a:gd name="T68" fmla="*/ 93 w 573"/>
                    <a:gd name="T69" fmla="*/ 336 h 368"/>
                    <a:gd name="T70" fmla="*/ 118 w 573"/>
                    <a:gd name="T71" fmla="*/ 352 h 368"/>
                    <a:gd name="T72" fmla="*/ 152 w 573"/>
                    <a:gd name="T73" fmla="*/ 344 h 368"/>
                    <a:gd name="T74" fmla="*/ 161 w 573"/>
                    <a:gd name="T75" fmla="*/ 368 h 368"/>
                    <a:gd name="T76" fmla="*/ 194 w 573"/>
                    <a:gd name="T77" fmla="*/ 368 h 368"/>
                    <a:gd name="T78" fmla="*/ 253 w 573"/>
                    <a:gd name="T79" fmla="*/ 344 h 368"/>
                    <a:gd name="T80" fmla="*/ 262 w 573"/>
                    <a:gd name="T81" fmla="*/ 344 h 368"/>
                    <a:gd name="T82" fmla="*/ 270 w 573"/>
                    <a:gd name="T83" fmla="*/ 320 h 368"/>
                    <a:gd name="T84" fmla="*/ 295 w 573"/>
                    <a:gd name="T85" fmla="*/ 320 h 36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73"/>
                    <a:gd name="T130" fmla="*/ 0 h 368"/>
                    <a:gd name="T131" fmla="*/ 573 w 573"/>
                    <a:gd name="T132" fmla="*/ 368 h 36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73" h="368">
                      <a:moveTo>
                        <a:pt x="295" y="320"/>
                      </a:moveTo>
                      <a:lnTo>
                        <a:pt x="329" y="304"/>
                      </a:lnTo>
                      <a:lnTo>
                        <a:pt x="380" y="304"/>
                      </a:lnTo>
                      <a:lnTo>
                        <a:pt x="413" y="288"/>
                      </a:lnTo>
                      <a:lnTo>
                        <a:pt x="439" y="272"/>
                      </a:lnTo>
                      <a:lnTo>
                        <a:pt x="455" y="264"/>
                      </a:lnTo>
                      <a:lnTo>
                        <a:pt x="464" y="224"/>
                      </a:lnTo>
                      <a:lnTo>
                        <a:pt x="472" y="200"/>
                      </a:lnTo>
                      <a:lnTo>
                        <a:pt x="498" y="168"/>
                      </a:lnTo>
                      <a:lnTo>
                        <a:pt x="523" y="112"/>
                      </a:lnTo>
                      <a:lnTo>
                        <a:pt x="548" y="72"/>
                      </a:lnTo>
                      <a:lnTo>
                        <a:pt x="573" y="48"/>
                      </a:lnTo>
                      <a:lnTo>
                        <a:pt x="548" y="24"/>
                      </a:lnTo>
                      <a:lnTo>
                        <a:pt x="514" y="0"/>
                      </a:lnTo>
                      <a:lnTo>
                        <a:pt x="472" y="8"/>
                      </a:lnTo>
                      <a:lnTo>
                        <a:pt x="447" y="0"/>
                      </a:lnTo>
                      <a:lnTo>
                        <a:pt x="405" y="8"/>
                      </a:lnTo>
                      <a:lnTo>
                        <a:pt x="371" y="8"/>
                      </a:lnTo>
                      <a:lnTo>
                        <a:pt x="329" y="56"/>
                      </a:lnTo>
                      <a:lnTo>
                        <a:pt x="287" y="48"/>
                      </a:lnTo>
                      <a:lnTo>
                        <a:pt x="279" y="64"/>
                      </a:lnTo>
                      <a:lnTo>
                        <a:pt x="228" y="80"/>
                      </a:lnTo>
                      <a:lnTo>
                        <a:pt x="228" y="112"/>
                      </a:lnTo>
                      <a:lnTo>
                        <a:pt x="110" y="128"/>
                      </a:lnTo>
                      <a:lnTo>
                        <a:pt x="85" y="112"/>
                      </a:lnTo>
                      <a:lnTo>
                        <a:pt x="68" y="104"/>
                      </a:lnTo>
                      <a:lnTo>
                        <a:pt x="68" y="128"/>
                      </a:lnTo>
                      <a:lnTo>
                        <a:pt x="26" y="144"/>
                      </a:lnTo>
                      <a:lnTo>
                        <a:pt x="26" y="184"/>
                      </a:lnTo>
                      <a:lnTo>
                        <a:pt x="17" y="224"/>
                      </a:lnTo>
                      <a:lnTo>
                        <a:pt x="0" y="240"/>
                      </a:lnTo>
                      <a:lnTo>
                        <a:pt x="43" y="288"/>
                      </a:lnTo>
                      <a:lnTo>
                        <a:pt x="34" y="296"/>
                      </a:lnTo>
                      <a:lnTo>
                        <a:pt x="68" y="312"/>
                      </a:lnTo>
                      <a:lnTo>
                        <a:pt x="93" y="336"/>
                      </a:lnTo>
                      <a:lnTo>
                        <a:pt x="118" y="352"/>
                      </a:lnTo>
                      <a:lnTo>
                        <a:pt x="152" y="344"/>
                      </a:lnTo>
                      <a:lnTo>
                        <a:pt x="161" y="368"/>
                      </a:lnTo>
                      <a:lnTo>
                        <a:pt x="194" y="368"/>
                      </a:lnTo>
                      <a:lnTo>
                        <a:pt x="253" y="344"/>
                      </a:lnTo>
                      <a:lnTo>
                        <a:pt x="262" y="344"/>
                      </a:lnTo>
                      <a:lnTo>
                        <a:pt x="270" y="320"/>
                      </a:lnTo>
                      <a:lnTo>
                        <a:pt x="295" y="32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97" name="Freeform 55"/>
                <p:cNvSpPr>
                  <a:spLocks/>
                </p:cNvSpPr>
                <p:nvPr/>
              </p:nvSpPr>
              <p:spPr bwMode="auto">
                <a:xfrm>
                  <a:off x="2757" y="3228"/>
                  <a:ext cx="388" cy="320"/>
                </a:xfrm>
                <a:custGeom>
                  <a:avLst/>
                  <a:gdLst>
                    <a:gd name="T0" fmla="*/ 287 w 388"/>
                    <a:gd name="T1" fmla="*/ 264 h 320"/>
                    <a:gd name="T2" fmla="*/ 312 w 388"/>
                    <a:gd name="T3" fmla="*/ 248 h 320"/>
                    <a:gd name="T4" fmla="*/ 320 w 388"/>
                    <a:gd name="T5" fmla="*/ 216 h 320"/>
                    <a:gd name="T6" fmla="*/ 346 w 388"/>
                    <a:gd name="T7" fmla="*/ 216 h 320"/>
                    <a:gd name="T8" fmla="*/ 337 w 388"/>
                    <a:gd name="T9" fmla="*/ 192 h 320"/>
                    <a:gd name="T10" fmla="*/ 388 w 388"/>
                    <a:gd name="T11" fmla="*/ 176 h 320"/>
                    <a:gd name="T12" fmla="*/ 362 w 388"/>
                    <a:gd name="T13" fmla="*/ 136 h 320"/>
                    <a:gd name="T14" fmla="*/ 388 w 388"/>
                    <a:gd name="T15" fmla="*/ 120 h 320"/>
                    <a:gd name="T16" fmla="*/ 346 w 388"/>
                    <a:gd name="T17" fmla="*/ 96 h 320"/>
                    <a:gd name="T18" fmla="*/ 337 w 388"/>
                    <a:gd name="T19" fmla="*/ 64 h 320"/>
                    <a:gd name="T20" fmla="*/ 337 w 388"/>
                    <a:gd name="T21" fmla="*/ 32 h 320"/>
                    <a:gd name="T22" fmla="*/ 304 w 388"/>
                    <a:gd name="T23" fmla="*/ 32 h 320"/>
                    <a:gd name="T24" fmla="*/ 295 w 388"/>
                    <a:gd name="T25" fmla="*/ 16 h 320"/>
                    <a:gd name="T26" fmla="*/ 270 w 388"/>
                    <a:gd name="T27" fmla="*/ 16 h 320"/>
                    <a:gd name="T28" fmla="*/ 236 w 388"/>
                    <a:gd name="T29" fmla="*/ 8 h 320"/>
                    <a:gd name="T30" fmla="*/ 202 w 388"/>
                    <a:gd name="T31" fmla="*/ 16 h 320"/>
                    <a:gd name="T32" fmla="*/ 152 w 388"/>
                    <a:gd name="T33" fmla="*/ 8 h 320"/>
                    <a:gd name="T34" fmla="*/ 110 w 388"/>
                    <a:gd name="T35" fmla="*/ 0 h 320"/>
                    <a:gd name="T36" fmla="*/ 76 w 388"/>
                    <a:gd name="T37" fmla="*/ 8 h 320"/>
                    <a:gd name="T38" fmla="*/ 68 w 388"/>
                    <a:gd name="T39" fmla="*/ 32 h 320"/>
                    <a:gd name="T40" fmla="*/ 34 w 388"/>
                    <a:gd name="T41" fmla="*/ 16 h 320"/>
                    <a:gd name="T42" fmla="*/ 17 w 388"/>
                    <a:gd name="T43" fmla="*/ 16 h 320"/>
                    <a:gd name="T44" fmla="*/ 0 w 388"/>
                    <a:gd name="T45" fmla="*/ 64 h 320"/>
                    <a:gd name="T46" fmla="*/ 34 w 388"/>
                    <a:gd name="T47" fmla="*/ 80 h 320"/>
                    <a:gd name="T48" fmla="*/ 68 w 388"/>
                    <a:gd name="T49" fmla="*/ 128 h 320"/>
                    <a:gd name="T50" fmla="*/ 118 w 388"/>
                    <a:gd name="T51" fmla="*/ 160 h 320"/>
                    <a:gd name="T52" fmla="*/ 143 w 388"/>
                    <a:gd name="T53" fmla="*/ 192 h 320"/>
                    <a:gd name="T54" fmla="*/ 177 w 388"/>
                    <a:gd name="T55" fmla="*/ 208 h 320"/>
                    <a:gd name="T56" fmla="*/ 186 w 388"/>
                    <a:gd name="T57" fmla="*/ 224 h 320"/>
                    <a:gd name="T58" fmla="*/ 211 w 388"/>
                    <a:gd name="T59" fmla="*/ 248 h 320"/>
                    <a:gd name="T60" fmla="*/ 211 w 388"/>
                    <a:gd name="T61" fmla="*/ 280 h 320"/>
                    <a:gd name="T62" fmla="*/ 295 w 388"/>
                    <a:gd name="T63" fmla="*/ 320 h 320"/>
                    <a:gd name="T64" fmla="*/ 295 w 388"/>
                    <a:gd name="T65" fmla="*/ 280 h 320"/>
                    <a:gd name="T66" fmla="*/ 287 w 388"/>
                    <a:gd name="T67" fmla="*/ 264 h 3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88"/>
                    <a:gd name="T103" fmla="*/ 0 h 320"/>
                    <a:gd name="T104" fmla="*/ 388 w 388"/>
                    <a:gd name="T105" fmla="*/ 320 h 3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88" h="320">
                      <a:moveTo>
                        <a:pt x="287" y="264"/>
                      </a:moveTo>
                      <a:lnTo>
                        <a:pt x="312" y="248"/>
                      </a:lnTo>
                      <a:lnTo>
                        <a:pt x="320" y="216"/>
                      </a:lnTo>
                      <a:lnTo>
                        <a:pt x="346" y="216"/>
                      </a:lnTo>
                      <a:lnTo>
                        <a:pt x="337" y="192"/>
                      </a:lnTo>
                      <a:lnTo>
                        <a:pt x="388" y="176"/>
                      </a:lnTo>
                      <a:lnTo>
                        <a:pt x="362" y="136"/>
                      </a:lnTo>
                      <a:lnTo>
                        <a:pt x="388" y="120"/>
                      </a:lnTo>
                      <a:lnTo>
                        <a:pt x="346" y="96"/>
                      </a:lnTo>
                      <a:lnTo>
                        <a:pt x="337" y="64"/>
                      </a:lnTo>
                      <a:lnTo>
                        <a:pt x="337" y="32"/>
                      </a:lnTo>
                      <a:lnTo>
                        <a:pt x="304" y="32"/>
                      </a:lnTo>
                      <a:lnTo>
                        <a:pt x="295" y="16"/>
                      </a:lnTo>
                      <a:lnTo>
                        <a:pt x="270" y="16"/>
                      </a:lnTo>
                      <a:lnTo>
                        <a:pt x="236" y="8"/>
                      </a:lnTo>
                      <a:lnTo>
                        <a:pt x="202" y="16"/>
                      </a:lnTo>
                      <a:lnTo>
                        <a:pt x="152" y="8"/>
                      </a:lnTo>
                      <a:lnTo>
                        <a:pt x="110" y="0"/>
                      </a:lnTo>
                      <a:lnTo>
                        <a:pt x="76" y="8"/>
                      </a:lnTo>
                      <a:lnTo>
                        <a:pt x="68" y="32"/>
                      </a:lnTo>
                      <a:lnTo>
                        <a:pt x="34" y="16"/>
                      </a:lnTo>
                      <a:lnTo>
                        <a:pt x="17" y="16"/>
                      </a:lnTo>
                      <a:lnTo>
                        <a:pt x="0" y="64"/>
                      </a:lnTo>
                      <a:lnTo>
                        <a:pt x="34" y="80"/>
                      </a:lnTo>
                      <a:lnTo>
                        <a:pt x="68" y="128"/>
                      </a:lnTo>
                      <a:lnTo>
                        <a:pt x="118" y="160"/>
                      </a:lnTo>
                      <a:lnTo>
                        <a:pt x="143" y="192"/>
                      </a:lnTo>
                      <a:lnTo>
                        <a:pt x="177" y="208"/>
                      </a:lnTo>
                      <a:lnTo>
                        <a:pt x="186" y="224"/>
                      </a:lnTo>
                      <a:lnTo>
                        <a:pt x="211" y="248"/>
                      </a:lnTo>
                      <a:lnTo>
                        <a:pt x="211" y="280"/>
                      </a:lnTo>
                      <a:lnTo>
                        <a:pt x="295" y="320"/>
                      </a:lnTo>
                      <a:lnTo>
                        <a:pt x="295" y="280"/>
                      </a:lnTo>
                      <a:lnTo>
                        <a:pt x="287" y="26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98" name="Freeform 56"/>
                <p:cNvSpPr>
                  <a:spLocks/>
                </p:cNvSpPr>
                <p:nvPr/>
              </p:nvSpPr>
              <p:spPr bwMode="auto">
                <a:xfrm>
                  <a:off x="2782" y="2796"/>
                  <a:ext cx="573" cy="368"/>
                </a:xfrm>
                <a:custGeom>
                  <a:avLst/>
                  <a:gdLst>
                    <a:gd name="T0" fmla="*/ 295 w 573"/>
                    <a:gd name="T1" fmla="*/ 320 h 368"/>
                    <a:gd name="T2" fmla="*/ 329 w 573"/>
                    <a:gd name="T3" fmla="*/ 304 h 368"/>
                    <a:gd name="T4" fmla="*/ 380 w 573"/>
                    <a:gd name="T5" fmla="*/ 304 h 368"/>
                    <a:gd name="T6" fmla="*/ 413 w 573"/>
                    <a:gd name="T7" fmla="*/ 288 h 368"/>
                    <a:gd name="T8" fmla="*/ 439 w 573"/>
                    <a:gd name="T9" fmla="*/ 272 h 368"/>
                    <a:gd name="T10" fmla="*/ 455 w 573"/>
                    <a:gd name="T11" fmla="*/ 264 h 368"/>
                    <a:gd name="T12" fmla="*/ 464 w 573"/>
                    <a:gd name="T13" fmla="*/ 224 h 368"/>
                    <a:gd name="T14" fmla="*/ 472 w 573"/>
                    <a:gd name="T15" fmla="*/ 200 h 368"/>
                    <a:gd name="T16" fmla="*/ 498 w 573"/>
                    <a:gd name="T17" fmla="*/ 168 h 368"/>
                    <a:gd name="T18" fmla="*/ 523 w 573"/>
                    <a:gd name="T19" fmla="*/ 112 h 368"/>
                    <a:gd name="T20" fmla="*/ 548 w 573"/>
                    <a:gd name="T21" fmla="*/ 72 h 368"/>
                    <a:gd name="T22" fmla="*/ 573 w 573"/>
                    <a:gd name="T23" fmla="*/ 48 h 368"/>
                    <a:gd name="T24" fmla="*/ 548 w 573"/>
                    <a:gd name="T25" fmla="*/ 24 h 368"/>
                    <a:gd name="T26" fmla="*/ 514 w 573"/>
                    <a:gd name="T27" fmla="*/ 0 h 368"/>
                    <a:gd name="T28" fmla="*/ 472 w 573"/>
                    <a:gd name="T29" fmla="*/ 8 h 368"/>
                    <a:gd name="T30" fmla="*/ 447 w 573"/>
                    <a:gd name="T31" fmla="*/ 0 h 368"/>
                    <a:gd name="T32" fmla="*/ 405 w 573"/>
                    <a:gd name="T33" fmla="*/ 8 h 368"/>
                    <a:gd name="T34" fmla="*/ 371 w 573"/>
                    <a:gd name="T35" fmla="*/ 8 h 368"/>
                    <a:gd name="T36" fmla="*/ 329 w 573"/>
                    <a:gd name="T37" fmla="*/ 56 h 368"/>
                    <a:gd name="T38" fmla="*/ 287 w 573"/>
                    <a:gd name="T39" fmla="*/ 48 h 368"/>
                    <a:gd name="T40" fmla="*/ 279 w 573"/>
                    <a:gd name="T41" fmla="*/ 64 h 368"/>
                    <a:gd name="T42" fmla="*/ 228 w 573"/>
                    <a:gd name="T43" fmla="*/ 80 h 368"/>
                    <a:gd name="T44" fmla="*/ 228 w 573"/>
                    <a:gd name="T45" fmla="*/ 112 h 368"/>
                    <a:gd name="T46" fmla="*/ 110 w 573"/>
                    <a:gd name="T47" fmla="*/ 128 h 368"/>
                    <a:gd name="T48" fmla="*/ 85 w 573"/>
                    <a:gd name="T49" fmla="*/ 112 h 368"/>
                    <a:gd name="T50" fmla="*/ 68 w 573"/>
                    <a:gd name="T51" fmla="*/ 104 h 368"/>
                    <a:gd name="T52" fmla="*/ 68 w 573"/>
                    <a:gd name="T53" fmla="*/ 128 h 368"/>
                    <a:gd name="T54" fmla="*/ 26 w 573"/>
                    <a:gd name="T55" fmla="*/ 144 h 368"/>
                    <a:gd name="T56" fmla="*/ 26 w 573"/>
                    <a:gd name="T57" fmla="*/ 184 h 368"/>
                    <a:gd name="T58" fmla="*/ 17 w 573"/>
                    <a:gd name="T59" fmla="*/ 224 h 368"/>
                    <a:gd name="T60" fmla="*/ 0 w 573"/>
                    <a:gd name="T61" fmla="*/ 240 h 368"/>
                    <a:gd name="T62" fmla="*/ 43 w 573"/>
                    <a:gd name="T63" fmla="*/ 288 h 368"/>
                    <a:gd name="T64" fmla="*/ 34 w 573"/>
                    <a:gd name="T65" fmla="*/ 296 h 368"/>
                    <a:gd name="T66" fmla="*/ 68 w 573"/>
                    <a:gd name="T67" fmla="*/ 312 h 368"/>
                    <a:gd name="T68" fmla="*/ 93 w 573"/>
                    <a:gd name="T69" fmla="*/ 336 h 368"/>
                    <a:gd name="T70" fmla="*/ 118 w 573"/>
                    <a:gd name="T71" fmla="*/ 352 h 368"/>
                    <a:gd name="T72" fmla="*/ 152 w 573"/>
                    <a:gd name="T73" fmla="*/ 344 h 368"/>
                    <a:gd name="T74" fmla="*/ 161 w 573"/>
                    <a:gd name="T75" fmla="*/ 368 h 368"/>
                    <a:gd name="T76" fmla="*/ 194 w 573"/>
                    <a:gd name="T77" fmla="*/ 368 h 368"/>
                    <a:gd name="T78" fmla="*/ 253 w 573"/>
                    <a:gd name="T79" fmla="*/ 344 h 368"/>
                    <a:gd name="T80" fmla="*/ 262 w 573"/>
                    <a:gd name="T81" fmla="*/ 344 h 368"/>
                    <a:gd name="T82" fmla="*/ 270 w 573"/>
                    <a:gd name="T83" fmla="*/ 320 h 368"/>
                    <a:gd name="T84" fmla="*/ 295 w 573"/>
                    <a:gd name="T85" fmla="*/ 320 h 36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573"/>
                    <a:gd name="T130" fmla="*/ 0 h 368"/>
                    <a:gd name="T131" fmla="*/ 573 w 573"/>
                    <a:gd name="T132" fmla="*/ 368 h 36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573" h="368">
                      <a:moveTo>
                        <a:pt x="295" y="320"/>
                      </a:moveTo>
                      <a:lnTo>
                        <a:pt x="329" y="304"/>
                      </a:lnTo>
                      <a:lnTo>
                        <a:pt x="380" y="304"/>
                      </a:lnTo>
                      <a:lnTo>
                        <a:pt x="413" y="288"/>
                      </a:lnTo>
                      <a:lnTo>
                        <a:pt x="439" y="272"/>
                      </a:lnTo>
                      <a:lnTo>
                        <a:pt x="455" y="264"/>
                      </a:lnTo>
                      <a:lnTo>
                        <a:pt x="464" y="224"/>
                      </a:lnTo>
                      <a:lnTo>
                        <a:pt x="472" y="200"/>
                      </a:lnTo>
                      <a:lnTo>
                        <a:pt x="498" y="168"/>
                      </a:lnTo>
                      <a:lnTo>
                        <a:pt x="523" y="112"/>
                      </a:lnTo>
                      <a:lnTo>
                        <a:pt x="548" y="72"/>
                      </a:lnTo>
                      <a:lnTo>
                        <a:pt x="573" y="48"/>
                      </a:lnTo>
                      <a:lnTo>
                        <a:pt x="548" y="24"/>
                      </a:lnTo>
                      <a:lnTo>
                        <a:pt x="514" y="0"/>
                      </a:lnTo>
                      <a:lnTo>
                        <a:pt x="472" y="8"/>
                      </a:lnTo>
                      <a:lnTo>
                        <a:pt x="447" y="0"/>
                      </a:lnTo>
                      <a:lnTo>
                        <a:pt x="405" y="8"/>
                      </a:lnTo>
                      <a:lnTo>
                        <a:pt x="371" y="8"/>
                      </a:lnTo>
                      <a:lnTo>
                        <a:pt x="329" y="56"/>
                      </a:lnTo>
                      <a:lnTo>
                        <a:pt x="287" y="48"/>
                      </a:lnTo>
                      <a:lnTo>
                        <a:pt x="279" y="64"/>
                      </a:lnTo>
                      <a:lnTo>
                        <a:pt x="228" y="80"/>
                      </a:lnTo>
                      <a:lnTo>
                        <a:pt x="228" y="112"/>
                      </a:lnTo>
                      <a:lnTo>
                        <a:pt x="110" y="128"/>
                      </a:lnTo>
                      <a:lnTo>
                        <a:pt x="85" y="112"/>
                      </a:lnTo>
                      <a:lnTo>
                        <a:pt x="68" y="104"/>
                      </a:lnTo>
                      <a:lnTo>
                        <a:pt x="68" y="128"/>
                      </a:lnTo>
                      <a:lnTo>
                        <a:pt x="26" y="144"/>
                      </a:lnTo>
                      <a:lnTo>
                        <a:pt x="26" y="184"/>
                      </a:lnTo>
                      <a:lnTo>
                        <a:pt x="17" y="224"/>
                      </a:lnTo>
                      <a:lnTo>
                        <a:pt x="0" y="240"/>
                      </a:lnTo>
                      <a:lnTo>
                        <a:pt x="43" y="288"/>
                      </a:lnTo>
                      <a:lnTo>
                        <a:pt x="34" y="296"/>
                      </a:lnTo>
                      <a:lnTo>
                        <a:pt x="68" y="312"/>
                      </a:lnTo>
                      <a:lnTo>
                        <a:pt x="93" y="336"/>
                      </a:lnTo>
                      <a:lnTo>
                        <a:pt x="118" y="352"/>
                      </a:lnTo>
                      <a:lnTo>
                        <a:pt x="152" y="344"/>
                      </a:lnTo>
                      <a:lnTo>
                        <a:pt x="161" y="368"/>
                      </a:lnTo>
                      <a:lnTo>
                        <a:pt x="194" y="368"/>
                      </a:lnTo>
                      <a:lnTo>
                        <a:pt x="253" y="344"/>
                      </a:lnTo>
                      <a:lnTo>
                        <a:pt x="262" y="344"/>
                      </a:lnTo>
                      <a:lnTo>
                        <a:pt x="270" y="320"/>
                      </a:lnTo>
                      <a:lnTo>
                        <a:pt x="295" y="32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399" name="Freeform 57"/>
                <p:cNvSpPr>
                  <a:spLocks/>
                </p:cNvSpPr>
                <p:nvPr/>
              </p:nvSpPr>
              <p:spPr bwMode="auto">
                <a:xfrm>
                  <a:off x="3237" y="2796"/>
                  <a:ext cx="26" cy="8"/>
                </a:xfrm>
                <a:custGeom>
                  <a:avLst/>
                  <a:gdLst>
                    <a:gd name="T0" fmla="*/ 17 w 26"/>
                    <a:gd name="T1" fmla="*/ 8 h 8"/>
                    <a:gd name="T2" fmla="*/ 26 w 26"/>
                    <a:gd name="T3" fmla="*/ 8 h 8"/>
                    <a:gd name="T4" fmla="*/ 0 w 26"/>
                    <a:gd name="T5" fmla="*/ 0 h 8"/>
                    <a:gd name="T6" fmla="*/ 17 w 26"/>
                    <a:gd name="T7" fmla="*/ 8 h 8"/>
                    <a:gd name="T8" fmla="*/ 0 60000 65536"/>
                    <a:gd name="T9" fmla="*/ 0 60000 65536"/>
                    <a:gd name="T10" fmla="*/ 0 60000 65536"/>
                    <a:gd name="T11" fmla="*/ 0 60000 65536"/>
                    <a:gd name="T12" fmla="*/ 0 w 26"/>
                    <a:gd name="T13" fmla="*/ 0 h 8"/>
                    <a:gd name="T14" fmla="*/ 26 w 26"/>
                    <a:gd name="T15" fmla="*/ 8 h 8"/>
                  </a:gdLst>
                  <a:ahLst/>
                  <a:cxnLst>
                    <a:cxn ang="T8">
                      <a:pos x="T0" y="T1"/>
                    </a:cxn>
                    <a:cxn ang="T9">
                      <a:pos x="T2" y="T3"/>
                    </a:cxn>
                    <a:cxn ang="T10">
                      <a:pos x="T4" y="T5"/>
                    </a:cxn>
                    <a:cxn ang="T11">
                      <a:pos x="T6" y="T7"/>
                    </a:cxn>
                  </a:cxnLst>
                  <a:rect l="T12" t="T13" r="T14" b="T15"/>
                  <a:pathLst>
                    <a:path w="26" h="8">
                      <a:moveTo>
                        <a:pt x="17" y="8"/>
                      </a:moveTo>
                      <a:lnTo>
                        <a:pt x="26" y="8"/>
                      </a:lnTo>
                      <a:lnTo>
                        <a:pt x="0" y="0"/>
                      </a:lnTo>
                      <a:lnTo>
                        <a:pt x="17" y="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00" name="Freeform 58"/>
                <p:cNvSpPr>
                  <a:spLocks/>
                </p:cNvSpPr>
                <p:nvPr/>
              </p:nvSpPr>
              <p:spPr bwMode="auto">
                <a:xfrm>
                  <a:off x="3263" y="2804"/>
                  <a:ext cx="17" cy="1"/>
                </a:xfrm>
                <a:custGeom>
                  <a:avLst/>
                  <a:gdLst>
                    <a:gd name="T0" fmla="*/ 17 w 17"/>
                    <a:gd name="T1" fmla="*/ 0 h 1588"/>
                    <a:gd name="T2" fmla="*/ 0 w 17"/>
                    <a:gd name="T3" fmla="*/ 0 h 1588"/>
                    <a:gd name="T4" fmla="*/ 17 w 17"/>
                    <a:gd name="T5" fmla="*/ 0 h 1588"/>
                    <a:gd name="T6" fmla="*/ 0 60000 65536"/>
                    <a:gd name="T7" fmla="*/ 0 60000 65536"/>
                    <a:gd name="T8" fmla="*/ 0 60000 65536"/>
                    <a:gd name="T9" fmla="*/ 0 w 17"/>
                    <a:gd name="T10" fmla="*/ 0 h 1588"/>
                    <a:gd name="T11" fmla="*/ 17 w 17"/>
                    <a:gd name="T12" fmla="*/ 1588 h 1588"/>
                  </a:gdLst>
                  <a:ahLst/>
                  <a:cxnLst>
                    <a:cxn ang="T6">
                      <a:pos x="T0" y="T1"/>
                    </a:cxn>
                    <a:cxn ang="T7">
                      <a:pos x="T2" y="T3"/>
                    </a:cxn>
                    <a:cxn ang="T8">
                      <a:pos x="T4" y="T5"/>
                    </a:cxn>
                  </a:cxnLst>
                  <a:rect l="T9" t="T10" r="T11" b="T12"/>
                  <a:pathLst>
                    <a:path w="17" h="1588">
                      <a:moveTo>
                        <a:pt x="17" y="0"/>
                      </a:moveTo>
                      <a:lnTo>
                        <a:pt x="0" y="0"/>
                      </a:lnTo>
                      <a:lnTo>
                        <a:pt x="17"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01" name="Line 59"/>
                <p:cNvSpPr>
                  <a:spLocks noChangeShapeType="1"/>
                </p:cNvSpPr>
                <p:nvPr/>
              </p:nvSpPr>
              <p:spPr bwMode="auto">
                <a:xfrm flipV="1">
                  <a:off x="3254" y="2796"/>
                  <a:ext cx="26"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402" name="Line 60"/>
                <p:cNvSpPr>
                  <a:spLocks noChangeShapeType="1"/>
                </p:cNvSpPr>
                <p:nvPr/>
              </p:nvSpPr>
              <p:spPr bwMode="auto">
                <a:xfrm flipV="1">
                  <a:off x="3254" y="2796"/>
                  <a:ext cx="26" cy="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403" name="Freeform 61"/>
                <p:cNvSpPr>
                  <a:spLocks/>
                </p:cNvSpPr>
                <p:nvPr/>
              </p:nvSpPr>
              <p:spPr bwMode="auto">
                <a:xfrm>
                  <a:off x="3229" y="2796"/>
                  <a:ext cx="8" cy="1"/>
                </a:xfrm>
                <a:custGeom>
                  <a:avLst/>
                  <a:gdLst>
                    <a:gd name="T0" fmla="*/ 0 w 8"/>
                    <a:gd name="T1" fmla="*/ 0 h 1588"/>
                    <a:gd name="T2" fmla="*/ 8 w 8"/>
                    <a:gd name="T3" fmla="*/ 0 h 1588"/>
                    <a:gd name="T4" fmla="*/ 0 w 8"/>
                    <a:gd name="T5" fmla="*/ 0 h 1588"/>
                    <a:gd name="T6" fmla="*/ 0 60000 65536"/>
                    <a:gd name="T7" fmla="*/ 0 60000 65536"/>
                    <a:gd name="T8" fmla="*/ 0 60000 65536"/>
                    <a:gd name="T9" fmla="*/ 0 w 8"/>
                    <a:gd name="T10" fmla="*/ 0 h 1588"/>
                    <a:gd name="T11" fmla="*/ 8 w 8"/>
                    <a:gd name="T12" fmla="*/ 1588 h 1588"/>
                  </a:gdLst>
                  <a:ahLst/>
                  <a:cxnLst>
                    <a:cxn ang="T6">
                      <a:pos x="T0" y="T1"/>
                    </a:cxn>
                    <a:cxn ang="T7">
                      <a:pos x="T2" y="T3"/>
                    </a:cxn>
                    <a:cxn ang="T8">
                      <a:pos x="T4" y="T5"/>
                    </a:cxn>
                  </a:cxnLst>
                  <a:rect l="T9" t="T10" r="T11" b="T12"/>
                  <a:pathLst>
                    <a:path w="8" h="1588">
                      <a:moveTo>
                        <a:pt x="0" y="0"/>
                      </a:moveTo>
                      <a:lnTo>
                        <a:pt x="8" y="0"/>
                      </a:lnTo>
                      <a:lnTo>
                        <a:pt x="0" y="0"/>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04" name="Freeform 62"/>
                <p:cNvSpPr>
                  <a:spLocks/>
                </p:cNvSpPr>
                <p:nvPr/>
              </p:nvSpPr>
              <p:spPr bwMode="auto">
                <a:xfrm>
                  <a:off x="2976" y="2700"/>
                  <a:ext cx="26" cy="16"/>
                </a:xfrm>
                <a:custGeom>
                  <a:avLst/>
                  <a:gdLst>
                    <a:gd name="T0" fmla="*/ 26 w 26"/>
                    <a:gd name="T1" fmla="*/ 16 h 16"/>
                    <a:gd name="T2" fmla="*/ 0 w 26"/>
                    <a:gd name="T3" fmla="*/ 0 h 16"/>
                    <a:gd name="T4" fmla="*/ 0 w 26"/>
                    <a:gd name="T5" fmla="*/ 8 h 16"/>
                    <a:gd name="T6" fmla="*/ 17 w 26"/>
                    <a:gd name="T7" fmla="*/ 16 h 16"/>
                    <a:gd name="T8" fmla="*/ 26 w 26"/>
                    <a:gd name="T9" fmla="*/ 16 h 16"/>
                    <a:gd name="T10" fmla="*/ 0 60000 65536"/>
                    <a:gd name="T11" fmla="*/ 0 60000 65536"/>
                    <a:gd name="T12" fmla="*/ 0 60000 65536"/>
                    <a:gd name="T13" fmla="*/ 0 60000 65536"/>
                    <a:gd name="T14" fmla="*/ 0 60000 65536"/>
                    <a:gd name="T15" fmla="*/ 0 w 26"/>
                    <a:gd name="T16" fmla="*/ 0 h 16"/>
                    <a:gd name="T17" fmla="*/ 26 w 26"/>
                    <a:gd name="T18" fmla="*/ 16 h 16"/>
                  </a:gdLst>
                  <a:ahLst/>
                  <a:cxnLst>
                    <a:cxn ang="T10">
                      <a:pos x="T0" y="T1"/>
                    </a:cxn>
                    <a:cxn ang="T11">
                      <a:pos x="T2" y="T3"/>
                    </a:cxn>
                    <a:cxn ang="T12">
                      <a:pos x="T4" y="T5"/>
                    </a:cxn>
                    <a:cxn ang="T13">
                      <a:pos x="T6" y="T7"/>
                    </a:cxn>
                    <a:cxn ang="T14">
                      <a:pos x="T8" y="T9"/>
                    </a:cxn>
                  </a:cxnLst>
                  <a:rect l="T15" t="T16" r="T17" b="T18"/>
                  <a:pathLst>
                    <a:path w="26" h="16">
                      <a:moveTo>
                        <a:pt x="26" y="16"/>
                      </a:moveTo>
                      <a:lnTo>
                        <a:pt x="0" y="0"/>
                      </a:lnTo>
                      <a:lnTo>
                        <a:pt x="0" y="8"/>
                      </a:lnTo>
                      <a:lnTo>
                        <a:pt x="17" y="16"/>
                      </a:lnTo>
                      <a:lnTo>
                        <a:pt x="26" y="16"/>
                      </a:lnTo>
                      <a:close/>
                    </a:path>
                  </a:pathLst>
                </a:custGeom>
                <a:solidFill>
                  <a:srgbClr val="FF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05" name="Freeform 63"/>
                <p:cNvSpPr>
                  <a:spLocks/>
                </p:cNvSpPr>
                <p:nvPr/>
              </p:nvSpPr>
              <p:spPr bwMode="auto">
                <a:xfrm>
                  <a:off x="3229" y="2796"/>
                  <a:ext cx="8" cy="1"/>
                </a:xfrm>
                <a:custGeom>
                  <a:avLst/>
                  <a:gdLst>
                    <a:gd name="T0" fmla="*/ 0 w 8"/>
                    <a:gd name="T1" fmla="*/ 0 h 1588"/>
                    <a:gd name="T2" fmla="*/ 8 w 8"/>
                    <a:gd name="T3" fmla="*/ 0 h 1588"/>
                    <a:gd name="T4" fmla="*/ 0 w 8"/>
                    <a:gd name="T5" fmla="*/ 0 h 1588"/>
                    <a:gd name="T6" fmla="*/ 0 w 8"/>
                    <a:gd name="T7" fmla="*/ 0 h 1588"/>
                    <a:gd name="T8" fmla="*/ 0 60000 65536"/>
                    <a:gd name="T9" fmla="*/ 0 60000 65536"/>
                    <a:gd name="T10" fmla="*/ 0 60000 65536"/>
                    <a:gd name="T11" fmla="*/ 0 60000 65536"/>
                    <a:gd name="T12" fmla="*/ 0 w 8"/>
                    <a:gd name="T13" fmla="*/ 0 h 1588"/>
                    <a:gd name="T14" fmla="*/ 8 w 8"/>
                    <a:gd name="T15" fmla="*/ 1588 h 1588"/>
                  </a:gdLst>
                  <a:ahLst/>
                  <a:cxnLst>
                    <a:cxn ang="T8">
                      <a:pos x="T0" y="T1"/>
                    </a:cxn>
                    <a:cxn ang="T9">
                      <a:pos x="T2" y="T3"/>
                    </a:cxn>
                    <a:cxn ang="T10">
                      <a:pos x="T4" y="T5"/>
                    </a:cxn>
                    <a:cxn ang="T11">
                      <a:pos x="T6" y="T7"/>
                    </a:cxn>
                  </a:cxnLst>
                  <a:rect l="T12" t="T13" r="T14" b="T15"/>
                  <a:pathLst>
                    <a:path w="8" h="1588">
                      <a:moveTo>
                        <a:pt x="0" y="0"/>
                      </a:moveTo>
                      <a:lnTo>
                        <a:pt x="8" y="0"/>
                      </a:lnTo>
                      <a:lnTo>
                        <a:pt x="0"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06" name="Freeform 64"/>
                <p:cNvSpPr>
                  <a:spLocks/>
                </p:cNvSpPr>
                <p:nvPr/>
              </p:nvSpPr>
              <p:spPr bwMode="auto">
                <a:xfrm>
                  <a:off x="2976" y="2700"/>
                  <a:ext cx="26" cy="16"/>
                </a:xfrm>
                <a:custGeom>
                  <a:avLst/>
                  <a:gdLst>
                    <a:gd name="T0" fmla="*/ 26 w 26"/>
                    <a:gd name="T1" fmla="*/ 16 h 16"/>
                    <a:gd name="T2" fmla="*/ 0 w 26"/>
                    <a:gd name="T3" fmla="*/ 0 h 16"/>
                    <a:gd name="T4" fmla="*/ 0 w 26"/>
                    <a:gd name="T5" fmla="*/ 8 h 16"/>
                    <a:gd name="T6" fmla="*/ 17 w 26"/>
                    <a:gd name="T7" fmla="*/ 16 h 16"/>
                    <a:gd name="T8" fmla="*/ 26 w 26"/>
                    <a:gd name="T9" fmla="*/ 16 h 16"/>
                    <a:gd name="T10" fmla="*/ 0 60000 65536"/>
                    <a:gd name="T11" fmla="*/ 0 60000 65536"/>
                    <a:gd name="T12" fmla="*/ 0 60000 65536"/>
                    <a:gd name="T13" fmla="*/ 0 60000 65536"/>
                    <a:gd name="T14" fmla="*/ 0 60000 65536"/>
                    <a:gd name="T15" fmla="*/ 0 w 26"/>
                    <a:gd name="T16" fmla="*/ 0 h 16"/>
                    <a:gd name="T17" fmla="*/ 26 w 26"/>
                    <a:gd name="T18" fmla="*/ 16 h 16"/>
                  </a:gdLst>
                  <a:ahLst/>
                  <a:cxnLst>
                    <a:cxn ang="T10">
                      <a:pos x="T0" y="T1"/>
                    </a:cxn>
                    <a:cxn ang="T11">
                      <a:pos x="T2" y="T3"/>
                    </a:cxn>
                    <a:cxn ang="T12">
                      <a:pos x="T4" y="T5"/>
                    </a:cxn>
                    <a:cxn ang="T13">
                      <a:pos x="T6" y="T7"/>
                    </a:cxn>
                    <a:cxn ang="T14">
                      <a:pos x="T8" y="T9"/>
                    </a:cxn>
                  </a:cxnLst>
                  <a:rect l="T15" t="T16" r="T17" b="T18"/>
                  <a:pathLst>
                    <a:path w="26" h="16">
                      <a:moveTo>
                        <a:pt x="26" y="16"/>
                      </a:moveTo>
                      <a:lnTo>
                        <a:pt x="0" y="0"/>
                      </a:lnTo>
                      <a:lnTo>
                        <a:pt x="0" y="8"/>
                      </a:lnTo>
                      <a:lnTo>
                        <a:pt x="17" y="16"/>
                      </a:lnTo>
                      <a:lnTo>
                        <a:pt x="26" y="16"/>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07" name="Freeform 65"/>
                <p:cNvSpPr>
                  <a:spLocks/>
                </p:cNvSpPr>
                <p:nvPr/>
              </p:nvSpPr>
              <p:spPr bwMode="auto">
                <a:xfrm>
                  <a:off x="2825" y="2692"/>
                  <a:ext cx="480" cy="232"/>
                </a:xfrm>
                <a:custGeom>
                  <a:avLst/>
                  <a:gdLst>
                    <a:gd name="T0" fmla="*/ 421 w 480"/>
                    <a:gd name="T1" fmla="*/ 8 h 232"/>
                    <a:gd name="T2" fmla="*/ 396 w 480"/>
                    <a:gd name="T3" fmla="*/ 0 h 232"/>
                    <a:gd name="T4" fmla="*/ 353 w 480"/>
                    <a:gd name="T5" fmla="*/ 0 h 232"/>
                    <a:gd name="T6" fmla="*/ 328 w 480"/>
                    <a:gd name="T7" fmla="*/ 16 h 232"/>
                    <a:gd name="T8" fmla="*/ 294 w 480"/>
                    <a:gd name="T9" fmla="*/ 16 h 232"/>
                    <a:gd name="T10" fmla="*/ 269 w 480"/>
                    <a:gd name="T11" fmla="*/ 40 h 232"/>
                    <a:gd name="T12" fmla="*/ 244 w 480"/>
                    <a:gd name="T13" fmla="*/ 40 h 232"/>
                    <a:gd name="T14" fmla="*/ 236 w 480"/>
                    <a:gd name="T15" fmla="*/ 24 h 232"/>
                    <a:gd name="T16" fmla="*/ 210 w 480"/>
                    <a:gd name="T17" fmla="*/ 0 h 232"/>
                    <a:gd name="T18" fmla="*/ 177 w 480"/>
                    <a:gd name="T19" fmla="*/ 24 h 232"/>
                    <a:gd name="T20" fmla="*/ 168 w 480"/>
                    <a:gd name="T21" fmla="*/ 24 h 232"/>
                    <a:gd name="T22" fmla="*/ 151 w 480"/>
                    <a:gd name="T23" fmla="*/ 16 h 232"/>
                    <a:gd name="T24" fmla="*/ 126 w 480"/>
                    <a:gd name="T25" fmla="*/ 32 h 232"/>
                    <a:gd name="T26" fmla="*/ 101 w 480"/>
                    <a:gd name="T27" fmla="*/ 56 h 232"/>
                    <a:gd name="T28" fmla="*/ 67 w 480"/>
                    <a:gd name="T29" fmla="*/ 104 h 232"/>
                    <a:gd name="T30" fmla="*/ 25 w 480"/>
                    <a:gd name="T31" fmla="*/ 104 h 232"/>
                    <a:gd name="T32" fmla="*/ 0 w 480"/>
                    <a:gd name="T33" fmla="*/ 136 h 232"/>
                    <a:gd name="T34" fmla="*/ 0 w 480"/>
                    <a:gd name="T35" fmla="*/ 176 h 232"/>
                    <a:gd name="T36" fmla="*/ 33 w 480"/>
                    <a:gd name="T37" fmla="*/ 200 h 232"/>
                    <a:gd name="T38" fmla="*/ 25 w 480"/>
                    <a:gd name="T39" fmla="*/ 208 h 232"/>
                    <a:gd name="T40" fmla="*/ 42 w 480"/>
                    <a:gd name="T41" fmla="*/ 216 h 232"/>
                    <a:gd name="T42" fmla="*/ 67 w 480"/>
                    <a:gd name="T43" fmla="*/ 232 h 232"/>
                    <a:gd name="T44" fmla="*/ 185 w 480"/>
                    <a:gd name="T45" fmla="*/ 216 h 232"/>
                    <a:gd name="T46" fmla="*/ 185 w 480"/>
                    <a:gd name="T47" fmla="*/ 184 h 232"/>
                    <a:gd name="T48" fmla="*/ 236 w 480"/>
                    <a:gd name="T49" fmla="*/ 168 h 232"/>
                    <a:gd name="T50" fmla="*/ 244 w 480"/>
                    <a:gd name="T51" fmla="*/ 152 h 232"/>
                    <a:gd name="T52" fmla="*/ 286 w 480"/>
                    <a:gd name="T53" fmla="*/ 160 h 232"/>
                    <a:gd name="T54" fmla="*/ 328 w 480"/>
                    <a:gd name="T55" fmla="*/ 112 h 232"/>
                    <a:gd name="T56" fmla="*/ 362 w 480"/>
                    <a:gd name="T57" fmla="*/ 112 h 232"/>
                    <a:gd name="T58" fmla="*/ 404 w 480"/>
                    <a:gd name="T59" fmla="*/ 104 h 232"/>
                    <a:gd name="T60" fmla="*/ 412 w 480"/>
                    <a:gd name="T61" fmla="*/ 104 h 232"/>
                    <a:gd name="T62" fmla="*/ 438 w 480"/>
                    <a:gd name="T63" fmla="*/ 112 h 232"/>
                    <a:gd name="T64" fmla="*/ 455 w 480"/>
                    <a:gd name="T65" fmla="*/ 112 h 232"/>
                    <a:gd name="T66" fmla="*/ 463 w 480"/>
                    <a:gd name="T67" fmla="*/ 64 h 232"/>
                    <a:gd name="T68" fmla="*/ 480 w 480"/>
                    <a:gd name="T69" fmla="*/ 16 h 232"/>
                    <a:gd name="T70" fmla="*/ 421 w 480"/>
                    <a:gd name="T71" fmla="*/ 8 h 2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80"/>
                    <a:gd name="T109" fmla="*/ 0 h 232"/>
                    <a:gd name="T110" fmla="*/ 480 w 480"/>
                    <a:gd name="T111" fmla="*/ 232 h 23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80" h="232">
                      <a:moveTo>
                        <a:pt x="421" y="8"/>
                      </a:moveTo>
                      <a:lnTo>
                        <a:pt x="396" y="0"/>
                      </a:lnTo>
                      <a:lnTo>
                        <a:pt x="353" y="0"/>
                      </a:lnTo>
                      <a:lnTo>
                        <a:pt x="328" y="16"/>
                      </a:lnTo>
                      <a:lnTo>
                        <a:pt x="294" y="16"/>
                      </a:lnTo>
                      <a:lnTo>
                        <a:pt x="269" y="40"/>
                      </a:lnTo>
                      <a:lnTo>
                        <a:pt x="244" y="40"/>
                      </a:lnTo>
                      <a:lnTo>
                        <a:pt x="236" y="24"/>
                      </a:lnTo>
                      <a:lnTo>
                        <a:pt x="210" y="0"/>
                      </a:lnTo>
                      <a:lnTo>
                        <a:pt x="177" y="24"/>
                      </a:lnTo>
                      <a:lnTo>
                        <a:pt x="168" y="24"/>
                      </a:lnTo>
                      <a:lnTo>
                        <a:pt x="151" y="16"/>
                      </a:lnTo>
                      <a:lnTo>
                        <a:pt x="126" y="32"/>
                      </a:lnTo>
                      <a:lnTo>
                        <a:pt x="101" y="56"/>
                      </a:lnTo>
                      <a:lnTo>
                        <a:pt x="67" y="104"/>
                      </a:lnTo>
                      <a:lnTo>
                        <a:pt x="25" y="104"/>
                      </a:lnTo>
                      <a:lnTo>
                        <a:pt x="0" y="136"/>
                      </a:lnTo>
                      <a:lnTo>
                        <a:pt x="0" y="176"/>
                      </a:lnTo>
                      <a:lnTo>
                        <a:pt x="33" y="200"/>
                      </a:lnTo>
                      <a:lnTo>
                        <a:pt x="25" y="208"/>
                      </a:lnTo>
                      <a:lnTo>
                        <a:pt x="42" y="216"/>
                      </a:lnTo>
                      <a:lnTo>
                        <a:pt x="67" y="232"/>
                      </a:lnTo>
                      <a:lnTo>
                        <a:pt x="185" y="216"/>
                      </a:lnTo>
                      <a:lnTo>
                        <a:pt x="185" y="184"/>
                      </a:lnTo>
                      <a:lnTo>
                        <a:pt x="236" y="168"/>
                      </a:lnTo>
                      <a:lnTo>
                        <a:pt x="244" y="152"/>
                      </a:lnTo>
                      <a:lnTo>
                        <a:pt x="286" y="160"/>
                      </a:lnTo>
                      <a:lnTo>
                        <a:pt x="328" y="112"/>
                      </a:lnTo>
                      <a:lnTo>
                        <a:pt x="362" y="112"/>
                      </a:lnTo>
                      <a:lnTo>
                        <a:pt x="404" y="104"/>
                      </a:lnTo>
                      <a:lnTo>
                        <a:pt x="412" y="104"/>
                      </a:lnTo>
                      <a:lnTo>
                        <a:pt x="438" y="112"/>
                      </a:lnTo>
                      <a:lnTo>
                        <a:pt x="455" y="112"/>
                      </a:lnTo>
                      <a:lnTo>
                        <a:pt x="463" y="64"/>
                      </a:lnTo>
                      <a:lnTo>
                        <a:pt x="480" y="16"/>
                      </a:lnTo>
                      <a:lnTo>
                        <a:pt x="421" y="8"/>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08" name="Freeform 66"/>
                <p:cNvSpPr>
                  <a:spLocks/>
                </p:cNvSpPr>
                <p:nvPr/>
              </p:nvSpPr>
              <p:spPr bwMode="auto">
                <a:xfrm>
                  <a:off x="3044" y="3092"/>
                  <a:ext cx="438" cy="504"/>
                </a:xfrm>
                <a:custGeom>
                  <a:avLst/>
                  <a:gdLst>
                    <a:gd name="T0" fmla="*/ 126 w 438"/>
                    <a:gd name="T1" fmla="*/ 424 h 504"/>
                    <a:gd name="T2" fmla="*/ 160 w 438"/>
                    <a:gd name="T3" fmla="*/ 440 h 504"/>
                    <a:gd name="T4" fmla="*/ 185 w 438"/>
                    <a:gd name="T5" fmla="*/ 440 h 504"/>
                    <a:gd name="T6" fmla="*/ 202 w 438"/>
                    <a:gd name="T7" fmla="*/ 456 h 504"/>
                    <a:gd name="T8" fmla="*/ 236 w 438"/>
                    <a:gd name="T9" fmla="*/ 496 h 504"/>
                    <a:gd name="T10" fmla="*/ 252 w 438"/>
                    <a:gd name="T11" fmla="*/ 504 h 504"/>
                    <a:gd name="T12" fmla="*/ 261 w 438"/>
                    <a:gd name="T13" fmla="*/ 472 h 504"/>
                    <a:gd name="T14" fmla="*/ 286 w 438"/>
                    <a:gd name="T15" fmla="*/ 464 h 504"/>
                    <a:gd name="T16" fmla="*/ 311 w 438"/>
                    <a:gd name="T17" fmla="*/ 456 h 504"/>
                    <a:gd name="T18" fmla="*/ 370 w 438"/>
                    <a:gd name="T19" fmla="*/ 432 h 504"/>
                    <a:gd name="T20" fmla="*/ 413 w 438"/>
                    <a:gd name="T21" fmla="*/ 432 h 504"/>
                    <a:gd name="T22" fmla="*/ 421 w 438"/>
                    <a:gd name="T23" fmla="*/ 400 h 504"/>
                    <a:gd name="T24" fmla="*/ 404 w 438"/>
                    <a:gd name="T25" fmla="*/ 392 h 504"/>
                    <a:gd name="T26" fmla="*/ 404 w 438"/>
                    <a:gd name="T27" fmla="*/ 360 h 504"/>
                    <a:gd name="T28" fmla="*/ 421 w 438"/>
                    <a:gd name="T29" fmla="*/ 352 h 504"/>
                    <a:gd name="T30" fmla="*/ 438 w 438"/>
                    <a:gd name="T31" fmla="*/ 312 h 504"/>
                    <a:gd name="T32" fmla="*/ 396 w 438"/>
                    <a:gd name="T33" fmla="*/ 280 h 504"/>
                    <a:gd name="T34" fmla="*/ 379 w 438"/>
                    <a:gd name="T35" fmla="*/ 248 h 504"/>
                    <a:gd name="T36" fmla="*/ 370 w 438"/>
                    <a:gd name="T37" fmla="*/ 216 h 504"/>
                    <a:gd name="T38" fmla="*/ 387 w 438"/>
                    <a:gd name="T39" fmla="*/ 184 h 504"/>
                    <a:gd name="T40" fmla="*/ 370 w 438"/>
                    <a:gd name="T41" fmla="*/ 176 h 504"/>
                    <a:gd name="T42" fmla="*/ 370 w 438"/>
                    <a:gd name="T43" fmla="*/ 136 h 504"/>
                    <a:gd name="T44" fmla="*/ 328 w 438"/>
                    <a:gd name="T45" fmla="*/ 160 h 504"/>
                    <a:gd name="T46" fmla="*/ 286 w 438"/>
                    <a:gd name="T47" fmla="*/ 144 h 504"/>
                    <a:gd name="T48" fmla="*/ 244 w 438"/>
                    <a:gd name="T49" fmla="*/ 136 h 504"/>
                    <a:gd name="T50" fmla="*/ 261 w 438"/>
                    <a:gd name="T51" fmla="*/ 104 h 504"/>
                    <a:gd name="T52" fmla="*/ 219 w 438"/>
                    <a:gd name="T53" fmla="*/ 88 h 504"/>
                    <a:gd name="T54" fmla="*/ 185 w 438"/>
                    <a:gd name="T55" fmla="*/ 64 h 504"/>
                    <a:gd name="T56" fmla="*/ 177 w 438"/>
                    <a:gd name="T57" fmla="*/ 40 h 504"/>
                    <a:gd name="T58" fmla="*/ 143 w 438"/>
                    <a:gd name="T59" fmla="*/ 16 h 504"/>
                    <a:gd name="T60" fmla="*/ 126 w 438"/>
                    <a:gd name="T61" fmla="*/ 0 h 504"/>
                    <a:gd name="T62" fmla="*/ 118 w 438"/>
                    <a:gd name="T63" fmla="*/ 8 h 504"/>
                    <a:gd name="T64" fmla="*/ 67 w 438"/>
                    <a:gd name="T65" fmla="*/ 8 h 504"/>
                    <a:gd name="T66" fmla="*/ 33 w 438"/>
                    <a:gd name="T67" fmla="*/ 24 h 504"/>
                    <a:gd name="T68" fmla="*/ 8 w 438"/>
                    <a:gd name="T69" fmla="*/ 24 h 504"/>
                    <a:gd name="T70" fmla="*/ 0 w 438"/>
                    <a:gd name="T71" fmla="*/ 48 h 504"/>
                    <a:gd name="T72" fmla="*/ 8 w 438"/>
                    <a:gd name="T73" fmla="*/ 80 h 504"/>
                    <a:gd name="T74" fmla="*/ 33 w 438"/>
                    <a:gd name="T75" fmla="*/ 112 h 504"/>
                    <a:gd name="T76" fmla="*/ 59 w 438"/>
                    <a:gd name="T77" fmla="*/ 120 h 504"/>
                    <a:gd name="T78" fmla="*/ 33 w 438"/>
                    <a:gd name="T79" fmla="*/ 128 h 504"/>
                    <a:gd name="T80" fmla="*/ 33 w 438"/>
                    <a:gd name="T81" fmla="*/ 160 h 504"/>
                    <a:gd name="T82" fmla="*/ 8 w 438"/>
                    <a:gd name="T83" fmla="*/ 152 h 504"/>
                    <a:gd name="T84" fmla="*/ 17 w 438"/>
                    <a:gd name="T85" fmla="*/ 168 h 504"/>
                    <a:gd name="T86" fmla="*/ 50 w 438"/>
                    <a:gd name="T87" fmla="*/ 168 h 504"/>
                    <a:gd name="T88" fmla="*/ 50 w 438"/>
                    <a:gd name="T89" fmla="*/ 200 h 504"/>
                    <a:gd name="T90" fmla="*/ 59 w 438"/>
                    <a:gd name="T91" fmla="*/ 232 h 504"/>
                    <a:gd name="T92" fmla="*/ 101 w 438"/>
                    <a:gd name="T93" fmla="*/ 256 h 504"/>
                    <a:gd name="T94" fmla="*/ 75 w 438"/>
                    <a:gd name="T95" fmla="*/ 272 h 504"/>
                    <a:gd name="T96" fmla="*/ 101 w 438"/>
                    <a:gd name="T97" fmla="*/ 312 h 504"/>
                    <a:gd name="T98" fmla="*/ 50 w 438"/>
                    <a:gd name="T99" fmla="*/ 328 h 504"/>
                    <a:gd name="T100" fmla="*/ 59 w 438"/>
                    <a:gd name="T101" fmla="*/ 352 h 504"/>
                    <a:gd name="T102" fmla="*/ 33 w 438"/>
                    <a:gd name="T103" fmla="*/ 352 h 504"/>
                    <a:gd name="T104" fmla="*/ 25 w 438"/>
                    <a:gd name="T105" fmla="*/ 384 h 504"/>
                    <a:gd name="T106" fmla="*/ 0 w 438"/>
                    <a:gd name="T107" fmla="*/ 400 h 504"/>
                    <a:gd name="T108" fmla="*/ 8 w 438"/>
                    <a:gd name="T109" fmla="*/ 416 h 504"/>
                    <a:gd name="T110" fmla="*/ 8 w 438"/>
                    <a:gd name="T111" fmla="*/ 456 h 504"/>
                    <a:gd name="T112" fmla="*/ 17 w 438"/>
                    <a:gd name="T113" fmla="*/ 456 h 504"/>
                    <a:gd name="T114" fmla="*/ 101 w 438"/>
                    <a:gd name="T115" fmla="*/ 504 h 504"/>
                    <a:gd name="T116" fmla="*/ 101 w 438"/>
                    <a:gd name="T117" fmla="*/ 496 h 504"/>
                    <a:gd name="T118" fmla="*/ 126 w 438"/>
                    <a:gd name="T119" fmla="*/ 424 h 50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8"/>
                    <a:gd name="T181" fmla="*/ 0 h 504"/>
                    <a:gd name="T182" fmla="*/ 438 w 438"/>
                    <a:gd name="T183" fmla="*/ 504 h 50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8" h="504">
                      <a:moveTo>
                        <a:pt x="126" y="424"/>
                      </a:moveTo>
                      <a:lnTo>
                        <a:pt x="160" y="440"/>
                      </a:lnTo>
                      <a:lnTo>
                        <a:pt x="185" y="440"/>
                      </a:lnTo>
                      <a:lnTo>
                        <a:pt x="202" y="456"/>
                      </a:lnTo>
                      <a:lnTo>
                        <a:pt x="236" y="496"/>
                      </a:lnTo>
                      <a:lnTo>
                        <a:pt x="252" y="504"/>
                      </a:lnTo>
                      <a:lnTo>
                        <a:pt x="261" y="472"/>
                      </a:lnTo>
                      <a:lnTo>
                        <a:pt x="286" y="464"/>
                      </a:lnTo>
                      <a:lnTo>
                        <a:pt x="311" y="456"/>
                      </a:lnTo>
                      <a:lnTo>
                        <a:pt x="370" y="432"/>
                      </a:lnTo>
                      <a:lnTo>
                        <a:pt x="413" y="432"/>
                      </a:lnTo>
                      <a:lnTo>
                        <a:pt x="421" y="400"/>
                      </a:lnTo>
                      <a:lnTo>
                        <a:pt x="404" y="392"/>
                      </a:lnTo>
                      <a:lnTo>
                        <a:pt x="404" y="360"/>
                      </a:lnTo>
                      <a:lnTo>
                        <a:pt x="421" y="352"/>
                      </a:lnTo>
                      <a:lnTo>
                        <a:pt x="438" y="312"/>
                      </a:lnTo>
                      <a:lnTo>
                        <a:pt x="396" y="280"/>
                      </a:lnTo>
                      <a:lnTo>
                        <a:pt x="379" y="248"/>
                      </a:lnTo>
                      <a:lnTo>
                        <a:pt x="370" y="216"/>
                      </a:lnTo>
                      <a:lnTo>
                        <a:pt x="387" y="184"/>
                      </a:lnTo>
                      <a:lnTo>
                        <a:pt x="370" y="176"/>
                      </a:lnTo>
                      <a:lnTo>
                        <a:pt x="370" y="136"/>
                      </a:lnTo>
                      <a:lnTo>
                        <a:pt x="328" y="160"/>
                      </a:lnTo>
                      <a:lnTo>
                        <a:pt x="286" y="144"/>
                      </a:lnTo>
                      <a:lnTo>
                        <a:pt x="244" y="136"/>
                      </a:lnTo>
                      <a:lnTo>
                        <a:pt x="261" y="104"/>
                      </a:lnTo>
                      <a:lnTo>
                        <a:pt x="219" y="88"/>
                      </a:lnTo>
                      <a:lnTo>
                        <a:pt x="185" y="64"/>
                      </a:lnTo>
                      <a:lnTo>
                        <a:pt x="177" y="40"/>
                      </a:lnTo>
                      <a:lnTo>
                        <a:pt x="143" y="16"/>
                      </a:lnTo>
                      <a:lnTo>
                        <a:pt x="126" y="0"/>
                      </a:lnTo>
                      <a:lnTo>
                        <a:pt x="118" y="8"/>
                      </a:lnTo>
                      <a:lnTo>
                        <a:pt x="67" y="8"/>
                      </a:lnTo>
                      <a:lnTo>
                        <a:pt x="33" y="24"/>
                      </a:lnTo>
                      <a:lnTo>
                        <a:pt x="8" y="24"/>
                      </a:lnTo>
                      <a:lnTo>
                        <a:pt x="0" y="48"/>
                      </a:lnTo>
                      <a:lnTo>
                        <a:pt x="8" y="80"/>
                      </a:lnTo>
                      <a:lnTo>
                        <a:pt x="33" y="112"/>
                      </a:lnTo>
                      <a:lnTo>
                        <a:pt x="59" y="120"/>
                      </a:lnTo>
                      <a:lnTo>
                        <a:pt x="33" y="128"/>
                      </a:lnTo>
                      <a:lnTo>
                        <a:pt x="33" y="160"/>
                      </a:lnTo>
                      <a:lnTo>
                        <a:pt x="8" y="152"/>
                      </a:lnTo>
                      <a:lnTo>
                        <a:pt x="17" y="168"/>
                      </a:lnTo>
                      <a:lnTo>
                        <a:pt x="50" y="168"/>
                      </a:lnTo>
                      <a:lnTo>
                        <a:pt x="50" y="200"/>
                      </a:lnTo>
                      <a:lnTo>
                        <a:pt x="59" y="232"/>
                      </a:lnTo>
                      <a:lnTo>
                        <a:pt x="101" y="256"/>
                      </a:lnTo>
                      <a:lnTo>
                        <a:pt x="75" y="272"/>
                      </a:lnTo>
                      <a:lnTo>
                        <a:pt x="101" y="312"/>
                      </a:lnTo>
                      <a:lnTo>
                        <a:pt x="50" y="328"/>
                      </a:lnTo>
                      <a:lnTo>
                        <a:pt x="59" y="352"/>
                      </a:lnTo>
                      <a:lnTo>
                        <a:pt x="33" y="352"/>
                      </a:lnTo>
                      <a:lnTo>
                        <a:pt x="25" y="384"/>
                      </a:lnTo>
                      <a:lnTo>
                        <a:pt x="0" y="400"/>
                      </a:lnTo>
                      <a:lnTo>
                        <a:pt x="8" y="416"/>
                      </a:lnTo>
                      <a:lnTo>
                        <a:pt x="8" y="456"/>
                      </a:lnTo>
                      <a:lnTo>
                        <a:pt x="17" y="456"/>
                      </a:lnTo>
                      <a:lnTo>
                        <a:pt x="101" y="504"/>
                      </a:lnTo>
                      <a:lnTo>
                        <a:pt x="101" y="496"/>
                      </a:lnTo>
                      <a:lnTo>
                        <a:pt x="126" y="42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09" name="Freeform 67"/>
                <p:cNvSpPr>
                  <a:spLocks/>
                </p:cNvSpPr>
                <p:nvPr/>
              </p:nvSpPr>
              <p:spPr bwMode="auto">
                <a:xfrm>
                  <a:off x="2825" y="2692"/>
                  <a:ext cx="480" cy="232"/>
                </a:xfrm>
                <a:custGeom>
                  <a:avLst/>
                  <a:gdLst>
                    <a:gd name="T0" fmla="*/ 421 w 480"/>
                    <a:gd name="T1" fmla="*/ 8 h 232"/>
                    <a:gd name="T2" fmla="*/ 396 w 480"/>
                    <a:gd name="T3" fmla="*/ 0 h 232"/>
                    <a:gd name="T4" fmla="*/ 353 w 480"/>
                    <a:gd name="T5" fmla="*/ 0 h 232"/>
                    <a:gd name="T6" fmla="*/ 328 w 480"/>
                    <a:gd name="T7" fmla="*/ 16 h 232"/>
                    <a:gd name="T8" fmla="*/ 294 w 480"/>
                    <a:gd name="T9" fmla="*/ 16 h 232"/>
                    <a:gd name="T10" fmla="*/ 269 w 480"/>
                    <a:gd name="T11" fmla="*/ 40 h 232"/>
                    <a:gd name="T12" fmla="*/ 244 w 480"/>
                    <a:gd name="T13" fmla="*/ 40 h 232"/>
                    <a:gd name="T14" fmla="*/ 236 w 480"/>
                    <a:gd name="T15" fmla="*/ 24 h 232"/>
                    <a:gd name="T16" fmla="*/ 210 w 480"/>
                    <a:gd name="T17" fmla="*/ 0 h 232"/>
                    <a:gd name="T18" fmla="*/ 177 w 480"/>
                    <a:gd name="T19" fmla="*/ 24 h 232"/>
                    <a:gd name="T20" fmla="*/ 168 w 480"/>
                    <a:gd name="T21" fmla="*/ 24 h 232"/>
                    <a:gd name="T22" fmla="*/ 151 w 480"/>
                    <a:gd name="T23" fmla="*/ 16 h 232"/>
                    <a:gd name="T24" fmla="*/ 126 w 480"/>
                    <a:gd name="T25" fmla="*/ 32 h 232"/>
                    <a:gd name="T26" fmla="*/ 101 w 480"/>
                    <a:gd name="T27" fmla="*/ 56 h 232"/>
                    <a:gd name="T28" fmla="*/ 67 w 480"/>
                    <a:gd name="T29" fmla="*/ 104 h 232"/>
                    <a:gd name="T30" fmla="*/ 25 w 480"/>
                    <a:gd name="T31" fmla="*/ 104 h 232"/>
                    <a:gd name="T32" fmla="*/ 0 w 480"/>
                    <a:gd name="T33" fmla="*/ 136 h 232"/>
                    <a:gd name="T34" fmla="*/ 0 w 480"/>
                    <a:gd name="T35" fmla="*/ 176 h 232"/>
                    <a:gd name="T36" fmla="*/ 33 w 480"/>
                    <a:gd name="T37" fmla="*/ 200 h 232"/>
                    <a:gd name="T38" fmla="*/ 25 w 480"/>
                    <a:gd name="T39" fmla="*/ 208 h 232"/>
                    <a:gd name="T40" fmla="*/ 42 w 480"/>
                    <a:gd name="T41" fmla="*/ 216 h 232"/>
                    <a:gd name="T42" fmla="*/ 67 w 480"/>
                    <a:gd name="T43" fmla="*/ 232 h 232"/>
                    <a:gd name="T44" fmla="*/ 185 w 480"/>
                    <a:gd name="T45" fmla="*/ 216 h 232"/>
                    <a:gd name="T46" fmla="*/ 185 w 480"/>
                    <a:gd name="T47" fmla="*/ 184 h 232"/>
                    <a:gd name="T48" fmla="*/ 236 w 480"/>
                    <a:gd name="T49" fmla="*/ 168 h 232"/>
                    <a:gd name="T50" fmla="*/ 244 w 480"/>
                    <a:gd name="T51" fmla="*/ 152 h 232"/>
                    <a:gd name="T52" fmla="*/ 286 w 480"/>
                    <a:gd name="T53" fmla="*/ 160 h 232"/>
                    <a:gd name="T54" fmla="*/ 328 w 480"/>
                    <a:gd name="T55" fmla="*/ 112 h 232"/>
                    <a:gd name="T56" fmla="*/ 362 w 480"/>
                    <a:gd name="T57" fmla="*/ 112 h 232"/>
                    <a:gd name="T58" fmla="*/ 404 w 480"/>
                    <a:gd name="T59" fmla="*/ 104 h 232"/>
                    <a:gd name="T60" fmla="*/ 404 w 480"/>
                    <a:gd name="T61" fmla="*/ 104 h 232"/>
                    <a:gd name="T62" fmla="*/ 412 w 480"/>
                    <a:gd name="T63" fmla="*/ 104 h 232"/>
                    <a:gd name="T64" fmla="*/ 438 w 480"/>
                    <a:gd name="T65" fmla="*/ 112 h 232"/>
                    <a:gd name="T66" fmla="*/ 455 w 480"/>
                    <a:gd name="T67" fmla="*/ 112 h 232"/>
                    <a:gd name="T68" fmla="*/ 463 w 480"/>
                    <a:gd name="T69" fmla="*/ 64 h 232"/>
                    <a:gd name="T70" fmla="*/ 480 w 480"/>
                    <a:gd name="T71" fmla="*/ 16 h 232"/>
                    <a:gd name="T72" fmla="*/ 421 w 480"/>
                    <a:gd name="T73" fmla="*/ 8 h 23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80"/>
                    <a:gd name="T112" fmla="*/ 0 h 232"/>
                    <a:gd name="T113" fmla="*/ 480 w 480"/>
                    <a:gd name="T114" fmla="*/ 232 h 23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80" h="232">
                      <a:moveTo>
                        <a:pt x="421" y="8"/>
                      </a:moveTo>
                      <a:lnTo>
                        <a:pt x="396" y="0"/>
                      </a:lnTo>
                      <a:lnTo>
                        <a:pt x="353" y="0"/>
                      </a:lnTo>
                      <a:lnTo>
                        <a:pt x="328" y="16"/>
                      </a:lnTo>
                      <a:lnTo>
                        <a:pt x="294" y="16"/>
                      </a:lnTo>
                      <a:lnTo>
                        <a:pt x="269" y="40"/>
                      </a:lnTo>
                      <a:lnTo>
                        <a:pt x="244" y="40"/>
                      </a:lnTo>
                      <a:lnTo>
                        <a:pt x="236" y="24"/>
                      </a:lnTo>
                      <a:lnTo>
                        <a:pt x="210" y="0"/>
                      </a:lnTo>
                      <a:lnTo>
                        <a:pt x="177" y="24"/>
                      </a:lnTo>
                      <a:lnTo>
                        <a:pt x="168" y="24"/>
                      </a:lnTo>
                      <a:lnTo>
                        <a:pt x="151" y="16"/>
                      </a:lnTo>
                      <a:lnTo>
                        <a:pt x="126" y="32"/>
                      </a:lnTo>
                      <a:lnTo>
                        <a:pt x="101" y="56"/>
                      </a:lnTo>
                      <a:lnTo>
                        <a:pt x="67" y="104"/>
                      </a:lnTo>
                      <a:lnTo>
                        <a:pt x="25" y="104"/>
                      </a:lnTo>
                      <a:lnTo>
                        <a:pt x="0" y="136"/>
                      </a:lnTo>
                      <a:lnTo>
                        <a:pt x="0" y="176"/>
                      </a:lnTo>
                      <a:lnTo>
                        <a:pt x="33" y="200"/>
                      </a:lnTo>
                      <a:lnTo>
                        <a:pt x="25" y="208"/>
                      </a:lnTo>
                      <a:lnTo>
                        <a:pt x="42" y="216"/>
                      </a:lnTo>
                      <a:lnTo>
                        <a:pt x="67" y="232"/>
                      </a:lnTo>
                      <a:lnTo>
                        <a:pt x="185" y="216"/>
                      </a:lnTo>
                      <a:lnTo>
                        <a:pt x="185" y="184"/>
                      </a:lnTo>
                      <a:lnTo>
                        <a:pt x="236" y="168"/>
                      </a:lnTo>
                      <a:lnTo>
                        <a:pt x="244" y="152"/>
                      </a:lnTo>
                      <a:lnTo>
                        <a:pt x="286" y="160"/>
                      </a:lnTo>
                      <a:lnTo>
                        <a:pt x="328" y="112"/>
                      </a:lnTo>
                      <a:lnTo>
                        <a:pt x="362" y="112"/>
                      </a:lnTo>
                      <a:lnTo>
                        <a:pt x="404" y="104"/>
                      </a:lnTo>
                      <a:lnTo>
                        <a:pt x="412" y="104"/>
                      </a:lnTo>
                      <a:lnTo>
                        <a:pt x="438" y="112"/>
                      </a:lnTo>
                      <a:lnTo>
                        <a:pt x="455" y="112"/>
                      </a:lnTo>
                      <a:lnTo>
                        <a:pt x="463" y="64"/>
                      </a:lnTo>
                      <a:lnTo>
                        <a:pt x="480" y="16"/>
                      </a:lnTo>
                      <a:lnTo>
                        <a:pt x="421" y="8"/>
                      </a:lnTo>
                      <a:close/>
                    </a:path>
                  </a:pathLst>
                </a:custGeom>
                <a:solidFill>
                  <a:srgbClr val="99CCFF"/>
                </a:solidFill>
                <a:ln w="12700">
                  <a:solidFill>
                    <a:srgbClr val="000000"/>
                  </a:solidFill>
                  <a:prstDash val="solid"/>
                  <a:round/>
                  <a:headEnd/>
                  <a:tailEnd/>
                </a:ln>
              </p:spPr>
              <p:txBody>
                <a:bodyPr/>
                <a:lstStyle/>
                <a:p>
                  <a:endParaRPr lang="en-GB"/>
                </a:p>
              </p:txBody>
            </p:sp>
            <p:sp>
              <p:nvSpPr>
                <p:cNvPr id="12410" name="Freeform 68"/>
                <p:cNvSpPr>
                  <a:spLocks/>
                </p:cNvSpPr>
                <p:nvPr/>
              </p:nvSpPr>
              <p:spPr bwMode="auto">
                <a:xfrm>
                  <a:off x="3044" y="3092"/>
                  <a:ext cx="438" cy="504"/>
                </a:xfrm>
                <a:custGeom>
                  <a:avLst/>
                  <a:gdLst>
                    <a:gd name="T0" fmla="*/ 126 w 438"/>
                    <a:gd name="T1" fmla="*/ 424 h 504"/>
                    <a:gd name="T2" fmla="*/ 160 w 438"/>
                    <a:gd name="T3" fmla="*/ 440 h 504"/>
                    <a:gd name="T4" fmla="*/ 185 w 438"/>
                    <a:gd name="T5" fmla="*/ 440 h 504"/>
                    <a:gd name="T6" fmla="*/ 202 w 438"/>
                    <a:gd name="T7" fmla="*/ 456 h 504"/>
                    <a:gd name="T8" fmla="*/ 236 w 438"/>
                    <a:gd name="T9" fmla="*/ 496 h 504"/>
                    <a:gd name="T10" fmla="*/ 252 w 438"/>
                    <a:gd name="T11" fmla="*/ 504 h 504"/>
                    <a:gd name="T12" fmla="*/ 261 w 438"/>
                    <a:gd name="T13" fmla="*/ 472 h 504"/>
                    <a:gd name="T14" fmla="*/ 286 w 438"/>
                    <a:gd name="T15" fmla="*/ 464 h 504"/>
                    <a:gd name="T16" fmla="*/ 311 w 438"/>
                    <a:gd name="T17" fmla="*/ 456 h 504"/>
                    <a:gd name="T18" fmla="*/ 370 w 438"/>
                    <a:gd name="T19" fmla="*/ 432 h 504"/>
                    <a:gd name="T20" fmla="*/ 413 w 438"/>
                    <a:gd name="T21" fmla="*/ 432 h 504"/>
                    <a:gd name="T22" fmla="*/ 421 w 438"/>
                    <a:gd name="T23" fmla="*/ 400 h 504"/>
                    <a:gd name="T24" fmla="*/ 404 w 438"/>
                    <a:gd name="T25" fmla="*/ 392 h 504"/>
                    <a:gd name="T26" fmla="*/ 404 w 438"/>
                    <a:gd name="T27" fmla="*/ 360 h 504"/>
                    <a:gd name="T28" fmla="*/ 421 w 438"/>
                    <a:gd name="T29" fmla="*/ 352 h 504"/>
                    <a:gd name="T30" fmla="*/ 438 w 438"/>
                    <a:gd name="T31" fmla="*/ 312 h 504"/>
                    <a:gd name="T32" fmla="*/ 396 w 438"/>
                    <a:gd name="T33" fmla="*/ 280 h 504"/>
                    <a:gd name="T34" fmla="*/ 379 w 438"/>
                    <a:gd name="T35" fmla="*/ 248 h 504"/>
                    <a:gd name="T36" fmla="*/ 370 w 438"/>
                    <a:gd name="T37" fmla="*/ 216 h 504"/>
                    <a:gd name="T38" fmla="*/ 387 w 438"/>
                    <a:gd name="T39" fmla="*/ 184 h 504"/>
                    <a:gd name="T40" fmla="*/ 370 w 438"/>
                    <a:gd name="T41" fmla="*/ 176 h 504"/>
                    <a:gd name="T42" fmla="*/ 370 w 438"/>
                    <a:gd name="T43" fmla="*/ 136 h 504"/>
                    <a:gd name="T44" fmla="*/ 328 w 438"/>
                    <a:gd name="T45" fmla="*/ 160 h 504"/>
                    <a:gd name="T46" fmla="*/ 286 w 438"/>
                    <a:gd name="T47" fmla="*/ 144 h 504"/>
                    <a:gd name="T48" fmla="*/ 244 w 438"/>
                    <a:gd name="T49" fmla="*/ 136 h 504"/>
                    <a:gd name="T50" fmla="*/ 261 w 438"/>
                    <a:gd name="T51" fmla="*/ 104 h 504"/>
                    <a:gd name="T52" fmla="*/ 219 w 438"/>
                    <a:gd name="T53" fmla="*/ 88 h 504"/>
                    <a:gd name="T54" fmla="*/ 185 w 438"/>
                    <a:gd name="T55" fmla="*/ 64 h 504"/>
                    <a:gd name="T56" fmla="*/ 177 w 438"/>
                    <a:gd name="T57" fmla="*/ 40 h 504"/>
                    <a:gd name="T58" fmla="*/ 143 w 438"/>
                    <a:gd name="T59" fmla="*/ 16 h 504"/>
                    <a:gd name="T60" fmla="*/ 126 w 438"/>
                    <a:gd name="T61" fmla="*/ 0 h 504"/>
                    <a:gd name="T62" fmla="*/ 118 w 438"/>
                    <a:gd name="T63" fmla="*/ 8 h 504"/>
                    <a:gd name="T64" fmla="*/ 67 w 438"/>
                    <a:gd name="T65" fmla="*/ 8 h 504"/>
                    <a:gd name="T66" fmla="*/ 33 w 438"/>
                    <a:gd name="T67" fmla="*/ 24 h 504"/>
                    <a:gd name="T68" fmla="*/ 8 w 438"/>
                    <a:gd name="T69" fmla="*/ 24 h 504"/>
                    <a:gd name="T70" fmla="*/ 0 w 438"/>
                    <a:gd name="T71" fmla="*/ 48 h 504"/>
                    <a:gd name="T72" fmla="*/ 8 w 438"/>
                    <a:gd name="T73" fmla="*/ 80 h 504"/>
                    <a:gd name="T74" fmla="*/ 33 w 438"/>
                    <a:gd name="T75" fmla="*/ 112 h 504"/>
                    <a:gd name="T76" fmla="*/ 59 w 438"/>
                    <a:gd name="T77" fmla="*/ 120 h 504"/>
                    <a:gd name="T78" fmla="*/ 33 w 438"/>
                    <a:gd name="T79" fmla="*/ 128 h 504"/>
                    <a:gd name="T80" fmla="*/ 33 w 438"/>
                    <a:gd name="T81" fmla="*/ 160 h 504"/>
                    <a:gd name="T82" fmla="*/ 8 w 438"/>
                    <a:gd name="T83" fmla="*/ 152 h 504"/>
                    <a:gd name="T84" fmla="*/ 17 w 438"/>
                    <a:gd name="T85" fmla="*/ 168 h 504"/>
                    <a:gd name="T86" fmla="*/ 50 w 438"/>
                    <a:gd name="T87" fmla="*/ 168 h 504"/>
                    <a:gd name="T88" fmla="*/ 50 w 438"/>
                    <a:gd name="T89" fmla="*/ 200 h 504"/>
                    <a:gd name="T90" fmla="*/ 59 w 438"/>
                    <a:gd name="T91" fmla="*/ 232 h 504"/>
                    <a:gd name="T92" fmla="*/ 101 w 438"/>
                    <a:gd name="T93" fmla="*/ 256 h 504"/>
                    <a:gd name="T94" fmla="*/ 75 w 438"/>
                    <a:gd name="T95" fmla="*/ 272 h 504"/>
                    <a:gd name="T96" fmla="*/ 101 w 438"/>
                    <a:gd name="T97" fmla="*/ 312 h 504"/>
                    <a:gd name="T98" fmla="*/ 50 w 438"/>
                    <a:gd name="T99" fmla="*/ 328 h 504"/>
                    <a:gd name="T100" fmla="*/ 59 w 438"/>
                    <a:gd name="T101" fmla="*/ 352 h 504"/>
                    <a:gd name="T102" fmla="*/ 33 w 438"/>
                    <a:gd name="T103" fmla="*/ 352 h 504"/>
                    <a:gd name="T104" fmla="*/ 25 w 438"/>
                    <a:gd name="T105" fmla="*/ 384 h 504"/>
                    <a:gd name="T106" fmla="*/ 0 w 438"/>
                    <a:gd name="T107" fmla="*/ 400 h 504"/>
                    <a:gd name="T108" fmla="*/ 8 w 438"/>
                    <a:gd name="T109" fmla="*/ 416 h 504"/>
                    <a:gd name="T110" fmla="*/ 8 w 438"/>
                    <a:gd name="T111" fmla="*/ 456 h 504"/>
                    <a:gd name="T112" fmla="*/ 17 w 438"/>
                    <a:gd name="T113" fmla="*/ 456 h 504"/>
                    <a:gd name="T114" fmla="*/ 101 w 438"/>
                    <a:gd name="T115" fmla="*/ 504 h 504"/>
                    <a:gd name="T116" fmla="*/ 101 w 438"/>
                    <a:gd name="T117" fmla="*/ 496 h 504"/>
                    <a:gd name="T118" fmla="*/ 126 w 438"/>
                    <a:gd name="T119" fmla="*/ 424 h 50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38"/>
                    <a:gd name="T181" fmla="*/ 0 h 504"/>
                    <a:gd name="T182" fmla="*/ 438 w 438"/>
                    <a:gd name="T183" fmla="*/ 504 h 50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38" h="504">
                      <a:moveTo>
                        <a:pt x="126" y="424"/>
                      </a:moveTo>
                      <a:lnTo>
                        <a:pt x="160" y="440"/>
                      </a:lnTo>
                      <a:lnTo>
                        <a:pt x="185" y="440"/>
                      </a:lnTo>
                      <a:lnTo>
                        <a:pt x="202" y="456"/>
                      </a:lnTo>
                      <a:lnTo>
                        <a:pt x="236" y="496"/>
                      </a:lnTo>
                      <a:lnTo>
                        <a:pt x="252" y="504"/>
                      </a:lnTo>
                      <a:lnTo>
                        <a:pt x="261" y="472"/>
                      </a:lnTo>
                      <a:lnTo>
                        <a:pt x="286" y="464"/>
                      </a:lnTo>
                      <a:lnTo>
                        <a:pt x="311" y="456"/>
                      </a:lnTo>
                      <a:lnTo>
                        <a:pt x="370" y="432"/>
                      </a:lnTo>
                      <a:lnTo>
                        <a:pt x="413" y="432"/>
                      </a:lnTo>
                      <a:lnTo>
                        <a:pt x="421" y="400"/>
                      </a:lnTo>
                      <a:lnTo>
                        <a:pt x="404" y="392"/>
                      </a:lnTo>
                      <a:lnTo>
                        <a:pt x="404" y="360"/>
                      </a:lnTo>
                      <a:lnTo>
                        <a:pt x="421" y="352"/>
                      </a:lnTo>
                      <a:lnTo>
                        <a:pt x="438" y="312"/>
                      </a:lnTo>
                      <a:lnTo>
                        <a:pt x="396" y="280"/>
                      </a:lnTo>
                      <a:lnTo>
                        <a:pt x="379" y="248"/>
                      </a:lnTo>
                      <a:lnTo>
                        <a:pt x="370" y="216"/>
                      </a:lnTo>
                      <a:lnTo>
                        <a:pt x="387" y="184"/>
                      </a:lnTo>
                      <a:lnTo>
                        <a:pt x="370" y="176"/>
                      </a:lnTo>
                      <a:lnTo>
                        <a:pt x="370" y="136"/>
                      </a:lnTo>
                      <a:lnTo>
                        <a:pt x="328" y="160"/>
                      </a:lnTo>
                      <a:lnTo>
                        <a:pt x="286" y="144"/>
                      </a:lnTo>
                      <a:lnTo>
                        <a:pt x="244" y="136"/>
                      </a:lnTo>
                      <a:lnTo>
                        <a:pt x="261" y="104"/>
                      </a:lnTo>
                      <a:lnTo>
                        <a:pt x="219" y="88"/>
                      </a:lnTo>
                      <a:lnTo>
                        <a:pt x="185" y="64"/>
                      </a:lnTo>
                      <a:lnTo>
                        <a:pt x="177" y="40"/>
                      </a:lnTo>
                      <a:lnTo>
                        <a:pt x="143" y="16"/>
                      </a:lnTo>
                      <a:lnTo>
                        <a:pt x="126" y="0"/>
                      </a:lnTo>
                      <a:lnTo>
                        <a:pt x="118" y="8"/>
                      </a:lnTo>
                      <a:lnTo>
                        <a:pt x="67" y="8"/>
                      </a:lnTo>
                      <a:lnTo>
                        <a:pt x="33" y="24"/>
                      </a:lnTo>
                      <a:lnTo>
                        <a:pt x="8" y="24"/>
                      </a:lnTo>
                      <a:lnTo>
                        <a:pt x="0" y="48"/>
                      </a:lnTo>
                      <a:lnTo>
                        <a:pt x="8" y="80"/>
                      </a:lnTo>
                      <a:lnTo>
                        <a:pt x="33" y="112"/>
                      </a:lnTo>
                      <a:lnTo>
                        <a:pt x="59" y="120"/>
                      </a:lnTo>
                      <a:lnTo>
                        <a:pt x="33" y="128"/>
                      </a:lnTo>
                      <a:lnTo>
                        <a:pt x="33" y="160"/>
                      </a:lnTo>
                      <a:lnTo>
                        <a:pt x="8" y="152"/>
                      </a:lnTo>
                      <a:lnTo>
                        <a:pt x="17" y="168"/>
                      </a:lnTo>
                      <a:lnTo>
                        <a:pt x="50" y="168"/>
                      </a:lnTo>
                      <a:lnTo>
                        <a:pt x="50" y="200"/>
                      </a:lnTo>
                      <a:lnTo>
                        <a:pt x="59" y="232"/>
                      </a:lnTo>
                      <a:lnTo>
                        <a:pt x="101" y="256"/>
                      </a:lnTo>
                      <a:lnTo>
                        <a:pt x="75" y="272"/>
                      </a:lnTo>
                      <a:lnTo>
                        <a:pt x="101" y="312"/>
                      </a:lnTo>
                      <a:lnTo>
                        <a:pt x="50" y="328"/>
                      </a:lnTo>
                      <a:lnTo>
                        <a:pt x="59" y="352"/>
                      </a:lnTo>
                      <a:lnTo>
                        <a:pt x="33" y="352"/>
                      </a:lnTo>
                      <a:lnTo>
                        <a:pt x="25" y="384"/>
                      </a:lnTo>
                      <a:lnTo>
                        <a:pt x="0" y="400"/>
                      </a:lnTo>
                      <a:lnTo>
                        <a:pt x="8" y="416"/>
                      </a:lnTo>
                      <a:lnTo>
                        <a:pt x="8" y="456"/>
                      </a:lnTo>
                      <a:lnTo>
                        <a:pt x="17" y="456"/>
                      </a:lnTo>
                      <a:lnTo>
                        <a:pt x="101" y="504"/>
                      </a:lnTo>
                      <a:lnTo>
                        <a:pt x="101" y="496"/>
                      </a:lnTo>
                      <a:lnTo>
                        <a:pt x="126" y="42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11" name="Freeform 69"/>
                <p:cNvSpPr>
                  <a:spLocks/>
                </p:cNvSpPr>
                <p:nvPr/>
              </p:nvSpPr>
              <p:spPr bwMode="auto">
                <a:xfrm>
                  <a:off x="3145" y="3516"/>
                  <a:ext cx="210" cy="352"/>
                </a:xfrm>
                <a:custGeom>
                  <a:avLst/>
                  <a:gdLst>
                    <a:gd name="T0" fmla="*/ 151 w 210"/>
                    <a:gd name="T1" fmla="*/ 304 h 352"/>
                    <a:gd name="T2" fmla="*/ 185 w 210"/>
                    <a:gd name="T3" fmla="*/ 288 h 352"/>
                    <a:gd name="T4" fmla="*/ 185 w 210"/>
                    <a:gd name="T5" fmla="*/ 248 h 352"/>
                    <a:gd name="T6" fmla="*/ 210 w 210"/>
                    <a:gd name="T7" fmla="*/ 232 h 352"/>
                    <a:gd name="T8" fmla="*/ 194 w 210"/>
                    <a:gd name="T9" fmla="*/ 192 h 352"/>
                    <a:gd name="T10" fmla="*/ 168 w 210"/>
                    <a:gd name="T11" fmla="*/ 184 h 352"/>
                    <a:gd name="T12" fmla="*/ 143 w 210"/>
                    <a:gd name="T13" fmla="*/ 152 h 352"/>
                    <a:gd name="T14" fmla="*/ 135 w 210"/>
                    <a:gd name="T15" fmla="*/ 96 h 352"/>
                    <a:gd name="T16" fmla="*/ 135 w 210"/>
                    <a:gd name="T17" fmla="*/ 72 h 352"/>
                    <a:gd name="T18" fmla="*/ 101 w 210"/>
                    <a:gd name="T19" fmla="*/ 32 h 352"/>
                    <a:gd name="T20" fmla="*/ 84 w 210"/>
                    <a:gd name="T21" fmla="*/ 16 h 352"/>
                    <a:gd name="T22" fmla="*/ 59 w 210"/>
                    <a:gd name="T23" fmla="*/ 16 h 352"/>
                    <a:gd name="T24" fmla="*/ 25 w 210"/>
                    <a:gd name="T25" fmla="*/ 0 h 352"/>
                    <a:gd name="T26" fmla="*/ 0 w 210"/>
                    <a:gd name="T27" fmla="*/ 72 h 352"/>
                    <a:gd name="T28" fmla="*/ 0 w 210"/>
                    <a:gd name="T29" fmla="*/ 80 h 352"/>
                    <a:gd name="T30" fmla="*/ 17 w 210"/>
                    <a:gd name="T31" fmla="*/ 88 h 352"/>
                    <a:gd name="T32" fmla="*/ 33 w 210"/>
                    <a:gd name="T33" fmla="*/ 104 h 352"/>
                    <a:gd name="T34" fmla="*/ 33 w 210"/>
                    <a:gd name="T35" fmla="*/ 120 h 352"/>
                    <a:gd name="T36" fmla="*/ 33 w 210"/>
                    <a:gd name="T37" fmla="*/ 160 h 352"/>
                    <a:gd name="T38" fmla="*/ 42 w 210"/>
                    <a:gd name="T39" fmla="*/ 248 h 352"/>
                    <a:gd name="T40" fmla="*/ 67 w 210"/>
                    <a:gd name="T41" fmla="*/ 288 h 352"/>
                    <a:gd name="T42" fmla="*/ 109 w 210"/>
                    <a:gd name="T43" fmla="*/ 320 h 352"/>
                    <a:gd name="T44" fmla="*/ 135 w 210"/>
                    <a:gd name="T45" fmla="*/ 352 h 352"/>
                    <a:gd name="T46" fmla="*/ 151 w 210"/>
                    <a:gd name="T47" fmla="*/ 344 h 352"/>
                    <a:gd name="T48" fmla="*/ 151 w 210"/>
                    <a:gd name="T49" fmla="*/ 304 h 3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10"/>
                    <a:gd name="T76" fmla="*/ 0 h 352"/>
                    <a:gd name="T77" fmla="*/ 210 w 210"/>
                    <a:gd name="T78" fmla="*/ 352 h 3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10" h="352">
                      <a:moveTo>
                        <a:pt x="151" y="304"/>
                      </a:moveTo>
                      <a:lnTo>
                        <a:pt x="185" y="288"/>
                      </a:lnTo>
                      <a:lnTo>
                        <a:pt x="185" y="248"/>
                      </a:lnTo>
                      <a:lnTo>
                        <a:pt x="210" y="232"/>
                      </a:lnTo>
                      <a:lnTo>
                        <a:pt x="194" y="192"/>
                      </a:lnTo>
                      <a:lnTo>
                        <a:pt x="168" y="184"/>
                      </a:lnTo>
                      <a:lnTo>
                        <a:pt x="143" y="152"/>
                      </a:lnTo>
                      <a:lnTo>
                        <a:pt x="135" y="96"/>
                      </a:lnTo>
                      <a:lnTo>
                        <a:pt x="135" y="72"/>
                      </a:lnTo>
                      <a:lnTo>
                        <a:pt x="101" y="32"/>
                      </a:lnTo>
                      <a:lnTo>
                        <a:pt x="84" y="16"/>
                      </a:lnTo>
                      <a:lnTo>
                        <a:pt x="59" y="16"/>
                      </a:lnTo>
                      <a:lnTo>
                        <a:pt x="25" y="0"/>
                      </a:lnTo>
                      <a:lnTo>
                        <a:pt x="0" y="72"/>
                      </a:lnTo>
                      <a:lnTo>
                        <a:pt x="0" y="80"/>
                      </a:lnTo>
                      <a:lnTo>
                        <a:pt x="17" y="88"/>
                      </a:lnTo>
                      <a:lnTo>
                        <a:pt x="33" y="104"/>
                      </a:lnTo>
                      <a:lnTo>
                        <a:pt x="33" y="120"/>
                      </a:lnTo>
                      <a:lnTo>
                        <a:pt x="33" y="160"/>
                      </a:lnTo>
                      <a:lnTo>
                        <a:pt x="42" y="248"/>
                      </a:lnTo>
                      <a:lnTo>
                        <a:pt x="67" y="288"/>
                      </a:lnTo>
                      <a:lnTo>
                        <a:pt x="109" y="320"/>
                      </a:lnTo>
                      <a:lnTo>
                        <a:pt x="135" y="352"/>
                      </a:lnTo>
                      <a:lnTo>
                        <a:pt x="151" y="344"/>
                      </a:lnTo>
                      <a:lnTo>
                        <a:pt x="151" y="304"/>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12" name="Freeform 70"/>
                <p:cNvSpPr>
                  <a:spLocks/>
                </p:cNvSpPr>
                <p:nvPr/>
              </p:nvSpPr>
              <p:spPr bwMode="auto">
                <a:xfrm>
                  <a:off x="3280" y="3516"/>
                  <a:ext cx="606" cy="704"/>
                </a:xfrm>
                <a:custGeom>
                  <a:avLst/>
                  <a:gdLst>
                    <a:gd name="T0" fmla="*/ 606 w 606"/>
                    <a:gd name="T1" fmla="*/ 24 h 704"/>
                    <a:gd name="T2" fmla="*/ 556 w 606"/>
                    <a:gd name="T3" fmla="*/ 0 h 704"/>
                    <a:gd name="T4" fmla="*/ 530 w 606"/>
                    <a:gd name="T5" fmla="*/ 56 h 704"/>
                    <a:gd name="T6" fmla="*/ 446 w 606"/>
                    <a:gd name="T7" fmla="*/ 72 h 704"/>
                    <a:gd name="T8" fmla="*/ 379 w 606"/>
                    <a:gd name="T9" fmla="*/ 56 h 704"/>
                    <a:gd name="T10" fmla="*/ 286 w 606"/>
                    <a:gd name="T11" fmla="*/ 104 h 704"/>
                    <a:gd name="T12" fmla="*/ 236 w 606"/>
                    <a:gd name="T13" fmla="*/ 136 h 704"/>
                    <a:gd name="T14" fmla="*/ 134 w 606"/>
                    <a:gd name="T15" fmla="*/ 184 h 704"/>
                    <a:gd name="T16" fmla="*/ 75 w 606"/>
                    <a:gd name="T17" fmla="*/ 200 h 704"/>
                    <a:gd name="T18" fmla="*/ 75 w 606"/>
                    <a:gd name="T19" fmla="*/ 232 h 704"/>
                    <a:gd name="T20" fmla="*/ 50 w 606"/>
                    <a:gd name="T21" fmla="*/ 288 h 704"/>
                    <a:gd name="T22" fmla="*/ 16 w 606"/>
                    <a:gd name="T23" fmla="*/ 344 h 704"/>
                    <a:gd name="T24" fmla="*/ 33 w 606"/>
                    <a:gd name="T25" fmla="*/ 392 h 704"/>
                    <a:gd name="T26" fmla="*/ 59 w 606"/>
                    <a:gd name="T27" fmla="*/ 464 h 704"/>
                    <a:gd name="T28" fmla="*/ 118 w 606"/>
                    <a:gd name="T29" fmla="*/ 480 h 704"/>
                    <a:gd name="T30" fmla="*/ 286 w 606"/>
                    <a:gd name="T31" fmla="*/ 472 h 704"/>
                    <a:gd name="T32" fmla="*/ 337 w 606"/>
                    <a:gd name="T33" fmla="*/ 496 h 704"/>
                    <a:gd name="T34" fmla="*/ 294 w 606"/>
                    <a:gd name="T35" fmla="*/ 512 h 704"/>
                    <a:gd name="T36" fmla="*/ 210 w 606"/>
                    <a:gd name="T37" fmla="*/ 488 h 704"/>
                    <a:gd name="T38" fmla="*/ 160 w 606"/>
                    <a:gd name="T39" fmla="*/ 512 h 704"/>
                    <a:gd name="T40" fmla="*/ 160 w 606"/>
                    <a:gd name="T41" fmla="*/ 568 h 704"/>
                    <a:gd name="T42" fmla="*/ 202 w 606"/>
                    <a:gd name="T43" fmla="*/ 592 h 704"/>
                    <a:gd name="T44" fmla="*/ 236 w 606"/>
                    <a:gd name="T45" fmla="*/ 672 h 704"/>
                    <a:gd name="T46" fmla="*/ 278 w 606"/>
                    <a:gd name="T47" fmla="*/ 656 h 704"/>
                    <a:gd name="T48" fmla="*/ 337 w 606"/>
                    <a:gd name="T49" fmla="*/ 656 h 704"/>
                    <a:gd name="T50" fmla="*/ 328 w 606"/>
                    <a:gd name="T51" fmla="*/ 568 h 704"/>
                    <a:gd name="T52" fmla="*/ 370 w 606"/>
                    <a:gd name="T53" fmla="*/ 584 h 704"/>
                    <a:gd name="T54" fmla="*/ 387 w 606"/>
                    <a:gd name="T55" fmla="*/ 576 h 704"/>
                    <a:gd name="T56" fmla="*/ 353 w 606"/>
                    <a:gd name="T57" fmla="*/ 528 h 704"/>
                    <a:gd name="T58" fmla="*/ 455 w 606"/>
                    <a:gd name="T59" fmla="*/ 528 h 704"/>
                    <a:gd name="T60" fmla="*/ 438 w 606"/>
                    <a:gd name="T61" fmla="*/ 464 h 704"/>
                    <a:gd name="T62" fmla="*/ 438 w 606"/>
                    <a:gd name="T63" fmla="*/ 448 h 704"/>
                    <a:gd name="T64" fmla="*/ 480 w 606"/>
                    <a:gd name="T65" fmla="*/ 480 h 704"/>
                    <a:gd name="T66" fmla="*/ 463 w 606"/>
                    <a:gd name="T67" fmla="*/ 440 h 704"/>
                    <a:gd name="T68" fmla="*/ 353 w 606"/>
                    <a:gd name="T69" fmla="*/ 384 h 704"/>
                    <a:gd name="T70" fmla="*/ 337 w 606"/>
                    <a:gd name="T71" fmla="*/ 400 h 704"/>
                    <a:gd name="T72" fmla="*/ 311 w 606"/>
                    <a:gd name="T73" fmla="*/ 408 h 704"/>
                    <a:gd name="T74" fmla="*/ 294 w 606"/>
                    <a:gd name="T75" fmla="*/ 376 h 704"/>
                    <a:gd name="T76" fmla="*/ 337 w 606"/>
                    <a:gd name="T77" fmla="*/ 360 h 704"/>
                    <a:gd name="T78" fmla="*/ 320 w 606"/>
                    <a:gd name="T79" fmla="*/ 320 h 704"/>
                    <a:gd name="T80" fmla="*/ 236 w 606"/>
                    <a:gd name="T81" fmla="*/ 240 h 704"/>
                    <a:gd name="T82" fmla="*/ 261 w 606"/>
                    <a:gd name="T83" fmla="*/ 200 h 704"/>
                    <a:gd name="T84" fmla="*/ 294 w 606"/>
                    <a:gd name="T85" fmla="*/ 232 h 704"/>
                    <a:gd name="T86" fmla="*/ 337 w 606"/>
                    <a:gd name="T87" fmla="*/ 264 h 704"/>
                    <a:gd name="T88" fmla="*/ 362 w 606"/>
                    <a:gd name="T89" fmla="*/ 208 h 704"/>
                    <a:gd name="T90" fmla="*/ 387 w 606"/>
                    <a:gd name="T91" fmla="*/ 144 h 704"/>
                    <a:gd name="T92" fmla="*/ 497 w 606"/>
                    <a:gd name="T93" fmla="*/ 112 h 704"/>
                    <a:gd name="T94" fmla="*/ 564 w 606"/>
                    <a:gd name="T95" fmla="*/ 112 h 704"/>
                    <a:gd name="T96" fmla="*/ 598 w 606"/>
                    <a:gd name="T97" fmla="*/ 96 h 7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06"/>
                    <a:gd name="T148" fmla="*/ 0 h 704"/>
                    <a:gd name="T149" fmla="*/ 606 w 606"/>
                    <a:gd name="T150" fmla="*/ 704 h 70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06" h="704">
                      <a:moveTo>
                        <a:pt x="589" y="72"/>
                      </a:moveTo>
                      <a:lnTo>
                        <a:pt x="606" y="24"/>
                      </a:lnTo>
                      <a:lnTo>
                        <a:pt x="581" y="0"/>
                      </a:lnTo>
                      <a:lnTo>
                        <a:pt x="556" y="0"/>
                      </a:lnTo>
                      <a:lnTo>
                        <a:pt x="564" y="40"/>
                      </a:lnTo>
                      <a:lnTo>
                        <a:pt x="530" y="56"/>
                      </a:lnTo>
                      <a:lnTo>
                        <a:pt x="471" y="72"/>
                      </a:lnTo>
                      <a:lnTo>
                        <a:pt x="446" y="72"/>
                      </a:lnTo>
                      <a:lnTo>
                        <a:pt x="412" y="72"/>
                      </a:lnTo>
                      <a:lnTo>
                        <a:pt x="379" y="56"/>
                      </a:lnTo>
                      <a:lnTo>
                        <a:pt x="328" y="88"/>
                      </a:lnTo>
                      <a:lnTo>
                        <a:pt x="286" y="104"/>
                      </a:lnTo>
                      <a:lnTo>
                        <a:pt x="244" y="104"/>
                      </a:lnTo>
                      <a:lnTo>
                        <a:pt x="236" y="136"/>
                      </a:lnTo>
                      <a:lnTo>
                        <a:pt x="168" y="144"/>
                      </a:lnTo>
                      <a:lnTo>
                        <a:pt x="134" y="184"/>
                      </a:lnTo>
                      <a:lnTo>
                        <a:pt x="109" y="184"/>
                      </a:lnTo>
                      <a:lnTo>
                        <a:pt x="75" y="200"/>
                      </a:lnTo>
                      <a:lnTo>
                        <a:pt x="67" y="200"/>
                      </a:lnTo>
                      <a:lnTo>
                        <a:pt x="75" y="232"/>
                      </a:lnTo>
                      <a:lnTo>
                        <a:pt x="50" y="248"/>
                      </a:lnTo>
                      <a:lnTo>
                        <a:pt x="50" y="288"/>
                      </a:lnTo>
                      <a:lnTo>
                        <a:pt x="16" y="304"/>
                      </a:lnTo>
                      <a:lnTo>
                        <a:pt x="16" y="344"/>
                      </a:lnTo>
                      <a:lnTo>
                        <a:pt x="0" y="352"/>
                      </a:lnTo>
                      <a:lnTo>
                        <a:pt x="33" y="392"/>
                      </a:lnTo>
                      <a:lnTo>
                        <a:pt x="75" y="424"/>
                      </a:lnTo>
                      <a:lnTo>
                        <a:pt x="59" y="464"/>
                      </a:lnTo>
                      <a:lnTo>
                        <a:pt x="92" y="464"/>
                      </a:lnTo>
                      <a:lnTo>
                        <a:pt x="118" y="480"/>
                      </a:lnTo>
                      <a:lnTo>
                        <a:pt x="202" y="480"/>
                      </a:lnTo>
                      <a:lnTo>
                        <a:pt x="286" y="472"/>
                      </a:lnTo>
                      <a:lnTo>
                        <a:pt x="362" y="480"/>
                      </a:lnTo>
                      <a:lnTo>
                        <a:pt x="337" y="496"/>
                      </a:lnTo>
                      <a:lnTo>
                        <a:pt x="328" y="512"/>
                      </a:lnTo>
                      <a:lnTo>
                        <a:pt x="294" y="512"/>
                      </a:lnTo>
                      <a:lnTo>
                        <a:pt x="261" y="504"/>
                      </a:lnTo>
                      <a:lnTo>
                        <a:pt x="210" y="488"/>
                      </a:lnTo>
                      <a:lnTo>
                        <a:pt x="185" y="504"/>
                      </a:lnTo>
                      <a:lnTo>
                        <a:pt x="160" y="512"/>
                      </a:lnTo>
                      <a:lnTo>
                        <a:pt x="134" y="552"/>
                      </a:lnTo>
                      <a:lnTo>
                        <a:pt x="160" y="568"/>
                      </a:lnTo>
                      <a:lnTo>
                        <a:pt x="185" y="584"/>
                      </a:lnTo>
                      <a:lnTo>
                        <a:pt x="202" y="592"/>
                      </a:lnTo>
                      <a:lnTo>
                        <a:pt x="210" y="624"/>
                      </a:lnTo>
                      <a:lnTo>
                        <a:pt x="236" y="672"/>
                      </a:lnTo>
                      <a:lnTo>
                        <a:pt x="252" y="648"/>
                      </a:lnTo>
                      <a:lnTo>
                        <a:pt x="278" y="656"/>
                      </a:lnTo>
                      <a:lnTo>
                        <a:pt x="311" y="704"/>
                      </a:lnTo>
                      <a:lnTo>
                        <a:pt x="337" y="656"/>
                      </a:lnTo>
                      <a:lnTo>
                        <a:pt x="396" y="688"/>
                      </a:lnTo>
                      <a:lnTo>
                        <a:pt x="328" y="568"/>
                      </a:lnTo>
                      <a:lnTo>
                        <a:pt x="353" y="576"/>
                      </a:lnTo>
                      <a:lnTo>
                        <a:pt x="370" y="584"/>
                      </a:lnTo>
                      <a:lnTo>
                        <a:pt x="370" y="600"/>
                      </a:lnTo>
                      <a:lnTo>
                        <a:pt x="387" y="576"/>
                      </a:lnTo>
                      <a:lnTo>
                        <a:pt x="412" y="560"/>
                      </a:lnTo>
                      <a:lnTo>
                        <a:pt x="353" y="528"/>
                      </a:lnTo>
                      <a:lnTo>
                        <a:pt x="404" y="512"/>
                      </a:lnTo>
                      <a:lnTo>
                        <a:pt x="455" y="528"/>
                      </a:lnTo>
                      <a:lnTo>
                        <a:pt x="446" y="488"/>
                      </a:lnTo>
                      <a:lnTo>
                        <a:pt x="438" y="464"/>
                      </a:lnTo>
                      <a:lnTo>
                        <a:pt x="412" y="448"/>
                      </a:lnTo>
                      <a:lnTo>
                        <a:pt x="438" y="448"/>
                      </a:lnTo>
                      <a:lnTo>
                        <a:pt x="455" y="464"/>
                      </a:lnTo>
                      <a:lnTo>
                        <a:pt x="480" y="480"/>
                      </a:lnTo>
                      <a:lnTo>
                        <a:pt x="514" y="472"/>
                      </a:lnTo>
                      <a:lnTo>
                        <a:pt x="463" y="440"/>
                      </a:lnTo>
                      <a:lnTo>
                        <a:pt x="421" y="408"/>
                      </a:lnTo>
                      <a:lnTo>
                        <a:pt x="353" y="384"/>
                      </a:lnTo>
                      <a:lnTo>
                        <a:pt x="337" y="384"/>
                      </a:lnTo>
                      <a:lnTo>
                        <a:pt x="337" y="400"/>
                      </a:lnTo>
                      <a:lnTo>
                        <a:pt x="345" y="416"/>
                      </a:lnTo>
                      <a:lnTo>
                        <a:pt x="311" y="408"/>
                      </a:lnTo>
                      <a:lnTo>
                        <a:pt x="294" y="400"/>
                      </a:lnTo>
                      <a:lnTo>
                        <a:pt x="294" y="376"/>
                      </a:lnTo>
                      <a:lnTo>
                        <a:pt x="294" y="352"/>
                      </a:lnTo>
                      <a:lnTo>
                        <a:pt x="337" y="360"/>
                      </a:lnTo>
                      <a:lnTo>
                        <a:pt x="337" y="336"/>
                      </a:lnTo>
                      <a:lnTo>
                        <a:pt x="320" y="320"/>
                      </a:lnTo>
                      <a:lnTo>
                        <a:pt x="269" y="288"/>
                      </a:lnTo>
                      <a:lnTo>
                        <a:pt x="236" y="240"/>
                      </a:lnTo>
                      <a:lnTo>
                        <a:pt x="244" y="224"/>
                      </a:lnTo>
                      <a:lnTo>
                        <a:pt x="261" y="200"/>
                      </a:lnTo>
                      <a:lnTo>
                        <a:pt x="269" y="224"/>
                      </a:lnTo>
                      <a:lnTo>
                        <a:pt x="294" y="232"/>
                      </a:lnTo>
                      <a:lnTo>
                        <a:pt x="320" y="240"/>
                      </a:lnTo>
                      <a:lnTo>
                        <a:pt x="337" y="264"/>
                      </a:lnTo>
                      <a:lnTo>
                        <a:pt x="337" y="232"/>
                      </a:lnTo>
                      <a:lnTo>
                        <a:pt x="362" y="208"/>
                      </a:lnTo>
                      <a:lnTo>
                        <a:pt x="370" y="160"/>
                      </a:lnTo>
                      <a:lnTo>
                        <a:pt x="387" y="144"/>
                      </a:lnTo>
                      <a:lnTo>
                        <a:pt x="412" y="136"/>
                      </a:lnTo>
                      <a:lnTo>
                        <a:pt x="497" y="112"/>
                      </a:lnTo>
                      <a:lnTo>
                        <a:pt x="539" y="112"/>
                      </a:lnTo>
                      <a:lnTo>
                        <a:pt x="564" y="112"/>
                      </a:lnTo>
                      <a:lnTo>
                        <a:pt x="573" y="128"/>
                      </a:lnTo>
                      <a:lnTo>
                        <a:pt x="598" y="96"/>
                      </a:lnTo>
                      <a:lnTo>
                        <a:pt x="589" y="72"/>
                      </a:lnTo>
                      <a:close/>
                    </a:path>
                  </a:pathLst>
                </a:cu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13" name="Freeform 71"/>
                <p:cNvSpPr>
                  <a:spLocks/>
                </p:cNvSpPr>
                <p:nvPr/>
              </p:nvSpPr>
              <p:spPr bwMode="auto">
                <a:xfrm>
                  <a:off x="3145" y="3516"/>
                  <a:ext cx="210" cy="352"/>
                </a:xfrm>
                <a:custGeom>
                  <a:avLst/>
                  <a:gdLst>
                    <a:gd name="T0" fmla="*/ 151 w 210"/>
                    <a:gd name="T1" fmla="*/ 304 h 352"/>
                    <a:gd name="T2" fmla="*/ 185 w 210"/>
                    <a:gd name="T3" fmla="*/ 288 h 352"/>
                    <a:gd name="T4" fmla="*/ 185 w 210"/>
                    <a:gd name="T5" fmla="*/ 248 h 352"/>
                    <a:gd name="T6" fmla="*/ 210 w 210"/>
                    <a:gd name="T7" fmla="*/ 232 h 352"/>
                    <a:gd name="T8" fmla="*/ 194 w 210"/>
                    <a:gd name="T9" fmla="*/ 192 h 352"/>
                    <a:gd name="T10" fmla="*/ 168 w 210"/>
                    <a:gd name="T11" fmla="*/ 184 h 352"/>
                    <a:gd name="T12" fmla="*/ 143 w 210"/>
                    <a:gd name="T13" fmla="*/ 152 h 352"/>
                    <a:gd name="T14" fmla="*/ 135 w 210"/>
                    <a:gd name="T15" fmla="*/ 96 h 352"/>
                    <a:gd name="T16" fmla="*/ 135 w 210"/>
                    <a:gd name="T17" fmla="*/ 72 h 352"/>
                    <a:gd name="T18" fmla="*/ 135 w 210"/>
                    <a:gd name="T19" fmla="*/ 72 h 352"/>
                    <a:gd name="T20" fmla="*/ 101 w 210"/>
                    <a:gd name="T21" fmla="*/ 32 h 352"/>
                    <a:gd name="T22" fmla="*/ 84 w 210"/>
                    <a:gd name="T23" fmla="*/ 16 h 352"/>
                    <a:gd name="T24" fmla="*/ 59 w 210"/>
                    <a:gd name="T25" fmla="*/ 16 h 352"/>
                    <a:gd name="T26" fmla="*/ 25 w 210"/>
                    <a:gd name="T27" fmla="*/ 0 h 352"/>
                    <a:gd name="T28" fmla="*/ 0 w 210"/>
                    <a:gd name="T29" fmla="*/ 72 h 352"/>
                    <a:gd name="T30" fmla="*/ 0 w 210"/>
                    <a:gd name="T31" fmla="*/ 80 h 352"/>
                    <a:gd name="T32" fmla="*/ 17 w 210"/>
                    <a:gd name="T33" fmla="*/ 88 h 352"/>
                    <a:gd name="T34" fmla="*/ 33 w 210"/>
                    <a:gd name="T35" fmla="*/ 104 h 352"/>
                    <a:gd name="T36" fmla="*/ 33 w 210"/>
                    <a:gd name="T37" fmla="*/ 120 h 352"/>
                    <a:gd name="T38" fmla="*/ 33 w 210"/>
                    <a:gd name="T39" fmla="*/ 160 h 352"/>
                    <a:gd name="T40" fmla="*/ 42 w 210"/>
                    <a:gd name="T41" fmla="*/ 248 h 352"/>
                    <a:gd name="T42" fmla="*/ 67 w 210"/>
                    <a:gd name="T43" fmla="*/ 288 h 352"/>
                    <a:gd name="T44" fmla="*/ 109 w 210"/>
                    <a:gd name="T45" fmla="*/ 320 h 352"/>
                    <a:gd name="T46" fmla="*/ 135 w 210"/>
                    <a:gd name="T47" fmla="*/ 352 h 352"/>
                    <a:gd name="T48" fmla="*/ 151 w 210"/>
                    <a:gd name="T49" fmla="*/ 344 h 352"/>
                    <a:gd name="T50" fmla="*/ 151 w 210"/>
                    <a:gd name="T51" fmla="*/ 304 h 35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352"/>
                    <a:gd name="T80" fmla="*/ 210 w 210"/>
                    <a:gd name="T81" fmla="*/ 352 h 35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352">
                      <a:moveTo>
                        <a:pt x="151" y="304"/>
                      </a:moveTo>
                      <a:lnTo>
                        <a:pt x="185" y="288"/>
                      </a:lnTo>
                      <a:lnTo>
                        <a:pt x="185" y="248"/>
                      </a:lnTo>
                      <a:lnTo>
                        <a:pt x="210" y="232"/>
                      </a:lnTo>
                      <a:lnTo>
                        <a:pt x="194" y="192"/>
                      </a:lnTo>
                      <a:lnTo>
                        <a:pt x="168" y="184"/>
                      </a:lnTo>
                      <a:lnTo>
                        <a:pt x="143" y="152"/>
                      </a:lnTo>
                      <a:lnTo>
                        <a:pt x="135" y="96"/>
                      </a:lnTo>
                      <a:lnTo>
                        <a:pt x="135" y="72"/>
                      </a:lnTo>
                      <a:lnTo>
                        <a:pt x="101" y="32"/>
                      </a:lnTo>
                      <a:lnTo>
                        <a:pt x="84" y="16"/>
                      </a:lnTo>
                      <a:lnTo>
                        <a:pt x="59" y="16"/>
                      </a:lnTo>
                      <a:lnTo>
                        <a:pt x="25" y="0"/>
                      </a:lnTo>
                      <a:lnTo>
                        <a:pt x="0" y="72"/>
                      </a:lnTo>
                      <a:lnTo>
                        <a:pt x="0" y="80"/>
                      </a:lnTo>
                      <a:lnTo>
                        <a:pt x="17" y="88"/>
                      </a:lnTo>
                      <a:lnTo>
                        <a:pt x="33" y="104"/>
                      </a:lnTo>
                      <a:lnTo>
                        <a:pt x="33" y="120"/>
                      </a:lnTo>
                      <a:lnTo>
                        <a:pt x="33" y="160"/>
                      </a:lnTo>
                      <a:lnTo>
                        <a:pt x="42" y="248"/>
                      </a:lnTo>
                      <a:lnTo>
                        <a:pt x="67" y="288"/>
                      </a:lnTo>
                      <a:lnTo>
                        <a:pt x="109" y="320"/>
                      </a:lnTo>
                      <a:lnTo>
                        <a:pt x="135" y="352"/>
                      </a:lnTo>
                      <a:lnTo>
                        <a:pt x="151" y="344"/>
                      </a:lnTo>
                      <a:lnTo>
                        <a:pt x="151" y="304"/>
                      </a:lnTo>
                      <a:close/>
                    </a:path>
                  </a:pathLst>
                </a:custGeom>
                <a:solidFill>
                  <a:srgbClr val="99CCFF"/>
                </a:solidFill>
                <a:ln w="12700">
                  <a:solidFill>
                    <a:srgbClr val="000000"/>
                  </a:solidFill>
                  <a:prstDash val="solid"/>
                  <a:round/>
                  <a:headEnd/>
                  <a:tailEnd/>
                </a:ln>
              </p:spPr>
              <p:txBody>
                <a:bodyPr/>
                <a:lstStyle/>
                <a:p>
                  <a:endParaRPr lang="en-GB"/>
                </a:p>
              </p:txBody>
            </p:sp>
            <p:sp>
              <p:nvSpPr>
                <p:cNvPr id="12414" name="Freeform 72"/>
                <p:cNvSpPr>
                  <a:spLocks/>
                </p:cNvSpPr>
                <p:nvPr/>
              </p:nvSpPr>
              <p:spPr bwMode="auto">
                <a:xfrm>
                  <a:off x="3280" y="3516"/>
                  <a:ext cx="606" cy="704"/>
                </a:xfrm>
                <a:custGeom>
                  <a:avLst/>
                  <a:gdLst>
                    <a:gd name="T0" fmla="*/ 606 w 606"/>
                    <a:gd name="T1" fmla="*/ 24 h 704"/>
                    <a:gd name="T2" fmla="*/ 556 w 606"/>
                    <a:gd name="T3" fmla="*/ 0 h 704"/>
                    <a:gd name="T4" fmla="*/ 530 w 606"/>
                    <a:gd name="T5" fmla="*/ 56 h 704"/>
                    <a:gd name="T6" fmla="*/ 446 w 606"/>
                    <a:gd name="T7" fmla="*/ 72 h 704"/>
                    <a:gd name="T8" fmla="*/ 379 w 606"/>
                    <a:gd name="T9" fmla="*/ 56 h 704"/>
                    <a:gd name="T10" fmla="*/ 286 w 606"/>
                    <a:gd name="T11" fmla="*/ 104 h 704"/>
                    <a:gd name="T12" fmla="*/ 236 w 606"/>
                    <a:gd name="T13" fmla="*/ 136 h 704"/>
                    <a:gd name="T14" fmla="*/ 134 w 606"/>
                    <a:gd name="T15" fmla="*/ 184 h 704"/>
                    <a:gd name="T16" fmla="*/ 75 w 606"/>
                    <a:gd name="T17" fmla="*/ 200 h 704"/>
                    <a:gd name="T18" fmla="*/ 75 w 606"/>
                    <a:gd name="T19" fmla="*/ 232 h 704"/>
                    <a:gd name="T20" fmla="*/ 50 w 606"/>
                    <a:gd name="T21" fmla="*/ 288 h 704"/>
                    <a:gd name="T22" fmla="*/ 16 w 606"/>
                    <a:gd name="T23" fmla="*/ 344 h 704"/>
                    <a:gd name="T24" fmla="*/ 33 w 606"/>
                    <a:gd name="T25" fmla="*/ 392 h 704"/>
                    <a:gd name="T26" fmla="*/ 59 w 606"/>
                    <a:gd name="T27" fmla="*/ 464 h 704"/>
                    <a:gd name="T28" fmla="*/ 118 w 606"/>
                    <a:gd name="T29" fmla="*/ 480 h 704"/>
                    <a:gd name="T30" fmla="*/ 286 w 606"/>
                    <a:gd name="T31" fmla="*/ 472 h 704"/>
                    <a:gd name="T32" fmla="*/ 337 w 606"/>
                    <a:gd name="T33" fmla="*/ 496 h 704"/>
                    <a:gd name="T34" fmla="*/ 294 w 606"/>
                    <a:gd name="T35" fmla="*/ 512 h 704"/>
                    <a:gd name="T36" fmla="*/ 210 w 606"/>
                    <a:gd name="T37" fmla="*/ 488 h 704"/>
                    <a:gd name="T38" fmla="*/ 160 w 606"/>
                    <a:gd name="T39" fmla="*/ 512 h 704"/>
                    <a:gd name="T40" fmla="*/ 160 w 606"/>
                    <a:gd name="T41" fmla="*/ 568 h 704"/>
                    <a:gd name="T42" fmla="*/ 202 w 606"/>
                    <a:gd name="T43" fmla="*/ 592 h 704"/>
                    <a:gd name="T44" fmla="*/ 236 w 606"/>
                    <a:gd name="T45" fmla="*/ 672 h 704"/>
                    <a:gd name="T46" fmla="*/ 278 w 606"/>
                    <a:gd name="T47" fmla="*/ 656 h 704"/>
                    <a:gd name="T48" fmla="*/ 337 w 606"/>
                    <a:gd name="T49" fmla="*/ 656 h 704"/>
                    <a:gd name="T50" fmla="*/ 328 w 606"/>
                    <a:gd name="T51" fmla="*/ 568 h 704"/>
                    <a:gd name="T52" fmla="*/ 370 w 606"/>
                    <a:gd name="T53" fmla="*/ 584 h 704"/>
                    <a:gd name="T54" fmla="*/ 387 w 606"/>
                    <a:gd name="T55" fmla="*/ 576 h 704"/>
                    <a:gd name="T56" fmla="*/ 353 w 606"/>
                    <a:gd name="T57" fmla="*/ 528 h 704"/>
                    <a:gd name="T58" fmla="*/ 455 w 606"/>
                    <a:gd name="T59" fmla="*/ 528 h 704"/>
                    <a:gd name="T60" fmla="*/ 438 w 606"/>
                    <a:gd name="T61" fmla="*/ 464 h 704"/>
                    <a:gd name="T62" fmla="*/ 438 w 606"/>
                    <a:gd name="T63" fmla="*/ 448 h 704"/>
                    <a:gd name="T64" fmla="*/ 480 w 606"/>
                    <a:gd name="T65" fmla="*/ 480 h 704"/>
                    <a:gd name="T66" fmla="*/ 463 w 606"/>
                    <a:gd name="T67" fmla="*/ 440 h 704"/>
                    <a:gd name="T68" fmla="*/ 353 w 606"/>
                    <a:gd name="T69" fmla="*/ 384 h 704"/>
                    <a:gd name="T70" fmla="*/ 337 w 606"/>
                    <a:gd name="T71" fmla="*/ 400 h 704"/>
                    <a:gd name="T72" fmla="*/ 311 w 606"/>
                    <a:gd name="T73" fmla="*/ 408 h 704"/>
                    <a:gd name="T74" fmla="*/ 294 w 606"/>
                    <a:gd name="T75" fmla="*/ 376 h 704"/>
                    <a:gd name="T76" fmla="*/ 337 w 606"/>
                    <a:gd name="T77" fmla="*/ 360 h 704"/>
                    <a:gd name="T78" fmla="*/ 320 w 606"/>
                    <a:gd name="T79" fmla="*/ 320 h 704"/>
                    <a:gd name="T80" fmla="*/ 236 w 606"/>
                    <a:gd name="T81" fmla="*/ 240 h 704"/>
                    <a:gd name="T82" fmla="*/ 261 w 606"/>
                    <a:gd name="T83" fmla="*/ 200 h 704"/>
                    <a:gd name="T84" fmla="*/ 294 w 606"/>
                    <a:gd name="T85" fmla="*/ 232 h 704"/>
                    <a:gd name="T86" fmla="*/ 337 w 606"/>
                    <a:gd name="T87" fmla="*/ 264 h 704"/>
                    <a:gd name="T88" fmla="*/ 362 w 606"/>
                    <a:gd name="T89" fmla="*/ 208 h 704"/>
                    <a:gd name="T90" fmla="*/ 387 w 606"/>
                    <a:gd name="T91" fmla="*/ 144 h 704"/>
                    <a:gd name="T92" fmla="*/ 497 w 606"/>
                    <a:gd name="T93" fmla="*/ 112 h 704"/>
                    <a:gd name="T94" fmla="*/ 564 w 606"/>
                    <a:gd name="T95" fmla="*/ 112 h 704"/>
                    <a:gd name="T96" fmla="*/ 598 w 606"/>
                    <a:gd name="T97" fmla="*/ 96 h 70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606"/>
                    <a:gd name="T148" fmla="*/ 0 h 704"/>
                    <a:gd name="T149" fmla="*/ 606 w 606"/>
                    <a:gd name="T150" fmla="*/ 704 h 70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606" h="704">
                      <a:moveTo>
                        <a:pt x="589" y="72"/>
                      </a:moveTo>
                      <a:lnTo>
                        <a:pt x="606" y="24"/>
                      </a:lnTo>
                      <a:lnTo>
                        <a:pt x="581" y="0"/>
                      </a:lnTo>
                      <a:lnTo>
                        <a:pt x="556" y="0"/>
                      </a:lnTo>
                      <a:lnTo>
                        <a:pt x="564" y="40"/>
                      </a:lnTo>
                      <a:lnTo>
                        <a:pt x="530" y="56"/>
                      </a:lnTo>
                      <a:lnTo>
                        <a:pt x="471" y="72"/>
                      </a:lnTo>
                      <a:lnTo>
                        <a:pt x="446" y="72"/>
                      </a:lnTo>
                      <a:lnTo>
                        <a:pt x="412" y="72"/>
                      </a:lnTo>
                      <a:lnTo>
                        <a:pt x="379" y="56"/>
                      </a:lnTo>
                      <a:lnTo>
                        <a:pt x="328" y="88"/>
                      </a:lnTo>
                      <a:lnTo>
                        <a:pt x="286" y="104"/>
                      </a:lnTo>
                      <a:lnTo>
                        <a:pt x="244" y="104"/>
                      </a:lnTo>
                      <a:lnTo>
                        <a:pt x="236" y="136"/>
                      </a:lnTo>
                      <a:lnTo>
                        <a:pt x="168" y="144"/>
                      </a:lnTo>
                      <a:lnTo>
                        <a:pt x="134" y="184"/>
                      </a:lnTo>
                      <a:lnTo>
                        <a:pt x="109" y="184"/>
                      </a:lnTo>
                      <a:lnTo>
                        <a:pt x="75" y="200"/>
                      </a:lnTo>
                      <a:lnTo>
                        <a:pt x="67" y="200"/>
                      </a:lnTo>
                      <a:lnTo>
                        <a:pt x="75" y="232"/>
                      </a:lnTo>
                      <a:lnTo>
                        <a:pt x="50" y="248"/>
                      </a:lnTo>
                      <a:lnTo>
                        <a:pt x="50" y="288"/>
                      </a:lnTo>
                      <a:lnTo>
                        <a:pt x="16" y="304"/>
                      </a:lnTo>
                      <a:lnTo>
                        <a:pt x="16" y="344"/>
                      </a:lnTo>
                      <a:lnTo>
                        <a:pt x="0" y="352"/>
                      </a:lnTo>
                      <a:lnTo>
                        <a:pt x="33" y="392"/>
                      </a:lnTo>
                      <a:lnTo>
                        <a:pt x="75" y="424"/>
                      </a:lnTo>
                      <a:lnTo>
                        <a:pt x="59" y="464"/>
                      </a:lnTo>
                      <a:lnTo>
                        <a:pt x="92" y="464"/>
                      </a:lnTo>
                      <a:lnTo>
                        <a:pt x="118" y="480"/>
                      </a:lnTo>
                      <a:lnTo>
                        <a:pt x="202" y="480"/>
                      </a:lnTo>
                      <a:lnTo>
                        <a:pt x="286" y="472"/>
                      </a:lnTo>
                      <a:lnTo>
                        <a:pt x="362" y="480"/>
                      </a:lnTo>
                      <a:lnTo>
                        <a:pt x="337" y="496"/>
                      </a:lnTo>
                      <a:lnTo>
                        <a:pt x="328" y="512"/>
                      </a:lnTo>
                      <a:lnTo>
                        <a:pt x="294" y="512"/>
                      </a:lnTo>
                      <a:lnTo>
                        <a:pt x="261" y="504"/>
                      </a:lnTo>
                      <a:lnTo>
                        <a:pt x="210" y="488"/>
                      </a:lnTo>
                      <a:lnTo>
                        <a:pt x="185" y="504"/>
                      </a:lnTo>
                      <a:lnTo>
                        <a:pt x="160" y="512"/>
                      </a:lnTo>
                      <a:lnTo>
                        <a:pt x="134" y="552"/>
                      </a:lnTo>
                      <a:lnTo>
                        <a:pt x="160" y="568"/>
                      </a:lnTo>
                      <a:lnTo>
                        <a:pt x="185" y="584"/>
                      </a:lnTo>
                      <a:lnTo>
                        <a:pt x="202" y="592"/>
                      </a:lnTo>
                      <a:lnTo>
                        <a:pt x="210" y="624"/>
                      </a:lnTo>
                      <a:lnTo>
                        <a:pt x="236" y="672"/>
                      </a:lnTo>
                      <a:lnTo>
                        <a:pt x="252" y="648"/>
                      </a:lnTo>
                      <a:lnTo>
                        <a:pt x="278" y="656"/>
                      </a:lnTo>
                      <a:lnTo>
                        <a:pt x="311" y="704"/>
                      </a:lnTo>
                      <a:lnTo>
                        <a:pt x="337" y="656"/>
                      </a:lnTo>
                      <a:lnTo>
                        <a:pt x="396" y="688"/>
                      </a:lnTo>
                      <a:lnTo>
                        <a:pt x="328" y="568"/>
                      </a:lnTo>
                      <a:lnTo>
                        <a:pt x="353" y="576"/>
                      </a:lnTo>
                      <a:lnTo>
                        <a:pt x="370" y="584"/>
                      </a:lnTo>
                      <a:lnTo>
                        <a:pt x="370" y="600"/>
                      </a:lnTo>
                      <a:lnTo>
                        <a:pt x="387" y="576"/>
                      </a:lnTo>
                      <a:lnTo>
                        <a:pt x="412" y="560"/>
                      </a:lnTo>
                      <a:lnTo>
                        <a:pt x="353" y="528"/>
                      </a:lnTo>
                      <a:lnTo>
                        <a:pt x="404" y="512"/>
                      </a:lnTo>
                      <a:lnTo>
                        <a:pt x="455" y="528"/>
                      </a:lnTo>
                      <a:lnTo>
                        <a:pt x="446" y="488"/>
                      </a:lnTo>
                      <a:lnTo>
                        <a:pt x="438" y="464"/>
                      </a:lnTo>
                      <a:lnTo>
                        <a:pt x="412" y="448"/>
                      </a:lnTo>
                      <a:lnTo>
                        <a:pt x="438" y="448"/>
                      </a:lnTo>
                      <a:lnTo>
                        <a:pt x="455" y="464"/>
                      </a:lnTo>
                      <a:lnTo>
                        <a:pt x="480" y="480"/>
                      </a:lnTo>
                      <a:lnTo>
                        <a:pt x="514" y="472"/>
                      </a:lnTo>
                      <a:lnTo>
                        <a:pt x="463" y="440"/>
                      </a:lnTo>
                      <a:lnTo>
                        <a:pt x="421" y="408"/>
                      </a:lnTo>
                      <a:lnTo>
                        <a:pt x="353" y="384"/>
                      </a:lnTo>
                      <a:lnTo>
                        <a:pt x="337" y="384"/>
                      </a:lnTo>
                      <a:lnTo>
                        <a:pt x="337" y="400"/>
                      </a:lnTo>
                      <a:lnTo>
                        <a:pt x="345" y="416"/>
                      </a:lnTo>
                      <a:lnTo>
                        <a:pt x="311" y="408"/>
                      </a:lnTo>
                      <a:lnTo>
                        <a:pt x="294" y="400"/>
                      </a:lnTo>
                      <a:lnTo>
                        <a:pt x="294" y="376"/>
                      </a:lnTo>
                      <a:lnTo>
                        <a:pt x="294" y="352"/>
                      </a:lnTo>
                      <a:lnTo>
                        <a:pt x="337" y="360"/>
                      </a:lnTo>
                      <a:lnTo>
                        <a:pt x="337" y="336"/>
                      </a:lnTo>
                      <a:lnTo>
                        <a:pt x="320" y="320"/>
                      </a:lnTo>
                      <a:lnTo>
                        <a:pt x="269" y="288"/>
                      </a:lnTo>
                      <a:lnTo>
                        <a:pt x="236" y="240"/>
                      </a:lnTo>
                      <a:lnTo>
                        <a:pt x="244" y="224"/>
                      </a:lnTo>
                      <a:lnTo>
                        <a:pt x="261" y="200"/>
                      </a:lnTo>
                      <a:lnTo>
                        <a:pt x="269" y="224"/>
                      </a:lnTo>
                      <a:lnTo>
                        <a:pt x="294" y="232"/>
                      </a:lnTo>
                      <a:lnTo>
                        <a:pt x="320" y="240"/>
                      </a:lnTo>
                      <a:lnTo>
                        <a:pt x="337" y="264"/>
                      </a:lnTo>
                      <a:lnTo>
                        <a:pt x="337" y="232"/>
                      </a:lnTo>
                      <a:lnTo>
                        <a:pt x="362" y="208"/>
                      </a:lnTo>
                      <a:lnTo>
                        <a:pt x="370" y="160"/>
                      </a:lnTo>
                      <a:lnTo>
                        <a:pt x="387" y="144"/>
                      </a:lnTo>
                      <a:lnTo>
                        <a:pt x="412" y="136"/>
                      </a:lnTo>
                      <a:lnTo>
                        <a:pt x="497" y="112"/>
                      </a:lnTo>
                      <a:lnTo>
                        <a:pt x="539" y="112"/>
                      </a:lnTo>
                      <a:lnTo>
                        <a:pt x="564" y="112"/>
                      </a:lnTo>
                      <a:lnTo>
                        <a:pt x="573" y="128"/>
                      </a:lnTo>
                      <a:lnTo>
                        <a:pt x="598" y="96"/>
                      </a:lnTo>
                      <a:lnTo>
                        <a:pt x="589" y="72"/>
                      </a:lnTo>
                      <a:close/>
                    </a:path>
                  </a:pathLst>
                </a:custGeom>
                <a:solidFill>
                  <a:srgbClr val="99CCFF"/>
                </a:solidFill>
                <a:ln w="12700">
                  <a:solidFill>
                    <a:srgbClr val="000000"/>
                  </a:solidFill>
                  <a:prstDash val="solid"/>
                  <a:round/>
                  <a:headEnd/>
                  <a:tailEnd/>
                </a:ln>
              </p:spPr>
              <p:txBody>
                <a:bodyPr/>
                <a:lstStyle/>
                <a:p>
                  <a:endParaRPr lang="en-GB"/>
                </a:p>
              </p:txBody>
            </p:sp>
            <p:sp>
              <p:nvSpPr>
                <p:cNvPr id="12415" name="Freeform 73"/>
                <p:cNvSpPr>
                  <a:spLocks/>
                </p:cNvSpPr>
                <p:nvPr/>
              </p:nvSpPr>
              <p:spPr bwMode="auto">
                <a:xfrm>
                  <a:off x="3280" y="3524"/>
                  <a:ext cx="244" cy="192"/>
                </a:xfrm>
                <a:custGeom>
                  <a:avLst/>
                  <a:gdLst>
                    <a:gd name="T0" fmla="*/ 227 w 244"/>
                    <a:gd name="T1" fmla="*/ 32 h 192"/>
                    <a:gd name="T2" fmla="*/ 185 w 244"/>
                    <a:gd name="T3" fmla="*/ 16 h 192"/>
                    <a:gd name="T4" fmla="*/ 177 w 244"/>
                    <a:gd name="T5" fmla="*/ 0 h 192"/>
                    <a:gd name="T6" fmla="*/ 134 w 244"/>
                    <a:gd name="T7" fmla="*/ 0 h 192"/>
                    <a:gd name="T8" fmla="*/ 75 w 244"/>
                    <a:gd name="T9" fmla="*/ 24 h 192"/>
                    <a:gd name="T10" fmla="*/ 50 w 244"/>
                    <a:gd name="T11" fmla="*/ 32 h 192"/>
                    <a:gd name="T12" fmla="*/ 25 w 244"/>
                    <a:gd name="T13" fmla="*/ 40 h 192"/>
                    <a:gd name="T14" fmla="*/ 16 w 244"/>
                    <a:gd name="T15" fmla="*/ 72 h 192"/>
                    <a:gd name="T16" fmla="*/ 0 w 244"/>
                    <a:gd name="T17" fmla="*/ 64 h 192"/>
                    <a:gd name="T18" fmla="*/ 0 w 244"/>
                    <a:gd name="T19" fmla="*/ 88 h 192"/>
                    <a:gd name="T20" fmla="*/ 8 w 244"/>
                    <a:gd name="T21" fmla="*/ 144 h 192"/>
                    <a:gd name="T22" fmla="*/ 33 w 244"/>
                    <a:gd name="T23" fmla="*/ 176 h 192"/>
                    <a:gd name="T24" fmla="*/ 59 w 244"/>
                    <a:gd name="T25" fmla="*/ 184 h 192"/>
                    <a:gd name="T26" fmla="*/ 67 w 244"/>
                    <a:gd name="T27" fmla="*/ 192 h 192"/>
                    <a:gd name="T28" fmla="*/ 75 w 244"/>
                    <a:gd name="T29" fmla="*/ 192 h 192"/>
                    <a:gd name="T30" fmla="*/ 109 w 244"/>
                    <a:gd name="T31" fmla="*/ 176 h 192"/>
                    <a:gd name="T32" fmla="*/ 134 w 244"/>
                    <a:gd name="T33" fmla="*/ 176 h 192"/>
                    <a:gd name="T34" fmla="*/ 168 w 244"/>
                    <a:gd name="T35" fmla="*/ 136 h 192"/>
                    <a:gd name="T36" fmla="*/ 236 w 244"/>
                    <a:gd name="T37" fmla="*/ 128 h 192"/>
                    <a:gd name="T38" fmla="*/ 244 w 244"/>
                    <a:gd name="T39" fmla="*/ 104 h 192"/>
                    <a:gd name="T40" fmla="*/ 244 w 244"/>
                    <a:gd name="T41" fmla="*/ 64 h 192"/>
                    <a:gd name="T42" fmla="*/ 227 w 244"/>
                    <a:gd name="T43" fmla="*/ 32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44"/>
                    <a:gd name="T67" fmla="*/ 0 h 192"/>
                    <a:gd name="T68" fmla="*/ 244 w 244"/>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44" h="192">
                      <a:moveTo>
                        <a:pt x="227" y="32"/>
                      </a:moveTo>
                      <a:lnTo>
                        <a:pt x="185" y="16"/>
                      </a:lnTo>
                      <a:lnTo>
                        <a:pt x="177" y="0"/>
                      </a:lnTo>
                      <a:lnTo>
                        <a:pt x="134" y="0"/>
                      </a:lnTo>
                      <a:lnTo>
                        <a:pt x="75" y="24"/>
                      </a:lnTo>
                      <a:lnTo>
                        <a:pt x="50" y="32"/>
                      </a:lnTo>
                      <a:lnTo>
                        <a:pt x="25" y="40"/>
                      </a:lnTo>
                      <a:lnTo>
                        <a:pt x="16" y="72"/>
                      </a:lnTo>
                      <a:lnTo>
                        <a:pt x="0" y="64"/>
                      </a:lnTo>
                      <a:lnTo>
                        <a:pt x="0" y="88"/>
                      </a:lnTo>
                      <a:lnTo>
                        <a:pt x="8" y="144"/>
                      </a:lnTo>
                      <a:lnTo>
                        <a:pt x="33" y="176"/>
                      </a:lnTo>
                      <a:lnTo>
                        <a:pt x="59" y="184"/>
                      </a:lnTo>
                      <a:lnTo>
                        <a:pt x="67" y="192"/>
                      </a:lnTo>
                      <a:lnTo>
                        <a:pt x="75" y="192"/>
                      </a:lnTo>
                      <a:lnTo>
                        <a:pt x="109" y="176"/>
                      </a:lnTo>
                      <a:lnTo>
                        <a:pt x="134" y="176"/>
                      </a:lnTo>
                      <a:lnTo>
                        <a:pt x="168" y="136"/>
                      </a:lnTo>
                      <a:lnTo>
                        <a:pt x="236" y="128"/>
                      </a:lnTo>
                      <a:lnTo>
                        <a:pt x="244" y="104"/>
                      </a:lnTo>
                      <a:lnTo>
                        <a:pt x="244" y="64"/>
                      </a:lnTo>
                      <a:lnTo>
                        <a:pt x="227" y="3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16" name="Freeform 74"/>
                <p:cNvSpPr>
                  <a:spLocks/>
                </p:cNvSpPr>
                <p:nvPr/>
              </p:nvSpPr>
              <p:spPr bwMode="auto">
                <a:xfrm>
                  <a:off x="3414" y="3220"/>
                  <a:ext cx="590" cy="408"/>
                </a:xfrm>
                <a:custGeom>
                  <a:avLst/>
                  <a:gdLst>
                    <a:gd name="T0" fmla="*/ 455 w 590"/>
                    <a:gd name="T1" fmla="*/ 256 h 408"/>
                    <a:gd name="T2" fmla="*/ 489 w 590"/>
                    <a:gd name="T3" fmla="*/ 248 h 408"/>
                    <a:gd name="T4" fmla="*/ 514 w 590"/>
                    <a:gd name="T5" fmla="*/ 232 h 408"/>
                    <a:gd name="T6" fmla="*/ 565 w 590"/>
                    <a:gd name="T7" fmla="*/ 240 h 408"/>
                    <a:gd name="T8" fmla="*/ 590 w 590"/>
                    <a:gd name="T9" fmla="*/ 232 h 408"/>
                    <a:gd name="T10" fmla="*/ 565 w 590"/>
                    <a:gd name="T11" fmla="*/ 200 h 408"/>
                    <a:gd name="T12" fmla="*/ 523 w 590"/>
                    <a:gd name="T13" fmla="*/ 176 h 408"/>
                    <a:gd name="T14" fmla="*/ 548 w 590"/>
                    <a:gd name="T15" fmla="*/ 144 h 408"/>
                    <a:gd name="T16" fmla="*/ 548 w 590"/>
                    <a:gd name="T17" fmla="*/ 104 h 408"/>
                    <a:gd name="T18" fmla="*/ 548 w 590"/>
                    <a:gd name="T19" fmla="*/ 72 h 408"/>
                    <a:gd name="T20" fmla="*/ 573 w 590"/>
                    <a:gd name="T21" fmla="*/ 64 h 408"/>
                    <a:gd name="T22" fmla="*/ 582 w 590"/>
                    <a:gd name="T23" fmla="*/ 48 h 408"/>
                    <a:gd name="T24" fmla="*/ 582 w 590"/>
                    <a:gd name="T25" fmla="*/ 32 h 408"/>
                    <a:gd name="T26" fmla="*/ 582 w 590"/>
                    <a:gd name="T27" fmla="*/ 16 h 408"/>
                    <a:gd name="T28" fmla="*/ 531 w 590"/>
                    <a:gd name="T29" fmla="*/ 16 h 408"/>
                    <a:gd name="T30" fmla="*/ 523 w 590"/>
                    <a:gd name="T31" fmla="*/ 0 h 408"/>
                    <a:gd name="T32" fmla="*/ 481 w 590"/>
                    <a:gd name="T33" fmla="*/ 8 h 408"/>
                    <a:gd name="T34" fmla="*/ 455 w 590"/>
                    <a:gd name="T35" fmla="*/ 0 h 408"/>
                    <a:gd name="T36" fmla="*/ 413 w 590"/>
                    <a:gd name="T37" fmla="*/ 8 h 408"/>
                    <a:gd name="T38" fmla="*/ 363 w 590"/>
                    <a:gd name="T39" fmla="*/ 24 h 408"/>
                    <a:gd name="T40" fmla="*/ 321 w 590"/>
                    <a:gd name="T41" fmla="*/ 80 h 408"/>
                    <a:gd name="T42" fmla="*/ 270 w 590"/>
                    <a:gd name="T43" fmla="*/ 88 h 408"/>
                    <a:gd name="T44" fmla="*/ 219 w 590"/>
                    <a:gd name="T45" fmla="*/ 88 h 408"/>
                    <a:gd name="T46" fmla="*/ 194 w 590"/>
                    <a:gd name="T47" fmla="*/ 88 h 408"/>
                    <a:gd name="T48" fmla="*/ 169 w 590"/>
                    <a:gd name="T49" fmla="*/ 112 h 408"/>
                    <a:gd name="T50" fmla="*/ 76 w 590"/>
                    <a:gd name="T51" fmla="*/ 112 h 408"/>
                    <a:gd name="T52" fmla="*/ 43 w 590"/>
                    <a:gd name="T53" fmla="*/ 104 h 408"/>
                    <a:gd name="T54" fmla="*/ 43 w 590"/>
                    <a:gd name="T55" fmla="*/ 80 h 408"/>
                    <a:gd name="T56" fmla="*/ 9 w 590"/>
                    <a:gd name="T57" fmla="*/ 64 h 408"/>
                    <a:gd name="T58" fmla="*/ 0 w 590"/>
                    <a:gd name="T59" fmla="*/ 88 h 408"/>
                    <a:gd name="T60" fmla="*/ 9 w 590"/>
                    <a:gd name="T61" fmla="*/ 120 h 408"/>
                    <a:gd name="T62" fmla="*/ 26 w 590"/>
                    <a:gd name="T63" fmla="*/ 152 h 408"/>
                    <a:gd name="T64" fmla="*/ 68 w 590"/>
                    <a:gd name="T65" fmla="*/ 184 h 408"/>
                    <a:gd name="T66" fmla="*/ 51 w 590"/>
                    <a:gd name="T67" fmla="*/ 224 h 408"/>
                    <a:gd name="T68" fmla="*/ 34 w 590"/>
                    <a:gd name="T69" fmla="*/ 232 h 408"/>
                    <a:gd name="T70" fmla="*/ 34 w 590"/>
                    <a:gd name="T71" fmla="*/ 264 h 408"/>
                    <a:gd name="T72" fmla="*/ 51 w 590"/>
                    <a:gd name="T73" fmla="*/ 272 h 408"/>
                    <a:gd name="T74" fmla="*/ 43 w 590"/>
                    <a:gd name="T75" fmla="*/ 304 h 408"/>
                    <a:gd name="T76" fmla="*/ 51 w 590"/>
                    <a:gd name="T77" fmla="*/ 320 h 408"/>
                    <a:gd name="T78" fmla="*/ 93 w 590"/>
                    <a:gd name="T79" fmla="*/ 336 h 408"/>
                    <a:gd name="T80" fmla="*/ 110 w 590"/>
                    <a:gd name="T81" fmla="*/ 368 h 408"/>
                    <a:gd name="T82" fmla="*/ 110 w 590"/>
                    <a:gd name="T83" fmla="*/ 408 h 408"/>
                    <a:gd name="T84" fmla="*/ 110 w 590"/>
                    <a:gd name="T85" fmla="*/ 400 h 408"/>
                    <a:gd name="T86" fmla="*/ 152 w 590"/>
                    <a:gd name="T87" fmla="*/ 400 h 408"/>
                    <a:gd name="T88" fmla="*/ 194 w 590"/>
                    <a:gd name="T89" fmla="*/ 384 h 408"/>
                    <a:gd name="T90" fmla="*/ 245 w 590"/>
                    <a:gd name="T91" fmla="*/ 352 h 408"/>
                    <a:gd name="T92" fmla="*/ 278 w 590"/>
                    <a:gd name="T93" fmla="*/ 368 h 408"/>
                    <a:gd name="T94" fmla="*/ 312 w 590"/>
                    <a:gd name="T95" fmla="*/ 368 h 408"/>
                    <a:gd name="T96" fmla="*/ 337 w 590"/>
                    <a:gd name="T97" fmla="*/ 368 h 408"/>
                    <a:gd name="T98" fmla="*/ 396 w 590"/>
                    <a:gd name="T99" fmla="*/ 352 h 408"/>
                    <a:gd name="T100" fmla="*/ 430 w 590"/>
                    <a:gd name="T101" fmla="*/ 336 h 408"/>
                    <a:gd name="T102" fmla="*/ 422 w 590"/>
                    <a:gd name="T103" fmla="*/ 296 h 408"/>
                    <a:gd name="T104" fmla="*/ 447 w 590"/>
                    <a:gd name="T105" fmla="*/ 296 h 408"/>
                    <a:gd name="T106" fmla="*/ 455 w 590"/>
                    <a:gd name="T107" fmla="*/ 280 h 408"/>
                    <a:gd name="T108" fmla="*/ 455 w 590"/>
                    <a:gd name="T109" fmla="*/ 256 h 40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90"/>
                    <a:gd name="T166" fmla="*/ 0 h 408"/>
                    <a:gd name="T167" fmla="*/ 590 w 590"/>
                    <a:gd name="T168" fmla="*/ 408 h 40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90" h="408">
                      <a:moveTo>
                        <a:pt x="455" y="256"/>
                      </a:moveTo>
                      <a:lnTo>
                        <a:pt x="489" y="248"/>
                      </a:lnTo>
                      <a:lnTo>
                        <a:pt x="514" y="232"/>
                      </a:lnTo>
                      <a:lnTo>
                        <a:pt x="565" y="240"/>
                      </a:lnTo>
                      <a:lnTo>
                        <a:pt x="590" y="232"/>
                      </a:lnTo>
                      <a:lnTo>
                        <a:pt x="565" y="200"/>
                      </a:lnTo>
                      <a:lnTo>
                        <a:pt x="523" y="176"/>
                      </a:lnTo>
                      <a:lnTo>
                        <a:pt x="548" y="144"/>
                      </a:lnTo>
                      <a:lnTo>
                        <a:pt x="548" y="104"/>
                      </a:lnTo>
                      <a:lnTo>
                        <a:pt x="548" y="72"/>
                      </a:lnTo>
                      <a:lnTo>
                        <a:pt x="573" y="64"/>
                      </a:lnTo>
                      <a:lnTo>
                        <a:pt x="582" y="48"/>
                      </a:lnTo>
                      <a:lnTo>
                        <a:pt x="582" y="32"/>
                      </a:lnTo>
                      <a:lnTo>
                        <a:pt x="582" y="16"/>
                      </a:lnTo>
                      <a:lnTo>
                        <a:pt x="531" y="16"/>
                      </a:lnTo>
                      <a:lnTo>
                        <a:pt x="523" y="0"/>
                      </a:lnTo>
                      <a:lnTo>
                        <a:pt x="481" y="8"/>
                      </a:lnTo>
                      <a:lnTo>
                        <a:pt x="455" y="0"/>
                      </a:lnTo>
                      <a:lnTo>
                        <a:pt x="413" y="8"/>
                      </a:lnTo>
                      <a:lnTo>
                        <a:pt x="363" y="24"/>
                      </a:lnTo>
                      <a:lnTo>
                        <a:pt x="321" y="80"/>
                      </a:lnTo>
                      <a:lnTo>
                        <a:pt x="270" y="88"/>
                      </a:lnTo>
                      <a:lnTo>
                        <a:pt x="219" y="88"/>
                      </a:lnTo>
                      <a:lnTo>
                        <a:pt x="194" y="88"/>
                      </a:lnTo>
                      <a:lnTo>
                        <a:pt x="169" y="112"/>
                      </a:lnTo>
                      <a:lnTo>
                        <a:pt x="76" y="112"/>
                      </a:lnTo>
                      <a:lnTo>
                        <a:pt x="43" y="104"/>
                      </a:lnTo>
                      <a:lnTo>
                        <a:pt x="43" y="80"/>
                      </a:lnTo>
                      <a:lnTo>
                        <a:pt x="9" y="64"/>
                      </a:lnTo>
                      <a:lnTo>
                        <a:pt x="0" y="88"/>
                      </a:lnTo>
                      <a:lnTo>
                        <a:pt x="9" y="120"/>
                      </a:lnTo>
                      <a:lnTo>
                        <a:pt x="26" y="152"/>
                      </a:lnTo>
                      <a:lnTo>
                        <a:pt x="68" y="184"/>
                      </a:lnTo>
                      <a:lnTo>
                        <a:pt x="51" y="224"/>
                      </a:lnTo>
                      <a:lnTo>
                        <a:pt x="34" y="232"/>
                      </a:lnTo>
                      <a:lnTo>
                        <a:pt x="34" y="264"/>
                      </a:lnTo>
                      <a:lnTo>
                        <a:pt x="51" y="272"/>
                      </a:lnTo>
                      <a:lnTo>
                        <a:pt x="43" y="304"/>
                      </a:lnTo>
                      <a:lnTo>
                        <a:pt x="51" y="320"/>
                      </a:lnTo>
                      <a:lnTo>
                        <a:pt x="93" y="336"/>
                      </a:lnTo>
                      <a:lnTo>
                        <a:pt x="110" y="368"/>
                      </a:lnTo>
                      <a:lnTo>
                        <a:pt x="110" y="408"/>
                      </a:lnTo>
                      <a:lnTo>
                        <a:pt x="110" y="400"/>
                      </a:lnTo>
                      <a:lnTo>
                        <a:pt x="152" y="400"/>
                      </a:lnTo>
                      <a:lnTo>
                        <a:pt x="194" y="384"/>
                      </a:lnTo>
                      <a:lnTo>
                        <a:pt x="245" y="352"/>
                      </a:lnTo>
                      <a:lnTo>
                        <a:pt x="278" y="368"/>
                      </a:lnTo>
                      <a:lnTo>
                        <a:pt x="312" y="368"/>
                      </a:lnTo>
                      <a:lnTo>
                        <a:pt x="337" y="368"/>
                      </a:lnTo>
                      <a:lnTo>
                        <a:pt x="396" y="352"/>
                      </a:lnTo>
                      <a:lnTo>
                        <a:pt x="430" y="336"/>
                      </a:lnTo>
                      <a:lnTo>
                        <a:pt x="422" y="296"/>
                      </a:lnTo>
                      <a:lnTo>
                        <a:pt x="447" y="296"/>
                      </a:lnTo>
                      <a:lnTo>
                        <a:pt x="455" y="280"/>
                      </a:lnTo>
                      <a:lnTo>
                        <a:pt x="455" y="256"/>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17" name="Freeform 75"/>
                <p:cNvSpPr>
                  <a:spLocks/>
                </p:cNvSpPr>
                <p:nvPr/>
              </p:nvSpPr>
              <p:spPr bwMode="auto">
                <a:xfrm>
                  <a:off x="3280" y="3524"/>
                  <a:ext cx="244" cy="192"/>
                </a:xfrm>
                <a:custGeom>
                  <a:avLst/>
                  <a:gdLst>
                    <a:gd name="T0" fmla="*/ 227 w 244"/>
                    <a:gd name="T1" fmla="*/ 32 h 192"/>
                    <a:gd name="T2" fmla="*/ 185 w 244"/>
                    <a:gd name="T3" fmla="*/ 16 h 192"/>
                    <a:gd name="T4" fmla="*/ 177 w 244"/>
                    <a:gd name="T5" fmla="*/ 0 h 192"/>
                    <a:gd name="T6" fmla="*/ 177 w 244"/>
                    <a:gd name="T7" fmla="*/ 0 h 192"/>
                    <a:gd name="T8" fmla="*/ 134 w 244"/>
                    <a:gd name="T9" fmla="*/ 0 h 192"/>
                    <a:gd name="T10" fmla="*/ 75 w 244"/>
                    <a:gd name="T11" fmla="*/ 24 h 192"/>
                    <a:gd name="T12" fmla="*/ 50 w 244"/>
                    <a:gd name="T13" fmla="*/ 32 h 192"/>
                    <a:gd name="T14" fmla="*/ 25 w 244"/>
                    <a:gd name="T15" fmla="*/ 40 h 192"/>
                    <a:gd name="T16" fmla="*/ 16 w 244"/>
                    <a:gd name="T17" fmla="*/ 72 h 192"/>
                    <a:gd name="T18" fmla="*/ 0 w 244"/>
                    <a:gd name="T19" fmla="*/ 64 h 192"/>
                    <a:gd name="T20" fmla="*/ 0 w 244"/>
                    <a:gd name="T21" fmla="*/ 88 h 192"/>
                    <a:gd name="T22" fmla="*/ 8 w 244"/>
                    <a:gd name="T23" fmla="*/ 144 h 192"/>
                    <a:gd name="T24" fmla="*/ 33 w 244"/>
                    <a:gd name="T25" fmla="*/ 176 h 192"/>
                    <a:gd name="T26" fmla="*/ 59 w 244"/>
                    <a:gd name="T27" fmla="*/ 184 h 192"/>
                    <a:gd name="T28" fmla="*/ 67 w 244"/>
                    <a:gd name="T29" fmla="*/ 192 h 192"/>
                    <a:gd name="T30" fmla="*/ 75 w 244"/>
                    <a:gd name="T31" fmla="*/ 192 h 192"/>
                    <a:gd name="T32" fmla="*/ 109 w 244"/>
                    <a:gd name="T33" fmla="*/ 176 h 192"/>
                    <a:gd name="T34" fmla="*/ 134 w 244"/>
                    <a:gd name="T35" fmla="*/ 176 h 192"/>
                    <a:gd name="T36" fmla="*/ 168 w 244"/>
                    <a:gd name="T37" fmla="*/ 136 h 192"/>
                    <a:gd name="T38" fmla="*/ 236 w 244"/>
                    <a:gd name="T39" fmla="*/ 128 h 192"/>
                    <a:gd name="T40" fmla="*/ 244 w 244"/>
                    <a:gd name="T41" fmla="*/ 104 h 192"/>
                    <a:gd name="T42" fmla="*/ 244 w 244"/>
                    <a:gd name="T43" fmla="*/ 64 h 192"/>
                    <a:gd name="T44" fmla="*/ 227 w 244"/>
                    <a:gd name="T45" fmla="*/ 32 h 19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44"/>
                    <a:gd name="T70" fmla="*/ 0 h 192"/>
                    <a:gd name="T71" fmla="*/ 244 w 244"/>
                    <a:gd name="T72" fmla="*/ 192 h 19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44" h="192">
                      <a:moveTo>
                        <a:pt x="227" y="32"/>
                      </a:moveTo>
                      <a:lnTo>
                        <a:pt x="185" y="16"/>
                      </a:lnTo>
                      <a:lnTo>
                        <a:pt x="177" y="0"/>
                      </a:lnTo>
                      <a:lnTo>
                        <a:pt x="134" y="0"/>
                      </a:lnTo>
                      <a:lnTo>
                        <a:pt x="75" y="24"/>
                      </a:lnTo>
                      <a:lnTo>
                        <a:pt x="50" y="32"/>
                      </a:lnTo>
                      <a:lnTo>
                        <a:pt x="25" y="40"/>
                      </a:lnTo>
                      <a:lnTo>
                        <a:pt x="16" y="72"/>
                      </a:lnTo>
                      <a:lnTo>
                        <a:pt x="0" y="64"/>
                      </a:lnTo>
                      <a:lnTo>
                        <a:pt x="0" y="88"/>
                      </a:lnTo>
                      <a:lnTo>
                        <a:pt x="8" y="144"/>
                      </a:lnTo>
                      <a:lnTo>
                        <a:pt x="33" y="176"/>
                      </a:lnTo>
                      <a:lnTo>
                        <a:pt x="59" y="184"/>
                      </a:lnTo>
                      <a:lnTo>
                        <a:pt x="67" y="192"/>
                      </a:lnTo>
                      <a:lnTo>
                        <a:pt x="75" y="192"/>
                      </a:lnTo>
                      <a:lnTo>
                        <a:pt x="109" y="176"/>
                      </a:lnTo>
                      <a:lnTo>
                        <a:pt x="134" y="176"/>
                      </a:lnTo>
                      <a:lnTo>
                        <a:pt x="168" y="136"/>
                      </a:lnTo>
                      <a:lnTo>
                        <a:pt x="236" y="128"/>
                      </a:lnTo>
                      <a:lnTo>
                        <a:pt x="244" y="104"/>
                      </a:lnTo>
                      <a:lnTo>
                        <a:pt x="244" y="64"/>
                      </a:lnTo>
                      <a:lnTo>
                        <a:pt x="227" y="32"/>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18" name="Freeform 76"/>
                <p:cNvSpPr>
                  <a:spLocks/>
                </p:cNvSpPr>
                <p:nvPr/>
              </p:nvSpPr>
              <p:spPr bwMode="auto">
                <a:xfrm>
                  <a:off x="3414" y="3220"/>
                  <a:ext cx="590" cy="408"/>
                </a:xfrm>
                <a:custGeom>
                  <a:avLst/>
                  <a:gdLst>
                    <a:gd name="T0" fmla="*/ 455 w 590"/>
                    <a:gd name="T1" fmla="*/ 256 h 408"/>
                    <a:gd name="T2" fmla="*/ 489 w 590"/>
                    <a:gd name="T3" fmla="*/ 248 h 408"/>
                    <a:gd name="T4" fmla="*/ 514 w 590"/>
                    <a:gd name="T5" fmla="*/ 232 h 408"/>
                    <a:gd name="T6" fmla="*/ 565 w 590"/>
                    <a:gd name="T7" fmla="*/ 240 h 408"/>
                    <a:gd name="T8" fmla="*/ 590 w 590"/>
                    <a:gd name="T9" fmla="*/ 232 h 408"/>
                    <a:gd name="T10" fmla="*/ 565 w 590"/>
                    <a:gd name="T11" fmla="*/ 200 h 408"/>
                    <a:gd name="T12" fmla="*/ 523 w 590"/>
                    <a:gd name="T13" fmla="*/ 176 h 408"/>
                    <a:gd name="T14" fmla="*/ 548 w 590"/>
                    <a:gd name="T15" fmla="*/ 144 h 408"/>
                    <a:gd name="T16" fmla="*/ 548 w 590"/>
                    <a:gd name="T17" fmla="*/ 104 h 408"/>
                    <a:gd name="T18" fmla="*/ 548 w 590"/>
                    <a:gd name="T19" fmla="*/ 72 h 408"/>
                    <a:gd name="T20" fmla="*/ 573 w 590"/>
                    <a:gd name="T21" fmla="*/ 64 h 408"/>
                    <a:gd name="T22" fmla="*/ 582 w 590"/>
                    <a:gd name="T23" fmla="*/ 48 h 408"/>
                    <a:gd name="T24" fmla="*/ 582 w 590"/>
                    <a:gd name="T25" fmla="*/ 32 h 408"/>
                    <a:gd name="T26" fmla="*/ 582 w 590"/>
                    <a:gd name="T27" fmla="*/ 16 h 408"/>
                    <a:gd name="T28" fmla="*/ 531 w 590"/>
                    <a:gd name="T29" fmla="*/ 16 h 408"/>
                    <a:gd name="T30" fmla="*/ 523 w 590"/>
                    <a:gd name="T31" fmla="*/ 0 h 408"/>
                    <a:gd name="T32" fmla="*/ 481 w 590"/>
                    <a:gd name="T33" fmla="*/ 8 h 408"/>
                    <a:gd name="T34" fmla="*/ 455 w 590"/>
                    <a:gd name="T35" fmla="*/ 0 h 408"/>
                    <a:gd name="T36" fmla="*/ 413 w 590"/>
                    <a:gd name="T37" fmla="*/ 8 h 408"/>
                    <a:gd name="T38" fmla="*/ 363 w 590"/>
                    <a:gd name="T39" fmla="*/ 24 h 408"/>
                    <a:gd name="T40" fmla="*/ 321 w 590"/>
                    <a:gd name="T41" fmla="*/ 80 h 408"/>
                    <a:gd name="T42" fmla="*/ 270 w 590"/>
                    <a:gd name="T43" fmla="*/ 88 h 408"/>
                    <a:gd name="T44" fmla="*/ 219 w 590"/>
                    <a:gd name="T45" fmla="*/ 88 h 408"/>
                    <a:gd name="T46" fmla="*/ 194 w 590"/>
                    <a:gd name="T47" fmla="*/ 88 h 408"/>
                    <a:gd name="T48" fmla="*/ 169 w 590"/>
                    <a:gd name="T49" fmla="*/ 112 h 408"/>
                    <a:gd name="T50" fmla="*/ 76 w 590"/>
                    <a:gd name="T51" fmla="*/ 112 h 408"/>
                    <a:gd name="T52" fmla="*/ 43 w 590"/>
                    <a:gd name="T53" fmla="*/ 104 h 408"/>
                    <a:gd name="T54" fmla="*/ 43 w 590"/>
                    <a:gd name="T55" fmla="*/ 80 h 408"/>
                    <a:gd name="T56" fmla="*/ 9 w 590"/>
                    <a:gd name="T57" fmla="*/ 64 h 408"/>
                    <a:gd name="T58" fmla="*/ 0 w 590"/>
                    <a:gd name="T59" fmla="*/ 88 h 408"/>
                    <a:gd name="T60" fmla="*/ 9 w 590"/>
                    <a:gd name="T61" fmla="*/ 120 h 408"/>
                    <a:gd name="T62" fmla="*/ 26 w 590"/>
                    <a:gd name="T63" fmla="*/ 152 h 408"/>
                    <a:gd name="T64" fmla="*/ 68 w 590"/>
                    <a:gd name="T65" fmla="*/ 184 h 408"/>
                    <a:gd name="T66" fmla="*/ 51 w 590"/>
                    <a:gd name="T67" fmla="*/ 224 h 408"/>
                    <a:gd name="T68" fmla="*/ 34 w 590"/>
                    <a:gd name="T69" fmla="*/ 232 h 408"/>
                    <a:gd name="T70" fmla="*/ 34 w 590"/>
                    <a:gd name="T71" fmla="*/ 264 h 408"/>
                    <a:gd name="T72" fmla="*/ 51 w 590"/>
                    <a:gd name="T73" fmla="*/ 272 h 408"/>
                    <a:gd name="T74" fmla="*/ 43 w 590"/>
                    <a:gd name="T75" fmla="*/ 304 h 408"/>
                    <a:gd name="T76" fmla="*/ 51 w 590"/>
                    <a:gd name="T77" fmla="*/ 320 h 408"/>
                    <a:gd name="T78" fmla="*/ 93 w 590"/>
                    <a:gd name="T79" fmla="*/ 336 h 408"/>
                    <a:gd name="T80" fmla="*/ 110 w 590"/>
                    <a:gd name="T81" fmla="*/ 368 h 408"/>
                    <a:gd name="T82" fmla="*/ 110 w 590"/>
                    <a:gd name="T83" fmla="*/ 408 h 408"/>
                    <a:gd name="T84" fmla="*/ 110 w 590"/>
                    <a:gd name="T85" fmla="*/ 400 h 408"/>
                    <a:gd name="T86" fmla="*/ 152 w 590"/>
                    <a:gd name="T87" fmla="*/ 400 h 408"/>
                    <a:gd name="T88" fmla="*/ 194 w 590"/>
                    <a:gd name="T89" fmla="*/ 384 h 408"/>
                    <a:gd name="T90" fmla="*/ 245 w 590"/>
                    <a:gd name="T91" fmla="*/ 352 h 408"/>
                    <a:gd name="T92" fmla="*/ 278 w 590"/>
                    <a:gd name="T93" fmla="*/ 368 h 408"/>
                    <a:gd name="T94" fmla="*/ 312 w 590"/>
                    <a:gd name="T95" fmla="*/ 368 h 408"/>
                    <a:gd name="T96" fmla="*/ 337 w 590"/>
                    <a:gd name="T97" fmla="*/ 368 h 408"/>
                    <a:gd name="T98" fmla="*/ 396 w 590"/>
                    <a:gd name="T99" fmla="*/ 352 h 408"/>
                    <a:gd name="T100" fmla="*/ 430 w 590"/>
                    <a:gd name="T101" fmla="*/ 336 h 408"/>
                    <a:gd name="T102" fmla="*/ 422 w 590"/>
                    <a:gd name="T103" fmla="*/ 296 h 408"/>
                    <a:gd name="T104" fmla="*/ 447 w 590"/>
                    <a:gd name="T105" fmla="*/ 296 h 408"/>
                    <a:gd name="T106" fmla="*/ 447 w 590"/>
                    <a:gd name="T107" fmla="*/ 296 h 408"/>
                    <a:gd name="T108" fmla="*/ 455 w 590"/>
                    <a:gd name="T109" fmla="*/ 280 h 408"/>
                    <a:gd name="T110" fmla="*/ 455 w 590"/>
                    <a:gd name="T111" fmla="*/ 256 h 40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90"/>
                    <a:gd name="T169" fmla="*/ 0 h 408"/>
                    <a:gd name="T170" fmla="*/ 590 w 590"/>
                    <a:gd name="T171" fmla="*/ 408 h 40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90" h="408">
                      <a:moveTo>
                        <a:pt x="455" y="256"/>
                      </a:moveTo>
                      <a:lnTo>
                        <a:pt x="489" y="248"/>
                      </a:lnTo>
                      <a:lnTo>
                        <a:pt x="514" y="232"/>
                      </a:lnTo>
                      <a:lnTo>
                        <a:pt x="565" y="240"/>
                      </a:lnTo>
                      <a:lnTo>
                        <a:pt x="590" y="232"/>
                      </a:lnTo>
                      <a:lnTo>
                        <a:pt x="565" y="200"/>
                      </a:lnTo>
                      <a:lnTo>
                        <a:pt x="523" y="176"/>
                      </a:lnTo>
                      <a:lnTo>
                        <a:pt x="548" y="144"/>
                      </a:lnTo>
                      <a:lnTo>
                        <a:pt x="548" y="104"/>
                      </a:lnTo>
                      <a:lnTo>
                        <a:pt x="548" y="72"/>
                      </a:lnTo>
                      <a:lnTo>
                        <a:pt x="573" y="64"/>
                      </a:lnTo>
                      <a:lnTo>
                        <a:pt x="582" y="48"/>
                      </a:lnTo>
                      <a:lnTo>
                        <a:pt x="582" y="32"/>
                      </a:lnTo>
                      <a:lnTo>
                        <a:pt x="582" y="16"/>
                      </a:lnTo>
                      <a:lnTo>
                        <a:pt x="531" y="16"/>
                      </a:lnTo>
                      <a:lnTo>
                        <a:pt x="523" y="0"/>
                      </a:lnTo>
                      <a:lnTo>
                        <a:pt x="481" y="8"/>
                      </a:lnTo>
                      <a:lnTo>
                        <a:pt x="455" y="0"/>
                      </a:lnTo>
                      <a:lnTo>
                        <a:pt x="413" y="8"/>
                      </a:lnTo>
                      <a:lnTo>
                        <a:pt x="363" y="24"/>
                      </a:lnTo>
                      <a:lnTo>
                        <a:pt x="321" y="80"/>
                      </a:lnTo>
                      <a:lnTo>
                        <a:pt x="270" y="88"/>
                      </a:lnTo>
                      <a:lnTo>
                        <a:pt x="219" y="88"/>
                      </a:lnTo>
                      <a:lnTo>
                        <a:pt x="194" y="88"/>
                      </a:lnTo>
                      <a:lnTo>
                        <a:pt x="169" y="112"/>
                      </a:lnTo>
                      <a:lnTo>
                        <a:pt x="76" y="112"/>
                      </a:lnTo>
                      <a:lnTo>
                        <a:pt x="43" y="104"/>
                      </a:lnTo>
                      <a:lnTo>
                        <a:pt x="43" y="80"/>
                      </a:lnTo>
                      <a:lnTo>
                        <a:pt x="9" y="64"/>
                      </a:lnTo>
                      <a:lnTo>
                        <a:pt x="0" y="88"/>
                      </a:lnTo>
                      <a:lnTo>
                        <a:pt x="9" y="120"/>
                      </a:lnTo>
                      <a:lnTo>
                        <a:pt x="26" y="152"/>
                      </a:lnTo>
                      <a:lnTo>
                        <a:pt x="68" y="184"/>
                      </a:lnTo>
                      <a:lnTo>
                        <a:pt x="51" y="224"/>
                      </a:lnTo>
                      <a:lnTo>
                        <a:pt x="34" y="232"/>
                      </a:lnTo>
                      <a:lnTo>
                        <a:pt x="34" y="264"/>
                      </a:lnTo>
                      <a:lnTo>
                        <a:pt x="51" y="272"/>
                      </a:lnTo>
                      <a:lnTo>
                        <a:pt x="43" y="304"/>
                      </a:lnTo>
                      <a:lnTo>
                        <a:pt x="51" y="320"/>
                      </a:lnTo>
                      <a:lnTo>
                        <a:pt x="93" y="336"/>
                      </a:lnTo>
                      <a:lnTo>
                        <a:pt x="110" y="368"/>
                      </a:lnTo>
                      <a:lnTo>
                        <a:pt x="110" y="408"/>
                      </a:lnTo>
                      <a:lnTo>
                        <a:pt x="110" y="400"/>
                      </a:lnTo>
                      <a:lnTo>
                        <a:pt x="152" y="400"/>
                      </a:lnTo>
                      <a:lnTo>
                        <a:pt x="194" y="384"/>
                      </a:lnTo>
                      <a:lnTo>
                        <a:pt x="245" y="352"/>
                      </a:lnTo>
                      <a:lnTo>
                        <a:pt x="278" y="368"/>
                      </a:lnTo>
                      <a:lnTo>
                        <a:pt x="312" y="368"/>
                      </a:lnTo>
                      <a:lnTo>
                        <a:pt x="337" y="368"/>
                      </a:lnTo>
                      <a:lnTo>
                        <a:pt x="396" y="352"/>
                      </a:lnTo>
                      <a:lnTo>
                        <a:pt x="430" y="336"/>
                      </a:lnTo>
                      <a:lnTo>
                        <a:pt x="422" y="296"/>
                      </a:lnTo>
                      <a:lnTo>
                        <a:pt x="447" y="296"/>
                      </a:lnTo>
                      <a:lnTo>
                        <a:pt x="455" y="280"/>
                      </a:lnTo>
                      <a:lnTo>
                        <a:pt x="455" y="256"/>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19" name="Freeform 77"/>
                <p:cNvSpPr>
                  <a:spLocks/>
                </p:cNvSpPr>
                <p:nvPr/>
              </p:nvSpPr>
              <p:spPr bwMode="auto">
                <a:xfrm>
                  <a:off x="3853" y="3452"/>
                  <a:ext cx="364" cy="616"/>
                </a:xfrm>
                <a:custGeom>
                  <a:avLst/>
                  <a:gdLst>
                    <a:gd name="T0" fmla="*/ 219 w 364"/>
                    <a:gd name="T1" fmla="*/ 40 h 616"/>
                    <a:gd name="T2" fmla="*/ 151 w 364"/>
                    <a:gd name="T3" fmla="*/ 0 h 616"/>
                    <a:gd name="T4" fmla="*/ 75 w 364"/>
                    <a:gd name="T5" fmla="*/ 0 h 616"/>
                    <a:gd name="T6" fmla="*/ 16 w 364"/>
                    <a:gd name="T7" fmla="*/ 24 h 616"/>
                    <a:gd name="T8" fmla="*/ 8 w 364"/>
                    <a:gd name="T9" fmla="*/ 64 h 616"/>
                    <a:gd name="T10" fmla="*/ 16 w 364"/>
                    <a:gd name="T11" fmla="*/ 136 h 616"/>
                    <a:gd name="T12" fmla="*/ 0 w 364"/>
                    <a:gd name="T13" fmla="*/ 192 h 616"/>
                    <a:gd name="T14" fmla="*/ 67 w 364"/>
                    <a:gd name="T15" fmla="*/ 184 h 616"/>
                    <a:gd name="T16" fmla="*/ 33 w 364"/>
                    <a:gd name="T17" fmla="*/ 256 h 616"/>
                    <a:gd name="T18" fmla="*/ 118 w 364"/>
                    <a:gd name="T19" fmla="*/ 312 h 616"/>
                    <a:gd name="T20" fmla="*/ 160 w 364"/>
                    <a:gd name="T21" fmla="*/ 384 h 616"/>
                    <a:gd name="T22" fmla="*/ 168 w 364"/>
                    <a:gd name="T23" fmla="*/ 432 h 616"/>
                    <a:gd name="T24" fmla="*/ 101 w 364"/>
                    <a:gd name="T25" fmla="*/ 440 h 616"/>
                    <a:gd name="T26" fmla="*/ 126 w 364"/>
                    <a:gd name="T27" fmla="*/ 496 h 616"/>
                    <a:gd name="T28" fmla="*/ 168 w 364"/>
                    <a:gd name="T29" fmla="*/ 480 h 616"/>
                    <a:gd name="T30" fmla="*/ 219 w 364"/>
                    <a:gd name="T31" fmla="*/ 504 h 616"/>
                    <a:gd name="T32" fmla="*/ 235 w 364"/>
                    <a:gd name="T33" fmla="*/ 560 h 616"/>
                    <a:gd name="T34" fmla="*/ 244 w 364"/>
                    <a:gd name="T35" fmla="*/ 592 h 616"/>
                    <a:gd name="T36" fmla="*/ 261 w 364"/>
                    <a:gd name="T37" fmla="*/ 600 h 616"/>
                    <a:gd name="T38" fmla="*/ 337 w 364"/>
                    <a:gd name="T39" fmla="*/ 616 h 616"/>
                    <a:gd name="T40" fmla="*/ 360 w 364"/>
                    <a:gd name="T41" fmla="*/ 578 h 616"/>
                    <a:gd name="T42" fmla="*/ 303 w 364"/>
                    <a:gd name="T43" fmla="*/ 56 h 616"/>
                    <a:gd name="T44" fmla="*/ 320 w 364"/>
                    <a:gd name="T45" fmla="*/ 152 h 616"/>
                    <a:gd name="T46" fmla="*/ 244 w 364"/>
                    <a:gd name="T47" fmla="*/ 168 h 616"/>
                    <a:gd name="T48" fmla="*/ 151 w 364"/>
                    <a:gd name="T49" fmla="*/ 200 h 616"/>
                    <a:gd name="T50" fmla="*/ 92 w 364"/>
                    <a:gd name="T51" fmla="*/ 208 h 616"/>
                    <a:gd name="T52" fmla="*/ 42 w 364"/>
                    <a:gd name="T53" fmla="*/ 264 h 616"/>
                    <a:gd name="T54" fmla="*/ 59 w 364"/>
                    <a:gd name="T55" fmla="*/ 232 h 616"/>
                    <a:gd name="T56" fmla="*/ 126 w 364"/>
                    <a:gd name="T57" fmla="*/ 168 h 616"/>
                    <a:gd name="T58" fmla="*/ 185 w 364"/>
                    <a:gd name="T59" fmla="*/ 104 h 616"/>
                    <a:gd name="T60" fmla="*/ 286 w 364"/>
                    <a:gd name="T61" fmla="*/ 80 h 616"/>
                    <a:gd name="T62" fmla="*/ 303 w 364"/>
                    <a:gd name="T63" fmla="*/ 96 h 616"/>
                    <a:gd name="T64" fmla="*/ 328 w 364"/>
                    <a:gd name="T65" fmla="*/ 112 h 616"/>
                    <a:gd name="T66" fmla="*/ 303 w 364"/>
                    <a:gd name="T67" fmla="*/ 56 h 61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64"/>
                    <a:gd name="T103" fmla="*/ 0 h 616"/>
                    <a:gd name="T104" fmla="*/ 364 w 364"/>
                    <a:gd name="T105" fmla="*/ 616 h 61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64" h="616">
                      <a:moveTo>
                        <a:pt x="303" y="56"/>
                      </a:moveTo>
                      <a:lnTo>
                        <a:pt x="219" y="40"/>
                      </a:lnTo>
                      <a:lnTo>
                        <a:pt x="185" y="24"/>
                      </a:lnTo>
                      <a:lnTo>
                        <a:pt x="151" y="0"/>
                      </a:lnTo>
                      <a:lnTo>
                        <a:pt x="126" y="8"/>
                      </a:lnTo>
                      <a:lnTo>
                        <a:pt x="75" y="0"/>
                      </a:lnTo>
                      <a:lnTo>
                        <a:pt x="50" y="16"/>
                      </a:lnTo>
                      <a:lnTo>
                        <a:pt x="16" y="24"/>
                      </a:lnTo>
                      <a:lnTo>
                        <a:pt x="16" y="48"/>
                      </a:lnTo>
                      <a:lnTo>
                        <a:pt x="8" y="64"/>
                      </a:lnTo>
                      <a:lnTo>
                        <a:pt x="33" y="88"/>
                      </a:lnTo>
                      <a:lnTo>
                        <a:pt x="16" y="136"/>
                      </a:lnTo>
                      <a:lnTo>
                        <a:pt x="25" y="160"/>
                      </a:lnTo>
                      <a:lnTo>
                        <a:pt x="0" y="192"/>
                      </a:lnTo>
                      <a:lnTo>
                        <a:pt x="0" y="200"/>
                      </a:lnTo>
                      <a:lnTo>
                        <a:pt x="67" y="184"/>
                      </a:lnTo>
                      <a:lnTo>
                        <a:pt x="42" y="216"/>
                      </a:lnTo>
                      <a:lnTo>
                        <a:pt x="33" y="256"/>
                      </a:lnTo>
                      <a:lnTo>
                        <a:pt x="50" y="328"/>
                      </a:lnTo>
                      <a:lnTo>
                        <a:pt x="118" y="312"/>
                      </a:lnTo>
                      <a:lnTo>
                        <a:pt x="118" y="352"/>
                      </a:lnTo>
                      <a:lnTo>
                        <a:pt x="160" y="384"/>
                      </a:lnTo>
                      <a:lnTo>
                        <a:pt x="151" y="408"/>
                      </a:lnTo>
                      <a:lnTo>
                        <a:pt x="168" y="432"/>
                      </a:lnTo>
                      <a:lnTo>
                        <a:pt x="134" y="448"/>
                      </a:lnTo>
                      <a:lnTo>
                        <a:pt x="101" y="440"/>
                      </a:lnTo>
                      <a:lnTo>
                        <a:pt x="101" y="472"/>
                      </a:lnTo>
                      <a:lnTo>
                        <a:pt x="126" y="496"/>
                      </a:lnTo>
                      <a:lnTo>
                        <a:pt x="151" y="480"/>
                      </a:lnTo>
                      <a:lnTo>
                        <a:pt x="168" y="480"/>
                      </a:lnTo>
                      <a:lnTo>
                        <a:pt x="185" y="488"/>
                      </a:lnTo>
                      <a:lnTo>
                        <a:pt x="219" y="504"/>
                      </a:lnTo>
                      <a:lnTo>
                        <a:pt x="227" y="528"/>
                      </a:lnTo>
                      <a:lnTo>
                        <a:pt x="235" y="560"/>
                      </a:lnTo>
                      <a:lnTo>
                        <a:pt x="269" y="576"/>
                      </a:lnTo>
                      <a:lnTo>
                        <a:pt x="244" y="592"/>
                      </a:lnTo>
                      <a:lnTo>
                        <a:pt x="244" y="600"/>
                      </a:lnTo>
                      <a:lnTo>
                        <a:pt x="261" y="600"/>
                      </a:lnTo>
                      <a:lnTo>
                        <a:pt x="345" y="584"/>
                      </a:lnTo>
                      <a:lnTo>
                        <a:pt x="337" y="616"/>
                      </a:lnTo>
                      <a:lnTo>
                        <a:pt x="364" y="602"/>
                      </a:lnTo>
                      <a:lnTo>
                        <a:pt x="360" y="578"/>
                      </a:lnTo>
                      <a:lnTo>
                        <a:pt x="354" y="56"/>
                      </a:lnTo>
                      <a:lnTo>
                        <a:pt x="303" y="56"/>
                      </a:lnTo>
                      <a:lnTo>
                        <a:pt x="286" y="136"/>
                      </a:lnTo>
                      <a:lnTo>
                        <a:pt x="320" y="152"/>
                      </a:lnTo>
                      <a:lnTo>
                        <a:pt x="286" y="168"/>
                      </a:lnTo>
                      <a:lnTo>
                        <a:pt x="244" y="168"/>
                      </a:lnTo>
                      <a:lnTo>
                        <a:pt x="176" y="200"/>
                      </a:lnTo>
                      <a:lnTo>
                        <a:pt x="151" y="200"/>
                      </a:lnTo>
                      <a:lnTo>
                        <a:pt x="134" y="200"/>
                      </a:lnTo>
                      <a:lnTo>
                        <a:pt x="92" y="208"/>
                      </a:lnTo>
                      <a:lnTo>
                        <a:pt x="67" y="232"/>
                      </a:lnTo>
                      <a:lnTo>
                        <a:pt x="42" y="264"/>
                      </a:lnTo>
                      <a:lnTo>
                        <a:pt x="42" y="248"/>
                      </a:lnTo>
                      <a:lnTo>
                        <a:pt x="59" y="232"/>
                      </a:lnTo>
                      <a:lnTo>
                        <a:pt x="84" y="200"/>
                      </a:lnTo>
                      <a:lnTo>
                        <a:pt x="126" y="168"/>
                      </a:lnTo>
                      <a:lnTo>
                        <a:pt x="134" y="120"/>
                      </a:lnTo>
                      <a:lnTo>
                        <a:pt x="185" y="104"/>
                      </a:lnTo>
                      <a:lnTo>
                        <a:pt x="235" y="96"/>
                      </a:lnTo>
                      <a:lnTo>
                        <a:pt x="286" y="80"/>
                      </a:lnTo>
                      <a:lnTo>
                        <a:pt x="294" y="80"/>
                      </a:lnTo>
                      <a:lnTo>
                        <a:pt x="303" y="96"/>
                      </a:lnTo>
                      <a:lnTo>
                        <a:pt x="345" y="104"/>
                      </a:lnTo>
                      <a:lnTo>
                        <a:pt x="328" y="112"/>
                      </a:lnTo>
                      <a:lnTo>
                        <a:pt x="286" y="136"/>
                      </a:lnTo>
                      <a:lnTo>
                        <a:pt x="303" y="56"/>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20" name="Freeform 78"/>
                <p:cNvSpPr>
                  <a:spLocks/>
                </p:cNvSpPr>
                <p:nvPr/>
              </p:nvSpPr>
              <p:spPr bwMode="auto">
                <a:xfrm>
                  <a:off x="3853" y="3452"/>
                  <a:ext cx="362" cy="616"/>
                </a:xfrm>
                <a:custGeom>
                  <a:avLst/>
                  <a:gdLst>
                    <a:gd name="T0" fmla="*/ 303 w 362"/>
                    <a:gd name="T1" fmla="*/ 56 h 616"/>
                    <a:gd name="T2" fmla="*/ 219 w 362"/>
                    <a:gd name="T3" fmla="*/ 40 h 616"/>
                    <a:gd name="T4" fmla="*/ 185 w 362"/>
                    <a:gd name="T5" fmla="*/ 24 h 616"/>
                    <a:gd name="T6" fmla="*/ 151 w 362"/>
                    <a:gd name="T7" fmla="*/ 0 h 616"/>
                    <a:gd name="T8" fmla="*/ 126 w 362"/>
                    <a:gd name="T9" fmla="*/ 8 h 616"/>
                    <a:gd name="T10" fmla="*/ 75 w 362"/>
                    <a:gd name="T11" fmla="*/ 0 h 616"/>
                    <a:gd name="T12" fmla="*/ 50 w 362"/>
                    <a:gd name="T13" fmla="*/ 16 h 616"/>
                    <a:gd name="T14" fmla="*/ 16 w 362"/>
                    <a:gd name="T15" fmla="*/ 24 h 616"/>
                    <a:gd name="T16" fmla="*/ 16 w 362"/>
                    <a:gd name="T17" fmla="*/ 48 h 616"/>
                    <a:gd name="T18" fmla="*/ 8 w 362"/>
                    <a:gd name="T19" fmla="*/ 64 h 616"/>
                    <a:gd name="T20" fmla="*/ 33 w 362"/>
                    <a:gd name="T21" fmla="*/ 88 h 616"/>
                    <a:gd name="T22" fmla="*/ 16 w 362"/>
                    <a:gd name="T23" fmla="*/ 136 h 616"/>
                    <a:gd name="T24" fmla="*/ 25 w 362"/>
                    <a:gd name="T25" fmla="*/ 160 h 616"/>
                    <a:gd name="T26" fmla="*/ 0 w 362"/>
                    <a:gd name="T27" fmla="*/ 192 h 616"/>
                    <a:gd name="T28" fmla="*/ 0 w 362"/>
                    <a:gd name="T29" fmla="*/ 200 h 616"/>
                    <a:gd name="T30" fmla="*/ 67 w 362"/>
                    <a:gd name="T31" fmla="*/ 184 h 616"/>
                    <a:gd name="T32" fmla="*/ 42 w 362"/>
                    <a:gd name="T33" fmla="*/ 216 h 616"/>
                    <a:gd name="T34" fmla="*/ 33 w 362"/>
                    <a:gd name="T35" fmla="*/ 256 h 616"/>
                    <a:gd name="T36" fmla="*/ 50 w 362"/>
                    <a:gd name="T37" fmla="*/ 328 h 616"/>
                    <a:gd name="T38" fmla="*/ 118 w 362"/>
                    <a:gd name="T39" fmla="*/ 312 h 616"/>
                    <a:gd name="T40" fmla="*/ 118 w 362"/>
                    <a:gd name="T41" fmla="*/ 352 h 616"/>
                    <a:gd name="T42" fmla="*/ 160 w 362"/>
                    <a:gd name="T43" fmla="*/ 384 h 616"/>
                    <a:gd name="T44" fmla="*/ 151 w 362"/>
                    <a:gd name="T45" fmla="*/ 408 h 616"/>
                    <a:gd name="T46" fmla="*/ 168 w 362"/>
                    <a:gd name="T47" fmla="*/ 432 h 616"/>
                    <a:gd name="T48" fmla="*/ 134 w 362"/>
                    <a:gd name="T49" fmla="*/ 448 h 616"/>
                    <a:gd name="T50" fmla="*/ 101 w 362"/>
                    <a:gd name="T51" fmla="*/ 440 h 616"/>
                    <a:gd name="T52" fmla="*/ 101 w 362"/>
                    <a:gd name="T53" fmla="*/ 472 h 616"/>
                    <a:gd name="T54" fmla="*/ 126 w 362"/>
                    <a:gd name="T55" fmla="*/ 496 h 616"/>
                    <a:gd name="T56" fmla="*/ 151 w 362"/>
                    <a:gd name="T57" fmla="*/ 480 h 616"/>
                    <a:gd name="T58" fmla="*/ 168 w 362"/>
                    <a:gd name="T59" fmla="*/ 480 h 616"/>
                    <a:gd name="T60" fmla="*/ 185 w 362"/>
                    <a:gd name="T61" fmla="*/ 488 h 616"/>
                    <a:gd name="T62" fmla="*/ 219 w 362"/>
                    <a:gd name="T63" fmla="*/ 504 h 616"/>
                    <a:gd name="T64" fmla="*/ 227 w 362"/>
                    <a:gd name="T65" fmla="*/ 528 h 616"/>
                    <a:gd name="T66" fmla="*/ 235 w 362"/>
                    <a:gd name="T67" fmla="*/ 560 h 616"/>
                    <a:gd name="T68" fmla="*/ 269 w 362"/>
                    <a:gd name="T69" fmla="*/ 576 h 616"/>
                    <a:gd name="T70" fmla="*/ 244 w 362"/>
                    <a:gd name="T71" fmla="*/ 592 h 616"/>
                    <a:gd name="T72" fmla="*/ 244 w 362"/>
                    <a:gd name="T73" fmla="*/ 600 h 616"/>
                    <a:gd name="T74" fmla="*/ 261 w 362"/>
                    <a:gd name="T75" fmla="*/ 600 h 616"/>
                    <a:gd name="T76" fmla="*/ 345 w 362"/>
                    <a:gd name="T77" fmla="*/ 584 h 616"/>
                    <a:gd name="T78" fmla="*/ 337 w 362"/>
                    <a:gd name="T79" fmla="*/ 616 h 616"/>
                    <a:gd name="T80" fmla="*/ 362 w 362"/>
                    <a:gd name="T81" fmla="*/ 600 h 616"/>
                    <a:gd name="T82" fmla="*/ 354 w 362"/>
                    <a:gd name="T83" fmla="*/ 50 h 616"/>
                    <a:gd name="T84" fmla="*/ 303 w 362"/>
                    <a:gd name="T85" fmla="*/ 56 h 616"/>
                    <a:gd name="T86" fmla="*/ 303 w 362"/>
                    <a:gd name="T87" fmla="*/ 56 h 6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62"/>
                    <a:gd name="T133" fmla="*/ 0 h 616"/>
                    <a:gd name="T134" fmla="*/ 362 w 362"/>
                    <a:gd name="T135" fmla="*/ 616 h 6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62" h="616">
                      <a:moveTo>
                        <a:pt x="303" y="56"/>
                      </a:moveTo>
                      <a:lnTo>
                        <a:pt x="219" y="40"/>
                      </a:lnTo>
                      <a:lnTo>
                        <a:pt x="185" y="24"/>
                      </a:lnTo>
                      <a:lnTo>
                        <a:pt x="151" y="0"/>
                      </a:lnTo>
                      <a:lnTo>
                        <a:pt x="126" y="8"/>
                      </a:lnTo>
                      <a:lnTo>
                        <a:pt x="75" y="0"/>
                      </a:lnTo>
                      <a:lnTo>
                        <a:pt x="50" y="16"/>
                      </a:lnTo>
                      <a:lnTo>
                        <a:pt x="16" y="24"/>
                      </a:lnTo>
                      <a:lnTo>
                        <a:pt x="16" y="48"/>
                      </a:lnTo>
                      <a:lnTo>
                        <a:pt x="8" y="64"/>
                      </a:lnTo>
                      <a:lnTo>
                        <a:pt x="33" y="88"/>
                      </a:lnTo>
                      <a:lnTo>
                        <a:pt x="16" y="136"/>
                      </a:lnTo>
                      <a:lnTo>
                        <a:pt x="25" y="160"/>
                      </a:lnTo>
                      <a:lnTo>
                        <a:pt x="0" y="192"/>
                      </a:lnTo>
                      <a:lnTo>
                        <a:pt x="0" y="200"/>
                      </a:lnTo>
                      <a:lnTo>
                        <a:pt x="67" y="184"/>
                      </a:lnTo>
                      <a:lnTo>
                        <a:pt x="42" y="216"/>
                      </a:lnTo>
                      <a:lnTo>
                        <a:pt x="33" y="256"/>
                      </a:lnTo>
                      <a:lnTo>
                        <a:pt x="50" y="328"/>
                      </a:lnTo>
                      <a:lnTo>
                        <a:pt x="118" y="312"/>
                      </a:lnTo>
                      <a:lnTo>
                        <a:pt x="118" y="352"/>
                      </a:lnTo>
                      <a:lnTo>
                        <a:pt x="160" y="384"/>
                      </a:lnTo>
                      <a:lnTo>
                        <a:pt x="151" y="408"/>
                      </a:lnTo>
                      <a:lnTo>
                        <a:pt x="168" y="432"/>
                      </a:lnTo>
                      <a:lnTo>
                        <a:pt x="134" y="448"/>
                      </a:lnTo>
                      <a:lnTo>
                        <a:pt x="101" y="440"/>
                      </a:lnTo>
                      <a:lnTo>
                        <a:pt x="101" y="472"/>
                      </a:lnTo>
                      <a:lnTo>
                        <a:pt x="126" y="496"/>
                      </a:lnTo>
                      <a:lnTo>
                        <a:pt x="151" y="480"/>
                      </a:lnTo>
                      <a:lnTo>
                        <a:pt x="168" y="480"/>
                      </a:lnTo>
                      <a:lnTo>
                        <a:pt x="185" y="488"/>
                      </a:lnTo>
                      <a:lnTo>
                        <a:pt x="219" y="504"/>
                      </a:lnTo>
                      <a:lnTo>
                        <a:pt x="227" y="528"/>
                      </a:lnTo>
                      <a:lnTo>
                        <a:pt x="235" y="560"/>
                      </a:lnTo>
                      <a:lnTo>
                        <a:pt x="269" y="576"/>
                      </a:lnTo>
                      <a:lnTo>
                        <a:pt x="244" y="592"/>
                      </a:lnTo>
                      <a:lnTo>
                        <a:pt x="244" y="600"/>
                      </a:lnTo>
                      <a:lnTo>
                        <a:pt x="261" y="600"/>
                      </a:lnTo>
                      <a:lnTo>
                        <a:pt x="345" y="584"/>
                      </a:lnTo>
                      <a:lnTo>
                        <a:pt x="337" y="616"/>
                      </a:lnTo>
                      <a:lnTo>
                        <a:pt x="362" y="600"/>
                      </a:lnTo>
                      <a:lnTo>
                        <a:pt x="354" y="50"/>
                      </a:lnTo>
                      <a:lnTo>
                        <a:pt x="303" y="56"/>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21" name="Freeform 79"/>
                <p:cNvSpPr>
                  <a:spLocks/>
                </p:cNvSpPr>
                <p:nvPr/>
              </p:nvSpPr>
              <p:spPr bwMode="auto">
                <a:xfrm>
                  <a:off x="3895" y="3532"/>
                  <a:ext cx="308" cy="184"/>
                </a:xfrm>
                <a:custGeom>
                  <a:avLst/>
                  <a:gdLst>
                    <a:gd name="T0" fmla="*/ 244 w 308"/>
                    <a:gd name="T1" fmla="*/ 56 h 184"/>
                    <a:gd name="T2" fmla="*/ 278 w 308"/>
                    <a:gd name="T3" fmla="*/ 72 h 184"/>
                    <a:gd name="T4" fmla="*/ 244 w 308"/>
                    <a:gd name="T5" fmla="*/ 88 h 184"/>
                    <a:gd name="T6" fmla="*/ 202 w 308"/>
                    <a:gd name="T7" fmla="*/ 88 h 184"/>
                    <a:gd name="T8" fmla="*/ 134 w 308"/>
                    <a:gd name="T9" fmla="*/ 120 h 184"/>
                    <a:gd name="T10" fmla="*/ 109 w 308"/>
                    <a:gd name="T11" fmla="*/ 120 h 184"/>
                    <a:gd name="T12" fmla="*/ 92 w 308"/>
                    <a:gd name="T13" fmla="*/ 120 h 184"/>
                    <a:gd name="T14" fmla="*/ 50 w 308"/>
                    <a:gd name="T15" fmla="*/ 128 h 184"/>
                    <a:gd name="T16" fmla="*/ 25 w 308"/>
                    <a:gd name="T17" fmla="*/ 152 h 184"/>
                    <a:gd name="T18" fmla="*/ 0 w 308"/>
                    <a:gd name="T19" fmla="*/ 184 h 184"/>
                    <a:gd name="T20" fmla="*/ 0 w 308"/>
                    <a:gd name="T21" fmla="*/ 168 h 184"/>
                    <a:gd name="T22" fmla="*/ 17 w 308"/>
                    <a:gd name="T23" fmla="*/ 152 h 184"/>
                    <a:gd name="T24" fmla="*/ 42 w 308"/>
                    <a:gd name="T25" fmla="*/ 120 h 184"/>
                    <a:gd name="T26" fmla="*/ 84 w 308"/>
                    <a:gd name="T27" fmla="*/ 88 h 184"/>
                    <a:gd name="T28" fmla="*/ 92 w 308"/>
                    <a:gd name="T29" fmla="*/ 40 h 184"/>
                    <a:gd name="T30" fmla="*/ 143 w 308"/>
                    <a:gd name="T31" fmla="*/ 24 h 184"/>
                    <a:gd name="T32" fmla="*/ 193 w 308"/>
                    <a:gd name="T33" fmla="*/ 16 h 184"/>
                    <a:gd name="T34" fmla="*/ 244 w 308"/>
                    <a:gd name="T35" fmla="*/ 0 h 184"/>
                    <a:gd name="T36" fmla="*/ 252 w 308"/>
                    <a:gd name="T37" fmla="*/ 0 h 184"/>
                    <a:gd name="T38" fmla="*/ 261 w 308"/>
                    <a:gd name="T39" fmla="*/ 16 h 184"/>
                    <a:gd name="T40" fmla="*/ 303 w 308"/>
                    <a:gd name="T41" fmla="*/ 24 h 184"/>
                    <a:gd name="T42" fmla="*/ 308 w 308"/>
                    <a:gd name="T43" fmla="*/ 24 h 184"/>
                    <a:gd name="T44" fmla="*/ 286 w 308"/>
                    <a:gd name="T45" fmla="*/ 32 h 184"/>
                    <a:gd name="T46" fmla="*/ 244 w 308"/>
                    <a:gd name="T47" fmla="*/ 56 h 184"/>
                    <a:gd name="T48" fmla="*/ 244 w 308"/>
                    <a:gd name="T49" fmla="*/ 56 h 18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08"/>
                    <a:gd name="T76" fmla="*/ 0 h 184"/>
                    <a:gd name="T77" fmla="*/ 308 w 308"/>
                    <a:gd name="T78" fmla="*/ 184 h 18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08" h="184">
                      <a:moveTo>
                        <a:pt x="244" y="56"/>
                      </a:moveTo>
                      <a:lnTo>
                        <a:pt x="278" y="72"/>
                      </a:lnTo>
                      <a:lnTo>
                        <a:pt x="244" y="88"/>
                      </a:lnTo>
                      <a:lnTo>
                        <a:pt x="202" y="88"/>
                      </a:lnTo>
                      <a:lnTo>
                        <a:pt x="134" y="120"/>
                      </a:lnTo>
                      <a:lnTo>
                        <a:pt x="109" y="120"/>
                      </a:lnTo>
                      <a:lnTo>
                        <a:pt x="92" y="120"/>
                      </a:lnTo>
                      <a:lnTo>
                        <a:pt x="50" y="128"/>
                      </a:lnTo>
                      <a:lnTo>
                        <a:pt x="25" y="152"/>
                      </a:lnTo>
                      <a:lnTo>
                        <a:pt x="0" y="184"/>
                      </a:lnTo>
                      <a:lnTo>
                        <a:pt x="0" y="168"/>
                      </a:lnTo>
                      <a:lnTo>
                        <a:pt x="17" y="152"/>
                      </a:lnTo>
                      <a:lnTo>
                        <a:pt x="42" y="120"/>
                      </a:lnTo>
                      <a:lnTo>
                        <a:pt x="84" y="88"/>
                      </a:lnTo>
                      <a:lnTo>
                        <a:pt x="92" y="40"/>
                      </a:lnTo>
                      <a:lnTo>
                        <a:pt x="143" y="24"/>
                      </a:lnTo>
                      <a:lnTo>
                        <a:pt x="193" y="16"/>
                      </a:lnTo>
                      <a:lnTo>
                        <a:pt x="244" y="0"/>
                      </a:lnTo>
                      <a:lnTo>
                        <a:pt x="252" y="0"/>
                      </a:lnTo>
                      <a:lnTo>
                        <a:pt x="261" y="16"/>
                      </a:lnTo>
                      <a:lnTo>
                        <a:pt x="303" y="24"/>
                      </a:lnTo>
                      <a:lnTo>
                        <a:pt x="308" y="24"/>
                      </a:lnTo>
                      <a:lnTo>
                        <a:pt x="286" y="32"/>
                      </a:lnTo>
                      <a:lnTo>
                        <a:pt x="244" y="56"/>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22" name="Freeform 80"/>
                <p:cNvSpPr>
                  <a:spLocks/>
                </p:cNvSpPr>
                <p:nvPr/>
              </p:nvSpPr>
              <p:spPr bwMode="auto">
                <a:xfrm>
                  <a:off x="3170" y="2740"/>
                  <a:ext cx="893" cy="592"/>
                </a:xfrm>
                <a:custGeom>
                  <a:avLst/>
                  <a:gdLst>
                    <a:gd name="T0" fmla="*/ 784 w 893"/>
                    <a:gd name="T1" fmla="*/ 312 h 592"/>
                    <a:gd name="T2" fmla="*/ 725 w 893"/>
                    <a:gd name="T3" fmla="*/ 280 h 592"/>
                    <a:gd name="T4" fmla="*/ 708 w 893"/>
                    <a:gd name="T5" fmla="*/ 208 h 592"/>
                    <a:gd name="T6" fmla="*/ 708 w 893"/>
                    <a:gd name="T7" fmla="*/ 168 h 592"/>
                    <a:gd name="T8" fmla="*/ 666 w 893"/>
                    <a:gd name="T9" fmla="*/ 120 h 592"/>
                    <a:gd name="T10" fmla="*/ 632 w 893"/>
                    <a:gd name="T11" fmla="*/ 96 h 592"/>
                    <a:gd name="T12" fmla="*/ 581 w 893"/>
                    <a:gd name="T13" fmla="*/ 56 h 592"/>
                    <a:gd name="T14" fmla="*/ 548 w 893"/>
                    <a:gd name="T15" fmla="*/ 16 h 592"/>
                    <a:gd name="T16" fmla="*/ 506 w 893"/>
                    <a:gd name="T17" fmla="*/ 0 h 592"/>
                    <a:gd name="T18" fmla="*/ 472 w 893"/>
                    <a:gd name="T19" fmla="*/ 48 h 592"/>
                    <a:gd name="T20" fmla="*/ 396 w 893"/>
                    <a:gd name="T21" fmla="*/ 72 h 592"/>
                    <a:gd name="T22" fmla="*/ 371 w 893"/>
                    <a:gd name="T23" fmla="*/ 96 h 592"/>
                    <a:gd name="T24" fmla="*/ 337 w 893"/>
                    <a:gd name="T25" fmla="*/ 80 h 592"/>
                    <a:gd name="T26" fmla="*/ 287 w 893"/>
                    <a:gd name="T27" fmla="*/ 88 h 592"/>
                    <a:gd name="T28" fmla="*/ 253 w 893"/>
                    <a:gd name="T29" fmla="*/ 88 h 592"/>
                    <a:gd name="T30" fmla="*/ 219 w 893"/>
                    <a:gd name="T31" fmla="*/ 80 h 592"/>
                    <a:gd name="T32" fmla="*/ 185 w 893"/>
                    <a:gd name="T33" fmla="*/ 104 h 592"/>
                    <a:gd name="T34" fmla="*/ 160 w 893"/>
                    <a:gd name="T35" fmla="*/ 128 h 592"/>
                    <a:gd name="T36" fmla="*/ 135 w 893"/>
                    <a:gd name="T37" fmla="*/ 168 h 592"/>
                    <a:gd name="T38" fmla="*/ 110 w 893"/>
                    <a:gd name="T39" fmla="*/ 224 h 592"/>
                    <a:gd name="T40" fmla="*/ 84 w 893"/>
                    <a:gd name="T41" fmla="*/ 256 h 592"/>
                    <a:gd name="T42" fmla="*/ 76 w 893"/>
                    <a:gd name="T43" fmla="*/ 280 h 592"/>
                    <a:gd name="T44" fmla="*/ 67 w 893"/>
                    <a:gd name="T45" fmla="*/ 320 h 592"/>
                    <a:gd name="T46" fmla="*/ 51 w 893"/>
                    <a:gd name="T47" fmla="*/ 328 h 592"/>
                    <a:gd name="T48" fmla="*/ 25 w 893"/>
                    <a:gd name="T49" fmla="*/ 344 h 592"/>
                    <a:gd name="T50" fmla="*/ 0 w 893"/>
                    <a:gd name="T51" fmla="*/ 352 h 592"/>
                    <a:gd name="T52" fmla="*/ 17 w 893"/>
                    <a:gd name="T53" fmla="*/ 368 h 592"/>
                    <a:gd name="T54" fmla="*/ 51 w 893"/>
                    <a:gd name="T55" fmla="*/ 392 h 592"/>
                    <a:gd name="T56" fmla="*/ 59 w 893"/>
                    <a:gd name="T57" fmla="*/ 416 h 592"/>
                    <a:gd name="T58" fmla="*/ 93 w 893"/>
                    <a:gd name="T59" fmla="*/ 440 h 592"/>
                    <a:gd name="T60" fmla="*/ 135 w 893"/>
                    <a:gd name="T61" fmla="*/ 456 h 592"/>
                    <a:gd name="T62" fmla="*/ 118 w 893"/>
                    <a:gd name="T63" fmla="*/ 488 h 592"/>
                    <a:gd name="T64" fmla="*/ 160 w 893"/>
                    <a:gd name="T65" fmla="*/ 496 h 592"/>
                    <a:gd name="T66" fmla="*/ 202 w 893"/>
                    <a:gd name="T67" fmla="*/ 512 h 592"/>
                    <a:gd name="T68" fmla="*/ 244 w 893"/>
                    <a:gd name="T69" fmla="*/ 488 h 592"/>
                    <a:gd name="T70" fmla="*/ 244 w 893"/>
                    <a:gd name="T71" fmla="*/ 528 h 592"/>
                    <a:gd name="T72" fmla="*/ 261 w 893"/>
                    <a:gd name="T73" fmla="*/ 536 h 592"/>
                    <a:gd name="T74" fmla="*/ 253 w 893"/>
                    <a:gd name="T75" fmla="*/ 544 h 592"/>
                    <a:gd name="T76" fmla="*/ 287 w 893"/>
                    <a:gd name="T77" fmla="*/ 560 h 592"/>
                    <a:gd name="T78" fmla="*/ 287 w 893"/>
                    <a:gd name="T79" fmla="*/ 584 h 592"/>
                    <a:gd name="T80" fmla="*/ 320 w 893"/>
                    <a:gd name="T81" fmla="*/ 592 h 592"/>
                    <a:gd name="T82" fmla="*/ 413 w 893"/>
                    <a:gd name="T83" fmla="*/ 592 h 592"/>
                    <a:gd name="T84" fmla="*/ 438 w 893"/>
                    <a:gd name="T85" fmla="*/ 568 h 592"/>
                    <a:gd name="T86" fmla="*/ 463 w 893"/>
                    <a:gd name="T87" fmla="*/ 568 h 592"/>
                    <a:gd name="T88" fmla="*/ 514 w 893"/>
                    <a:gd name="T89" fmla="*/ 568 h 592"/>
                    <a:gd name="T90" fmla="*/ 565 w 893"/>
                    <a:gd name="T91" fmla="*/ 560 h 592"/>
                    <a:gd name="T92" fmla="*/ 607 w 893"/>
                    <a:gd name="T93" fmla="*/ 504 h 592"/>
                    <a:gd name="T94" fmla="*/ 657 w 893"/>
                    <a:gd name="T95" fmla="*/ 488 h 592"/>
                    <a:gd name="T96" fmla="*/ 699 w 893"/>
                    <a:gd name="T97" fmla="*/ 480 h 592"/>
                    <a:gd name="T98" fmla="*/ 725 w 893"/>
                    <a:gd name="T99" fmla="*/ 488 h 592"/>
                    <a:gd name="T100" fmla="*/ 767 w 893"/>
                    <a:gd name="T101" fmla="*/ 480 h 592"/>
                    <a:gd name="T102" fmla="*/ 775 w 893"/>
                    <a:gd name="T103" fmla="*/ 496 h 592"/>
                    <a:gd name="T104" fmla="*/ 826 w 893"/>
                    <a:gd name="T105" fmla="*/ 496 h 592"/>
                    <a:gd name="T106" fmla="*/ 834 w 893"/>
                    <a:gd name="T107" fmla="*/ 416 h 592"/>
                    <a:gd name="T108" fmla="*/ 851 w 893"/>
                    <a:gd name="T109" fmla="*/ 376 h 592"/>
                    <a:gd name="T110" fmla="*/ 885 w 893"/>
                    <a:gd name="T111" fmla="*/ 336 h 592"/>
                    <a:gd name="T112" fmla="*/ 893 w 893"/>
                    <a:gd name="T113" fmla="*/ 312 h 592"/>
                    <a:gd name="T114" fmla="*/ 876 w 893"/>
                    <a:gd name="T115" fmla="*/ 288 h 592"/>
                    <a:gd name="T116" fmla="*/ 834 w 893"/>
                    <a:gd name="T117" fmla="*/ 288 h 592"/>
                    <a:gd name="T118" fmla="*/ 784 w 893"/>
                    <a:gd name="T119" fmla="*/ 312 h 59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93"/>
                    <a:gd name="T181" fmla="*/ 0 h 592"/>
                    <a:gd name="T182" fmla="*/ 893 w 893"/>
                    <a:gd name="T183" fmla="*/ 592 h 59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93" h="592">
                      <a:moveTo>
                        <a:pt x="784" y="312"/>
                      </a:moveTo>
                      <a:lnTo>
                        <a:pt x="725" y="280"/>
                      </a:lnTo>
                      <a:lnTo>
                        <a:pt x="708" y="208"/>
                      </a:lnTo>
                      <a:lnTo>
                        <a:pt x="708" y="168"/>
                      </a:lnTo>
                      <a:lnTo>
                        <a:pt x="666" y="120"/>
                      </a:lnTo>
                      <a:lnTo>
                        <a:pt x="632" y="96"/>
                      </a:lnTo>
                      <a:lnTo>
                        <a:pt x="581" y="56"/>
                      </a:lnTo>
                      <a:lnTo>
                        <a:pt x="548" y="16"/>
                      </a:lnTo>
                      <a:lnTo>
                        <a:pt x="506" y="0"/>
                      </a:lnTo>
                      <a:lnTo>
                        <a:pt x="472" y="48"/>
                      </a:lnTo>
                      <a:lnTo>
                        <a:pt x="396" y="72"/>
                      </a:lnTo>
                      <a:lnTo>
                        <a:pt x="371" y="96"/>
                      </a:lnTo>
                      <a:lnTo>
                        <a:pt x="337" y="80"/>
                      </a:lnTo>
                      <a:lnTo>
                        <a:pt x="287" y="88"/>
                      </a:lnTo>
                      <a:lnTo>
                        <a:pt x="253" y="88"/>
                      </a:lnTo>
                      <a:lnTo>
                        <a:pt x="219" y="80"/>
                      </a:lnTo>
                      <a:lnTo>
                        <a:pt x="185" y="104"/>
                      </a:lnTo>
                      <a:lnTo>
                        <a:pt x="160" y="128"/>
                      </a:lnTo>
                      <a:lnTo>
                        <a:pt x="135" y="168"/>
                      </a:lnTo>
                      <a:lnTo>
                        <a:pt x="110" y="224"/>
                      </a:lnTo>
                      <a:lnTo>
                        <a:pt x="84" y="256"/>
                      </a:lnTo>
                      <a:lnTo>
                        <a:pt x="76" y="280"/>
                      </a:lnTo>
                      <a:lnTo>
                        <a:pt x="67" y="320"/>
                      </a:lnTo>
                      <a:lnTo>
                        <a:pt x="51" y="328"/>
                      </a:lnTo>
                      <a:lnTo>
                        <a:pt x="25" y="344"/>
                      </a:lnTo>
                      <a:lnTo>
                        <a:pt x="0" y="352"/>
                      </a:lnTo>
                      <a:lnTo>
                        <a:pt x="17" y="368"/>
                      </a:lnTo>
                      <a:lnTo>
                        <a:pt x="51" y="392"/>
                      </a:lnTo>
                      <a:lnTo>
                        <a:pt x="59" y="416"/>
                      </a:lnTo>
                      <a:lnTo>
                        <a:pt x="93" y="440"/>
                      </a:lnTo>
                      <a:lnTo>
                        <a:pt x="135" y="456"/>
                      </a:lnTo>
                      <a:lnTo>
                        <a:pt x="118" y="488"/>
                      </a:lnTo>
                      <a:lnTo>
                        <a:pt x="160" y="496"/>
                      </a:lnTo>
                      <a:lnTo>
                        <a:pt x="202" y="512"/>
                      </a:lnTo>
                      <a:lnTo>
                        <a:pt x="244" y="488"/>
                      </a:lnTo>
                      <a:lnTo>
                        <a:pt x="244" y="528"/>
                      </a:lnTo>
                      <a:lnTo>
                        <a:pt x="261" y="536"/>
                      </a:lnTo>
                      <a:lnTo>
                        <a:pt x="253" y="544"/>
                      </a:lnTo>
                      <a:lnTo>
                        <a:pt x="287" y="560"/>
                      </a:lnTo>
                      <a:lnTo>
                        <a:pt x="287" y="584"/>
                      </a:lnTo>
                      <a:lnTo>
                        <a:pt x="320" y="592"/>
                      </a:lnTo>
                      <a:lnTo>
                        <a:pt x="413" y="592"/>
                      </a:lnTo>
                      <a:lnTo>
                        <a:pt x="438" y="568"/>
                      </a:lnTo>
                      <a:lnTo>
                        <a:pt x="463" y="568"/>
                      </a:lnTo>
                      <a:lnTo>
                        <a:pt x="514" y="568"/>
                      </a:lnTo>
                      <a:lnTo>
                        <a:pt x="565" y="560"/>
                      </a:lnTo>
                      <a:lnTo>
                        <a:pt x="607" y="504"/>
                      </a:lnTo>
                      <a:lnTo>
                        <a:pt x="657" y="488"/>
                      </a:lnTo>
                      <a:lnTo>
                        <a:pt x="699" y="480"/>
                      </a:lnTo>
                      <a:lnTo>
                        <a:pt x="725" y="488"/>
                      </a:lnTo>
                      <a:lnTo>
                        <a:pt x="767" y="480"/>
                      </a:lnTo>
                      <a:lnTo>
                        <a:pt x="775" y="496"/>
                      </a:lnTo>
                      <a:lnTo>
                        <a:pt x="826" y="496"/>
                      </a:lnTo>
                      <a:lnTo>
                        <a:pt x="834" y="416"/>
                      </a:lnTo>
                      <a:lnTo>
                        <a:pt x="851" y="376"/>
                      </a:lnTo>
                      <a:lnTo>
                        <a:pt x="885" y="336"/>
                      </a:lnTo>
                      <a:lnTo>
                        <a:pt x="893" y="312"/>
                      </a:lnTo>
                      <a:lnTo>
                        <a:pt x="876" y="288"/>
                      </a:lnTo>
                      <a:lnTo>
                        <a:pt x="834" y="288"/>
                      </a:lnTo>
                      <a:lnTo>
                        <a:pt x="784" y="312"/>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23" name="Freeform 81"/>
                <p:cNvSpPr>
                  <a:spLocks/>
                </p:cNvSpPr>
                <p:nvPr/>
              </p:nvSpPr>
              <p:spPr bwMode="auto">
                <a:xfrm>
                  <a:off x="3684" y="2700"/>
                  <a:ext cx="354" cy="336"/>
                </a:xfrm>
                <a:custGeom>
                  <a:avLst/>
                  <a:gdLst>
                    <a:gd name="T0" fmla="*/ 270 w 354"/>
                    <a:gd name="T1" fmla="*/ 248 h 336"/>
                    <a:gd name="T2" fmla="*/ 253 w 354"/>
                    <a:gd name="T3" fmla="*/ 224 h 336"/>
                    <a:gd name="T4" fmla="*/ 278 w 354"/>
                    <a:gd name="T5" fmla="*/ 200 h 336"/>
                    <a:gd name="T6" fmla="*/ 354 w 354"/>
                    <a:gd name="T7" fmla="*/ 184 h 336"/>
                    <a:gd name="T8" fmla="*/ 337 w 354"/>
                    <a:gd name="T9" fmla="*/ 152 h 336"/>
                    <a:gd name="T10" fmla="*/ 303 w 354"/>
                    <a:gd name="T11" fmla="*/ 120 h 336"/>
                    <a:gd name="T12" fmla="*/ 287 w 354"/>
                    <a:gd name="T13" fmla="*/ 88 h 336"/>
                    <a:gd name="T14" fmla="*/ 236 w 354"/>
                    <a:gd name="T15" fmla="*/ 72 h 336"/>
                    <a:gd name="T16" fmla="*/ 211 w 354"/>
                    <a:gd name="T17" fmla="*/ 24 h 336"/>
                    <a:gd name="T18" fmla="*/ 152 w 354"/>
                    <a:gd name="T19" fmla="*/ 24 h 336"/>
                    <a:gd name="T20" fmla="*/ 84 w 354"/>
                    <a:gd name="T21" fmla="*/ 0 h 336"/>
                    <a:gd name="T22" fmla="*/ 59 w 354"/>
                    <a:gd name="T23" fmla="*/ 24 h 336"/>
                    <a:gd name="T24" fmla="*/ 8 w 354"/>
                    <a:gd name="T25" fmla="*/ 32 h 336"/>
                    <a:gd name="T26" fmla="*/ 0 w 354"/>
                    <a:gd name="T27" fmla="*/ 40 h 336"/>
                    <a:gd name="T28" fmla="*/ 34 w 354"/>
                    <a:gd name="T29" fmla="*/ 56 h 336"/>
                    <a:gd name="T30" fmla="*/ 67 w 354"/>
                    <a:gd name="T31" fmla="*/ 96 h 336"/>
                    <a:gd name="T32" fmla="*/ 118 w 354"/>
                    <a:gd name="T33" fmla="*/ 136 h 336"/>
                    <a:gd name="T34" fmla="*/ 152 w 354"/>
                    <a:gd name="T35" fmla="*/ 160 h 336"/>
                    <a:gd name="T36" fmla="*/ 194 w 354"/>
                    <a:gd name="T37" fmla="*/ 208 h 336"/>
                    <a:gd name="T38" fmla="*/ 194 w 354"/>
                    <a:gd name="T39" fmla="*/ 248 h 336"/>
                    <a:gd name="T40" fmla="*/ 211 w 354"/>
                    <a:gd name="T41" fmla="*/ 320 h 336"/>
                    <a:gd name="T42" fmla="*/ 236 w 354"/>
                    <a:gd name="T43" fmla="*/ 336 h 336"/>
                    <a:gd name="T44" fmla="*/ 253 w 354"/>
                    <a:gd name="T45" fmla="*/ 312 h 336"/>
                    <a:gd name="T46" fmla="*/ 270 w 354"/>
                    <a:gd name="T47" fmla="*/ 248 h 3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4"/>
                    <a:gd name="T73" fmla="*/ 0 h 336"/>
                    <a:gd name="T74" fmla="*/ 354 w 354"/>
                    <a:gd name="T75" fmla="*/ 336 h 3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4" h="336">
                      <a:moveTo>
                        <a:pt x="270" y="248"/>
                      </a:moveTo>
                      <a:lnTo>
                        <a:pt x="253" y="224"/>
                      </a:lnTo>
                      <a:lnTo>
                        <a:pt x="278" y="200"/>
                      </a:lnTo>
                      <a:lnTo>
                        <a:pt x="354" y="184"/>
                      </a:lnTo>
                      <a:lnTo>
                        <a:pt x="337" y="152"/>
                      </a:lnTo>
                      <a:lnTo>
                        <a:pt x="303" y="120"/>
                      </a:lnTo>
                      <a:lnTo>
                        <a:pt x="287" y="88"/>
                      </a:lnTo>
                      <a:lnTo>
                        <a:pt x="236" y="72"/>
                      </a:lnTo>
                      <a:lnTo>
                        <a:pt x="211" y="24"/>
                      </a:lnTo>
                      <a:lnTo>
                        <a:pt x="152" y="24"/>
                      </a:lnTo>
                      <a:lnTo>
                        <a:pt x="84" y="0"/>
                      </a:lnTo>
                      <a:lnTo>
                        <a:pt x="59" y="24"/>
                      </a:lnTo>
                      <a:lnTo>
                        <a:pt x="8" y="32"/>
                      </a:lnTo>
                      <a:lnTo>
                        <a:pt x="0" y="40"/>
                      </a:lnTo>
                      <a:lnTo>
                        <a:pt x="34" y="56"/>
                      </a:lnTo>
                      <a:lnTo>
                        <a:pt x="67" y="96"/>
                      </a:lnTo>
                      <a:lnTo>
                        <a:pt x="118" y="136"/>
                      </a:lnTo>
                      <a:lnTo>
                        <a:pt x="152" y="160"/>
                      </a:lnTo>
                      <a:lnTo>
                        <a:pt x="194" y="208"/>
                      </a:lnTo>
                      <a:lnTo>
                        <a:pt x="194" y="248"/>
                      </a:lnTo>
                      <a:lnTo>
                        <a:pt x="211" y="320"/>
                      </a:lnTo>
                      <a:lnTo>
                        <a:pt x="236" y="336"/>
                      </a:lnTo>
                      <a:lnTo>
                        <a:pt x="253" y="312"/>
                      </a:lnTo>
                      <a:lnTo>
                        <a:pt x="270" y="24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24" name="Freeform 82"/>
                <p:cNvSpPr>
                  <a:spLocks/>
                </p:cNvSpPr>
                <p:nvPr/>
              </p:nvSpPr>
              <p:spPr bwMode="auto">
                <a:xfrm>
                  <a:off x="3170" y="2740"/>
                  <a:ext cx="893" cy="592"/>
                </a:xfrm>
                <a:custGeom>
                  <a:avLst/>
                  <a:gdLst>
                    <a:gd name="T0" fmla="*/ 784 w 893"/>
                    <a:gd name="T1" fmla="*/ 312 h 592"/>
                    <a:gd name="T2" fmla="*/ 725 w 893"/>
                    <a:gd name="T3" fmla="*/ 280 h 592"/>
                    <a:gd name="T4" fmla="*/ 708 w 893"/>
                    <a:gd name="T5" fmla="*/ 208 h 592"/>
                    <a:gd name="T6" fmla="*/ 708 w 893"/>
                    <a:gd name="T7" fmla="*/ 168 h 592"/>
                    <a:gd name="T8" fmla="*/ 666 w 893"/>
                    <a:gd name="T9" fmla="*/ 120 h 592"/>
                    <a:gd name="T10" fmla="*/ 632 w 893"/>
                    <a:gd name="T11" fmla="*/ 96 h 592"/>
                    <a:gd name="T12" fmla="*/ 581 w 893"/>
                    <a:gd name="T13" fmla="*/ 56 h 592"/>
                    <a:gd name="T14" fmla="*/ 548 w 893"/>
                    <a:gd name="T15" fmla="*/ 16 h 592"/>
                    <a:gd name="T16" fmla="*/ 506 w 893"/>
                    <a:gd name="T17" fmla="*/ 0 h 592"/>
                    <a:gd name="T18" fmla="*/ 472 w 893"/>
                    <a:gd name="T19" fmla="*/ 48 h 592"/>
                    <a:gd name="T20" fmla="*/ 396 w 893"/>
                    <a:gd name="T21" fmla="*/ 72 h 592"/>
                    <a:gd name="T22" fmla="*/ 371 w 893"/>
                    <a:gd name="T23" fmla="*/ 96 h 592"/>
                    <a:gd name="T24" fmla="*/ 337 w 893"/>
                    <a:gd name="T25" fmla="*/ 80 h 592"/>
                    <a:gd name="T26" fmla="*/ 287 w 893"/>
                    <a:gd name="T27" fmla="*/ 88 h 592"/>
                    <a:gd name="T28" fmla="*/ 253 w 893"/>
                    <a:gd name="T29" fmla="*/ 88 h 592"/>
                    <a:gd name="T30" fmla="*/ 219 w 893"/>
                    <a:gd name="T31" fmla="*/ 80 h 592"/>
                    <a:gd name="T32" fmla="*/ 185 w 893"/>
                    <a:gd name="T33" fmla="*/ 104 h 592"/>
                    <a:gd name="T34" fmla="*/ 185 w 893"/>
                    <a:gd name="T35" fmla="*/ 104 h 592"/>
                    <a:gd name="T36" fmla="*/ 160 w 893"/>
                    <a:gd name="T37" fmla="*/ 128 h 592"/>
                    <a:gd name="T38" fmla="*/ 135 w 893"/>
                    <a:gd name="T39" fmla="*/ 168 h 592"/>
                    <a:gd name="T40" fmla="*/ 110 w 893"/>
                    <a:gd name="T41" fmla="*/ 224 h 592"/>
                    <a:gd name="T42" fmla="*/ 84 w 893"/>
                    <a:gd name="T43" fmla="*/ 256 h 592"/>
                    <a:gd name="T44" fmla="*/ 76 w 893"/>
                    <a:gd name="T45" fmla="*/ 280 h 592"/>
                    <a:gd name="T46" fmla="*/ 67 w 893"/>
                    <a:gd name="T47" fmla="*/ 320 h 592"/>
                    <a:gd name="T48" fmla="*/ 51 w 893"/>
                    <a:gd name="T49" fmla="*/ 328 h 592"/>
                    <a:gd name="T50" fmla="*/ 25 w 893"/>
                    <a:gd name="T51" fmla="*/ 344 h 592"/>
                    <a:gd name="T52" fmla="*/ 0 w 893"/>
                    <a:gd name="T53" fmla="*/ 352 h 592"/>
                    <a:gd name="T54" fmla="*/ 17 w 893"/>
                    <a:gd name="T55" fmla="*/ 368 h 592"/>
                    <a:gd name="T56" fmla="*/ 51 w 893"/>
                    <a:gd name="T57" fmla="*/ 392 h 592"/>
                    <a:gd name="T58" fmla="*/ 59 w 893"/>
                    <a:gd name="T59" fmla="*/ 416 h 592"/>
                    <a:gd name="T60" fmla="*/ 93 w 893"/>
                    <a:gd name="T61" fmla="*/ 440 h 592"/>
                    <a:gd name="T62" fmla="*/ 135 w 893"/>
                    <a:gd name="T63" fmla="*/ 456 h 592"/>
                    <a:gd name="T64" fmla="*/ 118 w 893"/>
                    <a:gd name="T65" fmla="*/ 488 h 592"/>
                    <a:gd name="T66" fmla="*/ 160 w 893"/>
                    <a:gd name="T67" fmla="*/ 496 h 592"/>
                    <a:gd name="T68" fmla="*/ 202 w 893"/>
                    <a:gd name="T69" fmla="*/ 512 h 592"/>
                    <a:gd name="T70" fmla="*/ 244 w 893"/>
                    <a:gd name="T71" fmla="*/ 488 h 592"/>
                    <a:gd name="T72" fmla="*/ 244 w 893"/>
                    <a:gd name="T73" fmla="*/ 528 h 592"/>
                    <a:gd name="T74" fmla="*/ 261 w 893"/>
                    <a:gd name="T75" fmla="*/ 536 h 592"/>
                    <a:gd name="T76" fmla="*/ 253 w 893"/>
                    <a:gd name="T77" fmla="*/ 544 h 592"/>
                    <a:gd name="T78" fmla="*/ 287 w 893"/>
                    <a:gd name="T79" fmla="*/ 560 h 592"/>
                    <a:gd name="T80" fmla="*/ 287 w 893"/>
                    <a:gd name="T81" fmla="*/ 584 h 592"/>
                    <a:gd name="T82" fmla="*/ 320 w 893"/>
                    <a:gd name="T83" fmla="*/ 592 h 592"/>
                    <a:gd name="T84" fmla="*/ 413 w 893"/>
                    <a:gd name="T85" fmla="*/ 592 h 592"/>
                    <a:gd name="T86" fmla="*/ 438 w 893"/>
                    <a:gd name="T87" fmla="*/ 568 h 592"/>
                    <a:gd name="T88" fmla="*/ 463 w 893"/>
                    <a:gd name="T89" fmla="*/ 568 h 592"/>
                    <a:gd name="T90" fmla="*/ 514 w 893"/>
                    <a:gd name="T91" fmla="*/ 568 h 592"/>
                    <a:gd name="T92" fmla="*/ 565 w 893"/>
                    <a:gd name="T93" fmla="*/ 560 h 592"/>
                    <a:gd name="T94" fmla="*/ 607 w 893"/>
                    <a:gd name="T95" fmla="*/ 504 h 592"/>
                    <a:gd name="T96" fmla="*/ 657 w 893"/>
                    <a:gd name="T97" fmla="*/ 488 h 592"/>
                    <a:gd name="T98" fmla="*/ 699 w 893"/>
                    <a:gd name="T99" fmla="*/ 480 h 592"/>
                    <a:gd name="T100" fmla="*/ 725 w 893"/>
                    <a:gd name="T101" fmla="*/ 488 h 592"/>
                    <a:gd name="T102" fmla="*/ 767 w 893"/>
                    <a:gd name="T103" fmla="*/ 480 h 592"/>
                    <a:gd name="T104" fmla="*/ 775 w 893"/>
                    <a:gd name="T105" fmla="*/ 496 h 592"/>
                    <a:gd name="T106" fmla="*/ 826 w 893"/>
                    <a:gd name="T107" fmla="*/ 496 h 592"/>
                    <a:gd name="T108" fmla="*/ 834 w 893"/>
                    <a:gd name="T109" fmla="*/ 416 h 592"/>
                    <a:gd name="T110" fmla="*/ 851 w 893"/>
                    <a:gd name="T111" fmla="*/ 376 h 592"/>
                    <a:gd name="T112" fmla="*/ 885 w 893"/>
                    <a:gd name="T113" fmla="*/ 336 h 592"/>
                    <a:gd name="T114" fmla="*/ 893 w 893"/>
                    <a:gd name="T115" fmla="*/ 312 h 592"/>
                    <a:gd name="T116" fmla="*/ 876 w 893"/>
                    <a:gd name="T117" fmla="*/ 288 h 592"/>
                    <a:gd name="T118" fmla="*/ 834 w 893"/>
                    <a:gd name="T119" fmla="*/ 288 h 592"/>
                    <a:gd name="T120" fmla="*/ 784 w 893"/>
                    <a:gd name="T121" fmla="*/ 312 h 59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93"/>
                    <a:gd name="T184" fmla="*/ 0 h 592"/>
                    <a:gd name="T185" fmla="*/ 893 w 893"/>
                    <a:gd name="T186" fmla="*/ 592 h 59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93" h="592">
                      <a:moveTo>
                        <a:pt x="784" y="312"/>
                      </a:moveTo>
                      <a:lnTo>
                        <a:pt x="725" y="280"/>
                      </a:lnTo>
                      <a:lnTo>
                        <a:pt x="708" y="208"/>
                      </a:lnTo>
                      <a:lnTo>
                        <a:pt x="708" y="168"/>
                      </a:lnTo>
                      <a:lnTo>
                        <a:pt x="666" y="120"/>
                      </a:lnTo>
                      <a:lnTo>
                        <a:pt x="632" y="96"/>
                      </a:lnTo>
                      <a:lnTo>
                        <a:pt x="581" y="56"/>
                      </a:lnTo>
                      <a:lnTo>
                        <a:pt x="548" y="16"/>
                      </a:lnTo>
                      <a:lnTo>
                        <a:pt x="506" y="0"/>
                      </a:lnTo>
                      <a:lnTo>
                        <a:pt x="472" y="48"/>
                      </a:lnTo>
                      <a:lnTo>
                        <a:pt x="396" y="72"/>
                      </a:lnTo>
                      <a:lnTo>
                        <a:pt x="371" y="96"/>
                      </a:lnTo>
                      <a:lnTo>
                        <a:pt x="337" y="80"/>
                      </a:lnTo>
                      <a:lnTo>
                        <a:pt x="287" y="88"/>
                      </a:lnTo>
                      <a:lnTo>
                        <a:pt x="253" y="88"/>
                      </a:lnTo>
                      <a:lnTo>
                        <a:pt x="219" y="80"/>
                      </a:lnTo>
                      <a:lnTo>
                        <a:pt x="185" y="104"/>
                      </a:lnTo>
                      <a:lnTo>
                        <a:pt x="160" y="128"/>
                      </a:lnTo>
                      <a:lnTo>
                        <a:pt x="135" y="168"/>
                      </a:lnTo>
                      <a:lnTo>
                        <a:pt x="110" y="224"/>
                      </a:lnTo>
                      <a:lnTo>
                        <a:pt x="84" y="256"/>
                      </a:lnTo>
                      <a:lnTo>
                        <a:pt x="76" y="280"/>
                      </a:lnTo>
                      <a:lnTo>
                        <a:pt x="67" y="320"/>
                      </a:lnTo>
                      <a:lnTo>
                        <a:pt x="51" y="328"/>
                      </a:lnTo>
                      <a:lnTo>
                        <a:pt x="25" y="344"/>
                      </a:lnTo>
                      <a:lnTo>
                        <a:pt x="0" y="352"/>
                      </a:lnTo>
                      <a:lnTo>
                        <a:pt x="17" y="368"/>
                      </a:lnTo>
                      <a:lnTo>
                        <a:pt x="51" y="392"/>
                      </a:lnTo>
                      <a:lnTo>
                        <a:pt x="59" y="416"/>
                      </a:lnTo>
                      <a:lnTo>
                        <a:pt x="93" y="440"/>
                      </a:lnTo>
                      <a:lnTo>
                        <a:pt x="135" y="456"/>
                      </a:lnTo>
                      <a:lnTo>
                        <a:pt x="118" y="488"/>
                      </a:lnTo>
                      <a:lnTo>
                        <a:pt x="160" y="496"/>
                      </a:lnTo>
                      <a:lnTo>
                        <a:pt x="202" y="512"/>
                      </a:lnTo>
                      <a:lnTo>
                        <a:pt x="244" y="488"/>
                      </a:lnTo>
                      <a:lnTo>
                        <a:pt x="244" y="528"/>
                      </a:lnTo>
                      <a:lnTo>
                        <a:pt x="261" y="536"/>
                      </a:lnTo>
                      <a:lnTo>
                        <a:pt x="253" y="544"/>
                      </a:lnTo>
                      <a:lnTo>
                        <a:pt x="287" y="560"/>
                      </a:lnTo>
                      <a:lnTo>
                        <a:pt x="287" y="584"/>
                      </a:lnTo>
                      <a:lnTo>
                        <a:pt x="320" y="592"/>
                      </a:lnTo>
                      <a:lnTo>
                        <a:pt x="413" y="592"/>
                      </a:lnTo>
                      <a:lnTo>
                        <a:pt x="438" y="568"/>
                      </a:lnTo>
                      <a:lnTo>
                        <a:pt x="463" y="568"/>
                      </a:lnTo>
                      <a:lnTo>
                        <a:pt x="514" y="568"/>
                      </a:lnTo>
                      <a:lnTo>
                        <a:pt x="565" y="560"/>
                      </a:lnTo>
                      <a:lnTo>
                        <a:pt x="607" y="504"/>
                      </a:lnTo>
                      <a:lnTo>
                        <a:pt x="657" y="488"/>
                      </a:lnTo>
                      <a:lnTo>
                        <a:pt x="699" y="480"/>
                      </a:lnTo>
                      <a:lnTo>
                        <a:pt x="725" y="488"/>
                      </a:lnTo>
                      <a:lnTo>
                        <a:pt x="767" y="480"/>
                      </a:lnTo>
                      <a:lnTo>
                        <a:pt x="775" y="496"/>
                      </a:lnTo>
                      <a:lnTo>
                        <a:pt x="826" y="496"/>
                      </a:lnTo>
                      <a:lnTo>
                        <a:pt x="834" y="416"/>
                      </a:lnTo>
                      <a:lnTo>
                        <a:pt x="851" y="376"/>
                      </a:lnTo>
                      <a:lnTo>
                        <a:pt x="885" y="336"/>
                      </a:lnTo>
                      <a:lnTo>
                        <a:pt x="893" y="312"/>
                      </a:lnTo>
                      <a:lnTo>
                        <a:pt x="876" y="288"/>
                      </a:lnTo>
                      <a:lnTo>
                        <a:pt x="834" y="288"/>
                      </a:lnTo>
                      <a:lnTo>
                        <a:pt x="784" y="312"/>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25" name="Freeform 83"/>
                <p:cNvSpPr>
                  <a:spLocks/>
                </p:cNvSpPr>
                <p:nvPr/>
              </p:nvSpPr>
              <p:spPr bwMode="auto">
                <a:xfrm>
                  <a:off x="3684" y="2700"/>
                  <a:ext cx="354" cy="336"/>
                </a:xfrm>
                <a:custGeom>
                  <a:avLst/>
                  <a:gdLst>
                    <a:gd name="T0" fmla="*/ 270 w 354"/>
                    <a:gd name="T1" fmla="*/ 248 h 336"/>
                    <a:gd name="T2" fmla="*/ 253 w 354"/>
                    <a:gd name="T3" fmla="*/ 224 h 336"/>
                    <a:gd name="T4" fmla="*/ 278 w 354"/>
                    <a:gd name="T5" fmla="*/ 200 h 336"/>
                    <a:gd name="T6" fmla="*/ 354 w 354"/>
                    <a:gd name="T7" fmla="*/ 184 h 336"/>
                    <a:gd name="T8" fmla="*/ 337 w 354"/>
                    <a:gd name="T9" fmla="*/ 152 h 336"/>
                    <a:gd name="T10" fmla="*/ 303 w 354"/>
                    <a:gd name="T11" fmla="*/ 120 h 336"/>
                    <a:gd name="T12" fmla="*/ 287 w 354"/>
                    <a:gd name="T13" fmla="*/ 88 h 336"/>
                    <a:gd name="T14" fmla="*/ 236 w 354"/>
                    <a:gd name="T15" fmla="*/ 72 h 336"/>
                    <a:gd name="T16" fmla="*/ 211 w 354"/>
                    <a:gd name="T17" fmla="*/ 24 h 336"/>
                    <a:gd name="T18" fmla="*/ 152 w 354"/>
                    <a:gd name="T19" fmla="*/ 24 h 336"/>
                    <a:gd name="T20" fmla="*/ 84 w 354"/>
                    <a:gd name="T21" fmla="*/ 0 h 336"/>
                    <a:gd name="T22" fmla="*/ 59 w 354"/>
                    <a:gd name="T23" fmla="*/ 24 h 336"/>
                    <a:gd name="T24" fmla="*/ 8 w 354"/>
                    <a:gd name="T25" fmla="*/ 32 h 336"/>
                    <a:gd name="T26" fmla="*/ 0 w 354"/>
                    <a:gd name="T27" fmla="*/ 40 h 336"/>
                    <a:gd name="T28" fmla="*/ 34 w 354"/>
                    <a:gd name="T29" fmla="*/ 56 h 336"/>
                    <a:gd name="T30" fmla="*/ 67 w 354"/>
                    <a:gd name="T31" fmla="*/ 96 h 336"/>
                    <a:gd name="T32" fmla="*/ 118 w 354"/>
                    <a:gd name="T33" fmla="*/ 136 h 336"/>
                    <a:gd name="T34" fmla="*/ 152 w 354"/>
                    <a:gd name="T35" fmla="*/ 160 h 336"/>
                    <a:gd name="T36" fmla="*/ 194 w 354"/>
                    <a:gd name="T37" fmla="*/ 208 h 336"/>
                    <a:gd name="T38" fmla="*/ 194 w 354"/>
                    <a:gd name="T39" fmla="*/ 248 h 336"/>
                    <a:gd name="T40" fmla="*/ 211 w 354"/>
                    <a:gd name="T41" fmla="*/ 320 h 336"/>
                    <a:gd name="T42" fmla="*/ 236 w 354"/>
                    <a:gd name="T43" fmla="*/ 336 h 336"/>
                    <a:gd name="T44" fmla="*/ 253 w 354"/>
                    <a:gd name="T45" fmla="*/ 312 h 336"/>
                    <a:gd name="T46" fmla="*/ 270 w 354"/>
                    <a:gd name="T47" fmla="*/ 248 h 3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54"/>
                    <a:gd name="T73" fmla="*/ 0 h 336"/>
                    <a:gd name="T74" fmla="*/ 354 w 354"/>
                    <a:gd name="T75" fmla="*/ 336 h 3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54" h="336">
                      <a:moveTo>
                        <a:pt x="270" y="248"/>
                      </a:moveTo>
                      <a:lnTo>
                        <a:pt x="253" y="224"/>
                      </a:lnTo>
                      <a:lnTo>
                        <a:pt x="278" y="200"/>
                      </a:lnTo>
                      <a:lnTo>
                        <a:pt x="354" y="184"/>
                      </a:lnTo>
                      <a:lnTo>
                        <a:pt x="337" y="152"/>
                      </a:lnTo>
                      <a:lnTo>
                        <a:pt x="303" y="120"/>
                      </a:lnTo>
                      <a:lnTo>
                        <a:pt x="287" y="88"/>
                      </a:lnTo>
                      <a:lnTo>
                        <a:pt x="236" y="72"/>
                      </a:lnTo>
                      <a:lnTo>
                        <a:pt x="211" y="24"/>
                      </a:lnTo>
                      <a:lnTo>
                        <a:pt x="152" y="24"/>
                      </a:lnTo>
                      <a:lnTo>
                        <a:pt x="84" y="0"/>
                      </a:lnTo>
                      <a:lnTo>
                        <a:pt x="59" y="24"/>
                      </a:lnTo>
                      <a:lnTo>
                        <a:pt x="8" y="32"/>
                      </a:lnTo>
                      <a:lnTo>
                        <a:pt x="0" y="40"/>
                      </a:lnTo>
                      <a:lnTo>
                        <a:pt x="34" y="56"/>
                      </a:lnTo>
                      <a:lnTo>
                        <a:pt x="67" y="96"/>
                      </a:lnTo>
                      <a:lnTo>
                        <a:pt x="118" y="136"/>
                      </a:lnTo>
                      <a:lnTo>
                        <a:pt x="152" y="160"/>
                      </a:lnTo>
                      <a:lnTo>
                        <a:pt x="194" y="208"/>
                      </a:lnTo>
                      <a:lnTo>
                        <a:pt x="194" y="248"/>
                      </a:lnTo>
                      <a:lnTo>
                        <a:pt x="211" y="320"/>
                      </a:lnTo>
                      <a:lnTo>
                        <a:pt x="236" y="336"/>
                      </a:lnTo>
                      <a:lnTo>
                        <a:pt x="253" y="312"/>
                      </a:lnTo>
                      <a:lnTo>
                        <a:pt x="270" y="24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26" name="Freeform 84"/>
                <p:cNvSpPr>
                  <a:spLocks/>
                </p:cNvSpPr>
                <p:nvPr/>
              </p:nvSpPr>
              <p:spPr bwMode="auto">
                <a:xfrm>
                  <a:off x="2538" y="2076"/>
                  <a:ext cx="860" cy="656"/>
                </a:xfrm>
                <a:custGeom>
                  <a:avLst/>
                  <a:gdLst>
                    <a:gd name="T0" fmla="*/ 775 w 860"/>
                    <a:gd name="T1" fmla="*/ 560 h 656"/>
                    <a:gd name="T2" fmla="*/ 826 w 860"/>
                    <a:gd name="T3" fmla="*/ 464 h 656"/>
                    <a:gd name="T4" fmla="*/ 860 w 860"/>
                    <a:gd name="T5" fmla="*/ 456 h 656"/>
                    <a:gd name="T6" fmla="*/ 851 w 860"/>
                    <a:gd name="T7" fmla="*/ 416 h 656"/>
                    <a:gd name="T8" fmla="*/ 817 w 860"/>
                    <a:gd name="T9" fmla="*/ 352 h 656"/>
                    <a:gd name="T10" fmla="*/ 792 w 860"/>
                    <a:gd name="T11" fmla="*/ 320 h 656"/>
                    <a:gd name="T12" fmla="*/ 784 w 860"/>
                    <a:gd name="T13" fmla="*/ 264 h 656"/>
                    <a:gd name="T14" fmla="*/ 750 w 860"/>
                    <a:gd name="T15" fmla="*/ 256 h 656"/>
                    <a:gd name="T16" fmla="*/ 750 w 860"/>
                    <a:gd name="T17" fmla="*/ 232 h 656"/>
                    <a:gd name="T18" fmla="*/ 792 w 860"/>
                    <a:gd name="T19" fmla="*/ 184 h 656"/>
                    <a:gd name="T20" fmla="*/ 750 w 860"/>
                    <a:gd name="T21" fmla="*/ 104 h 656"/>
                    <a:gd name="T22" fmla="*/ 725 w 860"/>
                    <a:gd name="T23" fmla="*/ 40 h 656"/>
                    <a:gd name="T24" fmla="*/ 666 w 860"/>
                    <a:gd name="T25" fmla="*/ 16 h 656"/>
                    <a:gd name="T26" fmla="*/ 531 w 860"/>
                    <a:gd name="T27" fmla="*/ 40 h 656"/>
                    <a:gd name="T28" fmla="*/ 447 w 860"/>
                    <a:gd name="T29" fmla="*/ 24 h 656"/>
                    <a:gd name="T30" fmla="*/ 405 w 860"/>
                    <a:gd name="T31" fmla="*/ 48 h 656"/>
                    <a:gd name="T32" fmla="*/ 362 w 860"/>
                    <a:gd name="T33" fmla="*/ 40 h 656"/>
                    <a:gd name="T34" fmla="*/ 329 w 860"/>
                    <a:gd name="T35" fmla="*/ 24 h 656"/>
                    <a:gd name="T36" fmla="*/ 295 w 860"/>
                    <a:gd name="T37" fmla="*/ 0 h 656"/>
                    <a:gd name="T38" fmla="*/ 253 w 860"/>
                    <a:gd name="T39" fmla="*/ 8 h 656"/>
                    <a:gd name="T40" fmla="*/ 177 w 860"/>
                    <a:gd name="T41" fmla="*/ 40 h 656"/>
                    <a:gd name="T42" fmla="*/ 169 w 860"/>
                    <a:gd name="T43" fmla="*/ 72 h 656"/>
                    <a:gd name="T44" fmla="*/ 126 w 860"/>
                    <a:gd name="T45" fmla="*/ 88 h 656"/>
                    <a:gd name="T46" fmla="*/ 25 w 860"/>
                    <a:gd name="T47" fmla="*/ 128 h 656"/>
                    <a:gd name="T48" fmla="*/ 9 w 860"/>
                    <a:gd name="T49" fmla="*/ 128 h 656"/>
                    <a:gd name="T50" fmla="*/ 17 w 860"/>
                    <a:gd name="T51" fmla="*/ 176 h 656"/>
                    <a:gd name="T52" fmla="*/ 25 w 860"/>
                    <a:gd name="T53" fmla="*/ 208 h 656"/>
                    <a:gd name="T54" fmla="*/ 0 w 860"/>
                    <a:gd name="T55" fmla="*/ 256 h 656"/>
                    <a:gd name="T56" fmla="*/ 51 w 860"/>
                    <a:gd name="T57" fmla="*/ 288 h 656"/>
                    <a:gd name="T58" fmla="*/ 51 w 860"/>
                    <a:gd name="T59" fmla="*/ 320 h 656"/>
                    <a:gd name="T60" fmla="*/ 76 w 860"/>
                    <a:gd name="T61" fmla="*/ 360 h 656"/>
                    <a:gd name="T62" fmla="*/ 59 w 860"/>
                    <a:gd name="T63" fmla="*/ 400 h 656"/>
                    <a:gd name="T64" fmla="*/ 84 w 860"/>
                    <a:gd name="T65" fmla="*/ 432 h 656"/>
                    <a:gd name="T66" fmla="*/ 84 w 860"/>
                    <a:gd name="T67" fmla="*/ 472 h 656"/>
                    <a:gd name="T68" fmla="*/ 126 w 860"/>
                    <a:gd name="T69" fmla="*/ 496 h 656"/>
                    <a:gd name="T70" fmla="*/ 169 w 860"/>
                    <a:gd name="T71" fmla="*/ 512 h 656"/>
                    <a:gd name="T72" fmla="*/ 211 w 860"/>
                    <a:gd name="T73" fmla="*/ 512 h 656"/>
                    <a:gd name="T74" fmla="*/ 202 w 860"/>
                    <a:gd name="T75" fmla="*/ 544 h 656"/>
                    <a:gd name="T76" fmla="*/ 244 w 860"/>
                    <a:gd name="T77" fmla="*/ 576 h 656"/>
                    <a:gd name="T78" fmla="*/ 270 w 860"/>
                    <a:gd name="T79" fmla="*/ 560 h 656"/>
                    <a:gd name="T80" fmla="*/ 270 w 860"/>
                    <a:gd name="T81" fmla="*/ 536 h 656"/>
                    <a:gd name="T82" fmla="*/ 320 w 860"/>
                    <a:gd name="T83" fmla="*/ 552 h 656"/>
                    <a:gd name="T84" fmla="*/ 337 w 860"/>
                    <a:gd name="T85" fmla="*/ 576 h 656"/>
                    <a:gd name="T86" fmla="*/ 379 w 860"/>
                    <a:gd name="T87" fmla="*/ 584 h 656"/>
                    <a:gd name="T88" fmla="*/ 421 w 860"/>
                    <a:gd name="T89" fmla="*/ 592 h 656"/>
                    <a:gd name="T90" fmla="*/ 438 w 860"/>
                    <a:gd name="T91" fmla="*/ 624 h 656"/>
                    <a:gd name="T92" fmla="*/ 464 w 860"/>
                    <a:gd name="T93" fmla="*/ 640 h 656"/>
                    <a:gd name="T94" fmla="*/ 497 w 860"/>
                    <a:gd name="T95" fmla="*/ 616 h 656"/>
                    <a:gd name="T96" fmla="*/ 523 w 860"/>
                    <a:gd name="T97" fmla="*/ 640 h 656"/>
                    <a:gd name="T98" fmla="*/ 531 w 860"/>
                    <a:gd name="T99" fmla="*/ 656 h 656"/>
                    <a:gd name="T100" fmla="*/ 556 w 860"/>
                    <a:gd name="T101" fmla="*/ 656 h 656"/>
                    <a:gd name="T102" fmla="*/ 581 w 860"/>
                    <a:gd name="T103" fmla="*/ 632 h 656"/>
                    <a:gd name="T104" fmla="*/ 615 w 860"/>
                    <a:gd name="T105" fmla="*/ 632 h 656"/>
                    <a:gd name="T106" fmla="*/ 640 w 860"/>
                    <a:gd name="T107" fmla="*/ 616 h 656"/>
                    <a:gd name="T108" fmla="*/ 683 w 860"/>
                    <a:gd name="T109" fmla="*/ 616 h 656"/>
                    <a:gd name="T110" fmla="*/ 708 w 860"/>
                    <a:gd name="T111" fmla="*/ 624 h 656"/>
                    <a:gd name="T112" fmla="*/ 767 w 860"/>
                    <a:gd name="T113" fmla="*/ 632 h 656"/>
                    <a:gd name="T114" fmla="*/ 758 w 860"/>
                    <a:gd name="T115" fmla="*/ 640 h 656"/>
                    <a:gd name="T116" fmla="*/ 792 w 860"/>
                    <a:gd name="T117" fmla="*/ 632 h 656"/>
                    <a:gd name="T118" fmla="*/ 775 w 860"/>
                    <a:gd name="T119" fmla="*/ 560 h 6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60"/>
                    <a:gd name="T181" fmla="*/ 0 h 656"/>
                    <a:gd name="T182" fmla="*/ 860 w 860"/>
                    <a:gd name="T183" fmla="*/ 656 h 65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60" h="656">
                      <a:moveTo>
                        <a:pt x="775" y="560"/>
                      </a:moveTo>
                      <a:lnTo>
                        <a:pt x="826" y="464"/>
                      </a:lnTo>
                      <a:lnTo>
                        <a:pt x="860" y="456"/>
                      </a:lnTo>
                      <a:lnTo>
                        <a:pt x="851" y="416"/>
                      </a:lnTo>
                      <a:lnTo>
                        <a:pt x="817" y="352"/>
                      </a:lnTo>
                      <a:lnTo>
                        <a:pt x="792" y="320"/>
                      </a:lnTo>
                      <a:lnTo>
                        <a:pt x="784" y="264"/>
                      </a:lnTo>
                      <a:lnTo>
                        <a:pt x="750" y="256"/>
                      </a:lnTo>
                      <a:lnTo>
                        <a:pt x="750" y="232"/>
                      </a:lnTo>
                      <a:lnTo>
                        <a:pt x="792" y="184"/>
                      </a:lnTo>
                      <a:lnTo>
                        <a:pt x="750" y="104"/>
                      </a:lnTo>
                      <a:lnTo>
                        <a:pt x="725" y="40"/>
                      </a:lnTo>
                      <a:lnTo>
                        <a:pt x="666" y="16"/>
                      </a:lnTo>
                      <a:lnTo>
                        <a:pt x="531" y="40"/>
                      </a:lnTo>
                      <a:lnTo>
                        <a:pt x="447" y="24"/>
                      </a:lnTo>
                      <a:lnTo>
                        <a:pt x="405" y="48"/>
                      </a:lnTo>
                      <a:lnTo>
                        <a:pt x="362" y="40"/>
                      </a:lnTo>
                      <a:lnTo>
                        <a:pt x="329" y="24"/>
                      </a:lnTo>
                      <a:lnTo>
                        <a:pt x="295" y="0"/>
                      </a:lnTo>
                      <a:lnTo>
                        <a:pt x="253" y="8"/>
                      </a:lnTo>
                      <a:lnTo>
                        <a:pt x="177" y="40"/>
                      </a:lnTo>
                      <a:lnTo>
                        <a:pt x="169" y="72"/>
                      </a:lnTo>
                      <a:lnTo>
                        <a:pt x="126" y="88"/>
                      </a:lnTo>
                      <a:lnTo>
                        <a:pt x="25" y="128"/>
                      </a:lnTo>
                      <a:lnTo>
                        <a:pt x="9" y="128"/>
                      </a:lnTo>
                      <a:lnTo>
                        <a:pt x="17" y="176"/>
                      </a:lnTo>
                      <a:lnTo>
                        <a:pt x="25" y="208"/>
                      </a:lnTo>
                      <a:lnTo>
                        <a:pt x="0" y="256"/>
                      </a:lnTo>
                      <a:lnTo>
                        <a:pt x="51" y="288"/>
                      </a:lnTo>
                      <a:lnTo>
                        <a:pt x="51" y="320"/>
                      </a:lnTo>
                      <a:lnTo>
                        <a:pt x="76" y="360"/>
                      </a:lnTo>
                      <a:lnTo>
                        <a:pt x="59" y="400"/>
                      </a:lnTo>
                      <a:lnTo>
                        <a:pt x="84" y="432"/>
                      </a:lnTo>
                      <a:lnTo>
                        <a:pt x="84" y="472"/>
                      </a:lnTo>
                      <a:lnTo>
                        <a:pt x="126" y="496"/>
                      </a:lnTo>
                      <a:lnTo>
                        <a:pt x="169" y="512"/>
                      </a:lnTo>
                      <a:lnTo>
                        <a:pt x="211" y="512"/>
                      </a:lnTo>
                      <a:lnTo>
                        <a:pt x="202" y="544"/>
                      </a:lnTo>
                      <a:lnTo>
                        <a:pt x="244" y="576"/>
                      </a:lnTo>
                      <a:lnTo>
                        <a:pt x="270" y="560"/>
                      </a:lnTo>
                      <a:lnTo>
                        <a:pt x="270" y="536"/>
                      </a:lnTo>
                      <a:lnTo>
                        <a:pt x="320" y="552"/>
                      </a:lnTo>
                      <a:lnTo>
                        <a:pt x="337" y="576"/>
                      </a:lnTo>
                      <a:lnTo>
                        <a:pt x="379" y="584"/>
                      </a:lnTo>
                      <a:lnTo>
                        <a:pt x="421" y="592"/>
                      </a:lnTo>
                      <a:lnTo>
                        <a:pt x="438" y="624"/>
                      </a:lnTo>
                      <a:lnTo>
                        <a:pt x="464" y="640"/>
                      </a:lnTo>
                      <a:lnTo>
                        <a:pt x="497" y="616"/>
                      </a:lnTo>
                      <a:lnTo>
                        <a:pt x="523" y="640"/>
                      </a:lnTo>
                      <a:lnTo>
                        <a:pt x="531" y="656"/>
                      </a:lnTo>
                      <a:lnTo>
                        <a:pt x="556" y="656"/>
                      </a:lnTo>
                      <a:lnTo>
                        <a:pt x="581" y="632"/>
                      </a:lnTo>
                      <a:lnTo>
                        <a:pt x="615" y="632"/>
                      </a:lnTo>
                      <a:lnTo>
                        <a:pt x="640" y="616"/>
                      </a:lnTo>
                      <a:lnTo>
                        <a:pt x="683" y="616"/>
                      </a:lnTo>
                      <a:lnTo>
                        <a:pt x="708" y="624"/>
                      </a:lnTo>
                      <a:lnTo>
                        <a:pt x="767" y="632"/>
                      </a:lnTo>
                      <a:lnTo>
                        <a:pt x="758" y="640"/>
                      </a:lnTo>
                      <a:lnTo>
                        <a:pt x="792" y="632"/>
                      </a:lnTo>
                      <a:lnTo>
                        <a:pt x="775" y="560"/>
                      </a:lnTo>
                      <a:close/>
                    </a:path>
                  </a:pathLst>
                </a:custGeom>
                <a:solidFill>
                  <a:srgbClr val="00A0C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27" name="Freeform 85"/>
                <p:cNvSpPr>
                  <a:spLocks/>
                </p:cNvSpPr>
                <p:nvPr/>
              </p:nvSpPr>
              <p:spPr bwMode="auto">
                <a:xfrm>
                  <a:off x="2985" y="2012"/>
                  <a:ext cx="210" cy="112"/>
                </a:xfrm>
                <a:custGeom>
                  <a:avLst/>
                  <a:gdLst>
                    <a:gd name="T0" fmla="*/ 168 w 210"/>
                    <a:gd name="T1" fmla="*/ 8 h 112"/>
                    <a:gd name="T2" fmla="*/ 109 w 210"/>
                    <a:gd name="T3" fmla="*/ 8 h 112"/>
                    <a:gd name="T4" fmla="*/ 76 w 210"/>
                    <a:gd name="T5" fmla="*/ 0 h 112"/>
                    <a:gd name="T6" fmla="*/ 67 w 210"/>
                    <a:gd name="T7" fmla="*/ 24 h 112"/>
                    <a:gd name="T8" fmla="*/ 42 w 210"/>
                    <a:gd name="T9" fmla="*/ 32 h 112"/>
                    <a:gd name="T10" fmla="*/ 8 w 210"/>
                    <a:gd name="T11" fmla="*/ 48 h 112"/>
                    <a:gd name="T12" fmla="*/ 8 w 210"/>
                    <a:gd name="T13" fmla="*/ 72 h 112"/>
                    <a:gd name="T14" fmla="*/ 0 w 210"/>
                    <a:gd name="T15" fmla="*/ 96 h 112"/>
                    <a:gd name="T16" fmla="*/ 84 w 210"/>
                    <a:gd name="T17" fmla="*/ 112 h 112"/>
                    <a:gd name="T18" fmla="*/ 210 w 210"/>
                    <a:gd name="T19" fmla="*/ 88 h 112"/>
                    <a:gd name="T20" fmla="*/ 193 w 210"/>
                    <a:gd name="T21" fmla="*/ 16 h 112"/>
                    <a:gd name="T22" fmla="*/ 168 w 210"/>
                    <a:gd name="T23" fmla="*/ 8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0"/>
                    <a:gd name="T37" fmla="*/ 0 h 112"/>
                    <a:gd name="T38" fmla="*/ 210 w 210"/>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0" h="112">
                      <a:moveTo>
                        <a:pt x="168" y="8"/>
                      </a:moveTo>
                      <a:lnTo>
                        <a:pt x="109" y="8"/>
                      </a:lnTo>
                      <a:lnTo>
                        <a:pt x="76" y="0"/>
                      </a:lnTo>
                      <a:lnTo>
                        <a:pt x="67" y="24"/>
                      </a:lnTo>
                      <a:lnTo>
                        <a:pt x="42" y="32"/>
                      </a:lnTo>
                      <a:lnTo>
                        <a:pt x="8" y="48"/>
                      </a:lnTo>
                      <a:lnTo>
                        <a:pt x="8" y="72"/>
                      </a:lnTo>
                      <a:lnTo>
                        <a:pt x="0" y="96"/>
                      </a:lnTo>
                      <a:lnTo>
                        <a:pt x="84" y="112"/>
                      </a:lnTo>
                      <a:lnTo>
                        <a:pt x="210" y="88"/>
                      </a:lnTo>
                      <a:lnTo>
                        <a:pt x="193" y="16"/>
                      </a:lnTo>
                      <a:lnTo>
                        <a:pt x="168" y="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28" name="Freeform 86"/>
                <p:cNvSpPr>
                  <a:spLocks/>
                </p:cNvSpPr>
                <p:nvPr/>
              </p:nvSpPr>
              <p:spPr bwMode="auto">
                <a:xfrm>
                  <a:off x="2538" y="2076"/>
                  <a:ext cx="860" cy="656"/>
                </a:xfrm>
                <a:custGeom>
                  <a:avLst/>
                  <a:gdLst>
                    <a:gd name="T0" fmla="*/ 775 w 860"/>
                    <a:gd name="T1" fmla="*/ 560 h 656"/>
                    <a:gd name="T2" fmla="*/ 826 w 860"/>
                    <a:gd name="T3" fmla="*/ 464 h 656"/>
                    <a:gd name="T4" fmla="*/ 860 w 860"/>
                    <a:gd name="T5" fmla="*/ 456 h 656"/>
                    <a:gd name="T6" fmla="*/ 851 w 860"/>
                    <a:gd name="T7" fmla="*/ 416 h 656"/>
                    <a:gd name="T8" fmla="*/ 817 w 860"/>
                    <a:gd name="T9" fmla="*/ 352 h 656"/>
                    <a:gd name="T10" fmla="*/ 792 w 860"/>
                    <a:gd name="T11" fmla="*/ 320 h 656"/>
                    <a:gd name="T12" fmla="*/ 784 w 860"/>
                    <a:gd name="T13" fmla="*/ 264 h 656"/>
                    <a:gd name="T14" fmla="*/ 750 w 860"/>
                    <a:gd name="T15" fmla="*/ 256 h 656"/>
                    <a:gd name="T16" fmla="*/ 750 w 860"/>
                    <a:gd name="T17" fmla="*/ 232 h 656"/>
                    <a:gd name="T18" fmla="*/ 792 w 860"/>
                    <a:gd name="T19" fmla="*/ 184 h 656"/>
                    <a:gd name="T20" fmla="*/ 750 w 860"/>
                    <a:gd name="T21" fmla="*/ 104 h 656"/>
                    <a:gd name="T22" fmla="*/ 725 w 860"/>
                    <a:gd name="T23" fmla="*/ 40 h 656"/>
                    <a:gd name="T24" fmla="*/ 666 w 860"/>
                    <a:gd name="T25" fmla="*/ 16 h 656"/>
                    <a:gd name="T26" fmla="*/ 531 w 860"/>
                    <a:gd name="T27" fmla="*/ 40 h 656"/>
                    <a:gd name="T28" fmla="*/ 447 w 860"/>
                    <a:gd name="T29" fmla="*/ 24 h 656"/>
                    <a:gd name="T30" fmla="*/ 405 w 860"/>
                    <a:gd name="T31" fmla="*/ 48 h 656"/>
                    <a:gd name="T32" fmla="*/ 362 w 860"/>
                    <a:gd name="T33" fmla="*/ 40 h 656"/>
                    <a:gd name="T34" fmla="*/ 329 w 860"/>
                    <a:gd name="T35" fmla="*/ 24 h 656"/>
                    <a:gd name="T36" fmla="*/ 295 w 860"/>
                    <a:gd name="T37" fmla="*/ 0 h 656"/>
                    <a:gd name="T38" fmla="*/ 253 w 860"/>
                    <a:gd name="T39" fmla="*/ 8 h 656"/>
                    <a:gd name="T40" fmla="*/ 177 w 860"/>
                    <a:gd name="T41" fmla="*/ 40 h 656"/>
                    <a:gd name="T42" fmla="*/ 169 w 860"/>
                    <a:gd name="T43" fmla="*/ 72 h 656"/>
                    <a:gd name="T44" fmla="*/ 126 w 860"/>
                    <a:gd name="T45" fmla="*/ 88 h 656"/>
                    <a:gd name="T46" fmla="*/ 25 w 860"/>
                    <a:gd name="T47" fmla="*/ 128 h 656"/>
                    <a:gd name="T48" fmla="*/ 9 w 860"/>
                    <a:gd name="T49" fmla="*/ 128 h 656"/>
                    <a:gd name="T50" fmla="*/ 17 w 860"/>
                    <a:gd name="T51" fmla="*/ 176 h 656"/>
                    <a:gd name="T52" fmla="*/ 25 w 860"/>
                    <a:gd name="T53" fmla="*/ 208 h 656"/>
                    <a:gd name="T54" fmla="*/ 0 w 860"/>
                    <a:gd name="T55" fmla="*/ 256 h 656"/>
                    <a:gd name="T56" fmla="*/ 51 w 860"/>
                    <a:gd name="T57" fmla="*/ 288 h 656"/>
                    <a:gd name="T58" fmla="*/ 51 w 860"/>
                    <a:gd name="T59" fmla="*/ 320 h 656"/>
                    <a:gd name="T60" fmla="*/ 76 w 860"/>
                    <a:gd name="T61" fmla="*/ 360 h 656"/>
                    <a:gd name="T62" fmla="*/ 59 w 860"/>
                    <a:gd name="T63" fmla="*/ 400 h 656"/>
                    <a:gd name="T64" fmla="*/ 84 w 860"/>
                    <a:gd name="T65" fmla="*/ 432 h 656"/>
                    <a:gd name="T66" fmla="*/ 84 w 860"/>
                    <a:gd name="T67" fmla="*/ 472 h 656"/>
                    <a:gd name="T68" fmla="*/ 126 w 860"/>
                    <a:gd name="T69" fmla="*/ 496 h 656"/>
                    <a:gd name="T70" fmla="*/ 169 w 860"/>
                    <a:gd name="T71" fmla="*/ 512 h 656"/>
                    <a:gd name="T72" fmla="*/ 211 w 860"/>
                    <a:gd name="T73" fmla="*/ 512 h 656"/>
                    <a:gd name="T74" fmla="*/ 202 w 860"/>
                    <a:gd name="T75" fmla="*/ 544 h 656"/>
                    <a:gd name="T76" fmla="*/ 244 w 860"/>
                    <a:gd name="T77" fmla="*/ 576 h 656"/>
                    <a:gd name="T78" fmla="*/ 270 w 860"/>
                    <a:gd name="T79" fmla="*/ 560 h 656"/>
                    <a:gd name="T80" fmla="*/ 270 w 860"/>
                    <a:gd name="T81" fmla="*/ 536 h 656"/>
                    <a:gd name="T82" fmla="*/ 320 w 860"/>
                    <a:gd name="T83" fmla="*/ 552 h 656"/>
                    <a:gd name="T84" fmla="*/ 337 w 860"/>
                    <a:gd name="T85" fmla="*/ 576 h 656"/>
                    <a:gd name="T86" fmla="*/ 379 w 860"/>
                    <a:gd name="T87" fmla="*/ 584 h 656"/>
                    <a:gd name="T88" fmla="*/ 421 w 860"/>
                    <a:gd name="T89" fmla="*/ 592 h 656"/>
                    <a:gd name="T90" fmla="*/ 438 w 860"/>
                    <a:gd name="T91" fmla="*/ 624 h 656"/>
                    <a:gd name="T92" fmla="*/ 438 w 860"/>
                    <a:gd name="T93" fmla="*/ 624 h 656"/>
                    <a:gd name="T94" fmla="*/ 464 w 860"/>
                    <a:gd name="T95" fmla="*/ 640 h 656"/>
                    <a:gd name="T96" fmla="*/ 497 w 860"/>
                    <a:gd name="T97" fmla="*/ 616 h 656"/>
                    <a:gd name="T98" fmla="*/ 523 w 860"/>
                    <a:gd name="T99" fmla="*/ 640 h 656"/>
                    <a:gd name="T100" fmla="*/ 531 w 860"/>
                    <a:gd name="T101" fmla="*/ 656 h 656"/>
                    <a:gd name="T102" fmla="*/ 556 w 860"/>
                    <a:gd name="T103" fmla="*/ 656 h 656"/>
                    <a:gd name="T104" fmla="*/ 581 w 860"/>
                    <a:gd name="T105" fmla="*/ 632 h 656"/>
                    <a:gd name="T106" fmla="*/ 615 w 860"/>
                    <a:gd name="T107" fmla="*/ 632 h 656"/>
                    <a:gd name="T108" fmla="*/ 640 w 860"/>
                    <a:gd name="T109" fmla="*/ 616 h 656"/>
                    <a:gd name="T110" fmla="*/ 683 w 860"/>
                    <a:gd name="T111" fmla="*/ 616 h 656"/>
                    <a:gd name="T112" fmla="*/ 708 w 860"/>
                    <a:gd name="T113" fmla="*/ 624 h 656"/>
                    <a:gd name="T114" fmla="*/ 767 w 860"/>
                    <a:gd name="T115" fmla="*/ 632 h 656"/>
                    <a:gd name="T116" fmla="*/ 758 w 860"/>
                    <a:gd name="T117" fmla="*/ 640 h 656"/>
                    <a:gd name="T118" fmla="*/ 792 w 860"/>
                    <a:gd name="T119" fmla="*/ 632 h 656"/>
                    <a:gd name="T120" fmla="*/ 775 w 860"/>
                    <a:gd name="T121" fmla="*/ 560 h 65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860"/>
                    <a:gd name="T184" fmla="*/ 0 h 656"/>
                    <a:gd name="T185" fmla="*/ 860 w 860"/>
                    <a:gd name="T186" fmla="*/ 656 h 65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860" h="656">
                      <a:moveTo>
                        <a:pt x="775" y="560"/>
                      </a:moveTo>
                      <a:lnTo>
                        <a:pt x="826" y="464"/>
                      </a:lnTo>
                      <a:lnTo>
                        <a:pt x="860" y="456"/>
                      </a:lnTo>
                      <a:lnTo>
                        <a:pt x="851" y="416"/>
                      </a:lnTo>
                      <a:lnTo>
                        <a:pt x="817" y="352"/>
                      </a:lnTo>
                      <a:lnTo>
                        <a:pt x="792" y="320"/>
                      </a:lnTo>
                      <a:lnTo>
                        <a:pt x="784" y="264"/>
                      </a:lnTo>
                      <a:lnTo>
                        <a:pt x="750" y="256"/>
                      </a:lnTo>
                      <a:lnTo>
                        <a:pt x="750" y="232"/>
                      </a:lnTo>
                      <a:lnTo>
                        <a:pt x="792" y="184"/>
                      </a:lnTo>
                      <a:lnTo>
                        <a:pt x="750" y="104"/>
                      </a:lnTo>
                      <a:lnTo>
                        <a:pt x="725" y="40"/>
                      </a:lnTo>
                      <a:lnTo>
                        <a:pt x="666" y="16"/>
                      </a:lnTo>
                      <a:lnTo>
                        <a:pt x="531" y="40"/>
                      </a:lnTo>
                      <a:lnTo>
                        <a:pt x="447" y="24"/>
                      </a:lnTo>
                      <a:lnTo>
                        <a:pt x="405" y="48"/>
                      </a:lnTo>
                      <a:lnTo>
                        <a:pt x="362" y="40"/>
                      </a:lnTo>
                      <a:lnTo>
                        <a:pt x="329" y="24"/>
                      </a:lnTo>
                      <a:lnTo>
                        <a:pt x="295" y="0"/>
                      </a:lnTo>
                      <a:lnTo>
                        <a:pt x="253" y="8"/>
                      </a:lnTo>
                      <a:lnTo>
                        <a:pt x="177" y="40"/>
                      </a:lnTo>
                      <a:lnTo>
                        <a:pt x="169" y="72"/>
                      </a:lnTo>
                      <a:lnTo>
                        <a:pt x="126" y="88"/>
                      </a:lnTo>
                      <a:lnTo>
                        <a:pt x="25" y="128"/>
                      </a:lnTo>
                      <a:lnTo>
                        <a:pt x="9" y="128"/>
                      </a:lnTo>
                      <a:lnTo>
                        <a:pt x="17" y="176"/>
                      </a:lnTo>
                      <a:lnTo>
                        <a:pt x="25" y="208"/>
                      </a:lnTo>
                      <a:lnTo>
                        <a:pt x="0" y="256"/>
                      </a:lnTo>
                      <a:lnTo>
                        <a:pt x="51" y="288"/>
                      </a:lnTo>
                      <a:lnTo>
                        <a:pt x="51" y="320"/>
                      </a:lnTo>
                      <a:lnTo>
                        <a:pt x="76" y="360"/>
                      </a:lnTo>
                      <a:lnTo>
                        <a:pt x="59" y="400"/>
                      </a:lnTo>
                      <a:lnTo>
                        <a:pt x="84" y="432"/>
                      </a:lnTo>
                      <a:lnTo>
                        <a:pt x="84" y="472"/>
                      </a:lnTo>
                      <a:lnTo>
                        <a:pt x="126" y="496"/>
                      </a:lnTo>
                      <a:lnTo>
                        <a:pt x="169" y="512"/>
                      </a:lnTo>
                      <a:lnTo>
                        <a:pt x="211" y="512"/>
                      </a:lnTo>
                      <a:lnTo>
                        <a:pt x="202" y="544"/>
                      </a:lnTo>
                      <a:lnTo>
                        <a:pt x="244" y="576"/>
                      </a:lnTo>
                      <a:lnTo>
                        <a:pt x="270" y="560"/>
                      </a:lnTo>
                      <a:lnTo>
                        <a:pt x="270" y="536"/>
                      </a:lnTo>
                      <a:lnTo>
                        <a:pt x="320" y="552"/>
                      </a:lnTo>
                      <a:lnTo>
                        <a:pt x="337" y="576"/>
                      </a:lnTo>
                      <a:lnTo>
                        <a:pt x="379" y="584"/>
                      </a:lnTo>
                      <a:lnTo>
                        <a:pt x="421" y="592"/>
                      </a:lnTo>
                      <a:lnTo>
                        <a:pt x="438" y="624"/>
                      </a:lnTo>
                      <a:lnTo>
                        <a:pt x="464" y="640"/>
                      </a:lnTo>
                      <a:lnTo>
                        <a:pt x="497" y="616"/>
                      </a:lnTo>
                      <a:lnTo>
                        <a:pt x="523" y="640"/>
                      </a:lnTo>
                      <a:lnTo>
                        <a:pt x="531" y="656"/>
                      </a:lnTo>
                      <a:lnTo>
                        <a:pt x="556" y="656"/>
                      </a:lnTo>
                      <a:lnTo>
                        <a:pt x="581" y="632"/>
                      </a:lnTo>
                      <a:lnTo>
                        <a:pt x="615" y="632"/>
                      </a:lnTo>
                      <a:lnTo>
                        <a:pt x="640" y="616"/>
                      </a:lnTo>
                      <a:lnTo>
                        <a:pt x="683" y="616"/>
                      </a:lnTo>
                      <a:lnTo>
                        <a:pt x="708" y="624"/>
                      </a:lnTo>
                      <a:lnTo>
                        <a:pt x="767" y="632"/>
                      </a:lnTo>
                      <a:lnTo>
                        <a:pt x="758" y="640"/>
                      </a:lnTo>
                      <a:lnTo>
                        <a:pt x="792" y="632"/>
                      </a:lnTo>
                      <a:lnTo>
                        <a:pt x="775" y="560"/>
                      </a:lnTo>
                      <a:close/>
                    </a:path>
                  </a:pathLst>
                </a:custGeom>
                <a:solidFill>
                  <a:srgbClr val="99CCFF"/>
                </a:solidFill>
                <a:ln w="12700">
                  <a:solidFill>
                    <a:srgbClr val="000000"/>
                  </a:solidFill>
                  <a:prstDash val="solid"/>
                  <a:round/>
                  <a:headEnd/>
                  <a:tailEnd/>
                </a:ln>
              </p:spPr>
              <p:txBody>
                <a:bodyPr/>
                <a:lstStyle/>
                <a:p>
                  <a:endParaRPr lang="en-GB"/>
                </a:p>
              </p:txBody>
            </p:sp>
            <p:sp>
              <p:nvSpPr>
                <p:cNvPr id="12429" name="Freeform 87"/>
                <p:cNvSpPr>
                  <a:spLocks/>
                </p:cNvSpPr>
                <p:nvPr/>
              </p:nvSpPr>
              <p:spPr bwMode="auto">
                <a:xfrm>
                  <a:off x="2985" y="2004"/>
                  <a:ext cx="210" cy="112"/>
                </a:xfrm>
                <a:custGeom>
                  <a:avLst/>
                  <a:gdLst>
                    <a:gd name="T0" fmla="*/ 168 w 210"/>
                    <a:gd name="T1" fmla="*/ 8 h 112"/>
                    <a:gd name="T2" fmla="*/ 109 w 210"/>
                    <a:gd name="T3" fmla="*/ 8 h 112"/>
                    <a:gd name="T4" fmla="*/ 76 w 210"/>
                    <a:gd name="T5" fmla="*/ 0 h 112"/>
                    <a:gd name="T6" fmla="*/ 67 w 210"/>
                    <a:gd name="T7" fmla="*/ 24 h 112"/>
                    <a:gd name="T8" fmla="*/ 42 w 210"/>
                    <a:gd name="T9" fmla="*/ 32 h 112"/>
                    <a:gd name="T10" fmla="*/ 8 w 210"/>
                    <a:gd name="T11" fmla="*/ 48 h 112"/>
                    <a:gd name="T12" fmla="*/ 8 w 210"/>
                    <a:gd name="T13" fmla="*/ 72 h 112"/>
                    <a:gd name="T14" fmla="*/ 0 w 210"/>
                    <a:gd name="T15" fmla="*/ 96 h 112"/>
                    <a:gd name="T16" fmla="*/ 84 w 210"/>
                    <a:gd name="T17" fmla="*/ 112 h 112"/>
                    <a:gd name="T18" fmla="*/ 210 w 210"/>
                    <a:gd name="T19" fmla="*/ 88 h 112"/>
                    <a:gd name="T20" fmla="*/ 193 w 210"/>
                    <a:gd name="T21" fmla="*/ 16 h 112"/>
                    <a:gd name="T22" fmla="*/ 168 w 210"/>
                    <a:gd name="T23" fmla="*/ 8 h 1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0"/>
                    <a:gd name="T37" fmla="*/ 0 h 112"/>
                    <a:gd name="T38" fmla="*/ 210 w 210"/>
                    <a:gd name="T39" fmla="*/ 112 h 1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0" h="112">
                      <a:moveTo>
                        <a:pt x="168" y="8"/>
                      </a:moveTo>
                      <a:lnTo>
                        <a:pt x="109" y="8"/>
                      </a:lnTo>
                      <a:lnTo>
                        <a:pt x="76" y="0"/>
                      </a:lnTo>
                      <a:lnTo>
                        <a:pt x="67" y="24"/>
                      </a:lnTo>
                      <a:lnTo>
                        <a:pt x="42" y="32"/>
                      </a:lnTo>
                      <a:lnTo>
                        <a:pt x="8" y="48"/>
                      </a:lnTo>
                      <a:lnTo>
                        <a:pt x="8" y="72"/>
                      </a:lnTo>
                      <a:lnTo>
                        <a:pt x="0" y="96"/>
                      </a:lnTo>
                      <a:lnTo>
                        <a:pt x="84" y="112"/>
                      </a:lnTo>
                      <a:lnTo>
                        <a:pt x="210" y="88"/>
                      </a:lnTo>
                      <a:lnTo>
                        <a:pt x="193" y="16"/>
                      </a:lnTo>
                      <a:lnTo>
                        <a:pt x="168" y="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30" name="Freeform 88"/>
                <p:cNvSpPr>
                  <a:spLocks/>
                </p:cNvSpPr>
                <p:nvPr/>
              </p:nvSpPr>
              <p:spPr bwMode="auto">
                <a:xfrm>
                  <a:off x="3027" y="1828"/>
                  <a:ext cx="455" cy="320"/>
                </a:xfrm>
                <a:custGeom>
                  <a:avLst/>
                  <a:gdLst>
                    <a:gd name="T0" fmla="*/ 312 w 455"/>
                    <a:gd name="T1" fmla="*/ 304 h 320"/>
                    <a:gd name="T2" fmla="*/ 328 w 455"/>
                    <a:gd name="T3" fmla="*/ 296 h 320"/>
                    <a:gd name="T4" fmla="*/ 320 w 455"/>
                    <a:gd name="T5" fmla="*/ 272 h 320"/>
                    <a:gd name="T6" fmla="*/ 354 w 455"/>
                    <a:gd name="T7" fmla="*/ 264 h 320"/>
                    <a:gd name="T8" fmla="*/ 379 w 455"/>
                    <a:gd name="T9" fmla="*/ 248 h 320"/>
                    <a:gd name="T10" fmla="*/ 404 w 455"/>
                    <a:gd name="T11" fmla="*/ 256 h 320"/>
                    <a:gd name="T12" fmla="*/ 387 w 455"/>
                    <a:gd name="T13" fmla="*/ 224 h 320"/>
                    <a:gd name="T14" fmla="*/ 387 w 455"/>
                    <a:gd name="T15" fmla="*/ 192 h 320"/>
                    <a:gd name="T16" fmla="*/ 387 w 455"/>
                    <a:gd name="T17" fmla="*/ 160 h 320"/>
                    <a:gd name="T18" fmla="*/ 413 w 455"/>
                    <a:gd name="T19" fmla="*/ 152 h 320"/>
                    <a:gd name="T20" fmla="*/ 421 w 455"/>
                    <a:gd name="T21" fmla="*/ 128 h 320"/>
                    <a:gd name="T22" fmla="*/ 446 w 455"/>
                    <a:gd name="T23" fmla="*/ 120 h 320"/>
                    <a:gd name="T24" fmla="*/ 455 w 455"/>
                    <a:gd name="T25" fmla="*/ 104 h 320"/>
                    <a:gd name="T26" fmla="*/ 430 w 455"/>
                    <a:gd name="T27" fmla="*/ 96 h 320"/>
                    <a:gd name="T28" fmla="*/ 430 w 455"/>
                    <a:gd name="T29" fmla="*/ 64 h 320"/>
                    <a:gd name="T30" fmla="*/ 396 w 455"/>
                    <a:gd name="T31" fmla="*/ 56 h 320"/>
                    <a:gd name="T32" fmla="*/ 371 w 455"/>
                    <a:gd name="T33" fmla="*/ 40 h 320"/>
                    <a:gd name="T34" fmla="*/ 337 w 455"/>
                    <a:gd name="T35" fmla="*/ 24 h 320"/>
                    <a:gd name="T36" fmla="*/ 286 w 455"/>
                    <a:gd name="T37" fmla="*/ 16 h 320"/>
                    <a:gd name="T38" fmla="*/ 278 w 455"/>
                    <a:gd name="T39" fmla="*/ 0 h 320"/>
                    <a:gd name="T40" fmla="*/ 227 w 455"/>
                    <a:gd name="T41" fmla="*/ 32 h 320"/>
                    <a:gd name="T42" fmla="*/ 185 w 455"/>
                    <a:gd name="T43" fmla="*/ 24 h 320"/>
                    <a:gd name="T44" fmla="*/ 143 w 455"/>
                    <a:gd name="T45" fmla="*/ 32 h 320"/>
                    <a:gd name="T46" fmla="*/ 84 w 455"/>
                    <a:gd name="T47" fmla="*/ 32 h 320"/>
                    <a:gd name="T48" fmla="*/ 25 w 455"/>
                    <a:gd name="T49" fmla="*/ 64 h 320"/>
                    <a:gd name="T50" fmla="*/ 0 w 455"/>
                    <a:gd name="T51" fmla="*/ 88 h 320"/>
                    <a:gd name="T52" fmla="*/ 8 w 455"/>
                    <a:gd name="T53" fmla="*/ 104 h 320"/>
                    <a:gd name="T54" fmla="*/ 25 w 455"/>
                    <a:gd name="T55" fmla="*/ 168 h 320"/>
                    <a:gd name="T56" fmla="*/ 34 w 455"/>
                    <a:gd name="T57" fmla="*/ 184 h 320"/>
                    <a:gd name="T58" fmla="*/ 67 w 455"/>
                    <a:gd name="T59" fmla="*/ 192 h 320"/>
                    <a:gd name="T60" fmla="*/ 126 w 455"/>
                    <a:gd name="T61" fmla="*/ 192 h 320"/>
                    <a:gd name="T62" fmla="*/ 151 w 455"/>
                    <a:gd name="T63" fmla="*/ 200 h 320"/>
                    <a:gd name="T64" fmla="*/ 168 w 455"/>
                    <a:gd name="T65" fmla="*/ 272 h 320"/>
                    <a:gd name="T66" fmla="*/ 177 w 455"/>
                    <a:gd name="T67" fmla="*/ 272 h 320"/>
                    <a:gd name="T68" fmla="*/ 236 w 455"/>
                    <a:gd name="T69" fmla="*/ 296 h 320"/>
                    <a:gd name="T70" fmla="*/ 244 w 455"/>
                    <a:gd name="T71" fmla="*/ 320 h 320"/>
                    <a:gd name="T72" fmla="*/ 278 w 455"/>
                    <a:gd name="T73" fmla="*/ 296 h 320"/>
                    <a:gd name="T74" fmla="*/ 312 w 455"/>
                    <a:gd name="T75" fmla="*/ 304 h 3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55"/>
                    <a:gd name="T115" fmla="*/ 0 h 320"/>
                    <a:gd name="T116" fmla="*/ 455 w 455"/>
                    <a:gd name="T117" fmla="*/ 320 h 3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55" h="320">
                      <a:moveTo>
                        <a:pt x="312" y="304"/>
                      </a:moveTo>
                      <a:lnTo>
                        <a:pt x="328" y="296"/>
                      </a:lnTo>
                      <a:lnTo>
                        <a:pt x="320" y="272"/>
                      </a:lnTo>
                      <a:lnTo>
                        <a:pt x="354" y="264"/>
                      </a:lnTo>
                      <a:lnTo>
                        <a:pt x="379" y="248"/>
                      </a:lnTo>
                      <a:lnTo>
                        <a:pt x="404" y="256"/>
                      </a:lnTo>
                      <a:lnTo>
                        <a:pt x="387" y="224"/>
                      </a:lnTo>
                      <a:lnTo>
                        <a:pt x="387" y="192"/>
                      </a:lnTo>
                      <a:lnTo>
                        <a:pt x="387" y="160"/>
                      </a:lnTo>
                      <a:lnTo>
                        <a:pt x="413" y="152"/>
                      </a:lnTo>
                      <a:lnTo>
                        <a:pt x="421" y="128"/>
                      </a:lnTo>
                      <a:lnTo>
                        <a:pt x="446" y="120"/>
                      </a:lnTo>
                      <a:lnTo>
                        <a:pt x="455" y="104"/>
                      </a:lnTo>
                      <a:lnTo>
                        <a:pt x="430" y="96"/>
                      </a:lnTo>
                      <a:lnTo>
                        <a:pt x="430" y="64"/>
                      </a:lnTo>
                      <a:lnTo>
                        <a:pt x="396" y="56"/>
                      </a:lnTo>
                      <a:lnTo>
                        <a:pt x="371" y="40"/>
                      </a:lnTo>
                      <a:lnTo>
                        <a:pt x="337" y="24"/>
                      </a:lnTo>
                      <a:lnTo>
                        <a:pt x="286" y="16"/>
                      </a:lnTo>
                      <a:lnTo>
                        <a:pt x="278" y="0"/>
                      </a:lnTo>
                      <a:lnTo>
                        <a:pt x="227" y="32"/>
                      </a:lnTo>
                      <a:lnTo>
                        <a:pt x="185" y="24"/>
                      </a:lnTo>
                      <a:lnTo>
                        <a:pt x="143" y="32"/>
                      </a:lnTo>
                      <a:lnTo>
                        <a:pt x="84" y="32"/>
                      </a:lnTo>
                      <a:lnTo>
                        <a:pt x="25" y="64"/>
                      </a:lnTo>
                      <a:lnTo>
                        <a:pt x="0" y="88"/>
                      </a:lnTo>
                      <a:lnTo>
                        <a:pt x="8" y="104"/>
                      </a:lnTo>
                      <a:lnTo>
                        <a:pt x="25" y="168"/>
                      </a:lnTo>
                      <a:lnTo>
                        <a:pt x="34" y="184"/>
                      </a:lnTo>
                      <a:lnTo>
                        <a:pt x="67" y="192"/>
                      </a:lnTo>
                      <a:lnTo>
                        <a:pt x="126" y="192"/>
                      </a:lnTo>
                      <a:lnTo>
                        <a:pt x="151" y="200"/>
                      </a:lnTo>
                      <a:lnTo>
                        <a:pt x="168" y="272"/>
                      </a:lnTo>
                      <a:lnTo>
                        <a:pt x="177" y="272"/>
                      </a:lnTo>
                      <a:lnTo>
                        <a:pt x="236" y="296"/>
                      </a:lnTo>
                      <a:lnTo>
                        <a:pt x="244" y="320"/>
                      </a:lnTo>
                      <a:lnTo>
                        <a:pt x="278" y="296"/>
                      </a:lnTo>
                      <a:lnTo>
                        <a:pt x="312" y="304"/>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31" name="Freeform 89"/>
                <p:cNvSpPr>
                  <a:spLocks/>
                </p:cNvSpPr>
                <p:nvPr/>
              </p:nvSpPr>
              <p:spPr bwMode="auto">
                <a:xfrm>
                  <a:off x="3280" y="2132"/>
                  <a:ext cx="969" cy="928"/>
                </a:xfrm>
                <a:custGeom>
                  <a:avLst/>
                  <a:gdLst>
                    <a:gd name="T0" fmla="*/ 910 w 969"/>
                    <a:gd name="T1" fmla="*/ 96 h 928"/>
                    <a:gd name="T2" fmla="*/ 910 w 969"/>
                    <a:gd name="T3" fmla="*/ 40 h 928"/>
                    <a:gd name="T4" fmla="*/ 825 w 969"/>
                    <a:gd name="T5" fmla="*/ 0 h 928"/>
                    <a:gd name="T6" fmla="*/ 733 w 969"/>
                    <a:gd name="T7" fmla="*/ 32 h 928"/>
                    <a:gd name="T8" fmla="*/ 691 w 969"/>
                    <a:gd name="T9" fmla="*/ 72 h 928"/>
                    <a:gd name="T10" fmla="*/ 615 w 969"/>
                    <a:gd name="T11" fmla="*/ 160 h 928"/>
                    <a:gd name="T12" fmla="*/ 573 w 969"/>
                    <a:gd name="T13" fmla="*/ 176 h 928"/>
                    <a:gd name="T14" fmla="*/ 505 w 969"/>
                    <a:gd name="T15" fmla="*/ 184 h 928"/>
                    <a:gd name="T16" fmla="*/ 446 w 969"/>
                    <a:gd name="T17" fmla="*/ 200 h 928"/>
                    <a:gd name="T18" fmla="*/ 387 w 969"/>
                    <a:gd name="T19" fmla="*/ 224 h 928"/>
                    <a:gd name="T20" fmla="*/ 294 w 969"/>
                    <a:gd name="T21" fmla="*/ 208 h 928"/>
                    <a:gd name="T22" fmla="*/ 143 w 969"/>
                    <a:gd name="T23" fmla="*/ 224 h 928"/>
                    <a:gd name="T24" fmla="*/ 84 w 969"/>
                    <a:gd name="T25" fmla="*/ 272 h 928"/>
                    <a:gd name="T26" fmla="*/ 75 w 969"/>
                    <a:gd name="T27" fmla="*/ 304 h 928"/>
                    <a:gd name="T28" fmla="*/ 118 w 969"/>
                    <a:gd name="T29" fmla="*/ 408 h 928"/>
                    <a:gd name="T30" fmla="*/ 33 w 969"/>
                    <a:gd name="T31" fmla="*/ 512 h 928"/>
                    <a:gd name="T32" fmla="*/ 16 w 969"/>
                    <a:gd name="T33" fmla="*/ 592 h 928"/>
                    <a:gd name="T34" fmla="*/ 0 w 969"/>
                    <a:gd name="T35" fmla="*/ 680 h 928"/>
                    <a:gd name="T36" fmla="*/ 50 w 969"/>
                    <a:gd name="T37" fmla="*/ 696 h 928"/>
                    <a:gd name="T38" fmla="*/ 109 w 969"/>
                    <a:gd name="T39" fmla="*/ 696 h 928"/>
                    <a:gd name="T40" fmla="*/ 177 w 969"/>
                    <a:gd name="T41" fmla="*/ 704 h 928"/>
                    <a:gd name="T42" fmla="*/ 261 w 969"/>
                    <a:gd name="T43" fmla="*/ 712 h 928"/>
                    <a:gd name="T44" fmla="*/ 362 w 969"/>
                    <a:gd name="T45" fmla="*/ 664 h 928"/>
                    <a:gd name="T46" fmla="*/ 404 w 969"/>
                    <a:gd name="T47" fmla="*/ 616 h 928"/>
                    <a:gd name="T48" fmla="*/ 463 w 969"/>
                    <a:gd name="T49" fmla="*/ 600 h 928"/>
                    <a:gd name="T50" fmla="*/ 556 w 969"/>
                    <a:gd name="T51" fmla="*/ 600 h 928"/>
                    <a:gd name="T52" fmla="*/ 640 w 969"/>
                    <a:gd name="T53" fmla="*/ 648 h 928"/>
                    <a:gd name="T54" fmla="*/ 707 w 969"/>
                    <a:gd name="T55" fmla="*/ 696 h 928"/>
                    <a:gd name="T56" fmla="*/ 758 w 969"/>
                    <a:gd name="T57" fmla="*/ 760 h 928"/>
                    <a:gd name="T58" fmla="*/ 657 w 969"/>
                    <a:gd name="T59" fmla="*/ 800 h 928"/>
                    <a:gd name="T60" fmla="*/ 657 w 969"/>
                    <a:gd name="T61" fmla="*/ 888 h 928"/>
                    <a:gd name="T62" fmla="*/ 674 w 969"/>
                    <a:gd name="T63" fmla="*/ 928 h 928"/>
                    <a:gd name="T64" fmla="*/ 766 w 969"/>
                    <a:gd name="T65" fmla="*/ 904 h 928"/>
                    <a:gd name="T66" fmla="*/ 808 w 969"/>
                    <a:gd name="T67" fmla="*/ 768 h 928"/>
                    <a:gd name="T68" fmla="*/ 867 w 969"/>
                    <a:gd name="T69" fmla="*/ 704 h 928"/>
                    <a:gd name="T70" fmla="*/ 969 w 969"/>
                    <a:gd name="T71" fmla="*/ 688 h 928"/>
                    <a:gd name="T72" fmla="*/ 935 w 969"/>
                    <a:gd name="T73" fmla="*/ 104 h 92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9"/>
                    <a:gd name="T112" fmla="*/ 0 h 928"/>
                    <a:gd name="T113" fmla="*/ 969 w 969"/>
                    <a:gd name="T114" fmla="*/ 928 h 92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9" h="928">
                      <a:moveTo>
                        <a:pt x="935" y="104"/>
                      </a:moveTo>
                      <a:lnTo>
                        <a:pt x="910" y="96"/>
                      </a:lnTo>
                      <a:lnTo>
                        <a:pt x="893" y="56"/>
                      </a:lnTo>
                      <a:lnTo>
                        <a:pt x="910" y="40"/>
                      </a:lnTo>
                      <a:lnTo>
                        <a:pt x="867" y="16"/>
                      </a:lnTo>
                      <a:lnTo>
                        <a:pt x="825" y="0"/>
                      </a:lnTo>
                      <a:lnTo>
                        <a:pt x="766" y="32"/>
                      </a:lnTo>
                      <a:lnTo>
                        <a:pt x="733" y="32"/>
                      </a:lnTo>
                      <a:lnTo>
                        <a:pt x="724" y="72"/>
                      </a:lnTo>
                      <a:lnTo>
                        <a:pt x="691" y="72"/>
                      </a:lnTo>
                      <a:lnTo>
                        <a:pt x="632" y="96"/>
                      </a:lnTo>
                      <a:lnTo>
                        <a:pt x="615" y="160"/>
                      </a:lnTo>
                      <a:lnTo>
                        <a:pt x="623" y="192"/>
                      </a:lnTo>
                      <a:lnTo>
                        <a:pt x="573" y="176"/>
                      </a:lnTo>
                      <a:lnTo>
                        <a:pt x="530" y="200"/>
                      </a:lnTo>
                      <a:lnTo>
                        <a:pt x="505" y="184"/>
                      </a:lnTo>
                      <a:lnTo>
                        <a:pt x="480" y="216"/>
                      </a:lnTo>
                      <a:lnTo>
                        <a:pt x="446" y="200"/>
                      </a:lnTo>
                      <a:lnTo>
                        <a:pt x="412" y="200"/>
                      </a:lnTo>
                      <a:lnTo>
                        <a:pt x="387" y="224"/>
                      </a:lnTo>
                      <a:lnTo>
                        <a:pt x="353" y="200"/>
                      </a:lnTo>
                      <a:lnTo>
                        <a:pt x="294" y="208"/>
                      </a:lnTo>
                      <a:lnTo>
                        <a:pt x="202" y="216"/>
                      </a:lnTo>
                      <a:lnTo>
                        <a:pt x="143" y="224"/>
                      </a:lnTo>
                      <a:lnTo>
                        <a:pt x="101" y="248"/>
                      </a:lnTo>
                      <a:lnTo>
                        <a:pt x="84" y="272"/>
                      </a:lnTo>
                      <a:lnTo>
                        <a:pt x="50" y="272"/>
                      </a:lnTo>
                      <a:lnTo>
                        <a:pt x="75" y="304"/>
                      </a:lnTo>
                      <a:lnTo>
                        <a:pt x="109" y="368"/>
                      </a:lnTo>
                      <a:lnTo>
                        <a:pt x="118" y="408"/>
                      </a:lnTo>
                      <a:lnTo>
                        <a:pt x="84" y="416"/>
                      </a:lnTo>
                      <a:lnTo>
                        <a:pt x="33" y="512"/>
                      </a:lnTo>
                      <a:lnTo>
                        <a:pt x="50" y="584"/>
                      </a:lnTo>
                      <a:lnTo>
                        <a:pt x="16" y="592"/>
                      </a:lnTo>
                      <a:lnTo>
                        <a:pt x="8" y="632"/>
                      </a:lnTo>
                      <a:lnTo>
                        <a:pt x="0" y="680"/>
                      </a:lnTo>
                      <a:lnTo>
                        <a:pt x="16" y="672"/>
                      </a:lnTo>
                      <a:lnTo>
                        <a:pt x="50" y="696"/>
                      </a:lnTo>
                      <a:lnTo>
                        <a:pt x="75" y="720"/>
                      </a:lnTo>
                      <a:lnTo>
                        <a:pt x="109" y="696"/>
                      </a:lnTo>
                      <a:lnTo>
                        <a:pt x="143" y="704"/>
                      </a:lnTo>
                      <a:lnTo>
                        <a:pt x="177" y="704"/>
                      </a:lnTo>
                      <a:lnTo>
                        <a:pt x="227" y="696"/>
                      </a:lnTo>
                      <a:lnTo>
                        <a:pt x="261" y="712"/>
                      </a:lnTo>
                      <a:lnTo>
                        <a:pt x="286" y="688"/>
                      </a:lnTo>
                      <a:lnTo>
                        <a:pt x="362" y="664"/>
                      </a:lnTo>
                      <a:lnTo>
                        <a:pt x="396" y="616"/>
                      </a:lnTo>
                      <a:lnTo>
                        <a:pt x="404" y="616"/>
                      </a:lnTo>
                      <a:lnTo>
                        <a:pt x="412" y="608"/>
                      </a:lnTo>
                      <a:lnTo>
                        <a:pt x="463" y="600"/>
                      </a:lnTo>
                      <a:lnTo>
                        <a:pt x="488" y="576"/>
                      </a:lnTo>
                      <a:lnTo>
                        <a:pt x="556" y="600"/>
                      </a:lnTo>
                      <a:lnTo>
                        <a:pt x="615" y="600"/>
                      </a:lnTo>
                      <a:lnTo>
                        <a:pt x="640" y="648"/>
                      </a:lnTo>
                      <a:lnTo>
                        <a:pt x="691" y="664"/>
                      </a:lnTo>
                      <a:lnTo>
                        <a:pt x="707" y="696"/>
                      </a:lnTo>
                      <a:lnTo>
                        <a:pt x="741" y="728"/>
                      </a:lnTo>
                      <a:lnTo>
                        <a:pt x="758" y="760"/>
                      </a:lnTo>
                      <a:lnTo>
                        <a:pt x="682" y="776"/>
                      </a:lnTo>
                      <a:lnTo>
                        <a:pt x="657" y="800"/>
                      </a:lnTo>
                      <a:lnTo>
                        <a:pt x="674" y="824"/>
                      </a:lnTo>
                      <a:lnTo>
                        <a:pt x="657" y="888"/>
                      </a:lnTo>
                      <a:lnTo>
                        <a:pt x="640" y="912"/>
                      </a:lnTo>
                      <a:lnTo>
                        <a:pt x="674" y="928"/>
                      </a:lnTo>
                      <a:lnTo>
                        <a:pt x="724" y="904"/>
                      </a:lnTo>
                      <a:lnTo>
                        <a:pt x="766" y="904"/>
                      </a:lnTo>
                      <a:lnTo>
                        <a:pt x="766" y="872"/>
                      </a:lnTo>
                      <a:lnTo>
                        <a:pt x="808" y="768"/>
                      </a:lnTo>
                      <a:lnTo>
                        <a:pt x="834" y="736"/>
                      </a:lnTo>
                      <a:lnTo>
                        <a:pt x="867" y="704"/>
                      </a:lnTo>
                      <a:lnTo>
                        <a:pt x="918" y="680"/>
                      </a:lnTo>
                      <a:lnTo>
                        <a:pt x="969" y="688"/>
                      </a:lnTo>
                      <a:lnTo>
                        <a:pt x="969" y="104"/>
                      </a:lnTo>
                      <a:lnTo>
                        <a:pt x="935" y="10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32" name="Freeform 90"/>
                <p:cNvSpPr>
                  <a:spLocks/>
                </p:cNvSpPr>
                <p:nvPr/>
              </p:nvSpPr>
              <p:spPr bwMode="auto">
                <a:xfrm>
                  <a:off x="3027" y="1820"/>
                  <a:ext cx="455" cy="320"/>
                </a:xfrm>
                <a:custGeom>
                  <a:avLst/>
                  <a:gdLst>
                    <a:gd name="T0" fmla="*/ 312 w 455"/>
                    <a:gd name="T1" fmla="*/ 304 h 320"/>
                    <a:gd name="T2" fmla="*/ 328 w 455"/>
                    <a:gd name="T3" fmla="*/ 296 h 320"/>
                    <a:gd name="T4" fmla="*/ 320 w 455"/>
                    <a:gd name="T5" fmla="*/ 272 h 320"/>
                    <a:gd name="T6" fmla="*/ 354 w 455"/>
                    <a:gd name="T7" fmla="*/ 264 h 320"/>
                    <a:gd name="T8" fmla="*/ 379 w 455"/>
                    <a:gd name="T9" fmla="*/ 248 h 320"/>
                    <a:gd name="T10" fmla="*/ 404 w 455"/>
                    <a:gd name="T11" fmla="*/ 256 h 320"/>
                    <a:gd name="T12" fmla="*/ 387 w 455"/>
                    <a:gd name="T13" fmla="*/ 224 h 320"/>
                    <a:gd name="T14" fmla="*/ 387 w 455"/>
                    <a:gd name="T15" fmla="*/ 192 h 320"/>
                    <a:gd name="T16" fmla="*/ 387 w 455"/>
                    <a:gd name="T17" fmla="*/ 160 h 320"/>
                    <a:gd name="T18" fmla="*/ 413 w 455"/>
                    <a:gd name="T19" fmla="*/ 152 h 320"/>
                    <a:gd name="T20" fmla="*/ 421 w 455"/>
                    <a:gd name="T21" fmla="*/ 128 h 320"/>
                    <a:gd name="T22" fmla="*/ 446 w 455"/>
                    <a:gd name="T23" fmla="*/ 120 h 320"/>
                    <a:gd name="T24" fmla="*/ 455 w 455"/>
                    <a:gd name="T25" fmla="*/ 104 h 320"/>
                    <a:gd name="T26" fmla="*/ 430 w 455"/>
                    <a:gd name="T27" fmla="*/ 96 h 320"/>
                    <a:gd name="T28" fmla="*/ 430 w 455"/>
                    <a:gd name="T29" fmla="*/ 64 h 320"/>
                    <a:gd name="T30" fmla="*/ 396 w 455"/>
                    <a:gd name="T31" fmla="*/ 56 h 320"/>
                    <a:gd name="T32" fmla="*/ 371 w 455"/>
                    <a:gd name="T33" fmla="*/ 40 h 320"/>
                    <a:gd name="T34" fmla="*/ 337 w 455"/>
                    <a:gd name="T35" fmla="*/ 24 h 320"/>
                    <a:gd name="T36" fmla="*/ 286 w 455"/>
                    <a:gd name="T37" fmla="*/ 16 h 320"/>
                    <a:gd name="T38" fmla="*/ 278 w 455"/>
                    <a:gd name="T39" fmla="*/ 0 h 320"/>
                    <a:gd name="T40" fmla="*/ 227 w 455"/>
                    <a:gd name="T41" fmla="*/ 32 h 320"/>
                    <a:gd name="T42" fmla="*/ 185 w 455"/>
                    <a:gd name="T43" fmla="*/ 24 h 320"/>
                    <a:gd name="T44" fmla="*/ 143 w 455"/>
                    <a:gd name="T45" fmla="*/ 32 h 320"/>
                    <a:gd name="T46" fmla="*/ 84 w 455"/>
                    <a:gd name="T47" fmla="*/ 32 h 320"/>
                    <a:gd name="T48" fmla="*/ 25 w 455"/>
                    <a:gd name="T49" fmla="*/ 64 h 320"/>
                    <a:gd name="T50" fmla="*/ 0 w 455"/>
                    <a:gd name="T51" fmla="*/ 88 h 320"/>
                    <a:gd name="T52" fmla="*/ 8 w 455"/>
                    <a:gd name="T53" fmla="*/ 104 h 320"/>
                    <a:gd name="T54" fmla="*/ 25 w 455"/>
                    <a:gd name="T55" fmla="*/ 168 h 320"/>
                    <a:gd name="T56" fmla="*/ 34 w 455"/>
                    <a:gd name="T57" fmla="*/ 184 h 320"/>
                    <a:gd name="T58" fmla="*/ 67 w 455"/>
                    <a:gd name="T59" fmla="*/ 192 h 320"/>
                    <a:gd name="T60" fmla="*/ 126 w 455"/>
                    <a:gd name="T61" fmla="*/ 192 h 320"/>
                    <a:gd name="T62" fmla="*/ 151 w 455"/>
                    <a:gd name="T63" fmla="*/ 200 h 320"/>
                    <a:gd name="T64" fmla="*/ 168 w 455"/>
                    <a:gd name="T65" fmla="*/ 272 h 320"/>
                    <a:gd name="T66" fmla="*/ 177 w 455"/>
                    <a:gd name="T67" fmla="*/ 272 h 320"/>
                    <a:gd name="T68" fmla="*/ 236 w 455"/>
                    <a:gd name="T69" fmla="*/ 296 h 320"/>
                    <a:gd name="T70" fmla="*/ 244 w 455"/>
                    <a:gd name="T71" fmla="*/ 320 h 320"/>
                    <a:gd name="T72" fmla="*/ 278 w 455"/>
                    <a:gd name="T73" fmla="*/ 296 h 320"/>
                    <a:gd name="T74" fmla="*/ 312 w 455"/>
                    <a:gd name="T75" fmla="*/ 304 h 3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455"/>
                    <a:gd name="T115" fmla="*/ 0 h 320"/>
                    <a:gd name="T116" fmla="*/ 455 w 455"/>
                    <a:gd name="T117" fmla="*/ 320 h 3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455" h="320">
                      <a:moveTo>
                        <a:pt x="312" y="304"/>
                      </a:moveTo>
                      <a:lnTo>
                        <a:pt x="328" y="296"/>
                      </a:lnTo>
                      <a:lnTo>
                        <a:pt x="320" y="272"/>
                      </a:lnTo>
                      <a:lnTo>
                        <a:pt x="354" y="264"/>
                      </a:lnTo>
                      <a:lnTo>
                        <a:pt x="379" y="248"/>
                      </a:lnTo>
                      <a:lnTo>
                        <a:pt x="404" y="256"/>
                      </a:lnTo>
                      <a:lnTo>
                        <a:pt x="387" y="224"/>
                      </a:lnTo>
                      <a:lnTo>
                        <a:pt x="387" y="192"/>
                      </a:lnTo>
                      <a:lnTo>
                        <a:pt x="387" y="160"/>
                      </a:lnTo>
                      <a:lnTo>
                        <a:pt x="413" y="152"/>
                      </a:lnTo>
                      <a:lnTo>
                        <a:pt x="421" y="128"/>
                      </a:lnTo>
                      <a:lnTo>
                        <a:pt x="446" y="120"/>
                      </a:lnTo>
                      <a:lnTo>
                        <a:pt x="455" y="104"/>
                      </a:lnTo>
                      <a:lnTo>
                        <a:pt x="430" y="96"/>
                      </a:lnTo>
                      <a:lnTo>
                        <a:pt x="430" y="64"/>
                      </a:lnTo>
                      <a:lnTo>
                        <a:pt x="396" y="56"/>
                      </a:lnTo>
                      <a:lnTo>
                        <a:pt x="371" y="40"/>
                      </a:lnTo>
                      <a:lnTo>
                        <a:pt x="337" y="24"/>
                      </a:lnTo>
                      <a:lnTo>
                        <a:pt x="286" y="16"/>
                      </a:lnTo>
                      <a:lnTo>
                        <a:pt x="278" y="0"/>
                      </a:lnTo>
                      <a:lnTo>
                        <a:pt x="227" y="32"/>
                      </a:lnTo>
                      <a:lnTo>
                        <a:pt x="185" y="24"/>
                      </a:lnTo>
                      <a:lnTo>
                        <a:pt x="143" y="32"/>
                      </a:lnTo>
                      <a:lnTo>
                        <a:pt x="84" y="32"/>
                      </a:lnTo>
                      <a:lnTo>
                        <a:pt x="25" y="64"/>
                      </a:lnTo>
                      <a:lnTo>
                        <a:pt x="0" y="88"/>
                      </a:lnTo>
                      <a:lnTo>
                        <a:pt x="8" y="104"/>
                      </a:lnTo>
                      <a:lnTo>
                        <a:pt x="25" y="168"/>
                      </a:lnTo>
                      <a:lnTo>
                        <a:pt x="34" y="184"/>
                      </a:lnTo>
                      <a:lnTo>
                        <a:pt x="67" y="192"/>
                      </a:lnTo>
                      <a:lnTo>
                        <a:pt x="126" y="192"/>
                      </a:lnTo>
                      <a:lnTo>
                        <a:pt x="151" y="200"/>
                      </a:lnTo>
                      <a:lnTo>
                        <a:pt x="168" y="272"/>
                      </a:lnTo>
                      <a:lnTo>
                        <a:pt x="177" y="272"/>
                      </a:lnTo>
                      <a:lnTo>
                        <a:pt x="236" y="296"/>
                      </a:lnTo>
                      <a:lnTo>
                        <a:pt x="244" y="320"/>
                      </a:lnTo>
                      <a:lnTo>
                        <a:pt x="278" y="296"/>
                      </a:lnTo>
                      <a:lnTo>
                        <a:pt x="312" y="30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33" name="Freeform 91"/>
                <p:cNvSpPr>
                  <a:spLocks/>
                </p:cNvSpPr>
                <p:nvPr/>
              </p:nvSpPr>
              <p:spPr bwMode="auto">
                <a:xfrm>
                  <a:off x="3280" y="2124"/>
                  <a:ext cx="969" cy="928"/>
                </a:xfrm>
                <a:custGeom>
                  <a:avLst/>
                  <a:gdLst>
                    <a:gd name="T0" fmla="*/ 910 w 969"/>
                    <a:gd name="T1" fmla="*/ 96 h 928"/>
                    <a:gd name="T2" fmla="*/ 910 w 969"/>
                    <a:gd name="T3" fmla="*/ 40 h 928"/>
                    <a:gd name="T4" fmla="*/ 825 w 969"/>
                    <a:gd name="T5" fmla="*/ 0 h 928"/>
                    <a:gd name="T6" fmla="*/ 733 w 969"/>
                    <a:gd name="T7" fmla="*/ 32 h 928"/>
                    <a:gd name="T8" fmla="*/ 691 w 969"/>
                    <a:gd name="T9" fmla="*/ 72 h 928"/>
                    <a:gd name="T10" fmla="*/ 615 w 969"/>
                    <a:gd name="T11" fmla="*/ 160 h 928"/>
                    <a:gd name="T12" fmla="*/ 573 w 969"/>
                    <a:gd name="T13" fmla="*/ 176 h 928"/>
                    <a:gd name="T14" fmla="*/ 505 w 969"/>
                    <a:gd name="T15" fmla="*/ 184 h 928"/>
                    <a:gd name="T16" fmla="*/ 446 w 969"/>
                    <a:gd name="T17" fmla="*/ 200 h 928"/>
                    <a:gd name="T18" fmla="*/ 387 w 969"/>
                    <a:gd name="T19" fmla="*/ 224 h 928"/>
                    <a:gd name="T20" fmla="*/ 294 w 969"/>
                    <a:gd name="T21" fmla="*/ 208 h 928"/>
                    <a:gd name="T22" fmla="*/ 143 w 969"/>
                    <a:gd name="T23" fmla="*/ 224 h 928"/>
                    <a:gd name="T24" fmla="*/ 84 w 969"/>
                    <a:gd name="T25" fmla="*/ 272 h 928"/>
                    <a:gd name="T26" fmla="*/ 75 w 969"/>
                    <a:gd name="T27" fmla="*/ 304 h 928"/>
                    <a:gd name="T28" fmla="*/ 118 w 969"/>
                    <a:gd name="T29" fmla="*/ 408 h 928"/>
                    <a:gd name="T30" fmla="*/ 33 w 969"/>
                    <a:gd name="T31" fmla="*/ 512 h 928"/>
                    <a:gd name="T32" fmla="*/ 16 w 969"/>
                    <a:gd name="T33" fmla="*/ 592 h 928"/>
                    <a:gd name="T34" fmla="*/ 0 w 969"/>
                    <a:gd name="T35" fmla="*/ 680 h 928"/>
                    <a:gd name="T36" fmla="*/ 50 w 969"/>
                    <a:gd name="T37" fmla="*/ 696 h 928"/>
                    <a:gd name="T38" fmla="*/ 109 w 969"/>
                    <a:gd name="T39" fmla="*/ 696 h 928"/>
                    <a:gd name="T40" fmla="*/ 177 w 969"/>
                    <a:gd name="T41" fmla="*/ 704 h 928"/>
                    <a:gd name="T42" fmla="*/ 261 w 969"/>
                    <a:gd name="T43" fmla="*/ 712 h 928"/>
                    <a:gd name="T44" fmla="*/ 362 w 969"/>
                    <a:gd name="T45" fmla="*/ 664 h 928"/>
                    <a:gd name="T46" fmla="*/ 404 w 969"/>
                    <a:gd name="T47" fmla="*/ 616 h 928"/>
                    <a:gd name="T48" fmla="*/ 463 w 969"/>
                    <a:gd name="T49" fmla="*/ 600 h 928"/>
                    <a:gd name="T50" fmla="*/ 556 w 969"/>
                    <a:gd name="T51" fmla="*/ 600 h 928"/>
                    <a:gd name="T52" fmla="*/ 640 w 969"/>
                    <a:gd name="T53" fmla="*/ 648 h 928"/>
                    <a:gd name="T54" fmla="*/ 707 w 969"/>
                    <a:gd name="T55" fmla="*/ 696 h 928"/>
                    <a:gd name="T56" fmla="*/ 758 w 969"/>
                    <a:gd name="T57" fmla="*/ 760 h 928"/>
                    <a:gd name="T58" fmla="*/ 657 w 969"/>
                    <a:gd name="T59" fmla="*/ 800 h 928"/>
                    <a:gd name="T60" fmla="*/ 657 w 969"/>
                    <a:gd name="T61" fmla="*/ 888 h 928"/>
                    <a:gd name="T62" fmla="*/ 674 w 969"/>
                    <a:gd name="T63" fmla="*/ 928 h 928"/>
                    <a:gd name="T64" fmla="*/ 766 w 969"/>
                    <a:gd name="T65" fmla="*/ 904 h 928"/>
                    <a:gd name="T66" fmla="*/ 808 w 969"/>
                    <a:gd name="T67" fmla="*/ 768 h 928"/>
                    <a:gd name="T68" fmla="*/ 867 w 969"/>
                    <a:gd name="T69" fmla="*/ 704 h 928"/>
                    <a:gd name="T70" fmla="*/ 969 w 969"/>
                    <a:gd name="T71" fmla="*/ 688 h 928"/>
                    <a:gd name="T72" fmla="*/ 935 w 969"/>
                    <a:gd name="T73" fmla="*/ 104 h 92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9"/>
                    <a:gd name="T112" fmla="*/ 0 h 928"/>
                    <a:gd name="T113" fmla="*/ 969 w 969"/>
                    <a:gd name="T114" fmla="*/ 928 h 92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9" h="928">
                      <a:moveTo>
                        <a:pt x="935" y="104"/>
                      </a:moveTo>
                      <a:lnTo>
                        <a:pt x="910" y="96"/>
                      </a:lnTo>
                      <a:lnTo>
                        <a:pt x="893" y="56"/>
                      </a:lnTo>
                      <a:lnTo>
                        <a:pt x="910" y="40"/>
                      </a:lnTo>
                      <a:lnTo>
                        <a:pt x="867" y="16"/>
                      </a:lnTo>
                      <a:lnTo>
                        <a:pt x="825" y="0"/>
                      </a:lnTo>
                      <a:lnTo>
                        <a:pt x="766" y="32"/>
                      </a:lnTo>
                      <a:lnTo>
                        <a:pt x="733" y="32"/>
                      </a:lnTo>
                      <a:lnTo>
                        <a:pt x="724" y="72"/>
                      </a:lnTo>
                      <a:lnTo>
                        <a:pt x="691" y="72"/>
                      </a:lnTo>
                      <a:lnTo>
                        <a:pt x="632" y="96"/>
                      </a:lnTo>
                      <a:lnTo>
                        <a:pt x="615" y="160"/>
                      </a:lnTo>
                      <a:lnTo>
                        <a:pt x="623" y="192"/>
                      </a:lnTo>
                      <a:lnTo>
                        <a:pt x="573" y="176"/>
                      </a:lnTo>
                      <a:lnTo>
                        <a:pt x="530" y="200"/>
                      </a:lnTo>
                      <a:lnTo>
                        <a:pt x="505" y="184"/>
                      </a:lnTo>
                      <a:lnTo>
                        <a:pt x="480" y="216"/>
                      </a:lnTo>
                      <a:lnTo>
                        <a:pt x="446" y="200"/>
                      </a:lnTo>
                      <a:lnTo>
                        <a:pt x="412" y="200"/>
                      </a:lnTo>
                      <a:lnTo>
                        <a:pt x="387" y="224"/>
                      </a:lnTo>
                      <a:lnTo>
                        <a:pt x="353" y="200"/>
                      </a:lnTo>
                      <a:lnTo>
                        <a:pt x="294" y="208"/>
                      </a:lnTo>
                      <a:lnTo>
                        <a:pt x="202" y="216"/>
                      </a:lnTo>
                      <a:lnTo>
                        <a:pt x="143" y="224"/>
                      </a:lnTo>
                      <a:lnTo>
                        <a:pt x="101" y="248"/>
                      </a:lnTo>
                      <a:lnTo>
                        <a:pt x="84" y="272"/>
                      </a:lnTo>
                      <a:lnTo>
                        <a:pt x="50" y="272"/>
                      </a:lnTo>
                      <a:lnTo>
                        <a:pt x="75" y="304"/>
                      </a:lnTo>
                      <a:lnTo>
                        <a:pt x="109" y="368"/>
                      </a:lnTo>
                      <a:lnTo>
                        <a:pt x="118" y="408"/>
                      </a:lnTo>
                      <a:lnTo>
                        <a:pt x="84" y="416"/>
                      </a:lnTo>
                      <a:lnTo>
                        <a:pt x="33" y="512"/>
                      </a:lnTo>
                      <a:lnTo>
                        <a:pt x="50" y="584"/>
                      </a:lnTo>
                      <a:lnTo>
                        <a:pt x="16" y="592"/>
                      </a:lnTo>
                      <a:lnTo>
                        <a:pt x="8" y="632"/>
                      </a:lnTo>
                      <a:lnTo>
                        <a:pt x="0" y="680"/>
                      </a:lnTo>
                      <a:lnTo>
                        <a:pt x="16" y="672"/>
                      </a:lnTo>
                      <a:lnTo>
                        <a:pt x="50" y="696"/>
                      </a:lnTo>
                      <a:lnTo>
                        <a:pt x="75" y="720"/>
                      </a:lnTo>
                      <a:lnTo>
                        <a:pt x="109" y="696"/>
                      </a:lnTo>
                      <a:lnTo>
                        <a:pt x="143" y="704"/>
                      </a:lnTo>
                      <a:lnTo>
                        <a:pt x="177" y="704"/>
                      </a:lnTo>
                      <a:lnTo>
                        <a:pt x="227" y="696"/>
                      </a:lnTo>
                      <a:lnTo>
                        <a:pt x="261" y="712"/>
                      </a:lnTo>
                      <a:lnTo>
                        <a:pt x="286" y="688"/>
                      </a:lnTo>
                      <a:lnTo>
                        <a:pt x="362" y="664"/>
                      </a:lnTo>
                      <a:lnTo>
                        <a:pt x="396" y="616"/>
                      </a:lnTo>
                      <a:lnTo>
                        <a:pt x="404" y="616"/>
                      </a:lnTo>
                      <a:lnTo>
                        <a:pt x="412" y="608"/>
                      </a:lnTo>
                      <a:lnTo>
                        <a:pt x="463" y="600"/>
                      </a:lnTo>
                      <a:lnTo>
                        <a:pt x="488" y="576"/>
                      </a:lnTo>
                      <a:lnTo>
                        <a:pt x="556" y="600"/>
                      </a:lnTo>
                      <a:lnTo>
                        <a:pt x="615" y="600"/>
                      </a:lnTo>
                      <a:lnTo>
                        <a:pt x="640" y="648"/>
                      </a:lnTo>
                      <a:lnTo>
                        <a:pt x="691" y="664"/>
                      </a:lnTo>
                      <a:lnTo>
                        <a:pt x="707" y="696"/>
                      </a:lnTo>
                      <a:lnTo>
                        <a:pt x="741" y="728"/>
                      </a:lnTo>
                      <a:lnTo>
                        <a:pt x="758" y="760"/>
                      </a:lnTo>
                      <a:lnTo>
                        <a:pt x="682" y="776"/>
                      </a:lnTo>
                      <a:lnTo>
                        <a:pt x="657" y="800"/>
                      </a:lnTo>
                      <a:lnTo>
                        <a:pt x="674" y="824"/>
                      </a:lnTo>
                      <a:lnTo>
                        <a:pt x="657" y="888"/>
                      </a:lnTo>
                      <a:lnTo>
                        <a:pt x="640" y="912"/>
                      </a:lnTo>
                      <a:lnTo>
                        <a:pt x="674" y="928"/>
                      </a:lnTo>
                      <a:lnTo>
                        <a:pt x="724" y="904"/>
                      </a:lnTo>
                      <a:lnTo>
                        <a:pt x="766" y="904"/>
                      </a:lnTo>
                      <a:lnTo>
                        <a:pt x="766" y="872"/>
                      </a:lnTo>
                      <a:lnTo>
                        <a:pt x="808" y="768"/>
                      </a:lnTo>
                      <a:lnTo>
                        <a:pt x="834" y="736"/>
                      </a:lnTo>
                      <a:lnTo>
                        <a:pt x="867" y="704"/>
                      </a:lnTo>
                      <a:lnTo>
                        <a:pt x="918" y="680"/>
                      </a:lnTo>
                      <a:lnTo>
                        <a:pt x="969" y="688"/>
                      </a:lnTo>
                      <a:lnTo>
                        <a:pt x="969" y="104"/>
                      </a:lnTo>
                      <a:lnTo>
                        <a:pt x="935" y="10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34" name="Freeform 92"/>
                <p:cNvSpPr>
                  <a:spLocks/>
                </p:cNvSpPr>
                <p:nvPr/>
              </p:nvSpPr>
              <p:spPr bwMode="auto">
                <a:xfrm>
                  <a:off x="3271" y="1804"/>
                  <a:ext cx="725" cy="600"/>
                </a:xfrm>
                <a:custGeom>
                  <a:avLst/>
                  <a:gdLst>
                    <a:gd name="T0" fmla="*/ 657 w 725"/>
                    <a:gd name="T1" fmla="*/ 320 h 600"/>
                    <a:gd name="T2" fmla="*/ 641 w 725"/>
                    <a:gd name="T3" fmla="*/ 280 h 600"/>
                    <a:gd name="T4" fmla="*/ 708 w 725"/>
                    <a:gd name="T5" fmla="*/ 256 h 600"/>
                    <a:gd name="T6" fmla="*/ 700 w 725"/>
                    <a:gd name="T7" fmla="*/ 208 h 600"/>
                    <a:gd name="T8" fmla="*/ 624 w 725"/>
                    <a:gd name="T9" fmla="*/ 168 h 600"/>
                    <a:gd name="T10" fmla="*/ 548 w 725"/>
                    <a:gd name="T11" fmla="*/ 136 h 600"/>
                    <a:gd name="T12" fmla="*/ 514 w 725"/>
                    <a:gd name="T13" fmla="*/ 104 h 600"/>
                    <a:gd name="T14" fmla="*/ 506 w 725"/>
                    <a:gd name="T15" fmla="*/ 40 h 600"/>
                    <a:gd name="T16" fmla="*/ 438 w 725"/>
                    <a:gd name="T17" fmla="*/ 8 h 600"/>
                    <a:gd name="T18" fmla="*/ 379 w 725"/>
                    <a:gd name="T19" fmla="*/ 16 h 600"/>
                    <a:gd name="T20" fmla="*/ 329 w 725"/>
                    <a:gd name="T21" fmla="*/ 16 h 600"/>
                    <a:gd name="T22" fmla="*/ 278 w 725"/>
                    <a:gd name="T23" fmla="*/ 0 h 600"/>
                    <a:gd name="T24" fmla="*/ 202 w 725"/>
                    <a:gd name="T25" fmla="*/ 64 h 600"/>
                    <a:gd name="T26" fmla="*/ 186 w 725"/>
                    <a:gd name="T27" fmla="*/ 88 h 600"/>
                    <a:gd name="T28" fmla="*/ 211 w 725"/>
                    <a:gd name="T29" fmla="*/ 128 h 600"/>
                    <a:gd name="T30" fmla="*/ 177 w 725"/>
                    <a:gd name="T31" fmla="*/ 152 h 600"/>
                    <a:gd name="T32" fmla="*/ 143 w 725"/>
                    <a:gd name="T33" fmla="*/ 184 h 600"/>
                    <a:gd name="T34" fmla="*/ 143 w 725"/>
                    <a:gd name="T35" fmla="*/ 248 h 600"/>
                    <a:gd name="T36" fmla="*/ 135 w 725"/>
                    <a:gd name="T37" fmla="*/ 272 h 600"/>
                    <a:gd name="T38" fmla="*/ 76 w 725"/>
                    <a:gd name="T39" fmla="*/ 296 h 600"/>
                    <a:gd name="T40" fmla="*/ 68 w 725"/>
                    <a:gd name="T41" fmla="*/ 328 h 600"/>
                    <a:gd name="T42" fmla="*/ 0 w 725"/>
                    <a:gd name="T43" fmla="*/ 344 h 600"/>
                    <a:gd name="T44" fmla="*/ 59 w 725"/>
                    <a:gd name="T45" fmla="*/ 464 h 600"/>
                    <a:gd name="T46" fmla="*/ 17 w 725"/>
                    <a:gd name="T47" fmla="*/ 536 h 600"/>
                    <a:gd name="T48" fmla="*/ 59 w 725"/>
                    <a:gd name="T49" fmla="*/ 600 h 600"/>
                    <a:gd name="T50" fmla="*/ 110 w 725"/>
                    <a:gd name="T51" fmla="*/ 576 h 600"/>
                    <a:gd name="T52" fmla="*/ 211 w 725"/>
                    <a:gd name="T53" fmla="*/ 544 h 600"/>
                    <a:gd name="T54" fmla="*/ 362 w 725"/>
                    <a:gd name="T55" fmla="*/ 528 h 600"/>
                    <a:gd name="T56" fmla="*/ 421 w 725"/>
                    <a:gd name="T57" fmla="*/ 528 h 600"/>
                    <a:gd name="T58" fmla="*/ 489 w 725"/>
                    <a:gd name="T59" fmla="*/ 544 h 600"/>
                    <a:gd name="T60" fmla="*/ 539 w 725"/>
                    <a:gd name="T61" fmla="*/ 528 h 600"/>
                    <a:gd name="T62" fmla="*/ 632 w 725"/>
                    <a:gd name="T63" fmla="*/ 520 h 600"/>
                    <a:gd name="T64" fmla="*/ 641 w 725"/>
                    <a:gd name="T65" fmla="*/ 424 h 600"/>
                    <a:gd name="T66" fmla="*/ 674 w 725"/>
                    <a:gd name="T67" fmla="*/ 368 h 6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5"/>
                    <a:gd name="T103" fmla="*/ 0 h 600"/>
                    <a:gd name="T104" fmla="*/ 725 w 725"/>
                    <a:gd name="T105" fmla="*/ 600 h 6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5" h="600">
                      <a:moveTo>
                        <a:pt x="657" y="344"/>
                      </a:moveTo>
                      <a:lnTo>
                        <a:pt x="657" y="320"/>
                      </a:lnTo>
                      <a:lnTo>
                        <a:pt x="632" y="304"/>
                      </a:lnTo>
                      <a:lnTo>
                        <a:pt x="641" y="280"/>
                      </a:lnTo>
                      <a:lnTo>
                        <a:pt x="691" y="272"/>
                      </a:lnTo>
                      <a:lnTo>
                        <a:pt x="708" y="256"/>
                      </a:lnTo>
                      <a:lnTo>
                        <a:pt x="725" y="232"/>
                      </a:lnTo>
                      <a:lnTo>
                        <a:pt x="700" y="208"/>
                      </a:lnTo>
                      <a:lnTo>
                        <a:pt x="632" y="192"/>
                      </a:lnTo>
                      <a:lnTo>
                        <a:pt x="624" y="168"/>
                      </a:lnTo>
                      <a:lnTo>
                        <a:pt x="582" y="160"/>
                      </a:lnTo>
                      <a:lnTo>
                        <a:pt x="548" y="136"/>
                      </a:lnTo>
                      <a:lnTo>
                        <a:pt x="548" y="120"/>
                      </a:lnTo>
                      <a:lnTo>
                        <a:pt x="514" y="104"/>
                      </a:lnTo>
                      <a:lnTo>
                        <a:pt x="514" y="72"/>
                      </a:lnTo>
                      <a:lnTo>
                        <a:pt x="506" y="40"/>
                      </a:lnTo>
                      <a:lnTo>
                        <a:pt x="472" y="16"/>
                      </a:lnTo>
                      <a:lnTo>
                        <a:pt x="438" y="8"/>
                      </a:lnTo>
                      <a:lnTo>
                        <a:pt x="396" y="32"/>
                      </a:lnTo>
                      <a:lnTo>
                        <a:pt x="379" y="16"/>
                      </a:lnTo>
                      <a:lnTo>
                        <a:pt x="346" y="8"/>
                      </a:lnTo>
                      <a:lnTo>
                        <a:pt x="329" y="16"/>
                      </a:lnTo>
                      <a:lnTo>
                        <a:pt x="303" y="0"/>
                      </a:lnTo>
                      <a:lnTo>
                        <a:pt x="278" y="0"/>
                      </a:lnTo>
                      <a:lnTo>
                        <a:pt x="245" y="64"/>
                      </a:lnTo>
                      <a:lnTo>
                        <a:pt x="202" y="64"/>
                      </a:lnTo>
                      <a:lnTo>
                        <a:pt x="177" y="80"/>
                      </a:lnTo>
                      <a:lnTo>
                        <a:pt x="186" y="88"/>
                      </a:lnTo>
                      <a:lnTo>
                        <a:pt x="186" y="120"/>
                      </a:lnTo>
                      <a:lnTo>
                        <a:pt x="211" y="128"/>
                      </a:lnTo>
                      <a:lnTo>
                        <a:pt x="202" y="144"/>
                      </a:lnTo>
                      <a:lnTo>
                        <a:pt x="177" y="152"/>
                      </a:lnTo>
                      <a:lnTo>
                        <a:pt x="169" y="176"/>
                      </a:lnTo>
                      <a:lnTo>
                        <a:pt x="143" y="184"/>
                      </a:lnTo>
                      <a:lnTo>
                        <a:pt x="143" y="216"/>
                      </a:lnTo>
                      <a:lnTo>
                        <a:pt x="143" y="248"/>
                      </a:lnTo>
                      <a:lnTo>
                        <a:pt x="160" y="280"/>
                      </a:lnTo>
                      <a:lnTo>
                        <a:pt x="135" y="272"/>
                      </a:lnTo>
                      <a:lnTo>
                        <a:pt x="110" y="288"/>
                      </a:lnTo>
                      <a:lnTo>
                        <a:pt x="76" y="296"/>
                      </a:lnTo>
                      <a:lnTo>
                        <a:pt x="84" y="320"/>
                      </a:lnTo>
                      <a:lnTo>
                        <a:pt x="68" y="328"/>
                      </a:lnTo>
                      <a:lnTo>
                        <a:pt x="34" y="320"/>
                      </a:lnTo>
                      <a:lnTo>
                        <a:pt x="0" y="344"/>
                      </a:lnTo>
                      <a:lnTo>
                        <a:pt x="17" y="384"/>
                      </a:lnTo>
                      <a:lnTo>
                        <a:pt x="59" y="464"/>
                      </a:lnTo>
                      <a:lnTo>
                        <a:pt x="17" y="512"/>
                      </a:lnTo>
                      <a:lnTo>
                        <a:pt x="17" y="536"/>
                      </a:lnTo>
                      <a:lnTo>
                        <a:pt x="51" y="544"/>
                      </a:lnTo>
                      <a:lnTo>
                        <a:pt x="59" y="600"/>
                      </a:lnTo>
                      <a:lnTo>
                        <a:pt x="93" y="600"/>
                      </a:lnTo>
                      <a:lnTo>
                        <a:pt x="110" y="576"/>
                      </a:lnTo>
                      <a:lnTo>
                        <a:pt x="152" y="552"/>
                      </a:lnTo>
                      <a:lnTo>
                        <a:pt x="211" y="544"/>
                      </a:lnTo>
                      <a:lnTo>
                        <a:pt x="303" y="536"/>
                      </a:lnTo>
                      <a:lnTo>
                        <a:pt x="362" y="528"/>
                      </a:lnTo>
                      <a:lnTo>
                        <a:pt x="396" y="552"/>
                      </a:lnTo>
                      <a:lnTo>
                        <a:pt x="421" y="528"/>
                      </a:lnTo>
                      <a:lnTo>
                        <a:pt x="455" y="528"/>
                      </a:lnTo>
                      <a:lnTo>
                        <a:pt x="489" y="544"/>
                      </a:lnTo>
                      <a:lnTo>
                        <a:pt x="514" y="512"/>
                      </a:lnTo>
                      <a:lnTo>
                        <a:pt x="539" y="528"/>
                      </a:lnTo>
                      <a:lnTo>
                        <a:pt x="582" y="504"/>
                      </a:lnTo>
                      <a:lnTo>
                        <a:pt x="632" y="520"/>
                      </a:lnTo>
                      <a:lnTo>
                        <a:pt x="624" y="488"/>
                      </a:lnTo>
                      <a:lnTo>
                        <a:pt x="641" y="424"/>
                      </a:lnTo>
                      <a:lnTo>
                        <a:pt x="700" y="400"/>
                      </a:lnTo>
                      <a:lnTo>
                        <a:pt x="674" y="368"/>
                      </a:lnTo>
                      <a:lnTo>
                        <a:pt x="657" y="344"/>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35" name="Freeform 93"/>
                <p:cNvSpPr>
                  <a:spLocks/>
                </p:cNvSpPr>
                <p:nvPr/>
              </p:nvSpPr>
              <p:spPr bwMode="auto">
                <a:xfrm>
                  <a:off x="3018" y="1636"/>
                  <a:ext cx="531" cy="280"/>
                </a:xfrm>
                <a:custGeom>
                  <a:avLst/>
                  <a:gdLst>
                    <a:gd name="T0" fmla="*/ 472 w 531"/>
                    <a:gd name="T1" fmla="*/ 80 h 280"/>
                    <a:gd name="T2" fmla="*/ 464 w 531"/>
                    <a:gd name="T3" fmla="*/ 40 h 280"/>
                    <a:gd name="T4" fmla="*/ 413 w 531"/>
                    <a:gd name="T5" fmla="*/ 32 h 280"/>
                    <a:gd name="T6" fmla="*/ 371 w 531"/>
                    <a:gd name="T7" fmla="*/ 40 h 280"/>
                    <a:gd name="T8" fmla="*/ 304 w 531"/>
                    <a:gd name="T9" fmla="*/ 0 h 280"/>
                    <a:gd name="T10" fmla="*/ 262 w 531"/>
                    <a:gd name="T11" fmla="*/ 0 h 280"/>
                    <a:gd name="T12" fmla="*/ 211 w 531"/>
                    <a:gd name="T13" fmla="*/ 32 h 280"/>
                    <a:gd name="T14" fmla="*/ 211 w 531"/>
                    <a:gd name="T15" fmla="*/ 40 h 280"/>
                    <a:gd name="T16" fmla="*/ 219 w 531"/>
                    <a:gd name="T17" fmla="*/ 72 h 280"/>
                    <a:gd name="T18" fmla="*/ 219 w 531"/>
                    <a:gd name="T19" fmla="*/ 104 h 280"/>
                    <a:gd name="T20" fmla="*/ 211 w 531"/>
                    <a:gd name="T21" fmla="*/ 128 h 280"/>
                    <a:gd name="T22" fmla="*/ 194 w 531"/>
                    <a:gd name="T23" fmla="*/ 128 h 280"/>
                    <a:gd name="T24" fmla="*/ 160 w 531"/>
                    <a:gd name="T25" fmla="*/ 128 h 280"/>
                    <a:gd name="T26" fmla="*/ 110 w 531"/>
                    <a:gd name="T27" fmla="*/ 80 h 280"/>
                    <a:gd name="T28" fmla="*/ 76 w 531"/>
                    <a:gd name="T29" fmla="*/ 64 h 280"/>
                    <a:gd name="T30" fmla="*/ 43 w 531"/>
                    <a:gd name="T31" fmla="*/ 88 h 280"/>
                    <a:gd name="T32" fmla="*/ 17 w 531"/>
                    <a:gd name="T33" fmla="*/ 160 h 280"/>
                    <a:gd name="T34" fmla="*/ 0 w 531"/>
                    <a:gd name="T35" fmla="*/ 192 h 280"/>
                    <a:gd name="T36" fmla="*/ 0 w 531"/>
                    <a:gd name="T37" fmla="*/ 224 h 280"/>
                    <a:gd name="T38" fmla="*/ 9 w 531"/>
                    <a:gd name="T39" fmla="*/ 280 h 280"/>
                    <a:gd name="T40" fmla="*/ 34 w 531"/>
                    <a:gd name="T41" fmla="*/ 256 h 280"/>
                    <a:gd name="T42" fmla="*/ 93 w 531"/>
                    <a:gd name="T43" fmla="*/ 224 h 280"/>
                    <a:gd name="T44" fmla="*/ 152 w 531"/>
                    <a:gd name="T45" fmla="*/ 224 h 280"/>
                    <a:gd name="T46" fmla="*/ 194 w 531"/>
                    <a:gd name="T47" fmla="*/ 216 h 280"/>
                    <a:gd name="T48" fmla="*/ 236 w 531"/>
                    <a:gd name="T49" fmla="*/ 224 h 280"/>
                    <a:gd name="T50" fmla="*/ 287 w 531"/>
                    <a:gd name="T51" fmla="*/ 192 h 280"/>
                    <a:gd name="T52" fmla="*/ 295 w 531"/>
                    <a:gd name="T53" fmla="*/ 208 h 280"/>
                    <a:gd name="T54" fmla="*/ 346 w 531"/>
                    <a:gd name="T55" fmla="*/ 216 h 280"/>
                    <a:gd name="T56" fmla="*/ 380 w 531"/>
                    <a:gd name="T57" fmla="*/ 232 h 280"/>
                    <a:gd name="T58" fmla="*/ 405 w 531"/>
                    <a:gd name="T59" fmla="*/ 248 h 280"/>
                    <a:gd name="T60" fmla="*/ 430 w 531"/>
                    <a:gd name="T61" fmla="*/ 248 h 280"/>
                    <a:gd name="T62" fmla="*/ 455 w 531"/>
                    <a:gd name="T63" fmla="*/ 232 h 280"/>
                    <a:gd name="T64" fmla="*/ 498 w 531"/>
                    <a:gd name="T65" fmla="*/ 232 h 280"/>
                    <a:gd name="T66" fmla="*/ 531 w 531"/>
                    <a:gd name="T67" fmla="*/ 176 h 280"/>
                    <a:gd name="T68" fmla="*/ 506 w 531"/>
                    <a:gd name="T69" fmla="*/ 112 h 280"/>
                    <a:gd name="T70" fmla="*/ 472 w 531"/>
                    <a:gd name="T71" fmla="*/ 80 h 2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1"/>
                    <a:gd name="T109" fmla="*/ 0 h 280"/>
                    <a:gd name="T110" fmla="*/ 531 w 531"/>
                    <a:gd name="T111" fmla="*/ 280 h 28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1" h="280">
                      <a:moveTo>
                        <a:pt x="472" y="80"/>
                      </a:moveTo>
                      <a:lnTo>
                        <a:pt x="464" y="40"/>
                      </a:lnTo>
                      <a:lnTo>
                        <a:pt x="413" y="32"/>
                      </a:lnTo>
                      <a:lnTo>
                        <a:pt x="371" y="40"/>
                      </a:lnTo>
                      <a:lnTo>
                        <a:pt x="304" y="0"/>
                      </a:lnTo>
                      <a:lnTo>
                        <a:pt x="262" y="0"/>
                      </a:lnTo>
                      <a:lnTo>
                        <a:pt x="211" y="32"/>
                      </a:lnTo>
                      <a:lnTo>
                        <a:pt x="211" y="40"/>
                      </a:lnTo>
                      <a:lnTo>
                        <a:pt x="219" y="72"/>
                      </a:lnTo>
                      <a:lnTo>
                        <a:pt x="219" y="104"/>
                      </a:lnTo>
                      <a:lnTo>
                        <a:pt x="211" y="128"/>
                      </a:lnTo>
                      <a:lnTo>
                        <a:pt x="194" y="128"/>
                      </a:lnTo>
                      <a:lnTo>
                        <a:pt x="160" y="128"/>
                      </a:lnTo>
                      <a:lnTo>
                        <a:pt x="110" y="80"/>
                      </a:lnTo>
                      <a:lnTo>
                        <a:pt x="76" y="64"/>
                      </a:lnTo>
                      <a:lnTo>
                        <a:pt x="43" y="88"/>
                      </a:lnTo>
                      <a:lnTo>
                        <a:pt x="17" y="160"/>
                      </a:lnTo>
                      <a:lnTo>
                        <a:pt x="0" y="192"/>
                      </a:lnTo>
                      <a:lnTo>
                        <a:pt x="0" y="224"/>
                      </a:lnTo>
                      <a:lnTo>
                        <a:pt x="9" y="280"/>
                      </a:lnTo>
                      <a:lnTo>
                        <a:pt x="34" y="256"/>
                      </a:lnTo>
                      <a:lnTo>
                        <a:pt x="93" y="224"/>
                      </a:lnTo>
                      <a:lnTo>
                        <a:pt x="152" y="224"/>
                      </a:lnTo>
                      <a:lnTo>
                        <a:pt x="194" y="216"/>
                      </a:lnTo>
                      <a:lnTo>
                        <a:pt x="236" y="224"/>
                      </a:lnTo>
                      <a:lnTo>
                        <a:pt x="287" y="192"/>
                      </a:lnTo>
                      <a:lnTo>
                        <a:pt x="295" y="208"/>
                      </a:lnTo>
                      <a:lnTo>
                        <a:pt x="346" y="216"/>
                      </a:lnTo>
                      <a:lnTo>
                        <a:pt x="380" y="232"/>
                      </a:lnTo>
                      <a:lnTo>
                        <a:pt x="405" y="248"/>
                      </a:lnTo>
                      <a:lnTo>
                        <a:pt x="430" y="248"/>
                      </a:lnTo>
                      <a:lnTo>
                        <a:pt x="455" y="232"/>
                      </a:lnTo>
                      <a:lnTo>
                        <a:pt x="498" y="232"/>
                      </a:lnTo>
                      <a:lnTo>
                        <a:pt x="531" y="176"/>
                      </a:lnTo>
                      <a:lnTo>
                        <a:pt x="506" y="112"/>
                      </a:lnTo>
                      <a:lnTo>
                        <a:pt x="472" y="80"/>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36" name="Freeform 94"/>
                <p:cNvSpPr>
                  <a:spLocks/>
                </p:cNvSpPr>
                <p:nvPr/>
              </p:nvSpPr>
              <p:spPr bwMode="auto">
                <a:xfrm>
                  <a:off x="3271" y="1796"/>
                  <a:ext cx="725" cy="600"/>
                </a:xfrm>
                <a:custGeom>
                  <a:avLst/>
                  <a:gdLst>
                    <a:gd name="T0" fmla="*/ 657 w 725"/>
                    <a:gd name="T1" fmla="*/ 320 h 600"/>
                    <a:gd name="T2" fmla="*/ 641 w 725"/>
                    <a:gd name="T3" fmla="*/ 280 h 600"/>
                    <a:gd name="T4" fmla="*/ 708 w 725"/>
                    <a:gd name="T5" fmla="*/ 256 h 600"/>
                    <a:gd name="T6" fmla="*/ 700 w 725"/>
                    <a:gd name="T7" fmla="*/ 208 h 600"/>
                    <a:gd name="T8" fmla="*/ 624 w 725"/>
                    <a:gd name="T9" fmla="*/ 168 h 600"/>
                    <a:gd name="T10" fmla="*/ 548 w 725"/>
                    <a:gd name="T11" fmla="*/ 136 h 600"/>
                    <a:gd name="T12" fmla="*/ 514 w 725"/>
                    <a:gd name="T13" fmla="*/ 104 h 600"/>
                    <a:gd name="T14" fmla="*/ 506 w 725"/>
                    <a:gd name="T15" fmla="*/ 40 h 600"/>
                    <a:gd name="T16" fmla="*/ 438 w 725"/>
                    <a:gd name="T17" fmla="*/ 8 h 600"/>
                    <a:gd name="T18" fmla="*/ 379 w 725"/>
                    <a:gd name="T19" fmla="*/ 16 h 600"/>
                    <a:gd name="T20" fmla="*/ 329 w 725"/>
                    <a:gd name="T21" fmla="*/ 16 h 600"/>
                    <a:gd name="T22" fmla="*/ 278 w 725"/>
                    <a:gd name="T23" fmla="*/ 0 h 600"/>
                    <a:gd name="T24" fmla="*/ 202 w 725"/>
                    <a:gd name="T25" fmla="*/ 64 h 600"/>
                    <a:gd name="T26" fmla="*/ 186 w 725"/>
                    <a:gd name="T27" fmla="*/ 88 h 600"/>
                    <a:gd name="T28" fmla="*/ 211 w 725"/>
                    <a:gd name="T29" fmla="*/ 128 h 600"/>
                    <a:gd name="T30" fmla="*/ 177 w 725"/>
                    <a:gd name="T31" fmla="*/ 152 h 600"/>
                    <a:gd name="T32" fmla="*/ 143 w 725"/>
                    <a:gd name="T33" fmla="*/ 184 h 600"/>
                    <a:gd name="T34" fmla="*/ 143 w 725"/>
                    <a:gd name="T35" fmla="*/ 248 h 600"/>
                    <a:gd name="T36" fmla="*/ 135 w 725"/>
                    <a:gd name="T37" fmla="*/ 272 h 600"/>
                    <a:gd name="T38" fmla="*/ 76 w 725"/>
                    <a:gd name="T39" fmla="*/ 296 h 600"/>
                    <a:gd name="T40" fmla="*/ 68 w 725"/>
                    <a:gd name="T41" fmla="*/ 328 h 600"/>
                    <a:gd name="T42" fmla="*/ 0 w 725"/>
                    <a:gd name="T43" fmla="*/ 344 h 600"/>
                    <a:gd name="T44" fmla="*/ 59 w 725"/>
                    <a:gd name="T45" fmla="*/ 464 h 600"/>
                    <a:gd name="T46" fmla="*/ 17 w 725"/>
                    <a:gd name="T47" fmla="*/ 536 h 600"/>
                    <a:gd name="T48" fmla="*/ 59 w 725"/>
                    <a:gd name="T49" fmla="*/ 600 h 600"/>
                    <a:gd name="T50" fmla="*/ 93 w 725"/>
                    <a:gd name="T51" fmla="*/ 600 h 600"/>
                    <a:gd name="T52" fmla="*/ 152 w 725"/>
                    <a:gd name="T53" fmla="*/ 552 h 600"/>
                    <a:gd name="T54" fmla="*/ 303 w 725"/>
                    <a:gd name="T55" fmla="*/ 536 h 600"/>
                    <a:gd name="T56" fmla="*/ 396 w 725"/>
                    <a:gd name="T57" fmla="*/ 552 h 600"/>
                    <a:gd name="T58" fmla="*/ 455 w 725"/>
                    <a:gd name="T59" fmla="*/ 528 h 600"/>
                    <a:gd name="T60" fmla="*/ 514 w 725"/>
                    <a:gd name="T61" fmla="*/ 512 h 600"/>
                    <a:gd name="T62" fmla="*/ 582 w 725"/>
                    <a:gd name="T63" fmla="*/ 504 h 600"/>
                    <a:gd name="T64" fmla="*/ 624 w 725"/>
                    <a:gd name="T65" fmla="*/ 488 h 600"/>
                    <a:gd name="T66" fmla="*/ 700 w 725"/>
                    <a:gd name="T67" fmla="*/ 400 h 600"/>
                    <a:gd name="T68" fmla="*/ 657 w 725"/>
                    <a:gd name="T69" fmla="*/ 344 h 60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25"/>
                    <a:gd name="T106" fmla="*/ 0 h 600"/>
                    <a:gd name="T107" fmla="*/ 725 w 725"/>
                    <a:gd name="T108" fmla="*/ 600 h 60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25" h="600">
                      <a:moveTo>
                        <a:pt x="657" y="344"/>
                      </a:moveTo>
                      <a:lnTo>
                        <a:pt x="657" y="320"/>
                      </a:lnTo>
                      <a:lnTo>
                        <a:pt x="632" y="304"/>
                      </a:lnTo>
                      <a:lnTo>
                        <a:pt x="641" y="280"/>
                      </a:lnTo>
                      <a:lnTo>
                        <a:pt x="691" y="272"/>
                      </a:lnTo>
                      <a:lnTo>
                        <a:pt x="708" y="256"/>
                      </a:lnTo>
                      <a:lnTo>
                        <a:pt x="725" y="232"/>
                      </a:lnTo>
                      <a:lnTo>
                        <a:pt x="700" y="208"/>
                      </a:lnTo>
                      <a:lnTo>
                        <a:pt x="632" y="192"/>
                      </a:lnTo>
                      <a:lnTo>
                        <a:pt x="624" y="168"/>
                      </a:lnTo>
                      <a:lnTo>
                        <a:pt x="582" y="160"/>
                      </a:lnTo>
                      <a:lnTo>
                        <a:pt x="548" y="136"/>
                      </a:lnTo>
                      <a:lnTo>
                        <a:pt x="548" y="120"/>
                      </a:lnTo>
                      <a:lnTo>
                        <a:pt x="514" y="104"/>
                      </a:lnTo>
                      <a:lnTo>
                        <a:pt x="514" y="72"/>
                      </a:lnTo>
                      <a:lnTo>
                        <a:pt x="506" y="40"/>
                      </a:lnTo>
                      <a:lnTo>
                        <a:pt x="472" y="16"/>
                      </a:lnTo>
                      <a:lnTo>
                        <a:pt x="438" y="8"/>
                      </a:lnTo>
                      <a:lnTo>
                        <a:pt x="396" y="32"/>
                      </a:lnTo>
                      <a:lnTo>
                        <a:pt x="379" y="16"/>
                      </a:lnTo>
                      <a:lnTo>
                        <a:pt x="346" y="8"/>
                      </a:lnTo>
                      <a:lnTo>
                        <a:pt x="329" y="16"/>
                      </a:lnTo>
                      <a:lnTo>
                        <a:pt x="303" y="0"/>
                      </a:lnTo>
                      <a:lnTo>
                        <a:pt x="278" y="0"/>
                      </a:lnTo>
                      <a:lnTo>
                        <a:pt x="245" y="64"/>
                      </a:lnTo>
                      <a:lnTo>
                        <a:pt x="202" y="64"/>
                      </a:lnTo>
                      <a:lnTo>
                        <a:pt x="177" y="80"/>
                      </a:lnTo>
                      <a:lnTo>
                        <a:pt x="186" y="88"/>
                      </a:lnTo>
                      <a:lnTo>
                        <a:pt x="186" y="120"/>
                      </a:lnTo>
                      <a:lnTo>
                        <a:pt x="211" y="128"/>
                      </a:lnTo>
                      <a:lnTo>
                        <a:pt x="202" y="144"/>
                      </a:lnTo>
                      <a:lnTo>
                        <a:pt x="177" y="152"/>
                      </a:lnTo>
                      <a:lnTo>
                        <a:pt x="169" y="176"/>
                      </a:lnTo>
                      <a:lnTo>
                        <a:pt x="143" y="184"/>
                      </a:lnTo>
                      <a:lnTo>
                        <a:pt x="143" y="216"/>
                      </a:lnTo>
                      <a:lnTo>
                        <a:pt x="143" y="248"/>
                      </a:lnTo>
                      <a:lnTo>
                        <a:pt x="160" y="280"/>
                      </a:lnTo>
                      <a:lnTo>
                        <a:pt x="135" y="272"/>
                      </a:lnTo>
                      <a:lnTo>
                        <a:pt x="110" y="288"/>
                      </a:lnTo>
                      <a:lnTo>
                        <a:pt x="76" y="296"/>
                      </a:lnTo>
                      <a:lnTo>
                        <a:pt x="84" y="320"/>
                      </a:lnTo>
                      <a:lnTo>
                        <a:pt x="68" y="328"/>
                      </a:lnTo>
                      <a:lnTo>
                        <a:pt x="34" y="320"/>
                      </a:lnTo>
                      <a:lnTo>
                        <a:pt x="0" y="344"/>
                      </a:lnTo>
                      <a:lnTo>
                        <a:pt x="17" y="384"/>
                      </a:lnTo>
                      <a:lnTo>
                        <a:pt x="59" y="464"/>
                      </a:lnTo>
                      <a:lnTo>
                        <a:pt x="17" y="512"/>
                      </a:lnTo>
                      <a:lnTo>
                        <a:pt x="17" y="536"/>
                      </a:lnTo>
                      <a:lnTo>
                        <a:pt x="51" y="544"/>
                      </a:lnTo>
                      <a:lnTo>
                        <a:pt x="59" y="600"/>
                      </a:lnTo>
                      <a:lnTo>
                        <a:pt x="93" y="600"/>
                      </a:lnTo>
                      <a:lnTo>
                        <a:pt x="110" y="576"/>
                      </a:lnTo>
                      <a:lnTo>
                        <a:pt x="152" y="552"/>
                      </a:lnTo>
                      <a:lnTo>
                        <a:pt x="211" y="544"/>
                      </a:lnTo>
                      <a:lnTo>
                        <a:pt x="303" y="536"/>
                      </a:lnTo>
                      <a:lnTo>
                        <a:pt x="362" y="528"/>
                      </a:lnTo>
                      <a:lnTo>
                        <a:pt x="396" y="552"/>
                      </a:lnTo>
                      <a:lnTo>
                        <a:pt x="421" y="528"/>
                      </a:lnTo>
                      <a:lnTo>
                        <a:pt x="455" y="528"/>
                      </a:lnTo>
                      <a:lnTo>
                        <a:pt x="489" y="544"/>
                      </a:lnTo>
                      <a:lnTo>
                        <a:pt x="514" y="512"/>
                      </a:lnTo>
                      <a:lnTo>
                        <a:pt x="539" y="528"/>
                      </a:lnTo>
                      <a:lnTo>
                        <a:pt x="582" y="504"/>
                      </a:lnTo>
                      <a:lnTo>
                        <a:pt x="632" y="520"/>
                      </a:lnTo>
                      <a:lnTo>
                        <a:pt x="624" y="488"/>
                      </a:lnTo>
                      <a:lnTo>
                        <a:pt x="641" y="424"/>
                      </a:lnTo>
                      <a:lnTo>
                        <a:pt x="700" y="400"/>
                      </a:lnTo>
                      <a:lnTo>
                        <a:pt x="674" y="368"/>
                      </a:lnTo>
                      <a:lnTo>
                        <a:pt x="657" y="34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37" name="Freeform 95"/>
                <p:cNvSpPr>
                  <a:spLocks/>
                </p:cNvSpPr>
                <p:nvPr/>
              </p:nvSpPr>
              <p:spPr bwMode="auto">
                <a:xfrm>
                  <a:off x="3018" y="1628"/>
                  <a:ext cx="531" cy="280"/>
                </a:xfrm>
                <a:custGeom>
                  <a:avLst/>
                  <a:gdLst>
                    <a:gd name="T0" fmla="*/ 472 w 531"/>
                    <a:gd name="T1" fmla="*/ 80 h 280"/>
                    <a:gd name="T2" fmla="*/ 464 w 531"/>
                    <a:gd name="T3" fmla="*/ 40 h 280"/>
                    <a:gd name="T4" fmla="*/ 413 w 531"/>
                    <a:gd name="T5" fmla="*/ 32 h 280"/>
                    <a:gd name="T6" fmla="*/ 371 w 531"/>
                    <a:gd name="T7" fmla="*/ 40 h 280"/>
                    <a:gd name="T8" fmla="*/ 304 w 531"/>
                    <a:gd name="T9" fmla="*/ 0 h 280"/>
                    <a:gd name="T10" fmla="*/ 262 w 531"/>
                    <a:gd name="T11" fmla="*/ 0 h 280"/>
                    <a:gd name="T12" fmla="*/ 211 w 531"/>
                    <a:gd name="T13" fmla="*/ 32 h 280"/>
                    <a:gd name="T14" fmla="*/ 211 w 531"/>
                    <a:gd name="T15" fmla="*/ 40 h 280"/>
                    <a:gd name="T16" fmla="*/ 219 w 531"/>
                    <a:gd name="T17" fmla="*/ 72 h 280"/>
                    <a:gd name="T18" fmla="*/ 219 w 531"/>
                    <a:gd name="T19" fmla="*/ 104 h 280"/>
                    <a:gd name="T20" fmla="*/ 211 w 531"/>
                    <a:gd name="T21" fmla="*/ 128 h 280"/>
                    <a:gd name="T22" fmla="*/ 194 w 531"/>
                    <a:gd name="T23" fmla="*/ 128 h 280"/>
                    <a:gd name="T24" fmla="*/ 160 w 531"/>
                    <a:gd name="T25" fmla="*/ 128 h 280"/>
                    <a:gd name="T26" fmla="*/ 110 w 531"/>
                    <a:gd name="T27" fmla="*/ 80 h 280"/>
                    <a:gd name="T28" fmla="*/ 76 w 531"/>
                    <a:gd name="T29" fmla="*/ 64 h 280"/>
                    <a:gd name="T30" fmla="*/ 43 w 531"/>
                    <a:gd name="T31" fmla="*/ 88 h 280"/>
                    <a:gd name="T32" fmla="*/ 17 w 531"/>
                    <a:gd name="T33" fmla="*/ 160 h 280"/>
                    <a:gd name="T34" fmla="*/ 0 w 531"/>
                    <a:gd name="T35" fmla="*/ 192 h 280"/>
                    <a:gd name="T36" fmla="*/ 0 w 531"/>
                    <a:gd name="T37" fmla="*/ 224 h 280"/>
                    <a:gd name="T38" fmla="*/ 9 w 531"/>
                    <a:gd name="T39" fmla="*/ 280 h 280"/>
                    <a:gd name="T40" fmla="*/ 34 w 531"/>
                    <a:gd name="T41" fmla="*/ 256 h 280"/>
                    <a:gd name="T42" fmla="*/ 93 w 531"/>
                    <a:gd name="T43" fmla="*/ 224 h 280"/>
                    <a:gd name="T44" fmla="*/ 152 w 531"/>
                    <a:gd name="T45" fmla="*/ 224 h 280"/>
                    <a:gd name="T46" fmla="*/ 194 w 531"/>
                    <a:gd name="T47" fmla="*/ 216 h 280"/>
                    <a:gd name="T48" fmla="*/ 236 w 531"/>
                    <a:gd name="T49" fmla="*/ 224 h 280"/>
                    <a:gd name="T50" fmla="*/ 287 w 531"/>
                    <a:gd name="T51" fmla="*/ 192 h 280"/>
                    <a:gd name="T52" fmla="*/ 295 w 531"/>
                    <a:gd name="T53" fmla="*/ 208 h 280"/>
                    <a:gd name="T54" fmla="*/ 346 w 531"/>
                    <a:gd name="T55" fmla="*/ 216 h 280"/>
                    <a:gd name="T56" fmla="*/ 380 w 531"/>
                    <a:gd name="T57" fmla="*/ 232 h 280"/>
                    <a:gd name="T58" fmla="*/ 405 w 531"/>
                    <a:gd name="T59" fmla="*/ 248 h 280"/>
                    <a:gd name="T60" fmla="*/ 430 w 531"/>
                    <a:gd name="T61" fmla="*/ 248 h 280"/>
                    <a:gd name="T62" fmla="*/ 455 w 531"/>
                    <a:gd name="T63" fmla="*/ 232 h 280"/>
                    <a:gd name="T64" fmla="*/ 498 w 531"/>
                    <a:gd name="T65" fmla="*/ 232 h 280"/>
                    <a:gd name="T66" fmla="*/ 531 w 531"/>
                    <a:gd name="T67" fmla="*/ 176 h 280"/>
                    <a:gd name="T68" fmla="*/ 506 w 531"/>
                    <a:gd name="T69" fmla="*/ 112 h 280"/>
                    <a:gd name="T70" fmla="*/ 472 w 531"/>
                    <a:gd name="T71" fmla="*/ 80 h 28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1"/>
                    <a:gd name="T109" fmla="*/ 0 h 280"/>
                    <a:gd name="T110" fmla="*/ 531 w 531"/>
                    <a:gd name="T111" fmla="*/ 280 h 28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1" h="280">
                      <a:moveTo>
                        <a:pt x="472" y="80"/>
                      </a:moveTo>
                      <a:lnTo>
                        <a:pt x="464" y="40"/>
                      </a:lnTo>
                      <a:lnTo>
                        <a:pt x="413" y="32"/>
                      </a:lnTo>
                      <a:lnTo>
                        <a:pt x="371" y="40"/>
                      </a:lnTo>
                      <a:lnTo>
                        <a:pt x="304" y="0"/>
                      </a:lnTo>
                      <a:lnTo>
                        <a:pt x="262" y="0"/>
                      </a:lnTo>
                      <a:lnTo>
                        <a:pt x="211" y="32"/>
                      </a:lnTo>
                      <a:lnTo>
                        <a:pt x="211" y="40"/>
                      </a:lnTo>
                      <a:lnTo>
                        <a:pt x="219" y="72"/>
                      </a:lnTo>
                      <a:lnTo>
                        <a:pt x="219" y="104"/>
                      </a:lnTo>
                      <a:lnTo>
                        <a:pt x="211" y="128"/>
                      </a:lnTo>
                      <a:lnTo>
                        <a:pt x="194" y="128"/>
                      </a:lnTo>
                      <a:lnTo>
                        <a:pt x="160" y="128"/>
                      </a:lnTo>
                      <a:lnTo>
                        <a:pt x="110" y="80"/>
                      </a:lnTo>
                      <a:lnTo>
                        <a:pt x="76" y="64"/>
                      </a:lnTo>
                      <a:lnTo>
                        <a:pt x="43" y="88"/>
                      </a:lnTo>
                      <a:lnTo>
                        <a:pt x="17" y="160"/>
                      </a:lnTo>
                      <a:lnTo>
                        <a:pt x="0" y="192"/>
                      </a:lnTo>
                      <a:lnTo>
                        <a:pt x="0" y="224"/>
                      </a:lnTo>
                      <a:lnTo>
                        <a:pt x="9" y="280"/>
                      </a:lnTo>
                      <a:lnTo>
                        <a:pt x="34" y="256"/>
                      </a:lnTo>
                      <a:lnTo>
                        <a:pt x="93" y="224"/>
                      </a:lnTo>
                      <a:lnTo>
                        <a:pt x="152" y="224"/>
                      </a:lnTo>
                      <a:lnTo>
                        <a:pt x="194" y="216"/>
                      </a:lnTo>
                      <a:lnTo>
                        <a:pt x="236" y="224"/>
                      </a:lnTo>
                      <a:lnTo>
                        <a:pt x="287" y="192"/>
                      </a:lnTo>
                      <a:lnTo>
                        <a:pt x="295" y="208"/>
                      </a:lnTo>
                      <a:lnTo>
                        <a:pt x="346" y="216"/>
                      </a:lnTo>
                      <a:lnTo>
                        <a:pt x="380" y="232"/>
                      </a:lnTo>
                      <a:lnTo>
                        <a:pt x="405" y="248"/>
                      </a:lnTo>
                      <a:lnTo>
                        <a:pt x="430" y="248"/>
                      </a:lnTo>
                      <a:lnTo>
                        <a:pt x="455" y="232"/>
                      </a:lnTo>
                      <a:lnTo>
                        <a:pt x="498" y="232"/>
                      </a:lnTo>
                      <a:lnTo>
                        <a:pt x="531" y="176"/>
                      </a:lnTo>
                      <a:lnTo>
                        <a:pt x="506" y="112"/>
                      </a:lnTo>
                      <a:lnTo>
                        <a:pt x="472" y="8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38" name="Freeform 96"/>
                <p:cNvSpPr>
                  <a:spLocks/>
                </p:cNvSpPr>
                <p:nvPr/>
              </p:nvSpPr>
              <p:spPr bwMode="auto">
                <a:xfrm>
                  <a:off x="3128" y="1428"/>
                  <a:ext cx="337" cy="248"/>
                </a:xfrm>
                <a:custGeom>
                  <a:avLst/>
                  <a:gdLst>
                    <a:gd name="T0" fmla="*/ 295 w 337"/>
                    <a:gd name="T1" fmla="*/ 128 h 248"/>
                    <a:gd name="T2" fmla="*/ 295 w 337"/>
                    <a:gd name="T3" fmla="*/ 64 h 248"/>
                    <a:gd name="T4" fmla="*/ 295 w 337"/>
                    <a:gd name="T5" fmla="*/ 16 h 248"/>
                    <a:gd name="T6" fmla="*/ 286 w 337"/>
                    <a:gd name="T7" fmla="*/ 0 h 248"/>
                    <a:gd name="T8" fmla="*/ 236 w 337"/>
                    <a:gd name="T9" fmla="*/ 8 h 248"/>
                    <a:gd name="T10" fmla="*/ 126 w 337"/>
                    <a:gd name="T11" fmla="*/ 16 h 248"/>
                    <a:gd name="T12" fmla="*/ 67 w 337"/>
                    <a:gd name="T13" fmla="*/ 40 h 248"/>
                    <a:gd name="T14" fmla="*/ 25 w 337"/>
                    <a:gd name="T15" fmla="*/ 64 h 248"/>
                    <a:gd name="T16" fmla="*/ 8 w 337"/>
                    <a:gd name="T17" fmla="*/ 88 h 248"/>
                    <a:gd name="T18" fmla="*/ 0 w 337"/>
                    <a:gd name="T19" fmla="*/ 112 h 248"/>
                    <a:gd name="T20" fmla="*/ 25 w 337"/>
                    <a:gd name="T21" fmla="*/ 128 h 248"/>
                    <a:gd name="T22" fmla="*/ 17 w 337"/>
                    <a:gd name="T23" fmla="*/ 152 h 248"/>
                    <a:gd name="T24" fmla="*/ 25 w 337"/>
                    <a:gd name="T25" fmla="*/ 176 h 248"/>
                    <a:gd name="T26" fmla="*/ 42 w 337"/>
                    <a:gd name="T27" fmla="*/ 184 h 248"/>
                    <a:gd name="T28" fmla="*/ 67 w 337"/>
                    <a:gd name="T29" fmla="*/ 184 h 248"/>
                    <a:gd name="T30" fmla="*/ 93 w 337"/>
                    <a:gd name="T31" fmla="*/ 176 h 248"/>
                    <a:gd name="T32" fmla="*/ 101 w 337"/>
                    <a:gd name="T33" fmla="*/ 240 h 248"/>
                    <a:gd name="T34" fmla="*/ 152 w 337"/>
                    <a:gd name="T35" fmla="*/ 208 h 248"/>
                    <a:gd name="T36" fmla="*/ 194 w 337"/>
                    <a:gd name="T37" fmla="*/ 208 h 248"/>
                    <a:gd name="T38" fmla="*/ 261 w 337"/>
                    <a:gd name="T39" fmla="*/ 248 h 248"/>
                    <a:gd name="T40" fmla="*/ 303 w 337"/>
                    <a:gd name="T41" fmla="*/ 240 h 248"/>
                    <a:gd name="T42" fmla="*/ 320 w 337"/>
                    <a:gd name="T43" fmla="*/ 240 h 248"/>
                    <a:gd name="T44" fmla="*/ 337 w 337"/>
                    <a:gd name="T45" fmla="*/ 176 h 248"/>
                    <a:gd name="T46" fmla="*/ 295 w 337"/>
                    <a:gd name="T47" fmla="*/ 128 h 2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7"/>
                    <a:gd name="T73" fmla="*/ 0 h 248"/>
                    <a:gd name="T74" fmla="*/ 337 w 337"/>
                    <a:gd name="T75" fmla="*/ 248 h 2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7" h="248">
                      <a:moveTo>
                        <a:pt x="295" y="128"/>
                      </a:moveTo>
                      <a:lnTo>
                        <a:pt x="295" y="64"/>
                      </a:lnTo>
                      <a:lnTo>
                        <a:pt x="295" y="16"/>
                      </a:lnTo>
                      <a:lnTo>
                        <a:pt x="286" y="0"/>
                      </a:lnTo>
                      <a:lnTo>
                        <a:pt x="236" y="8"/>
                      </a:lnTo>
                      <a:lnTo>
                        <a:pt x="126" y="16"/>
                      </a:lnTo>
                      <a:lnTo>
                        <a:pt x="67" y="40"/>
                      </a:lnTo>
                      <a:lnTo>
                        <a:pt x="25" y="64"/>
                      </a:lnTo>
                      <a:lnTo>
                        <a:pt x="8" y="88"/>
                      </a:lnTo>
                      <a:lnTo>
                        <a:pt x="0" y="112"/>
                      </a:lnTo>
                      <a:lnTo>
                        <a:pt x="25" y="128"/>
                      </a:lnTo>
                      <a:lnTo>
                        <a:pt x="17" y="152"/>
                      </a:lnTo>
                      <a:lnTo>
                        <a:pt x="25" y="176"/>
                      </a:lnTo>
                      <a:lnTo>
                        <a:pt x="42" y="184"/>
                      </a:lnTo>
                      <a:lnTo>
                        <a:pt x="67" y="184"/>
                      </a:lnTo>
                      <a:lnTo>
                        <a:pt x="93" y="176"/>
                      </a:lnTo>
                      <a:lnTo>
                        <a:pt x="101" y="240"/>
                      </a:lnTo>
                      <a:lnTo>
                        <a:pt x="152" y="208"/>
                      </a:lnTo>
                      <a:lnTo>
                        <a:pt x="194" y="208"/>
                      </a:lnTo>
                      <a:lnTo>
                        <a:pt x="261" y="248"/>
                      </a:lnTo>
                      <a:lnTo>
                        <a:pt x="303" y="240"/>
                      </a:lnTo>
                      <a:lnTo>
                        <a:pt x="320" y="240"/>
                      </a:lnTo>
                      <a:lnTo>
                        <a:pt x="337" y="176"/>
                      </a:lnTo>
                      <a:lnTo>
                        <a:pt x="295" y="128"/>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39" name="Freeform 97"/>
                <p:cNvSpPr>
                  <a:spLocks/>
                </p:cNvSpPr>
                <p:nvPr/>
              </p:nvSpPr>
              <p:spPr bwMode="auto">
                <a:xfrm>
                  <a:off x="3136" y="28"/>
                  <a:ext cx="1121" cy="2200"/>
                </a:xfrm>
                <a:custGeom>
                  <a:avLst/>
                  <a:gdLst>
                    <a:gd name="T0" fmla="*/ 995 w 1121"/>
                    <a:gd name="T1" fmla="*/ 64 h 2200"/>
                    <a:gd name="T2" fmla="*/ 1003 w 1121"/>
                    <a:gd name="T3" fmla="*/ 160 h 2200"/>
                    <a:gd name="T4" fmla="*/ 919 w 1121"/>
                    <a:gd name="T5" fmla="*/ 168 h 2200"/>
                    <a:gd name="T6" fmla="*/ 877 w 1121"/>
                    <a:gd name="T7" fmla="*/ 168 h 2200"/>
                    <a:gd name="T8" fmla="*/ 893 w 1121"/>
                    <a:gd name="T9" fmla="*/ 88 h 2200"/>
                    <a:gd name="T10" fmla="*/ 851 w 1121"/>
                    <a:gd name="T11" fmla="*/ 16 h 2200"/>
                    <a:gd name="T12" fmla="*/ 700 w 1121"/>
                    <a:gd name="T13" fmla="*/ 48 h 2200"/>
                    <a:gd name="T14" fmla="*/ 809 w 1121"/>
                    <a:gd name="T15" fmla="*/ 176 h 2200"/>
                    <a:gd name="T16" fmla="*/ 877 w 1121"/>
                    <a:gd name="T17" fmla="*/ 224 h 2200"/>
                    <a:gd name="T18" fmla="*/ 851 w 1121"/>
                    <a:gd name="T19" fmla="*/ 304 h 2200"/>
                    <a:gd name="T20" fmla="*/ 784 w 1121"/>
                    <a:gd name="T21" fmla="*/ 328 h 2200"/>
                    <a:gd name="T22" fmla="*/ 725 w 1121"/>
                    <a:gd name="T23" fmla="*/ 448 h 2200"/>
                    <a:gd name="T24" fmla="*/ 818 w 1121"/>
                    <a:gd name="T25" fmla="*/ 560 h 2200"/>
                    <a:gd name="T26" fmla="*/ 599 w 1121"/>
                    <a:gd name="T27" fmla="*/ 568 h 2200"/>
                    <a:gd name="T28" fmla="*/ 607 w 1121"/>
                    <a:gd name="T29" fmla="*/ 640 h 2200"/>
                    <a:gd name="T30" fmla="*/ 700 w 1121"/>
                    <a:gd name="T31" fmla="*/ 664 h 2200"/>
                    <a:gd name="T32" fmla="*/ 674 w 1121"/>
                    <a:gd name="T33" fmla="*/ 712 h 2200"/>
                    <a:gd name="T34" fmla="*/ 548 w 1121"/>
                    <a:gd name="T35" fmla="*/ 688 h 2200"/>
                    <a:gd name="T36" fmla="*/ 447 w 1121"/>
                    <a:gd name="T37" fmla="*/ 592 h 2200"/>
                    <a:gd name="T38" fmla="*/ 430 w 1121"/>
                    <a:gd name="T39" fmla="*/ 512 h 2200"/>
                    <a:gd name="T40" fmla="*/ 253 w 1121"/>
                    <a:gd name="T41" fmla="*/ 424 h 2200"/>
                    <a:gd name="T42" fmla="*/ 396 w 1121"/>
                    <a:gd name="T43" fmla="*/ 440 h 2200"/>
                    <a:gd name="T44" fmla="*/ 658 w 1121"/>
                    <a:gd name="T45" fmla="*/ 416 h 2200"/>
                    <a:gd name="T46" fmla="*/ 717 w 1121"/>
                    <a:gd name="T47" fmla="*/ 288 h 2200"/>
                    <a:gd name="T48" fmla="*/ 599 w 1121"/>
                    <a:gd name="T49" fmla="*/ 192 h 2200"/>
                    <a:gd name="T50" fmla="*/ 304 w 1121"/>
                    <a:gd name="T51" fmla="*/ 128 h 2200"/>
                    <a:gd name="T52" fmla="*/ 186 w 1121"/>
                    <a:gd name="T53" fmla="*/ 96 h 2200"/>
                    <a:gd name="T54" fmla="*/ 110 w 1121"/>
                    <a:gd name="T55" fmla="*/ 112 h 2200"/>
                    <a:gd name="T56" fmla="*/ 42 w 1121"/>
                    <a:gd name="T57" fmla="*/ 176 h 2200"/>
                    <a:gd name="T58" fmla="*/ 26 w 1121"/>
                    <a:gd name="T59" fmla="*/ 336 h 2200"/>
                    <a:gd name="T60" fmla="*/ 93 w 1121"/>
                    <a:gd name="T61" fmla="*/ 448 h 2200"/>
                    <a:gd name="T62" fmla="*/ 169 w 1121"/>
                    <a:gd name="T63" fmla="*/ 656 h 2200"/>
                    <a:gd name="T64" fmla="*/ 287 w 1121"/>
                    <a:gd name="T65" fmla="*/ 808 h 2200"/>
                    <a:gd name="T66" fmla="*/ 388 w 1121"/>
                    <a:gd name="T67" fmla="*/ 944 h 2200"/>
                    <a:gd name="T68" fmla="*/ 287 w 1121"/>
                    <a:gd name="T69" fmla="*/ 1152 h 2200"/>
                    <a:gd name="T70" fmla="*/ 304 w 1121"/>
                    <a:gd name="T71" fmla="*/ 1264 h 2200"/>
                    <a:gd name="T72" fmla="*/ 396 w 1121"/>
                    <a:gd name="T73" fmla="*/ 1296 h 2200"/>
                    <a:gd name="T74" fmla="*/ 346 w 1121"/>
                    <a:gd name="T75" fmla="*/ 1312 h 2200"/>
                    <a:gd name="T76" fmla="*/ 287 w 1121"/>
                    <a:gd name="T77" fmla="*/ 1368 h 2200"/>
                    <a:gd name="T78" fmla="*/ 287 w 1121"/>
                    <a:gd name="T79" fmla="*/ 1408 h 2200"/>
                    <a:gd name="T80" fmla="*/ 329 w 1121"/>
                    <a:gd name="T81" fmla="*/ 1568 h 2200"/>
                    <a:gd name="T82" fmla="*/ 354 w 1121"/>
                    <a:gd name="T83" fmla="*/ 1680 h 2200"/>
                    <a:gd name="T84" fmla="*/ 413 w 1121"/>
                    <a:gd name="T85" fmla="*/ 1768 h 2200"/>
                    <a:gd name="T86" fmla="*/ 481 w 1121"/>
                    <a:gd name="T87" fmla="*/ 1776 h 2200"/>
                    <a:gd name="T88" fmla="*/ 573 w 1121"/>
                    <a:gd name="T89" fmla="*/ 1776 h 2200"/>
                    <a:gd name="T90" fmla="*/ 649 w 1121"/>
                    <a:gd name="T91" fmla="*/ 1840 h 2200"/>
                    <a:gd name="T92" fmla="*/ 683 w 1121"/>
                    <a:gd name="T93" fmla="*/ 1904 h 2200"/>
                    <a:gd name="T94" fmla="*/ 767 w 1121"/>
                    <a:gd name="T95" fmla="*/ 1960 h 2200"/>
                    <a:gd name="T96" fmla="*/ 843 w 1121"/>
                    <a:gd name="T97" fmla="*/ 2024 h 2200"/>
                    <a:gd name="T98" fmla="*/ 767 w 1121"/>
                    <a:gd name="T99" fmla="*/ 2072 h 2200"/>
                    <a:gd name="T100" fmla="*/ 809 w 1121"/>
                    <a:gd name="T101" fmla="*/ 2136 h 2200"/>
                    <a:gd name="T102" fmla="*/ 877 w 1121"/>
                    <a:gd name="T103" fmla="*/ 2128 h 2200"/>
                    <a:gd name="T104" fmla="*/ 1011 w 1121"/>
                    <a:gd name="T105" fmla="*/ 2112 h 2200"/>
                    <a:gd name="T106" fmla="*/ 1054 w 1121"/>
                    <a:gd name="T107" fmla="*/ 2192 h 2200"/>
                    <a:gd name="T108" fmla="*/ 1113 w 1121"/>
                    <a:gd name="T109" fmla="*/ 1360 h 2200"/>
                    <a:gd name="T110" fmla="*/ 1014 w 1121"/>
                    <a:gd name="T111" fmla="*/ 13 h 22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1"/>
                    <a:gd name="T169" fmla="*/ 0 h 2200"/>
                    <a:gd name="T170" fmla="*/ 1121 w 1121"/>
                    <a:gd name="T171" fmla="*/ 2200 h 22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1" h="2200">
                      <a:moveTo>
                        <a:pt x="1014" y="13"/>
                      </a:moveTo>
                      <a:lnTo>
                        <a:pt x="1011" y="6"/>
                      </a:lnTo>
                      <a:lnTo>
                        <a:pt x="995" y="64"/>
                      </a:lnTo>
                      <a:lnTo>
                        <a:pt x="1011" y="112"/>
                      </a:lnTo>
                      <a:lnTo>
                        <a:pt x="1011" y="136"/>
                      </a:lnTo>
                      <a:lnTo>
                        <a:pt x="1003" y="160"/>
                      </a:lnTo>
                      <a:lnTo>
                        <a:pt x="961" y="184"/>
                      </a:lnTo>
                      <a:lnTo>
                        <a:pt x="936" y="184"/>
                      </a:lnTo>
                      <a:lnTo>
                        <a:pt x="919" y="168"/>
                      </a:lnTo>
                      <a:lnTo>
                        <a:pt x="902" y="160"/>
                      </a:lnTo>
                      <a:lnTo>
                        <a:pt x="893" y="168"/>
                      </a:lnTo>
                      <a:lnTo>
                        <a:pt x="877" y="168"/>
                      </a:lnTo>
                      <a:lnTo>
                        <a:pt x="877" y="144"/>
                      </a:lnTo>
                      <a:lnTo>
                        <a:pt x="877" y="112"/>
                      </a:lnTo>
                      <a:lnTo>
                        <a:pt x="893" y="88"/>
                      </a:lnTo>
                      <a:lnTo>
                        <a:pt x="902" y="64"/>
                      </a:lnTo>
                      <a:lnTo>
                        <a:pt x="893" y="48"/>
                      </a:lnTo>
                      <a:lnTo>
                        <a:pt x="851" y="16"/>
                      </a:lnTo>
                      <a:lnTo>
                        <a:pt x="801" y="24"/>
                      </a:lnTo>
                      <a:lnTo>
                        <a:pt x="750" y="40"/>
                      </a:lnTo>
                      <a:lnTo>
                        <a:pt x="700" y="48"/>
                      </a:lnTo>
                      <a:lnTo>
                        <a:pt x="742" y="64"/>
                      </a:lnTo>
                      <a:lnTo>
                        <a:pt x="784" y="88"/>
                      </a:lnTo>
                      <a:lnTo>
                        <a:pt x="809" y="176"/>
                      </a:lnTo>
                      <a:lnTo>
                        <a:pt x="818" y="200"/>
                      </a:lnTo>
                      <a:lnTo>
                        <a:pt x="843" y="200"/>
                      </a:lnTo>
                      <a:lnTo>
                        <a:pt x="877" y="224"/>
                      </a:lnTo>
                      <a:lnTo>
                        <a:pt x="902" y="264"/>
                      </a:lnTo>
                      <a:lnTo>
                        <a:pt x="910" y="312"/>
                      </a:lnTo>
                      <a:lnTo>
                        <a:pt x="851" y="304"/>
                      </a:lnTo>
                      <a:lnTo>
                        <a:pt x="801" y="312"/>
                      </a:lnTo>
                      <a:lnTo>
                        <a:pt x="784" y="320"/>
                      </a:lnTo>
                      <a:lnTo>
                        <a:pt x="784" y="328"/>
                      </a:lnTo>
                      <a:lnTo>
                        <a:pt x="776" y="360"/>
                      </a:lnTo>
                      <a:lnTo>
                        <a:pt x="750" y="400"/>
                      </a:lnTo>
                      <a:lnTo>
                        <a:pt x="725" y="448"/>
                      </a:lnTo>
                      <a:lnTo>
                        <a:pt x="717" y="480"/>
                      </a:lnTo>
                      <a:lnTo>
                        <a:pt x="733" y="496"/>
                      </a:lnTo>
                      <a:lnTo>
                        <a:pt x="818" y="560"/>
                      </a:lnTo>
                      <a:lnTo>
                        <a:pt x="750" y="584"/>
                      </a:lnTo>
                      <a:lnTo>
                        <a:pt x="666" y="584"/>
                      </a:lnTo>
                      <a:lnTo>
                        <a:pt x="599" y="568"/>
                      </a:lnTo>
                      <a:lnTo>
                        <a:pt x="582" y="584"/>
                      </a:lnTo>
                      <a:lnTo>
                        <a:pt x="573" y="608"/>
                      </a:lnTo>
                      <a:lnTo>
                        <a:pt x="607" y="640"/>
                      </a:lnTo>
                      <a:lnTo>
                        <a:pt x="658" y="648"/>
                      </a:lnTo>
                      <a:lnTo>
                        <a:pt x="683" y="648"/>
                      </a:lnTo>
                      <a:lnTo>
                        <a:pt x="700" y="664"/>
                      </a:lnTo>
                      <a:lnTo>
                        <a:pt x="700" y="680"/>
                      </a:lnTo>
                      <a:lnTo>
                        <a:pt x="683" y="704"/>
                      </a:lnTo>
                      <a:lnTo>
                        <a:pt x="674" y="712"/>
                      </a:lnTo>
                      <a:lnTo>
                        <a:pt x="649" y="712"/>
                      </a:lnTo>
                      <a:lnTo>
                        <a:pt x="599" y="696"/>
                      </a:lnTo>
                      <a:lnTo>
                        <a:pt x="548" y="688"/>
                      </a:lnTo>
                      <a:lnTo>
                        <a:pt x="523" y="680"/>
                      </a:lnTo>
                      <a:lnTo>
                        <a:pt x="506" y="664"/>
                      </a:lnTo>
                      <a:lnTo>
                        <a:pt x="447" y="592"/>
                      </a:lnTo>
                      <a:lnTo>
                        <a:pt x="438" y="552"/>
                      </a:lnTo>
                      <a:lnTo>
                        <a:pt x="438" y="536"/>
                      </a:lnTo>
                      <a:lnTo>
                        <a:pt x="430" y="512"/>
                      </a:lnTo>
                      <a:lnTo>
                        <a:pt x="380" y="496"/>
                      </a:lnTo>
                      <a:lnTo>
                        <a:pt x="337" y="480"/>
                      </a:lnTo>
                      <a:lnTo>
                        <a:pt x="253" y="424"/>
                      </a:lnTo>
                      <a:lnTo>
                        <a:pt x="287" y="424"/>
                      </a:lnTo>
                      <a:lnTo>
                        <a:pt x="321" y="440"/>
                      </a:lnTo>
                      <a:lnTo>
                        <a:pt x="396" y="440"/>
                      </a:lnTo>
                      <a:lnTo>
                        <a:pt x="565" y="448"/>
                      </a:lnTo>
                      <a:lnTo>
                        <a:pt x="624" y="432"/>
                      </a:lnTo>
                      <a:lnTo>
                        <a:pt x="658" y="416"/>
                      </a:lnTo>
                      <a:lnTo>
                        <a:pt x="683" y="384"/>
                      </a:lnTo>
                      <a:lnTo>
                        <a:pt x="708" y="320"/>
                      </a:lnTo>
                      <a:lnTo>
                        <a:pt x="717" y="288"/>
                      </a:lnTo>
                      <a:lnTo>
                        <a:pt x="708" y="256"/>
                      </a:lnTo>
                      <a:lnTo>
                        <a:pt x="666" y="208"/>
                      </a:lnTo>
                      <a:lnTo>
                        <a:pt x="599" y="192"/>
                      </a:lnTo>
                      <a:lnTo>
                        <a:pt x="447" y="152"/>
                      </a:lnTo>
                      <a:lnTo>
                        <a:pt x="371" y="128"/>
                      </a:lnTo>
                      <a:lnTo>
                        <a:pt x="304" y="128"/>
                      </a:lnTo>
                      <a:lnTo>
                        <a:pt x="152" y="128"/>
                      </a:lnTo>
                      <a:lnTo>
                        <a:pt x="177" y="104"/>
                      </a:lnTo>
                      <a:lnTo>
                        <a:pt x="186" y="96"/>
                      </a:lnTo>
                      <a:lnTo>
                        <a:pt x="169" y="88"/>
                      </a:lnTo>
                      <a:lnTo>
                        <a:pt x="127" y="80"/>
                      </a:lnTo>
                      <a:lnTo>
                        <a:pt x="110" y="112"/>
                      </a:lnTo>
                      <a:lnTo>
                        <a:pt x="76" y="120"/>
                      </a:lnTo>
                      <a:lnTo>
                        <a:pt x="76" y="144"/>
                      </a:lnTo>
                      <a:lnTo>
                        <a:pt x="42" y="176"/>
                      </a:lnTo>
                      <a:lnTo>
                        <a:pt x="9" y="224"/>
                      </a:lnTo>
                      <a:lnTo>
                        <a:pt x="0" y="272"/>
                      </a:lnTo>
                      <a:lnTo>
                        <a:pt x="26" y="336"/>
                      </a:lnTo>
                      <a:lnTo>
                        <a:pt x="68" y="352"/>
                      </a:lnTo>
                      <a:lnTo>
                        <a:pt x="110" y="392"/>
                      </a:lnTo>
                      <a:lnTo>
                        <a:pt x="93" y="448"/>
                      </a:lnTo>
                      <a:lnTo>
                        <a:pt x="144" y="544"/>
                      </a:lnTo>
                      <a:lnTo>
                        <a:pt x="211" y="608"/>
                      </a:lnTo>
                      <a:lnTo>
                        <a:pt x="169" y="656"/>
                      </a:lnTo>
                      <a:lnTo>
                        <a:pt x="177" y="712"/>
                      </a:lnTo>
                      <a:lnTo>
                        <a:pt x="245" y="752"/>
                      </a:lnTo>
                      <a:lnTo>
                        <a:pt x="287" y="808"/>
                      </a:lnTo>
                      <a:lnTo>
                        <a:pt x="270" y="856"/>
                      </a:lnTo>
                      <a:lnTo>
                        <a:pt x="337" y="896"/>
                      </a:lnTo>
                      <a:lnTo>
                        <a:pt x="388" y="944"/>
                      </a:lnTo>
                      <a:lnTo>
                        <a:pt x="380" y="1008"/>
                      </a:lnTo>
                      <a:lnTo>
                        <a:pt x="337" y="1080"/>
                      </a:lnTo>
                      <a:lnTo>
                        <a:pt x="287" y="1152"/>
                      </a:lnTo>
                      <a:lnTo>
                        <a:pt x="262" y="1248"/>
                      </a:lnTo>
                      <a:lnTo>
                        <a:pt x="278" y="1232"/>
                      </a:lnTo>
                      <a:lnTo>
                        <a:pt x="304" y="1264"/>
                      </a:lnTo>
                      <a:lnTo>
                        <a:pt x="346" y="1280"/>
                      </a:lnTo>
                      <a:lnTo>
                        <a:pt x="396" y="1288"/>
                      </a:lnTo>
                      <a:lnTo>
                        <a:pt x="396" y="1296"/>
                      </a:lnTo>
                      <a:lnTo>
                        <a:pt x="388" y="1304"/>
                      </a:lnTo>
                      <a:lnTo>
                        <a:pt x="363" y="1312"/>
                      </a:lnTo>
                      <a:lnTo>
                        <a:pt x="346" y="1312"/>
                      </a:lnTo>
                      <a:lnTo>
                        <a:pt x="337" y="1336"/>
                      </a:lnTo>
                      <a:lnTo>
                        <a:pt x="287" y="1344"/>
                      </a:lnTo>
                      <a:lnTo>
                        <a:pt x="287" y="1368"/>
                      </a:lnTo>
                      <a:lnTo>
                        <a:pt x="287" y="1392"/>
                      </a:lnTo>
                      <a:lnTo>
                        <a:pt x="278" y="1392"/>
                      </a:lnTo>
                      <a:lnTo>
                        <a:pt x="287" y="1408"/>
                      </a:lnTo>
                      <a:lnTo>
                        <a:pt x="287" y="1456"/>
                      </a:lnTo>
                      <a:lnTo>
                        <a:pt x="287" y="1520"/>
                      </a:lnTo>
                      <a:lnTo>
                        <a:pt x="329" y="1568"/>
                      </a:lnTo>
                      <a:lnTo>
                        <a:pt x="312" y="1632"/>
                      </a:lnTo>
                      <a:lnTo>
                        <a:pt x="346" y="1640"/>
                      </a:lnTo>
                      <a:lnTo>
                        <a:pt x="354" y="1680"/>
                      </a:lnTo>
                      <a:lnTo>
                        <a:pt x="388" y="1712"/>
                      </a:lnTo>
                      <a:lnTo>
                        <a:pt x="413" y="1776"/>
                      </a:lnTo>
                      <a:lnTo>
                        <a:pt x="413" y="1768"/>
                      </a:lnTo>
                      <a:lnTo>
                        <a:pt x="438" y="1768"/>
                      </a:lnTo>
                      <a:lnTo>
                        <a:pt x="464" y="1784"/>
                      </a:lnTo>
                      <a:lnTo>
                        <a:pt x="481" y="1776"/>
                      </a:lnTo>
                      <a:lnTo>
                        <a:pt x="514" y="1784"/>
                      </a:lnTo>
                      <a:lnTo>
                        <a:pt x="531" y="1800"/>
                      </a:lnTo>
                      <a:lnTo>
                        <a:pt x="573" y="1776"/>
                      </a:lnTo>
                      <a:lnTo>
                        <a:pt x="607" y="1784"/>
                      </a:lnTo>
                      <a:lnTo>
                        <a:pt x="641" y="1808"/>
                      </a:lnTo>
                      <a:lnTo>
                        <a:pt x="649" y="1840"/>
                      </a:lnTo>
                      <a:lnTo>
                        <a:pt x="649" y="1872"/>
                      </a:lnTo>
                      <a:lnTo>
                        <a:pt x="683" y="1888"/>
                      </a:lnTo>
                      <a:lnTo>
                        <a:pt x="683" y="1904"/>
                      </a:lnTo>
                      <a:lnTo>
                        <a:pt x="717" y="1928"/>
                      </a:lnTo>
                      <a:lnTo>
                        <a:pt x="759" y="1936"/>
                      </a:lnTo>
                      <a:lnTo>
                        <a:pt x="767" y="1960"/>
                      </a:lnTo>
                      <a:lnTo>
                        <a:pt x="835" y="1976"/>
                      </a:lnTo>
                      <a:lnTo>
                        <a:pt x="860" y="2000"/>
                      </a:lnTo>
                      <a:lnTo>
                        <a:pt x="843" y="2024"/>
                      </a:lnTo>
                      <a:lnTo>
                        <a:pt x="826" y="2040"/>
                      </a:lnTo>
                      <a:lnTo>
                        <a:pt x="776" y="2048"/>
                      </a:lnTo>
                      <a:lnTo>
                        <a:pt x="767" y="2072"/>
                      </a:lnTo>
                      <a:lnTo>
                        <a:pt x="792" y="2088"/>
                      </a:lnTo>
                      <a:lnTo>
                        <a:pt x="792" y="2112"/>
                      </a:lnTo>
                      <a:lnTo>
                        <a:pt x="809" y="2136"/>
                      </a:lnTo>
                      <a:lnTo>
                        <a:pt x="835" y="2168"/>
                      </a:lnTo>
                      <a:lnTo>
                        <a:pt x="868" y="2168"/>
                      </a:lnTo>
                      <a:lnTo>
                        <a:pt x="877" y="2128"/>
                      </a:lnTo>
                      <a:lnTo>
                        <a:pt x="910" y="2128"/>
                      </a:lnTo>
                      <a:lnTo>
                        <a:pt x="969" y="2096"/>
                      </a:lnTo>
                      <a:lnTo>
                        <a:pt x="1011" y="2112"/>
                      </a:lnTo>
                      <a:lnTo>
                        <a:pt x="1054" y="2136"/>
                      </a:lnTo>
                      <a:lnTo>
                        <a:pt x="1037" y="2152"/>
                      </a:lnTo>
                      <a:lnTo>
                        <a:pt x="1054" y="2192"/>
                      </a:lnTo>
                      <a:lnTo>
                        <a:pt x="1079" y="2200"/>
                      </a:lnTo>
                      <a:lnTo>
                        <a:pt x="1113" y="2200"/>
                      </a:lnTo>
                      <a:lnTo>
                        <a:pt x="1113" y="1360"/>
                      </a:lnTo>
                      <a:lnTo>
                        <a:pt x="1121" y="0"/>
                      </a:lnTo>
                      <a:lnTo>
                        <a:pt x="1116" y="8"/>
                      </a:lnTo>
                      <a:lnTo>
                        <a:pt x="1014" y="1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40" name="Freeform 98"/>
                <p:cNvSpPr>
                  <a:spLocks/>
                </p:cNvSpPr>
                <p:nvPr/>
              </p:nvSpPr>
              <p:spPr bwMode="auto">
                <a:xfrm>
                  <a:off x="3128" y="1420"/>
                  <a:ext cx="337" cy="248"/>
                </a:xfrm>
                <a:custGeom>
                  <a:avLst/>
                  <a:gdLst>
                    <a:gd name="T0" fmla="*/ 295 w 337"/>
                    <a:gd name="T1" fmla="*/ 128 h 248"/>
                    <a:gd name="T2" fmla="*/ 295 w 337"/>
                    <a:gd name="T3" fmla="*/ 64 h 248"/>
                    <a:gd name="T4" fmla="*/ 295 w 337"/>
                    <a:gd name="T5" fmla="*/ 16 h 248"/>
                    <a:gd name="T6" fmla="*/ 286 w 337"/>
                    <a:gd name="T7" fmla="*/ 0 h 248"/>
                    <a:gd name="T8" fmla="*/ 236 w 337"/>
                    <a:gd name="T9" fmla="*/ 8 h 248"/>
                    <a:gd name="T10" fmla="*/ 126 w 337"/>
                    <a:gd name="T11" fmla="*/ 16 h 248"/>
                    <a:gd name="T12" fmla="*/ 67 w 337"/>
                    <a:gd name="T13" fmla="*/ 40 h 248"/>
                    <a:gd name="T14" fmla="*/ 25 w 337"/>
                    <a:gd name="T15" fmla="*/ 64 h 248"/>
                    <a:gd name="T16" fmla="*/ 8 w 337"/>
                    <a:gd name="T17" fmla="*/ 88 h 248"/>
                    <a:gd name="T18" fmla="*/ 0 w 337"/>
                    <a:gd name="T19" fmla="*/ 112 h 248"/>
                    <a:gd name="T20" fmla="*/ 25 w 337"/>
                    <a:gd name="T21" fmla="*/ 128 h 248"/>
                    <a:gd name="T22" fmla="*/ 17 w 337"/>
                    <a:gd name="T23" fmla="*/ 152 h 248"/>
                    <a:gd name="T24" fmla="*/ 25 w 337"/>
                    <a:gd name="T25" fmla="*/ 176 h 248"/>
                    <a:gd name="T26" fmla="*/ 42 w 337"/>
                    <a:gd name="T27" fmla="*/ 184 h 248"/>
                    <a:gd name="T28" fmla="*/ 67 w 337"/>
                    <a:gd name="T29" fmla="*/ 184 h 248"/>
                    <a:gd name="T30" fmla="*/ 93 w 337"/>
                    <a:gd name="T31" fmla="*/ 176 h 248"/>
                    <a:gd name="T32" fmla="*/ 101 w 337"/>
                    <a:gd name="T33" fmla="*/ 240 h 248"/>
                    <a:gd name="T34" fmla="*/ 152 w 337"/>
                    <a:gd name="T35" fmla="*/ 208 h 248"/>
                    <a:gd name="T36" fmla="*/ 194 w 337"/>
                    <a:gd name="T37" fmla="*/ 208 h 248"/>
                    <a:gd name="T38" fmla="*/ 261 w 337"/>
                    <a:gd name="T39" fmla="*/ 248 h 248"/>
                    <a:gd name="T40" fmla="*/ 303 w 337"/>
                    <a:gd name="T41" fmla="*/ 240 h 248"/>
                    <a:gd name="T42" fmla="*/ 320 w 337"/>
                    <a:gd name="T43" fmla="*/ 240 h 248"/>
                    <a:gd name="T44" fmla="*/ 337 w 337"/>
                    <a:gd name="T45" fmla="*/ 176 h 248"/>
                    <a:gd name="T46" fmla="*/ 295 w 337"/>
                    <a:gd name="T47" fmla="*/ 128 h 24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7"/>
                    <a:gd name="T73" fmla="*/ 0 h 248"/>
                    <a:gd name="T74" fmla="*/ 337 w 337"/>
                    <a:gd name="T75" fmla="*/ 248 h 24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7" h="248">
                      <a:moveTo>
                        <a:pt x="295" y="128"/>
                      </a:moveTo>
                      <a:lnTo>
                        <a:pt x="295" y="64"/>
                      </a:lnTo>
                      <a:lnTo>
                        <a:pt x="295" y="16"/>
                      </a:lnTo>
                      <a:lnTo>
                        <a:pt x="286" y="0"/>
                      </a:lnTo>
                      <a:lnTo>
                        <a:pt x="236" y="8"/>
                      </a:lnTo>
                      <a:lnTo>
                        <a:pt x="126" y="16"/>
                      </a:lnTo>
                      <a:lnTo>
                        <a:pt x="67" y="40"/>
                      </a:lnTo>
                      <a:lnTo>
                        <a:pt x="25" y="64"/>
                      </a:lnTo>
                      <a:lnTo>
                        <a:pt x="8" y="88"/>
                      </a:lnTo>
                      <a:lnTo>
                        <a:pt x="0" y="112"/>
                      </a:lnTo>
                      <a:lnTo>
                        <a:pt x="25" y="128"/>
                      </a:lnTo>
                      <a:lnTo>
                        <a:pt x="17" y="152"/>
                      </a:lnTo>
                      <a:lnTo>
                        <a:pt x="25" y="176"/>
                      </a:lnTo>
                      <a:lnTo>
                        <a:pt x="42" y="184"/>
                      </a:lnTo>
                      <a:lnTo>
                        <a:pt x="67" y="184"/>
                      </a:lnTo>
                      <a:lnTo>
                        <a:pt x="93" y="176"/>
                      </a:lnTo>
                      <a:lnTo>
                        <a:pt x="101" y="240"/>
                      </a:lnTo>
                      <a:lnTo>
                        <a:pt x="152" y="208"/>
                      </a:lnTo>
                      <a:lnTo>
                        <a:pt x="194" y="208"/>
                      </a:lnTo>
                      <a:lnTo>
                        <a:pt x="261" y="248"/>
                      </a:lnTo>
                      <a:lnTo>
                        <a:pt x="303" y="240"/>
                      </a:lnTo>
                      <a:lnTo>
                        <a:pt x="320" y="240"/>
                      </a:lnTo>
                      <a:lnTo>
                        <a:pt x="337" y="176"/>
                      </a:lnTo>
                      <a:lnTo>
                        <a:pt x="295" y="12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41" name="Freeform 99"/>
                <p:cNvSpPr>
                  <a:spLocks/>
                </p:cNvSpPr>
                <p:nvPr/>
              </p:nvSpPr>
              <p:spPr bwMode="auto">
                <a:xfrm>
                  <a:off x="3136" y="38"/>
                  <a:ext cx="1115" cy="2190"/>
                </a:xfrm>
                <a:custGeom>
                  <a:avLst/>
                  <a:gdLst>
                    <a:gd name="T0" fmla="*/ 1011 w 1115"/>
                    <a:gd name="T1" fmla="*/ 102 h 2190"/>
                    <a:gd name="T2" fmla="*/ 961 w 1115"/>
                    <a:gd name="T3" fmla="*/ 174 h 2190"/>
                    <a:gd name="T4" fmla="*/ 902 w 1115"/>
                    <a:gd name="T5" fmla="*/ 150 h 2190"/>
                    <a:gd name="T6" fmla="*/ 877 w 1115"/>
                    <a:gd name="T7" fmla="*/ 134 h 2190"/>
                    <a:gd name="T8" fmla="*/ 902 w 1115"/>
                    <a:gd name="T9" fmla="*/ 54 h 2190"/>
                    <a:gd name="T10" fmla="*/ 801 w 1115"/>
                    <a:gd name="T11" fmla="*/ 14 h 2190"/>
                    <a:gd name="T12" fmla="*/ 742 w 1115"/>
                    <a:gd name="T13" fmla="*/ 54 h 2190"/>
                    <a:gd name="T14" fmla="*/ 818 w 1115"/>
                    <a:gd name="T15" fmla="*/ 190 h 2190"/>
                    <a:gd name="T16" fmla="*/ 902 w 1115"/>
                    <a:gd name="T17" fmla="*/ 254 h 2190"/>
                    <a:gd name="T18" fmla="*/ 801 w 1115"/>
                    <a:gd name="T19" fmla="*/ 302 h 2190"/>
                    <a:gd name="T20" fmla="*/ 776 w 1115"/>
                    <a:gd name="T21" fmla="*/ 350 h 2190"/>
                    <a:gd name="T22" fmla="*/ 717 w 1115"/>
                    <a:gd name="T23" fmla="*/ 470 h 2190"/>
                    <a:gd name="T24" fmla="*/ 750 w 1115"/>
                    <a:gd name="T25" fmla="*/ 574 h 2190"/>
                    <a:gd name="T26" fmla="*/ 582 w 1115"/>
                    <a:gd name="T27" fmla="*/ 574 h 2190"/>
                    <a:gd name="T28" fmla="*/ 658 w 1115"/>
                    <a:gd name="T29" fmla="*/ 638 h 2190"/>
                    <a:gd name="T30" fmla="*/ 700 w 1115"/>
                    <a:gd name="T31" fmla="*/ 670 h 2190"/>
                    <a:gd name="T32" fmla="*/ 649 w 1115"/>
                    <a:gd name="T33" fmla="*/ 702 h 2190"/>
                    <a:gd name="T34" fmla="*/ 523 w 1115"/>
                    <a:gd name="T35" fmla="*/ 670 h 2190"/>
                    <a:gd name="T36" fmla="*/ 438 w 1115"/>
                    <a:gd name="T37" fmla="*/ 542 h 2190"/>
                    <a:gd name="T38" fmla="*/ 380 w 1115"/>
                    <a:gd name="T39" fmla="*/ 486 h 2190"/>
                    <a:gd name="T40" fmla="*/ 287 w 1115"/>
                    <a:gd name="T41" fmla="*/ 414 h 2190"/>
                    <a:gd name="T42" fmla="*/ 565 w 1115"/>
                    <a:gd name="T43" fmla="*/ 438 h 2190"/>
                    <a:gd name="T44" fmla="*/ 683 w 1115"/>
                    <a:gd name="T45" fmla="*/ 374 h 2190"/>
                    <a:gd name="T46" fmla="*/ 708 w 1115"/>
                    <a:gd name="T47" fmla="*/ 246 h 2190"/>
                    <a:gd name="T48" fmla="*/ 447 w 1115"/>
                    <a:gd name="T49" fmla="*/ 142 h 2190"/>
                    <a:gd name="T50" fmla="*/ 152 w 1115"/>
                    <a:gd name="T51" fmla="*/ 118 h 2190"/>
                    <a:gd name="T52" fmla="*/ 169 w 1115"/>
                    <a:gd name="T53" fmla="*/ 78 h 2190"/>
                    <a:gd name="T54" fmla="*/ 76 w 1115"/>
                    <a:gd name="T55" fmla="*/ 110 h 2190"/>
                    <a:gd name="T56" fmla="*/ 9 w 1115"/>
                    <a:gd name="T57" fmla="*/ 214 h 2190"/>
                    <a:gd name="T58" fmla="*/ 68 w 1115"/>
                    <a:gd name="T59" fmla="*/ 342 h 2190"/>
                    <a:gd name="T60" fmla="*/ 144 w 1115"/>
                    <a:gd name="T61" fmla="*/ 534 h 2190"/>
                    <a:gd name="T62" fmla="*/ 177 w 1115"/>
                    <a:gd name="T63" fmla="*/ 702 h 2190"/>
                    <a:gd name="T64" fmla="*/ 270 w 1115"/>
                    <a:gd name="T65" fmla="*/ 846 h 2190"/>
                    <a:gd name="T66" fmla="*/ 380 w 1115"/>
                    <a:gd name="T67" fmla="*/ 998 h 2190"/>
                    <a:gd name="T68" fmla="*/ 262 w 1115"/>
                    <a:gd name="T69" fmla="*/ 1238 h 2190"/>
                    <a:gd name="T70" fmla="*/ 346 w 1115"/>
                    <a:gd name="T71" fmla="*/ 1270 h 2190"/>
                    <a:gd name="T72" fmla="*/ 388 w 1115"/>
                    <a:gd name="T73" fmla="*/ 1294 h 2190"/>
                    <a:gd name="T74" fmla="*/ 337 w 1115"/>
                    <a:gd name="T75" fmla="*/ 1326 h 2190"/>
                    <a:gd name="T76" fmla="*/ 287 w 1115"/>
                    <a:gd name="T77" fmla="*/ 1382 h 2190"/>
                    <a:gd name="T78" fmla="*/ 287 w 1115"/>
                    <a:gd name="T79" fmla="*/ 1446 h 2190"/>
                    <a:gd name="T80" fmla="*/ 312 w 1115"/>
                    <a:gd name="T81" fmla="*/ 1622 h 2190"/>
                    <a:gd name="T82" fmla="*/ 388 w 1115"/>
                    <a:gd name="T83" fmla="*/ 1702 h 2190"/>
                    <a:gd name="T84" fmla="*/ 438 w 1115"/>
                    <a:gd name="T85" fmla="*/ 1758 h 2190"/>
                    <a:gd name="T86" fmla="*/ 514 w 1115"/>
                    <a:gd name="T87" fmla="*/ 1774 h 2190"/>
                    <a:gd name="T88" fmla="*/ 607 w 1115"/>
                    <a:gd name="T89" fmla="*/ 1774 h 2190"/>
                    <a:gd name="T90" fmla="*/ 649 w 1115"/>
                    <a:gd name="T91" fmla="*/ 1862 h 2190"/>
                    <a:gd name="T92" fmla="*/ 717 w 1115"/>
                    <a:gd name="T93" fmla="*/ 1918 h 2190"/>
                    <a:gd name="T94" fmla="*/ 835 w 1115"/>
                    <a:gd name="T95" fmla="*/ 1966 h 2190"/>
                    <a:gd name="T96" fmla="*/ 826 w 1115"/>
                    <a:gd name="T97" fmla="*/ 2030 h 2190"/>
                    <a:gd name="T98" fmla="*/ 792 w 1115"/>
                    <a:gd name="T99" fmla="*/ 2078 h 2190"/>
                    <a:gd name="T100" fmla="*/ 835 w 1115"/>
                    <a:gd name="T101" fmla="*/ 2158 h 2190"/>
                    <a:gd name="T102" fmla="*/ 877 w 1115"/>
                    <a:gd name="T103" fmla="*/ 2118 h 2190"/>
                    <a:gd name="T104" fmla="*/ 1011 w 1115"/>
                    <a:gd name="T105" fmla="*/ 2102 h 2190"/>
                    <a:gd name="T106" fmla="*/ 1054 w 1115"/>
                    <a:gd name="T107" fmla="*/ 2182 h 2190"/>
                    <a:gd name="T108" fmla="*/ 1115 w 1115"/>
                    <a:gd name="T109" fmla="*/ 0 h 219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115"/>
                    <a:gd name="T166" fmla="*/ 0 h 2190"/>
                    <a:gd name="T167" fmla="*/ 1115 w 1115"/>
                    <a:gd name="T168" fmla="*/ 2190 h 219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115" h="2190">
                      <a:moveTo>
                        <a:pt x="1011" y="0"/>
                      </a:moveTo>
                      <a:lnTo>
                        <a:pt x="995" y="54"/>
                      </a:lnTo>
                      <a:lnTo>
                        <a:pt x="1011" y="102"/>
                      </a:lnTo>
                      <a:lnTo>
                        <a:pt x="1011" y="126"/>
                      </a:lnTo>
                      <a:lnTo>
                        <a:pt x="1003" y="150"/>
                      </a:lnTo>
                      <a:lnTo>
                        <a:pt x="961" y="174"/>
                      </a:lnTo>
                      <a:lnTo>
                        <a:pt x="936" y="174"/>
                      </a:lnTo>
                      <a:lnTo>
                        <a:pt x="919" y="158"/>
                      </a:lnTo>
                      <a:lnTo>
                        <a:pt x="902" y="150"/>
                      </a:lnTo>
                      <a:lnTo>
                        <a:pt x="893" y="158"/>
                      </a:lnTo>
                      <a:lnTo>
                        <a:pt x="877" y="158"/>
                      </a:lnTo>
                      <a:lnTo>
                        <a:pt x="877" y="134"/>
                      </a:lnTo>
                      <a:lnTo>
                        <a:pt x="877" y="102"/>
                      </a:lnTo>
                      <a:lnTo>
                        <a:pt x="893" y="78"/>
                      </a:lnTo>
                      <a:lnTo>
                        <a:pt x="902" y="54"/>
                      </a:lnTo>
                      <a:lnTo>
                        <a:pt x="893" y="38"/>
                      </a:lnTo>
                      <a:lnTo>
                        <a:pt x="851" y="6"/>
                      </a:lnTo>
                      <a:lnTo>
                        <a:pt x="801" y="14"/>
                      </a:lnTo>
                      <a:lnTo>
                        <a:pt x="750" y="30"/>
                      </a:lnTo>
                      <a:lnTo>
                        <a:pt x="700" y="38"/>
                      </a:lnTo>
                      <a:lnTo>
                        <a:pt x="742" y="54"/>
                      </a:lnTo>
                      <a:lnTo>
                        <a:pt x="784" y="78"/>
                      </a:lnTo>
                      <a:lnTo>
                        <a:pt x="809" y="166"/>
                      </a:lnTo>
                      <a:lnTo>
                        <a:pt x="818" y="190"/>
                      </a:lnTo>
                      <a:lnTo>
                        <a:pt x="843" y="190"/>
                      </a:lnTo>
                      <a:lnTo>
                        <a:pt x="877" y="214"/>
                      </a:lnTo>
                      <a:lnTo>
                        <a:pt x="902" y="254"/>
                      </a:lnTo>
                      <a:lnTo>
                        <a:pt x="910" y="302"/>
                      </a:lnTo>
                      <a:lnTo>
                        <a:pt x="851" y="294"/>
                      </a:lnTo>
                      <a:lnTo>
                        <a:pt x="801" y="302"/>
                      </a:lnTo>
                      <a:lnTo>
                        <a:pt x="784" y="310"/>
                      </a:lnTo>
                      <a:lnTo>
                        <a:pt x="784" y="318"/>
                      </a:lnTo>
                      <a:lnTo>
                        <a:pt x="776" y="350"/>
                      </a:lnTo>
                      <a:lnTo>
                        <a:pt x="750" y="390"/>
                      </a:lnTo>
                      <a:lnTo>
                        <a:pt x="725" y="438"/>
                      </a:lnTo>
                      <a:lnTo>
                        <a:pt x="717" y="470"/>
                      </a:lnTo>
                      <a:lnTo>
                        <a:pt x="733" y="486"/>
                      </a:lnTo>
                      <a:lnTo>
                        <a:pt x="818" y="550"/>
                      </a:lnTo>
                      <a:lnTo>
                        <a:pt x="750" y="574"/>
                      </a:lnTo>
                      <a:lnTo>
                        <a:pt x="666" y="574"/>
                      </a:lnTo>
                      <a:lnTo>
                        <a:pt x="599" y="558"/>
                      </a:lnTo>
                      <a:lnTo>
                        <a:pt x="582" y="574"/>
                      </a:lnTo>
                      <a:lnTo>
                        <a:pt x="573" y="598"/>
                      </a:lnTo>
                      <a:lnTo>
                        <a:pt x="607" y="630"/>
                      </a:lnTo>
                      <a:lnTo>
                        <a:pt x="658" y="638"/>
                      </a:lnTo>
                      <a:lnTo>
                        <a:pt x="683" y="638"/>
                      </a:lnTo>
                      <a:lnTo>
                        <a:pt x="700" y="654"/>
                      </a:lnTo>
                      <a:lnTo>
                        <a:pt x="700" y="670"/>
                      </a:lnTo>
                      <a:lnTo>
                        <a:pt x="683" y="694"/>
                      </a:lnTo>
                      <a:lnTo>
                        <a:pt x="674" y="702"/>
                      </a:lnTo>
                      <a:lnTo>
                        <a:pt x="649" y="702"/>
                      </a:lnTo>
                      <a:lnTo>
                        <a:pt x="599" y="686"/>
                      </a:lnTo>
                      <a:lnTo>
                        <a:pt x="548" y="678"/>
                      </a:lnTo>
                      <a:lnTo>
                        <a:pt x="523" y="670"/>
                      </a:lnTo>
                      <a:lnTo>
                        <a:pt x="506" y="654"/>
                      </a:lnTo>
                      <a:lnTo>
                        <a:pt x="447" y="582"/>
                      </a:lnTo>
                      <a:lnTo>
                        <a:pt x="438" y="542"/>
                      </a:lnTo>
                      <a:lnTo>
                        <a:pt x="438" y="526"/>
                      </a:lnTo>
                      <a:lnTo>
                        <a:pt x="430" y="502"/>
                      </a:lnTo>
                      <a:lnTo>
                        <a:pt x="380" y="486"/>
                      </a:lnTo>
                      <a:lnTo>
                        <a:pt x="337" y="470"/>
                      </a:lnTo>
                      <a:lnTo>
                        <a:pt x="253" y="414"/>
                      </a:lnTo>
                      <a:lnTo>
                        <a:pt x="287" y="414"/>
                      </a:lnTo>
                      <a:lnTo>
                        <a:pt x="321" y="430"/>
                      </a:lnTo>
                      <a:lnTo>
                        <a:pt x="396" y="430"/>
                      </a:lnTo>
                      <a:lnTo>
                        <a:pt x="565" y="438"/>
                      </a:lnTo>
                      <a:lnTo>
                        <a:pt x="624" y="422"/>
                      </a:lnTo>
                      <a:lnTo>
                        <a:pt x="658" y="406"/>
                      </a:lnTo>
                      <a:lnTo>
                        <a:pt x="683" y="374"/>
                      </a:lnTo>
                      <a:lnTo>
                        <a:pt x="708" y="310"/>
                      </a:lnTo>
                      <a:lnTo>
                        <a:pt x="717" y="278"/>
                      </a:lnTo>
                      <a:lnTo>
                        <a:pt x="708" y="246"/>
                      </a:lnTo>
                      <a:lnTo>
                        <a:pt x="666" y="198"/>
                      </a:lnTo>
                      <a:lnTo>
                        <a:pt x="599" y="182"/>
                      </a:lnTo>
                      <a:lnTo>
                        <a:pt x="447" y="142"/>
                      </a:lnTo>
                      <a:lnTo>
                        <a:pt x="371" y="118"/>
                      </a:lnTo>
                      <a:lnTo>
                        <a:pt x="304" y="118"/>
                      </a:lnTo>
                      <a:lnTo>
                        <a:pt x="152" y="118"/>
                      </a:lnTo>
                      <a:lnTo>
                        <a:pt x="177" y="94"/>
                      </a:lnTo>
                      <a:lnTo>
                        <a:pt x="186" y="86"/>
                      </a:lnTo>
                      <a:lnTo>
                        <a:pt x="169" y="78"/>
                      </a:lnTo>
                      <a:lnTo>
                        <a:pt x="127" y="70"/>
                      </a:lnTo>
                      <a:lnTo>
                        <a:pt x="110" y="102"/>
                      </a:lnTo>
                      <a:lnTo>
                        <a:pt x="76" y="110"/>
                      </a:lnTo>
                      <a:lnTo>
                        <a:pt x="76" y="134"/>
                      </a:lnTo>
                      <a:lnTo>
                        <a:pt x="42" y="166"/>
                      </a:lnTo>
                      <a:lnTo>
                        <a:pt x="9" y="214"/>
                      </a:lnTo>
                      <a:lnTo>
                        <a:pt x="0" y="262"/>
                      </a:lnTo>
                      <a:lnTo>
                        <a:pt x="26" y="326"/>
                      </a:lnTo>
                      <a:lnTo>
                        <a:pt x="68" y="342"/>
                      </a:lnTo>
                      <a:lnTo>
                        <a:pt x="110" y="382"/>
                      </a:lnTo>
                      <a:lnTo>
                        <a:pt x="93" y="438"/>
                      </a:lnTo>
                      <a:lnTo>
                        <a:pt x="144" y="534"/>
                      </a:lnTo>
                      <a:lnTo>
                        <a:pt x="211" y="598"/>
                      </a:lnTo>
                      <a:lnTo>
                        <a:pt x="169" y="646"/>
                      </a:lnTo>
                      <a:lnTo>
                        <a:pt x="177" y="702"/>
                      </a:lnTo>
                      <a:lnTo>
                        <a:pt x="245" y="742"/>
                      </a:lnTo>
                      <a:lnTo>
                        <a:pt x="287" y="798"/>
                      </a:lnTo>
                      <a:lnTo>
                        <a:pt x="270" y="846"/>
                      </a:lnTo>
                      <a:lnTo>
                        <a:pt x="337" y="886"/>
                      </a:lnTo>
                      <a:lnTo>
                        <a:pt x="388" y="934"/>
                      </a:lnTo>
                      <a:lnTo>
                        <a:pt x="380" y="998"/>
                      </a:lnTo>
                      <a:lnTo>
                        <a:pt x="337" y="1070"/>
                      </a:lnTo>
                      <a:lnTo>
                        <a:pt x="287" y="1142"/>
                      </a:lnTo>
                      <a:lnTo>
                        <a:pt x="262" y="1238"/>
                      </a:lnTo>
                      <a:lnTo>
                        <a:pt x="278" y="1222"/>
                      </a:lnTo>
                      <a:lnTo>
                        <a:pt x="304" y="1254"/>
                      </a:lnTo>
                      <a:lnTo>
                        <a:pt x="346" y="1270"/>
                      </a:lnTo>
                      <a:lnTo>
                        <a:pt x="396" y="1278"/>
                      </a:lnTo>
                      <a:lnTo>
                        <a:pt x="396" y="1286"/>
                      </a:lnTo>
                      <a:lnTo>
                        <a:pt x="388" y="1294"/>
                      </a:lnTo>
                      <a:lnTo>
                        <a:pt x="363" y="1302"/>
                      </a:lnTo>
                      <a:lnTo>
                        <a:pt x="346" y="1302"/>
                      </a:lnTo>
                      <a:lnTo>
                        <a:pt x="337" y="1326"/>
                      </a:lnTo>
                      <a:lnTo>
                        <a:pt x="287" y="1334"/>
                      </a:lnTo>
                      <a:lnTo>
                        <a:pt x="287" y="1358"/>
                      </a:lnTo>
                      <a:lnTo>
                        <a:pt x="287" y="1382"/>
                      </a:lnTo>
                      <a:lnTo>
                        <a:pt x="278" y="1382"/>
                      </a:lnTo>
                      <a:lnTo>
                        <a:pt x="287" y="1398"/>
                      </a:lnTo>
                      <a:lnTo>
                        <a:pt x="287" y="1446"/>
                      </a:lnTo>
                      <a:lnTo>
                        <a:pt x="287" y="1510"/>
                      </a:lnTo>
                      <a:lnTo>
                        <a:pt x="329" y="1558"/>
                      </a:lnTo>
                      <a:lnTo>
                        <a:pt x="312" y="1622"/>
                      </a:lnTo>
                      <a:lnTo>
                        <a:pt x="346" y="1630"/>
                      </a:lnTo>
                      <a:lnTo>
                        <a:pt x="354" y="1670"/>
                      </a:lnTo>
                      <a:lnTo>
                        <a:pt x="388" y="1702"/>
                      </a:lnTo>
                      <a:lnTo>
                        <a:pt x="413" y="1766"/>
                      </a:lnTo>
                      <a:lnTo>
                        <a:pt x="413" y="1758"/>
                      </a:lnTo>
                      <a:lnTo>
                        <a:pt x="438" y="1758"/>
                      </a:lnTo>
                      <a:lnTo>
                        <a:pt x="464" y="1774"/>
                      </a:lnTo>
                      <a:lnTo>
                        <a:pt x="481" y="1766"/>
                      </a:lnTo>
                      <a:lnTo>
                        <a:pt x="514" y="1774"/>
                      </a:lnTo>
                      <a:lnTo>
                        <a:pt x="531" y="1790"/>
                      </a:lnTo>
                      <a:lnTo>
                        <a:pt x="573" y="1766"/>
                      </a:lnTo>
                      <a:lnTo>
                        <a:pt x="607" y="1774"/>
                      </a:lnTo>
                      <a:lnTo>
                        <a:pt x="641" y="1798"/>
                      </a:lnTo>
                      <a:lnTo>
                        <a:pt x="649" y="1830"/>
                      </a:lnTo>
                      <a:lnTo>
                        <a:pt x="649" y="1862"/>
                      </a:lnTo>
                      <a:lnTo>
                        <a:pt x="683" y="1878"/>
                      </a:lnTo>
                      <a:lnTo>
                        <a:pt x="683" y="1894"/>
                      </a:lnTo>
                      <a:lnTo>
                        <a:pt x="717" y="1918"/>
                      </a:lnTo>
                      <a:lnTo>
                        <a:pt x="759" y="1926"/>
                      </a:lnTo>
                      <a:lnTo>
                        <a:pt x="767" y="1950"/>
                      </a:lnTo>
                      <a:lnTo>
                        <a:pt x="835" y="1966"/>
                      </a:lnTo>
                      <a:lnTo>
                        <a:pt x="860" y="1990"/>
                      </a:lnTo>
                      <a:lnTo>
                        <a:pt x="843" y="2014"/>
                      </a:lnTo>
                      <a:lnTo>
                        <a:pt x="826" y="2030"/>
                      </a:lnTo>
                      <a:lnTo>
                        <a:pt x="776" y="2038"/>
                      </a:lnTo>
                      <a:lnTo>
                        <a:pt x="767" y="2062"/>
                      </a:lnTo>
                      <a:lnTo>
                        <a:pt x="792" y="2078"/>
                      </a:lnTo>
                      <a:lnTo>
                        <a:pt x="792" y="2102"/>
                      </a:lnTo>
                      <a:lnTo>
                        <a:pt x="809" y="2126"/>
                      </a:lnTo>
                      <a:lnTo>
                        <a:pt x="835" y="2158"/>
                      </a:lnTo>
                      <a:lnTo>
                        <a:pt x="868" y="2158"/>
                      </a:lnTo>
                      <a:lnTo>
                        <a:pt x="877" y="2118"/>
                      </a:lnTo>
                      <a:lnTo>
                        <a:pt x="910" y="2118"/>
                      </a:lnTo>
                      <a:lnTo>
                        <a:pt x="969" y="2086"/>
                      </a:lnTo>
                      <a:lnTo>
                        <a:pt x="1011" y="2102"/>
                      </a:lnTo>
                      <a:lnTo>
                        <a:pt x="1054" y="2126"/>
                      </a:lnTo>
                      <a:lnTo>
                        <a:pt x="1037" y="2142"/>
                      </a:lnTo>
                      <a:lnTo>
                        <a:pt x="1054" y="2182"/>
                      </a:lnTo>
                      <a:lnTo>
                        <a:pt x="1079" y="2190"/>
                      </a:lnTo>
                      <a:lnTo>
                        <a:pt x="1113" y="2190"/>
                      </a:lnTo>
                      <a:lnTo>
                        <a:pt x="1115" y="0"/>
                      </a:lnTo>
                      <a:lnTo>
                        <a:pt x="1011" y="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42" name="Freeform 100"/>
                <p:cNvSpPr>
                  <a:spLocks/>
                </p:cNvSpPr>
                <p:nvPr/>
              </p:nvSpPr>
              <p:spPr bwMode="auto">
                <a:xfrm>
                  <a:off x="2723" y="172"/>
                  <a:ext cx="801" cy="1272"/>
                </a:xfrm>
                <a:custGeom>
                  <a:avLst/>
                  <a:gdLst>
                    <a:gd name="T0" fmla="*/ 683 w 801"/>
                    <a:gd name="T1" fmla="*/ 720 h 1272"/>
                    <a:gd name="T2" fmla="*/ 658 w 801"/>
                    <a:gd name="T3" fmla="*/ 616 h 1272"/>
                    <a:gd name="T4" fmla="*/ 582 w 801"/>
                    <a:gd name="T5" fmla="*/ 520 h 1272"/>
                    <a:gd name="T6" fmla="*/ 557 w 801"/>
                    <a:gd name="T7" fmla="*/ 408 h 1272"/>
                    <a:gd name="T8" fmla="*/ 523 w 801"/>
                    <a:gd name="T9" fmla="*/ 256 h 1272"/>
                    <a:gd name="T10" fmla="*/ 439 w 801"/>
                    <a:gd name="T11" fmla="*/ 200 h 1272"/>
                    <a:gd name="T12" fmla="*/ 422 w 801"/>
                    <a:gd name="T13" fmla="*/ 88 h 1272"/>
                    <a:gd name="T14" fmla="*/ 413 w 801"/>
                    <a:gd name="T15" fmla="*/ 32 h 1272"/>
                    <a:gd name="T16" fmla="*/ 295 w 801"/>
                    <a:gd name="T17" fmla="*/ 0 h 1272"/>
                    <a:gd name="T18" fmla="*/ 262 w 801"/>
                    <a:gd name="T19" fmla="*/ 112 h 1272"/>
                    <a:gd name="T20" fmla="*/ 186 w 801"/>
                    <a:gd name="T21" fmla="*/ 168 h 1272"/>
                    <a:gd name="T22" fmla="*/ 43 w 801"/>
                    <a:gd name="T23" fmla="*/ 136 h 1272"/>
                    <a:gd name="T24" fmla="*/ 51 w 801"/>
                    <a:gd name="T25" fmla="*/ 216 h 1272"/>
                    <a:gd name="T26" fmla="*/ 177 w 801"/>
                    <a:gd name="T27" fmla="*/ 296 h 1272"/>
                    <a:gd name="T28" fmla="*/ 220 w 801"/>
                    <a:gd name="T29" fmla="*/ 368 h 1272"/>
                    <a:gd name="T30" fmla="*/ 228 w 801"/>
                    <a:gd name="T31" fmla="*/ 464 h 1272"/>
                    <a:gd name="T32" fmla="*/ 262 w 801"/>
                    <a:gd name="T33" fmla="*/ 552 h 1272"/>
                    <a:gd name="T34" fmla="*/ 329 w 801"/>
                    <a:gd name="T35" fmla="*/ 576 h 1272"/>
                    <a:gd name="T36" fmla="*/ 354 w 801"/>
                    <a:gd name="T37" fmla="*/ 600 h 1272"/>
                    <a:gd name="T38" fmla="*/ 354 w 801"/>
                    <a:gd name="T39" fmla="*/ 632 h 1272"/>
                    <a:gd name="T40" fmla="*/ 236 w 801"/>
                    <a:gd name="T41" fmla="*/ 832 h 1272"/>
                    <a:gd name="T42" fmla="*/ 177 w 801"/>
                    <a:gd name="T43" fmla="*/ 896 h 1272"/>
                    <a:gd name="T44" fmla="*/ 186 w 801"/>
                    <a:gd name="T45" fmla="*/ 976 h 1272"/>
                    <a:gd name="T46" fmla="*/ 228 w 801"/>
                    <a:gd name="T47" fmla="*/ 1080 h 1272"/>
                    <a:gd name="T48" fmla="*/ 236 w 801"/>
                    <a:gd name="T49" fmla="*/ 1160 h 1272"/>
                    <a:gd name="T50" fmla="*/ 287 w 801"/>
                    <a:gd name="T51" fmla="*/ 1208 h 1272"/>
                    <a:gd name="T52" fmla="*/ 312 w 801"/>
                    <a:gd name="T53" fmla="*/ 1272 h 1272"/>
                    <a:gd name="T54" fmla="*/ 380 w 801"/>
                    <a:gd name="T55" fmla="*/ 1264 h 1272"/>
                    <a:gd name="T56" fmla="*/ 506 w 801"/>
                    <a:gd name="T57" fmla="*/ 1192 h 1272"/>
                    <a:gd name="T58" fmla="*/ 675 w 801"/>
                    <a:gd name="T59" fmla="*/ 1112 h 1272"/>
                    <a:gd name="T60" fmla="*/ 750 w 801"/>
                    <a:gd name="T61" fmla="*/ 944 h 1272"/>
                    <a:gd name="T62" fmla="*/ 801 w 801"/>
                    <a:gd name="T63" fmla="*/ 808 h 12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01"/>
                    <a:gd name="T97" fmla="*/ 0 h 1272"/>
                    <a:gd name="T98" fmla="*/ 801 w 801"/>
                    <a:gd name="T99" fmla="*/ 1272 h 12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01" h="1272">
                      <a:moveTo>
                        <a:pt x="750" y="760"/>
                      </a:moveTo>
                      <a:lnTo>
                        <a:pt x="683" y="720"/>
                      </a:lnTo>
                      <a:lnTo>
                        <a:pt x="700" y="672"/>
                      </a:lnTo>
                      <a:lnTo>
                        <a:pt x="658" y="616"/>
                      </a:lnTo>
                      <a:lnTo>
                        <a:pt x="590" y="576"/>
                      </a:lnTo>
                      <a:lnTo>
                        <a:pt x="582" y="520"/>
                      </a:lnTo>
                      <a:lnTo>
                        <a:pt x="624" y="472"/>
                      </a:lnTo>
                      <a:lnTo>
                        <a:pt x="557" y="408"/>
                      </a:lnTo>
                      <a:lnTo>
                        <a:pt x="506" y="312"/>
                      </a:lnTo>
                      <a:lnTo>
                        <a:pt x="523" y="256"/>
                      </a:lnTo>
                      <a:lnTo>
                        <a:pt x="481" y="216"/>
                      </a:lnTo>
                      <a:lnTo>
                        <a:pt x="439" y="200"/>
                      </a:lnTo>
                      <a:lnTo>
                        <a:pt x="413" y="136"/>
                      </a:lnTo>
                      <a:lnTo>
                        <a:pt x="422" y="88"/>
                      </a:lnTo>
                      <a:lnTo>
                        <a:pt x="430" y="72"/>
                      </a:lnTo>
                      <a:lnTo>
                        <a:pt x="413" y="32"/>
                      </a:lnTo>
                      <a:lnTo>
                        <a:pt x="346" y="0"/>
                      </a:lnTo>
                      <a:lnTo>
                        <a:pt x="295" y="0"/>
                      </a:lnTo>
                      <a:lnTo>
                        <a:pt x="262" y="40"/>
                      </a:lnTo>
                      <a:lnTo>
                        <a:pt x="262" y="112"/>
                      </a:lnTo>
                      <a:lnTo>
                        <a:pt x="245" y="184"/>
                      </a:lnTo>
                      <a:lnTo>
                        <a:pt x="186" y="168"/>
                      </a:lnTo>
                      <a:lnTo>
                        <a:pt x="144" y="184"/>
                      </a:lnTo>
                      <a:lnTo>
                        <a:pt x="43" y="136"/>
                      </a:lnTo>
                      <a:lnTo>
                        <a:pt x="0" y="160"/>
                      </a:lnTo>
                      <a:lnTo>
                        <a:pt x="51" y="216"/>
                      </a:lnTo>
                      <a:lnTo>
                        <a:pt x="144" y="256"/>
                      </a:lnTo>
                      <a:lnTo>
                        <a:pt x="177" y="296"/>
                      </a:lnTo>
                      <a:lnTo>
                        <a:pt x="177" y="336"/>
                      </a:lnTo>
                      <a:lnTo>
                        <a:pt x="220" y="368"/>
                      </a:lnTo>
                      <a:lnTo>
                        <a:pt x="220" y="416"/>
                      </a:lnTo>
                      <a:lnTo>
                        <a:pt x="228" y="464"/>
                      </a:lnTo>
                      <a:lnTo>
                        <a:pt x="245" y="504"/>
                      </a:lnTo>
                      <a:lnTo>
                        <a:pt x="262" y="552"/>
                      </a:lnTo>
                      <a:lnTo>
                        <a:pt x="295" y="560"/>
                      </a:lnTo>
                      <a:lnTo>
                        <a:pt x="329" y="576"/>
                      </a:lnTo>
                      <a:lnTo>
                        <a:pt x="354" y="584"/>
                      </a:lnTo>
                      <a:lnTo>
                        <a:pt x="354" y="600"/>
                      </a:lnTo>
                      <a:lnTo>
                        <a:pt x="363" y="616"/>
                      </a:lnTo>
                      <a:lnTo>
                        <a:pt x="354" y="632"/>
                      </a:lnTo>
                      <a:lnTo>
                        <a:pt x="321" y="696"/>
                      </a:lnTo>
                      <a:lnTo>
                        <a:pt x="236" y="832"/>
                      </a:lnTo>
                      <a:lnTo>
                        <a:pt x="203" y="864"/>
                      </a:lnTo>
                      <a:lnTo>
                        <a:pt x="177" y="896"/>
                      </a:lnTo>
                      <a:lnTo>
                        <a:pt x="177" y="936"/>
                      </a:lnTo>
                      <a:lnTo>
                        <a:pt x="186" y="976"/>
                      </a:lnTo>
                      <a:lnTo>
                        <a:pt x="211" y="1048"/>
                      </a:lnTo>
                      <a:lnTo>
                        <a:pt x="228" y="1080"/>
                      </a:lnTo>
                      <a:lnTo>
                        <a:pt x="228" y="1120"/>
                      </a:lnTo>
                      <a:lnTo>
                        <a:pt x="236" y="1160"/>
                      </a:lnTo>
                      <a:lnTo>
                        <a:pt x="253" y="1192"/>
                      </a:lnTo>
                      <a:lnTo>
                        <a:pt x="287" y="1208"/>
                      </a:lnTo>
                      <a:lnTo>
                        <a:pt x="321" y="1224"/>
                      </a:lnTo>
                      <a:lnTo>
                        <a:pt x="312" y="1272"/>
                      </a:lnTo>
                      <a:lnTo>
                        <a:pt x="363" y="1272"/>
                      </a:lnTo>
                      <a:lnTo>
                        <a:pt x="380" y="1264"/>
                      </a:lnTo>
                      <a:lnTo>
                        <a:pt x="405" y="1248"/>
                      </a:lnTo>
                      <a:lnTo>
                        <a:pt x="506" y="1192"/>
                      </a:lnTo>
                      <a:lnTo>
                        <a:pt x="599" y="1152"/>
                      </a:lnTo>
                      <a:lnTo>
                        <a:pt x="675" y="1112"/>
                      </a:lnTo>
                      <a:lnTo>
                        <a:pt x="700" y="1016"/>
                      </a:lnTo>
                      <a:lnTo>
                        <a:pt x="750" y="944"/>
                      </a:lnTo>
                      <a:lnTo>
                        <a:pt x="793" y="872"/>
                      </a:lnTo>
                      <a:lnTo>
                        <a:pt x="801" y="808"/>
                      </a:lnTo>
                      <a:lnTo>
                        <a:pt x="750" y="76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43" name="Freeform 101"/>
                <p:cNvSpPr>
                  <a:spLocks/>
                </p:cNvSpPr>
                <p:nvPr/>
              </p:nvSpPr>
              <p:spPr bwMode="auto">
                <a:xfrm>
                  <a:off x="2294" y="348"/>
                  <a:ext cx="691" cy="1696"/>
                </a:xfrm>
                <a:custGeom>
                  <a:avLst/>
                  <a:gdLst>
                    <a:gd name="T0" fmla="*/ 354 w 691"/>
                    <a:gd name="T1" fmla="*/ 72 h 1696"/>
                    <a:gd name="T2" fmla="*/ 295 w 691"/>
                    <a:gd name="T3" fmla="*/ 128 h 1696"/>
                    <a:gd name="T4" fmla="*/ 261 w 691"/>
                    <a:gd name="T5" fmla="*/ 216 h 1696"/>
                    <a:gd name="T6" fmla="*/ 210 w 691"/>
                    <a:gd name="T7" fmla="*/ 312 h 1696"/>
                    <a:gd name="T8" fmla="*/ 168 w 691"/>
                    <a:gd name="T9" fmla="*/ 400 h 1696"/>
                    <a:gd name="T10" fmla="*/ 118 w 691"/>
                    <a:gd name="T11" fmla="*/ 576 h 1696"/>
                    <a:gd name="T12" fmla="*/ 143 w 691"/>
                    <a:gd name="T13" fmla="*/ 656 h 1696"/>
                    <a:gd name="T14" fmla="*/ 33 w 691"/>
                    <a:gd name="T15" fmla="*/ 736 h 1696"/>
                    <a:gd name="T16" fmla="*/ 50 w 691"/>
                    <a:gd name="T17" fmla="*/ 936 h 1696"/>
                    <a:gd name="T18" fmla="*/ 92 w 691"/>
                    <a:gd name="T19" fmla="*/ 1016 h 1696"/>
                    <a:gd name="T20" fmla="*/ 67 w 691"/>
                    <a:gd name="T21" fmla="*/ 1144 h 1696"/>
                    <a:gd name="T22" fmla="*/ 17 w 691"/>
                    <a:gd name="T23" fmla="*/ 1272 h 1696"/>
                    <a:gd name="T24" fmla="*/ 8 w 691"/>
                    <a:gd name="T25" fmla="*/ 1328 h 1696"/>
                    <a:gd name="T26" fmla="*/ 42 w 691"/>
                    <a:gd name="T27" fmla="*/ 1376 h 1696"/>
                    <a:gd name="T28" fmla="*/ 84 w 691"/>
                    <a:gd name="T29" fmla="*/ 1504 h 1696"/>
                    <a:gd name="T30" fmla="*/ 118 w 691"/>
                    <a:gd name="T31" fmla="*/ 1568 h 1696"/>
                    <a:gd name="T32" fmla="*/ 109 w 691"/>
                    <a:gd name="T33" fmla="*/ 1616 h 1696"/>
                    <a:gd name="T34" fmla="*/ 135 w 691"/>
                    <a:gd name="T35" fmla="*/ 1664 h 1696"/>
                    <a:gd name="T36" fmla="*/ 202 w 691"/>
                    <a:gd name="T37" fmla="*/ 1696 h 1696"/>
                    <a:gd name="T38" fmla="*/ 244 w 691"/>
                    <a:gd name="T39" fmla="*/ 1648 h 1696"/>
                    <a:gd name="T40" fmla="*/ 286 w 691"/>
                    <a:gd name="T41" fmla="*/ 1600 h 1696"/>
                    <a:gd name="T42" fmla="*/ 387 w 691"/>
                    <a:gd name="T43" fmla="*/ 1472 h 1696"/>
                    <a:gd name="T44" fmla="*/ 387 w 691"/>
                    <a:gd name="T45" fmla="*/ 1408 h 1696"/>
                    <a:gd name="T46" fmla="*/ 396 w 691"/>
                    <a:gd name="T47" fmla="*/ 1336 h 1696"/>
                    <a:gd name="T48" fmla="*/ 421 w 691"/>
                    <a:gd name="T49" fmla="*/ 1272 h 1696"/>
                    <a:gd name="T50" fmla="*/ 497 w 691"/>
                    <a:gd name="T51" fmla="*/ 1224 h 1696"/>
                    <a:gd name="T52" fmla="*/ 505 w 691"/>
                    <a:gd name="T53" fmla="*/ 1168 h 1696"/>
                    <a:gd name="T54" fmla="*/ 480 w 691"/>
                    <a:gd name="T55" fmla="*/ 1088 h 1696"/>
                    <a:gd name="T56" fmla="*/ 396 w 691"/>
                    <a:gd name="T57" fmla="*/ 1040 h 1696"/>
                    <a:gd name="T58" fmla="*/ 387 w 691"/>
                    <a:gd name="T59" fmla="*/ 984 h 1696"/>
                    <a:gd name="T60" fmla="*/ 387 w 691"/>
                    <a:gd name="T61" fmla="*/ 832 h 1696"/>
                    <a:gd name="T62" fmla="*/ 480 w 691"/>
                    <a:gd name="T63" fmla="*/ 704 h 1696"/>
                    <a:gd name="T64" fmla="*/ 556 w 691"/>
                    <a:gd name="T65" fmla="*/ 624 h 1696"/>
                    <a:gd name="T66" fmla="*/ 581 w 691"/>
                    <a:gd name="T67" fmla="*/ 560 h 1696"/>
                    <a:gd name="T68" fmla="*/ 573 w 691"/>
                    <a:gd name="T69" fmla="*/ 496 h 1696"/>
                    <a:gd name="T70" fmla="*/ 606 w 691"/>
                    <a:gd name="T71" fmla="*/ 424 h 1696"/>
                    <a:gd name="T72" fmla="*/ 682 w 691"/>
                    <a:gd name="T73" fmla="*/ 376 h 1696"/>
                    <a:gd name="T74" fmla="*/ 674 w 691"/>
                    <a:gd name="T75" fmla="*/ 328 h 1696"/>
                    <a:gd name="T76" fmla="*/ 649 w 691"/>
                    <a:gd name="T77" fmla="*/ 240 h 1696"/>
                    <a:gd name="T78" fmla="*/ 606 w 691"/>
                    <a:gd name="T79" fmla="*/ 160 h 1696"/>
                    <a:gd name="T80" fmla="*/ 573 w 691"/>
                    <a:gd name="T81" fmla="*/ 80 h 1696"/>
                    <a:gd name="T82" fmla="*/ 446 w 691"/>
                    <a:gd name="T83" fmla="*/ 0 h 1696"/>
                    <a:gd name="T84" fmla="*/ 429 w 691"/>
                    <a:gd name="T85" fmla="*/ 88 h 169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91"/>
                    <a:gd name="T130" fmla="*/ 0 h 1696"/>
                    <a:gd name="T131" fmla="*/ 691 w 691"/>
                    <a:gd name="T132" fmla="*/ 1696 h 169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91" h="1696">
                      <a:moveTo>
                        <a:pt x="429" y="88"/>
                      </a:moveTo>
                      <a:lnTo>
                        <a:pt x="354" y="72"/>
                      </a:lnTo>
                      <a:lnTo>
                        <a:pt x="337" y="128"/>
                      </a:lnTo>
                      <a:lnTo>
                        <a:pt x="295" y="128"/>
                      </a:lnTo>
                      <a:lnTo>
                        <a:pt x="261" y="168"/>
                      </a:lnTo>
                      <a:lnTo>
                        <a:pt x="261" y="216"/>
                      </a:lnTo>
                      <a:lnTo>
                        <a:pt x="269" y="256"/>
                      </a:lnTo>
                      <a:lnTo>
                        <a:pt x="210" y="312"/>
                      </a:lnTo>
                      <a:lnTo>
                        <a:pt x="210" y="376"/>
                      </a:lnTo>
                      <a:lnTo>
                        <a:pt x="168" y="400"/>
                      </a:lnTo>
                      <a:lnTo>
                        <a:pt x="168" y="496"/>
                      </a:lnTo>
                      <a:lnTo>
                        <a:pt x="118" y="576"/>
                      </a:lnTo>
                      <a:lnTo>
                        <a:pt x="160" y="600"/>
                      </a:lnTo>
                      <a:lnTo>
                        <a:pt x="143" y="656"/>
                      </a:lnTo>
                      <a:lnTo>
                        <a:pt x="67" y="664"/>
                      </a:lnTo>
                      <a:lnTo>
                        <a:pt x="33" y="736"/>
                      </a:lnTo>
                      <a:lnTo>
                        <a:pt x="50" y="856"/>
                      </a:lnTo>
                      <a:lnTo>
                        <a:pt x="50" y="936"/>
                      </a:lnTo>
                      <a:lnTo>
                        <a:pt x="92" y="976"/>
                      </a:lnTo>
                      <a:lnTo>
                        <a:pt x="92" y="1016"/>
                      </a:lnTo>
                      <a:lnTo>
                        <a:pt x="67" y="1056"/>
                      </a:lnTo>
                      <a:lnTo>
                        <a:pt x="67" y="1144"/>
                      </a:lnTo>
                      <a:lnTo>
                        <a:pt x="33" y="1176"/>
                      </a:lnTo>
                      <a:lnTo>
                        <a:pt x="17" y="1272"/>
                      </a:lnTo>
                      <a:lnTo>
                        <a:pt x="0" y="1280"/>
                      </a:lnTo>
                      <a:lnTo>
                        <a:pt x="8" y="1328"/>
                      </a:lnTo>
                      <a:lnTo>
                        <a:pt x="33" y="1352"/>
                      </a:lnTo>
                      <a:lnTo>
                        <a:pt x="42" y="1376"/>
                      </a:lnTo>
                      <a:lnTo>
                        <a:pt x="42" y="1440"/>
                      </a:lnTo>
                      <a:lnTo>
                        <a:pt x="84" y="1504"/>
                      </a:lnTo>
                      <a:lnTo>
                        <a:pt x="109" y="1536"/>
                      </a:lnTo>
                      <a:lnTo>
                        <a:pt x="118" y="1568"/>
                      </a:lnTo>
                      <a:lnTo>
                        <a:pt x="109" y="1592"/>
                      </a:lnTo>
                      <a:lnTo>
                        <a:pt x="109" y="1616"/>
                      </a:lnTo>
                      <a:lnTo>
                        <a:pt x="126" y="1632"/>
                      </a:lnTo>
                      <a:lnTo>
                        <a:pt x="135" y="1664"/>
                      </a:lnTo>
                      <a:lnTo>
                        <a:pt x="135" y="1696"/>
                      </a:lnTo>
                      <a:lnTo>
                        <a:pt x="202" y="1696"/>
                      </a:lnTo>
                      <a:lnTo>
                        <a:pt x="236" y="1680"/>
                      </a:lnTo>
                      <a:lnTo>
                        <a:pt x="244" y="1648"/>
                      </a:lnTo>
                      <a:lnTo>
                        <a:pt x="261" y="1616"/>
                      </a:lnTo>
                      <a:lnTo>
                        <a:pt x="286" y="1600"/>
                      </a:lnTo>
                      <a:lnTo>
                        <a:pt x="354" y="1608"/>
                      </a:lnTo>
                      <a:lnTo>
                        <a:pt x="387" y="1472"/>
                      </a:lnTo>
                      <a:lnTo>
                        <a:pt x="396" y="1440"/>
                      </a:lnTo>
                      <a:lnTo>
                        <a:pt x="387" y="1408"/>
                      </a:lnTo>
                      <a:lnTo>
                        <a:pt x="387" y="1368"/>
                      </a:lnTo>
                      <a:lnTo>
                        <a:pt x="396" y="1336"/>
                      </a:lnTo>
                      <a:lnTo>
                        <a:pt x="404" y="1296"/>
                      </a:lnTo>
                      <a:lnTo>
                        <a:pt x="421" y="1272"/>
                      </a:lnTo>
                      <a:lnTo>
                        <a:pt x="472" y="1240"/>
                      </a:lnTo>
                      <a:lnTo>
                        <a:pt x="497" y="1224"/>
                      </a:lnTo>
                      <a:lnTo>
                        <a:pt x="497" y="1192"/>
                      </a:lnTo>
                      <a:lnTo>
                        <a:pt x="505" y="1168"/>
                      </a:lnTo>
                      <a:lnTo>
                        <a:pt x="522" y="1144"/>
                      </a:lnTo>
                      <a:lnTo>
                        <a:pt x="480" y="1088"/>
                      </a:lnTo>
                      <a:lnTo>
                        <a:pt x="413" y="1048"/>
                      </a:lnTo>
                      <a:lnTo>
                        <a:pt x="396" y="1040"/>
                      </a:lnTo>
                      <a:lnTo>
                        <a:pt x="387" y="1024"/>
                      </a:lnTo>
                      <a:lnTo>
                        <a:pt x="387" y="984"/>
                      </a:lnTo>
                      <a:lnTo>
                        <a:pt x="379" y="904"/>
                      </a:lnTo>
                      <a:lnTo>
                        <a:pt x="387" y="832"/>
                      </a:lnTo>
                      <a:lnTo>
                        <a:pt x="429" y="760"/>
                      </a:lnTo>
                      <a:lnTo>
                        <a:pt x="480" y="704"/>
                      </a:lnTo>
                      <a:lnTo>
                        <a:pt x="539" y="648"/>
                      </a:lnTo>
                      <a:lnTo>
                        <a:pt x="556" y="624"/>
                      </a:lnTo>
                      <a:lnTo>
                        <a:pt x="564" y="584"/>
                      </a:lnTo>
                      <a:lnTo>
                        <a:pt x="581" y="560"/>
                      </a:lnTo>
                      <a:lnTo>
                        <a:pt x="581" y="536"/>
                      </a:lnTo>
                      <a:lnTo>
                        <a:pt x="573" y="496"/>
                      </a:lnTo>
                      <a:lnTo>
                        <a:pt x="581" y="464"/>
                      </a:lnTo>
                      <a:lnTo>
                        <a:pt x="606" y="424"/>
                      </a:lnTo>
                      <a:lnTo>
                        <a:pt x="615" y="384"/>
                      </a:lnTo>
                      <a:lnTo>
                        <a:pt x="682" y="376"/>
                      </a:lnTo>
                      <a:lnTo>
                        <a:pt x="691" y="376"/>
                      </a:lnTo>
                      <a:lnTo>
                        <a:pt x="674" y="328"/>
                      </a:lnTo>
                      <a:lnTo>
                        <a:pt x="657" y="288"/>
                      </a:lnTo>
                      <a:lnTo>
                        <a:pt x="649" y="240"/>
                      </a:lnTo>
                      <a:lnTo>
                        <a:pt x="649" y="192"/>
                      </a:lnTo>
                      <a:lnTo>
                        <a:pt x="606" y="160"/>
                      </a:lnTo>
                      <a:lnTo>
                        <a:pt x="606" y="120"/>
                      </a:lnTo>
                      <a:lnTo>
                        <a:pt x="573" y="80"/>
                      </a:lnTo>
                      <a:lnTo>
                        <a:pt x="480" y="40"/>
                      </a:lnTo>
                      <a:lnTo>
                        <a:pt x="446" y="0"/>
                      </a:lnTo>
                      <a:lnTo>
                        <a:pt x="429" y="8"/>
                      </a:lnTo>
                      <a:lnTo>
                        <a:pt x="429" y="8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44" name="Freeform 102"/>
                <p:cNvSpPr>
                  <a:spLocks/>
                </p:cNvSpPr>
                <p:nvPr/>
              </p:nvSpPr>
              <p:spPr bwMode="auto">
                <a:xfrm>
                  <a:off x="2723" y="164"/>
                  <a:ext cx="801" cy="1272"/>
                </a:xfrm>
                <a:custGeom>
                  <a:avLst/>
                  <a:gdLst>
                    <a:gd name="T0" fmla="*/ 683 w 801"/>
                    <a:gd name="T1" fmla="*/ 720 h 1272"/>
                    <a:gd name="T2" fmla="*/ 658 w 801"/>
                    <a:gd name="T3" fmla="*/ 616 h 1272"/>
                    <a:gd name="T4" fmla="*/ 582 w 801"/>
                    <a:gd name="T5" fmla="*/ 520 h 1272"/>
                    <a:gd name="T6" fmla="*/ 557 w 801"/>
                    <a:gd name="T7" fmla="*/ 408 h 1272"/>
                    <a:gd name="T8" fmla="*/ 523 w 801"/>
                    <a:gd name="T9" fmla="*/ 256 h 1272"/>
                    <a:gd name="T10" fmla="*/ 439 w 801"/>
                    <a:gd name="T11" fmla="*/ 200 h 1272"/>
                    <a:gd name="T12" fmla="*/ 422 w 801"/>
                    <a:gd name="T13" fmla="*/ 88 h 1272"/>
                    <a:gd name="T14" fmla="*/ 413 w 801"/>
                    <a:gd name="T15" fmla="*/ 32 h 1272"/>
                    <a:gd name="T16" fmla="*/ 295 w 801"/>
                    <a:gd name="T17" fmla="*/ 0 h 1272"/>
                    <a:gd name="T18" fmla="*/ 262 w 801"/>
                    <a:gd name="T19" fmla="*/ 112 h 1272"/>
                    <a:gd name="T20" fmla="*/ 186 w 801"/>
                    <a:gd name="T21" fmla="*/ 168 h 1272"/>
                    <a:gd name="T22" fmla="*/ 43 w 801"/>
                    <a:gd name="T23" fmla="*/ 136 h 1272"/>
                    <a:gd name="T24" fmla="*/ 51 w 801"/>
                    <a:gd name="T25" fmla="*/ 216 h 1272"/>
                    <a:gd name="T26" fmla="*/ 177 w 801"/>
                    <a:gd name="T27" fmla="*/ 296 h 1272"/>
                    <a:gd name="T28" fmla="*/ 220 w 801"/>
                    <a:gd name="T29" fmla="*/ 368 h 1272"/>
                    <a:gd name="T30" fmla="*/ 228 w 801"/>
                    <a:gd name="T31" fmla="*/ 464 h 1272"/>
                    <a:gd name="T32" fmla="*/ 262 w 801"/>
                    <a:gd name="T33" fmla="*/ 552 h 1272"/>
                    <a:gd name="T34" fmla="*/ 329 w 801"/>
                    <a:gd name="T35" fmla="*/ 576 h 1272"/>
                    <a:gd name="T36" fmla="*/ 354 w 801"/>
                    <a:gd name="T37" fmla="*/ 600 h 1272"/>
                    <a:gd name="T38" fmla="*/ 354 w 801"/>
                    <a:gd name="T39" fmla="*/ 632 h 1272"/>
                    <a:gd name="T40" fmla="*/ 236 w 801"/>
                    <a:gd name="T41" fmla="*/ 832 h 1272"/>
                    <a:gd name="T42" fmla="*/ 177 w 801"/>
                    <a:gd name="T43" fmla="*/ 896 h 1272"/>
                    <a:gd name="T44" fmla="*/ 186 w 801"/>
                    <a:gd name="T45" fmla="*/ 976 h 1272"/>
                    <a:gd name="T46" fmla="*/ 228 w 801"/>
                    <a:gd name="T47" fmla="*/ 1080 h 1272"/>
                    <a:gd name="T48" fmla="*/ 236 w 801"/>
                    <a:gd name="T49" fmla="*/ 1160 h 1272"/>
                    <a:gd name="T50" fmla="*/ 287 w 801"/>
                    <a:gd name="T51" fmla="*/ 1208 h 1272"/>
                    <a:gd name="T52" fmla="*/ 312 w 801"/>
                    <a:gd name="T53" fmla="*/ 1272 h 1272"/>
                    <a:gd name="T54" fmla="*/ 380 w 801"/>
                    <a:gd name="T55" fmla="*/ 1264 h 1272"/>
                    <a:gd name="T56" fmla="*/ 506 w 801"/>
                    <a:gd name="T57" fmla="*/ 1192 h 1272"/>
                    <a:gd name="T58" fmla="*/ 675 w 801"/>
                    <a:gd name="T59" fmla="*/ 1112 h 1272"/>
                    <a:gd name="T60" fmla="*/ 750 w 801"/>
                    <a:gd name="T61" fmla="*/ 944 h 1272"/>
                    <a:gd name="T62" fmla="*/ 801 w 801"/>
                    <a:gd name="T63" fmla="*/ 808 h 127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801"/>
                    <a:gd name="T97" fmla="*/ 0 h 1272"/>
                    <a:gd name="T98" fmla="*/ 801 w 801"/>
                    <a:gd name="T99" fmla="*/ 1272 h 127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801" h="1272">
                      <a:moveTo>
                        <a:pt x="750" y="760"/>
                      </a:moveTo>
                      <a:lnTo>
                        <a:pt x="683" y="720"/>
                      </a:lnTo>
                      <a:lnTo>
                        <a:pt x="700" y="672"/>
                      </a:lnTo>
                      <a:lnTo>
                        <a:pt x="658" y="616"/>
                      </a:lnTo>
                      <a:lnTo>
                        <a:pt x="590" y="576"/>
                      </a:lnTo>
                      <a:lnTo>
                        <a:pt x="582" y="520"/>
                      </a:lnTo>
                      <a:lnTo>
                        <a:pt x="624" y="472"/>
                      </a:lnTo>
                      <a:lnTo>
                        <a:pt x="557" y="408"/>
                      </a:lnTo>
                      <a:lnTo>
                        <a:pt x="506" y="312"/>
                      </a:lnTo>
                      <a:lnTo>
                        <a:pt x="523" y="256"/>
                      </a:lnTo>
                      <a:lnTo>
                        <a:pt x="481" y="216"/>
                      </a:lnTo>
                      <a:lnTo>
                        <a:pt x="439" y="200"/>
                      </a:lnTo>
                      <a:lnTo>
                        <a:pt x="413" y="136"/>
                      </a:lnTo>
                      <a:lnTo>
                        <a:pt x="422" y="88"/>
                      </a:lnTo>
                      <a:lnTo>
                        <a:pt x="430" y="72"/>
                      </a:lnTo>
                      <a:lnTo>
                        <a:pt x="413" y="32"/>
                      </a:lnTo>
                      <a:lnTo>
                        <a:pt x="346" y="0"/>
                      </a:lnTo>
                      <a:lnTo>
                        <a:pt x="295" y="0"/>
                      </a:lnTo>
                      <a:lnTo>
                        <a:pt x="262" y="40"/>
                      </a:lnTo>
                      <a:lnTo>
                        <a:pt x="262" y="112"/>
                      </a:lnTo>
                      <a:lnTo>
                        <a:pt x="245" y="184"/>
                      </a:lnTo>
                      <a:lnTo>
                        <a:pt x="186" y="168"/>
                      </a:lnTo>
                      <a:lnTo>
                        <a:pt x="144" y="184"/>
                      </a:lnTo>
                      <a:lnTo>
                        <a:pt x="43" y="136"/>
                      </a:lnTo>
                      <a:lnTo>
                        <a:pt x="0" y="160"/>
                      </a:lnTo>
                      <a:lnTo>
                        <a:pt x="51" y="216"/>
                      </a:lnTo>
                      <a:lnTo>
                        <a:pt x="144" y="256"/>
                      </a:lnTo>
                      <a:lnTo>
                        <a:pt x="177" y="296"/>
                      </a:lnTo>
                      <a:lnTo>
                        <a:pt x="177" y="336"/>
                      </a:lnTo>
                      <a:lnTo>
                        <a:pt x="220" y="368"/>
                      </a:lnTo>
                      <a:lnTo>
                        <a:pt x="220" y="416"/>
                      </a:lnTo>
                      <a:lnTo>
                        <a:pt x="228" y="464"/>
                      </a:lnTo>
                      <a:lnTo>
                        <a:pt x="245" y="504"/>
                      </a:lnTo>
                      <a:lnTo>
                        <a:pt x="262" y="552"/>
                      </a:lnTo>
                      <a:lnTo>
                        <a:pt x="295" y="560"/>
                      </a:lnTo>
                      <a:lnTo>
                        <a:pt x="329" y="576"/>
                      </a:lnTo>
                      <a:lnTo>
                        <a:pt x="354" y="584"/>
                      </a:lnTo>
                      <a:lnTo>
                        <a:pt x="354" y="600"/>
                      </a:lnTo>
                      <a:lnTo>
                        <a:pt x="363" y="616"/>
                      </a:lnTo>
                      <a:lnTo>
                        <a:pt x="354" y="632"/>
                      </a:lnTo>
                      <a:lnTo>
                        <a:pt x="321" y="696"/>
                      </a:lnTo>
                      <a:lnTo>
                        <a:pt x="236" y="832"/>
                      </a:lnTo>
                      <a:lnTo>
                        <a:pt x="203" y="864"/>
                      </a:lnTo>
                      <a:lnTo>
                        <a:pt x="177" y="896"/>
                      </a:lnTo>
                      <a:lnTo>
                        <a:pt x="177" y="936"/>
                      </a:lnTo>
                      <a:lnTo>
                        <a:pt x="186" y="976"/>
                      </a:lnTo>
                      <a:lnTo>
                        <a:pt x="211" y="1048"/>
                      </a:lnTo>
                      <a:lnTo>
                        <a:pt x="228" y="1080"/>
                      </a:lnTo>
                      <a:lnTo>
                        <a:pt x="228" y="1120"/>
                      </a:lnTo>
                      <a:lnTo>
                        <a:pt x="236" y="1160"/>
                      </a:lnTo>
                      <a:lnTo>
                        <a:pt x="253" y="1192"/>
                      </a:lnTo>
                      <a:lnTo>
                        <a:pt x="287" y="1208"/>
                      </a:lnTo>
                      <a:lnTo>
                        <a:pt x="321" y="1224"/>
                      </a:lnTo>
                      <a:lnTo>
                        <a:pt x="312" y="1272"/>
                      </a:lnTo>
                      <a:lnTo>
                        <a:pt x="363" y="1272"/>
                      </a:lnTo>
                      <a:lnTo>
                        <a:pt x="380" y="1264"/>
                      </a:lnTo>
                      <a:lnTo>
                        <a:pt x="405" y="1248"/>
                      </a:lnTo>
                      <a:lnTo>
                        <a:pt x="506" y="1192"/>
                      </a:lnTo>
                      <a:lnTo>
                        <a:pt x="599" y="1152"/>
                      </a:lnTo>
                      <a:lnTo>
                        <a:pt x="675" y="1112"/>
                      </a:lnTo>
                      <a:lnTo>
                        <a:pt x="700" y="1016"/>
                      </a:lnTo>
                      <a:lnTo>
                        <a:pt x="750" y="944"/>
                      </a:lnTo>
                      <a:lnTo>
                        <a:pt x="793" y="872"/>
                      </a:lnTo>
                      <a:lnTo>
                        <a:pt x="801" y="808"/>
                      </a:lnTo>
                      <a:lnTo>
                        <a:pt x="750" y="760"/>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45" name="Freeform 103"/>
                <p:cNvSpPr>
                  <a:spLocks/>
                </p:cNvSpPr>
                <p:nvPr/>
              </p:nvSpPr>
              <p:spPr bwMode="auto">
                <a:xfrm>
                  <a:off x="2294" y="340"/>
                  <a:ext cx="691" cy="1696"/>
                </a:xfrm>
                <a:custGeom>
                  <a:avLst/>
                  <a:gdLst>
                    <a:gd name="T0" fmla="*/ 354 w 691"/>
                    <a:gd name="T1" fmla="*/ 72 h 1696"/>
                    <a:gd name="T2" fmla="*/ 295 w 691"/>
                    <a:gd name="T3" fmla="*/ 128 h 1696"/>
                    <a:gd name="T4" fmla="*/ 261 w 691"/>
                    <a:gd name="T5" fmla="*/ 216 h 1696"/>
                    <a:gd name="T6" fmla="*/ 210 w 691"/>
                    <a:gd name="T7" fmla="*/ 312 h 1696"/>
                    <a:gd name="T8" fmla="*/ 168 w 691"/>
                    <a:gd name="T9" fmla="*/ 400 h 1696"/>
                    <a:gd name="T10" fmla="*/ 118 w 691"/>
                    <a:gd name="T11" fmla="*/ 576 h 1696"/>
                    <a:gd name="T12" fmla="*/ 143 w 691"/>
                    <a:gd name="T13" fmla="*/ 656 h 1696"/>
                    <a:gd name="T14" fmla="*/ 33 w 691"/>
                    <a:gd name="T15" fmla="*/ 736 h 1696"/>
                    <a:gd name="T16" fmla="*/ 50 w 691"/>
                    <a:gd name="T17" fmla="*/ 936 h 1696"/>
                    <a:gd name="T18" fmla="*/ 92 w 691"/>
                    <a:gd name="T19" fmla="*/ 1016 h 1696"/>
                    <a:gd name="T20" fmla="*/ 67 w 691"/>
                    <a:gd name="T21" fmla="*/ 1144 h 1696"/>
                    <a:gd name="T22" fmla="*/ 17 w 691"/>
                    <a:gd name="T23" fmla="*/ 1272 h 1696"/>
                    <a:gd name="T24" fmla="*/ 8 w 691"/>
                    <a:gd name="T25" fmla="*/ 1328 h 1696"/>
                    <a:gd name="T26" fmla="*/ 42 w 691"/>
                    <a:gd name="T27" fmla="*/ 1376 h 1696"/>
                    <a:gd name="T28" fmla="*/ 84 w 691"/>
                    <a:gd name="T29" fmla="*/ 1504 h 1696"/>
                    <a:gd name="T30" fmla="*/ 118 w 691"/>
                    <a:gd name="T31" fmla="*/ 1568 h 1696"/>
                    <a:gd name="T32" fmla="*/ 109 w 691"/>
                    <a:gd name="T33" fmla="*/ 1616 h 1696"/>
                    <a:gd name="T34" fmla="*/ 135 w 691"/>
                    <a:gd name="T35" fmla="*/ 1664 h 1696"/>
                    <a:gd name="T36" fmla="*/ 202 w 691"/>
                    <a:gd name="T37" fmla="*/ 1696 h 1696"/>
                    <a:gd name="T38" fmla="*/ 244 w 691"/>
                    <a:gd name="T39" fmla="*/ 1648 h 1696"/>
                    <a:gd name="T40" fmla="*/ 286 w 691"/>
                    <a:gd name="T41" fmla="*/ 1600 h 1696"/>
                    <a:gd name="T42" fmla="*/ 387 w 691"/>
                    <a:gd name="T43" fmla="*/ 1472 h 1696"/>
                    <a:gd name="T44" fmla="*/ 387 w 691"/>
                    <a:gd name="T45" fmla="*/ 1408 h 1696"/>
                    <a:gd name="T46" fmla="*/ 396 w 691"/>
                    <a:gd name="T47" fmla="*/ 1336 h 1696"/>
                    <a:gd name="T48" fmla="*/ 421 w 691"/>
                    <a:gd name="T49" fmla="*/ 1272 h 1696"/>
                    <a:gd name="T50" fmla="*/ 497 w 691"/>
                    <a:gd name="T51" fmla="*/ 1224 h 1696"/>
                    <a:gd name="T52" fmla="*/ 505 w 691"/>
                    <a:gd name="T53" fmla="*/ 1168 h 1696"/>
                    <a:gd name="T54" fmla="*/ 480 w 691"/>
                    <a:gd name="T55" fmla="*/ 1088 h 1696"/>
                    <a:gd name="T56" fmla="*/ 396 w 691"/>
                    <a:gd name="T57" fmla="*/ 1040 h 1696"/>
                    <a:gd name="T58" fmla="*/ 387 w 691"/>
                    <a:gd name="T59" fmla="*/ 984 h 1696"/>
                    <a:gd name="T60" fmla="*/ 387 w 691"/>
                    <a:gd name="T61" fmla="*/ 832 h 1696"/>
                    <a:gd name="T62" fmla="*/ 480 w 691"/>
                    <a:gd name="T63" fmla="*/ 704 h 1696"/>
                    <a:gd name="T64" fmla="*/ 556 w 691"/>
                    <a:gd name="T65" fmla="*/ 624 h 1696"/>
                    <a:gd name="T66" fmla="*/ 581 w 691"/>
                    <a:gd name="T67" fmla="*/ 560 h 1696"/>
                    <a:gd name="T68" fmla="*/ 573 w 691"/>
                    <a:gd name="T69" fmla="*/ 496 h 1696"/>
                    <a:gd name="T70" fmla="*/ 606 w 691"/>
                    <a:gd name="T71" fmla="*/ 424 h 1696"/>
                    <a:gd name="T72" fmla="*/ 682 w 691"/>
                    <a:gd name="T73" fmla="*/ 376 h 1696"/>
                    <a:gd name="T74" fmla="*/ 674 w 691"/>
                    <a:gd name="T75" fmla="*/ 328 h 1696"/>
                    <a:gd name="T76" fmla="*/ 649 w 691"/>
                    <a:gd name="T77" fmla="*/ 240 h 1696"/>
                    <a:gd name="T78" fmla="*/ 606 w 691"/>
                    <a:gd name="T79" fmla="*/ 160 h 1696"/>
                    <a:gd name="T80" fmla="*/ 573 w 691"/>
                    <a:gd name="T81" fmla="*/ 80 h 1696"/>
                    <a:gd name="T82" fmla="*/ 446 w 691"/>
                    <a:gd name="T83" fmla="*/ 0 h 1696"/>
                    <a:gd name="T84" fmla="*/ 429 w 691"/>
                    <a:gd name="T85" fmla="*/ 88 h 169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91"/>
                    <a:gd name="T130" fmla="*/ 0 h 1696"/>
                    <a:gd name="T131" fmla="*/ 691 w 691"/>
                    <a:gd name="T132" fmla="*/ 1696 h 169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91" h="1696">
                      <a:moveTo>
                        <a:pt x="429" y="88"/>
                      </a:moveTo>
                      <a:lnTo>
                        <a:pt x="354" y="72"/>
                      </a:lnTo>
                      <a:lnTo>
                        <a:pt x="337" y="128"/>
                      </a:lnTo>
                      <a:lnTo>
                        <a:pt x="295" y="128"/>
                      </a:lnTo>
                      <a:lnTo>
                        <a:pt x="261" y="168"/>
                      </a:lnTo>
                      <a:lnTo>
                        <a:pt x="261" y="216"/>
                      </a:lnTo>
                      <a:lnTo>
                        <a:pt x="269" y="256"/>
                      </a:lnTo>
                      <a:lnTo>
                        <a:pt x="210" y="312"/>
                      </a:lnTo>
                      <a:lnTo>
                        <a:pt x="210" y="376"/>
                      </a:lnTo>
                      <a:lnTo>
                        <a:pt x="168" y="400"/>
                      </a:lnTo>
                      <a:lnTo>
                        <a:pt x="168" y="496"/>
                      </a:lnTo>
                      <a:lnTo>
                        <a:pt x="118" y="576"/>
                      </a:lnTo>
                      <a:lnTo>
                        <a:pt x="160" y="600"/>
                      </a:lnTo>
                      <a:lnTo>
                        <a:pt x="143" y="656"/>
                      </a:lnTo>
                      <a:lnTo>
                        <a:pt x="67" y="664"/>
                      </a:lnTo>
                      <a:lnTo>
                        <a:pt x="33" y="736"/>
                      </a:lnTo>
                      <a:lnTo>
                        <a:pt x="50" y="856"/>
                      </a:lnTo>
                      <a:lnTo>
                        <a:pt x="50" y="936"/>
                      </a:lnTo>
                      <a:lnTo>
                        <a:pt x="92" y="976"/>
                      </a:lnTo>
                      <a:lnTo>
                        <a:pt x="92" y="1016"/>
                      </a:lnTo>
                      <a:lnTo>
                        <a:pt x="67" y="1056"/>
                      </a:lnTo>
                      <a:lnTo>
                        <a:pt x="67" y="1144"/>
                      </a:lnTo>
                      <a:lnTo>
                        <a:pt x="33" y="1176"/>
                      </a:lnTo>
                      <a:lnTo>
                        <a:pt x="17" y="1272"/>
                      </a:lnTo>
                      <a:lnTo>
                        <a:pt x="0" y="1280"/>
                      </a:lnTo>
                      <a:lnTo>
                        <a:pt x="8" y="1328"/>
                      </a:lnTo>
                      <a:lnTo>
                        <a:pt x="33" y="1352"/>
                      </a:lnTo>
                      <a:lnTo>
                        <a:pt x="42" y="1376"/>
                      </a:lnTo>
                      <a:lnTo>
                        <a:pt x="42" y="1440"/>
                      </a:lnTo>
                      <a:lnTo>
                        <a:pt x="84" y="1504"/>
                      </a:lnTo>
                      <a:lnTo>
                        <a:pt x="109" y="1536"/>
                      </a:lnTo>
                      <a:lnTo>
                        <a:pt x="118" y="1568"/>
                      </a:lnTo>
                      <a:lnTo>
                        <a:pt x="109" y="1592"/>
                      </a:lnTo>
                      <a:lnTo>
                        <a:pt x="109" y="1616"/>
                      </a:lnTo>
                      <a:lnTo>
                        <a:pt x="126" y="1632"/>
                      </a:lnTo>
                      <a:lnTo>
                        <a:pt x="135" y="1664"/>
                      </a:lnTo>
                      <a:lnTo>
                        <a:pt x="135" y="1696"/>
                      </a:lnTo>
                      <a:lnTo>
                        <a:pt x="202" y="1696"/>
                      </a:lnTo>
                      <a:lnTo>
                        <a:pt x="236" y="1680"/>
                      </a:lnTo>
                      <a:lnTo>
                        <a:pt x="244" y="1648"/>
                      </a:lnTo>
                      <a:lnTo>
                        <a:pt x="261" y="1616"/>
                      </a:lnTo>
                      <a:lnTo>
                        <a:pt x="286" y="1600"/>
                      </a:lnTo>
                      <a:lnTo>
                        <a:pt x="354" y="1608"/>
                      </a:lnTo>
                      <a:lnTo>
                        <a:pt x="387" y="1472"/>
                      </a:lnTo>
                      <a:lnTo>
                        <a:pt x="396" y="1440"/>
                      </a:lnTo>
                      <a:lnTo>
                        <a:pt x="387" y="1408"/>
                      </a:lnTo>
                      <a:lnTo>
                        <a:pt x="387" y="1368"/>
                      </a:lnTo>
                      <a:lnTo>
                        <a:pt x="396" y="1336"/>
                      </a:lnTo>
                      <a:lnTo>
                        <a:pt x="404" y="1296"/>
                      </a:lnTo>
                      <a:lnTo>
                        <a:pt x="421" y="1272"/>
                      </a:lnTo>
                      <a:lnTo>
                        <a:pt x="472" y="1240"/>
                      </a:lnTo>
                      <a:lnTo>
                        <a:pt x="497" y="1224"/>
                      </a:lnTo>
                      <a:lnTo>
                        <a:pt x="497" y="1192"/>
                      </a:lnTo>
                      <a:lnTo>
                        <a:pt x="505" y="1168"/>
                      </a:lnTo>
                      <a:lnTo>
                        <a:pt x="522" y="1144"/>
                      </a:lnTo>
                      <a:lnTo>
                        <a:pt x="480" y="1088"/>
                      </a:lnTo>
                      <a:lnTo>
                        <a:pt x="413" y="1048"/>
                      </a:lnTo>
                      <a:lnTo>
                        <a:pt x="396" y="1040"/>
                      </a:lnTo>
                      <a:lnTo>
                        <a:pt x="387" y="1024"/>
                      </a:lnTo>
                      <a:lnTo>
                        <a:pt x="387" y="984"/>
                      </a:lnTo>
                      <a:lnTo>
                        <a:pt x="379" y="904"/>
                      </a:lnTo>
                      <a:lnTo>
                        <a:pt x="387" y="832"/>
                      </a:lnTo>
                      <a:lnTo>
                        <a:pt x="429" y="760"/>
                      </a:lnTo>
                      <a:lnTo>
                        <a:pt x="480" y="704"/>
                      </a:lnTo>
                      <a:lnTo>
                        <a:pt x="539" y="648"/>
                      </a:lnTo>
                      <a:lnTo>
                        <a:pt x="556" y="624"/>
                      </a:lnTo>
                      <a:lnTo>
                        <a:pt x="564" y="584"/>
                      </a:lnTo>
                      <a:lnTo>
                        <a:pt x="581" y="560"/>
                      </a:lnTo>
                      <a:lnTo>
                        <a:pt x="581" y="536"/>
                      </a:lnTo>
                      <a:lnTo>
                        <a:pt x="573" y="496"/>
                      </a:lnTo>
                      <a:lnTo>
                        <a:pt x="581" y="464"/>
                      </a:lnTo>
                      <a:lnTo>
                        <a:pt x="606" y="424"/>
                      </a:lnTo>
                      <a:lnTo>
                        <a:pt x="615" y="384"/>
                      </a:lnTo>
                      <a:lnTo>
                        <a:pt x="682" y="376"/>
                      </a:lnTo>
                      <a:lnTo>
                        <a:pt x="691" y="376"/>
                      </a:lnTo>
                      <a:lnTo>
                        <a:pt x="674" y="328"/>
                      </a:lnTo>
                      <a:lnTo>
                        <a:pt x="657" y="288"/>
                      </a:lnTo>
                      <a:lnTo>
                        <a:pt x="649" y="240"/>
                      </a:lnTo>
                      <a:lnTo>
                        <a:pt x="649" y="192"/>
                      </a:lnTo>
                      <a:lnTo>
                        <a:pt x="606" y="160"/>
                      </a:lnTo>
                      <a:lnTo>
                        <a:pt x="606" y="120"/>
                      </a:lnTo>
                      <a:lnTo>
                        <a:pt x="573" y="80"/>
                      </a:lnTo>
                      <a:lnTo>
                        <a:pt x="480" y="40"/>
                      </a:lnTo>
                      <a:lnTo>
                        <a:pt x="446" y="0"/>
                      </a:lnTo>
                      <a:lnTo>
                        <a:pt x="429" y="8"/>
                      </a:lnTo>
                      <a:lnTo>
                        <a:pt x="429" y="88"/>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46" name="Freeform 104"/>
                <p:cNvSpPr>
                  <a:spLocks/>
                </p:cNvSpPr>
                <p:nvPr/>
              </p:nvSpPr>
              <p:spPr bwMode="auto">
                <a:xfrm>
                  <a:off x="1872" y="36"/>
                  <a:ext cx="1340" cy="1688"/>
                </a:xfrm>
                <a:custGeom>
                  <a:avLst/>
                  <a:gdLst>
                    <a:gd name="T0" fmla="*/ 1323 w 1340"/>
                    <a:gd name="T1" fmla="*/ 40 h 1688"/>
                    <a:gd name="T2" fmla="*/ 1205 w 1340"/>
                    <a:gd name="T3" fmla="*/ 24 h 1688"/>
                    <a:gd name="T4" fmla="*/ 1172 w 1340"/>
                    <a:gd name="T5" fmla="*/ 0 h 1688"/>
                    <a:gd name="T6" fmla="*/ 1130 w 1340"/>
                    <a:gd name="T7" fmla="*/ 24 h 1688"/>
                    <a:gd name="T8" fmla="*/ 1071 w 1340"/>
                    <a:gd name="T9" fmla="*/ 120 h 1688"/>
                    <a:gd name="T10" fmla="*/ 1012 w 1340"/>
                    <a:gd name="T11" fmla="*/ 40 h 1688"/>
                    <a:gd name="T12" fmla="*/ 961 w 1340"/>
                    <a:gd name="T13" fmla="*/ 136 h 1688"/>
                    <a:gd name="T14" fmla="*/ 877 w 1340"/>
                    <a:gd name="T15" fmla="*/ 184 h 1688"/>
                    <a:gd name="T16" fmla="*/ 809 w 1340"/>
                    <a:gd name="T17" fmla="*/ 176 h 1688"/>
                    <a:gd name="T18" fmla="*/ 717 w 1340"/>
                    <a:gd name="T19" fmla="*/ 248 h 1688"/>
                    <a:gd name="T20" fmla="*/ 700 w 1340"/>
                    <a:gd name="T21" fmla="*/ 328 h 1688"/>
                    <a:gd name="T22" fmla="*/ 645 w 1340"/>
                    <a:gd name="T23" fmla="*/ 418 h 1688"/>
                    <a:gd name="T24" fmla="*/ 590 w 1340"/>
                    <a:gd name="T25" fmla="*/ 504 h 1688"/>
                    <a:gd name="T26" fmla="*/ 565 w 1340"/>
                    <a:gd name="T27" fmla="*/ 560 h 1688"/>
                    <a:gd name="T28" fmla="*/ 472 w 1340"/>
                    <a:gd name="T29" fmla="*/ 744 h 1688"/>
                    <a:gd name="T30" fmla="*/ 396 w 1340"/>
                    <a:gd name="T31" fmla="*/ 848 h 1688"/>
                    <a:gd name="T32" fmla="*/ 396 w 1340"/>
                    <a:gd name="T33" fmla="*/ 896 h 1688"/>
                    <a:gd name="T34" fmla="*/ 304 w 1340"/>
                    <a:gd name="T35" fmla="*/ 1024 h 1688"/>
                    <a:gd name="T36" fmla="*/ 236 w 1340"/>
                    <a:gd name="T37" fmla="*/ 1032 h 1688"/>
                    <a:gd name="T38" fmla="*/ 186 w 1340"/>
                    <a:gd name="T39" fmla="*/ 1088 h 1688"/>
                    <a:gd name="T40" fmla="*/ 93 w 1340"/>
                    <a:gd name="T41" fmla="*/ 1144 h 1688"/>
                    <a:gd name="T42" fmla="*/ 26 w 1340"/>
                    <a:gd name="T43" fmla="*/ 1200 h 1688"/>
                    <a:gd name="T44" fmla="*/ 9 w 1340"/>
                    <a:gd name="T45" fmla="*/ 1264 h 1688"/>
                    <a:gd name="T46" fmla="*/ 9 w 1340"/>
                    <a:gd name="T47" fmla="*/ 1304 h 1688"/>
                    <a:gd name="T48" fmla="*/ 0 w 1340"/>
                    <a:gd name="T49" fmla="*/ 1352 h 1688"/>
                    <a:gd name="T50" fmla="*/ 9 w 1340"/>
                    <a:gd name="T51" fmla="*/ 1424 h 1688"/>
                    <a:gd name="T52" fmla="*/ 51 w 1340"/>
                    <a:gd name="T53" fmla="*/ 1464 h 1688"/>
                    <a:gd name="T54" fmla="*/ 17 w 1340"/>
                    <a:gd name="T55" fmla="*/ 1512 h 1688"/>
                    <a:gd name="T56" fmla="*/ 59 w 1340"/>
                    <a:gd name="T57" fmla="*/ 1552 h 1688"/>
                    <a:gd name="T58" fmla="*/ 17 w 1340"/>
                    <a:gd name="T59" fmla="*/ 1584 h 1688"/>
                    <a:gd name="T60" fmla="*/ 51 w 1340"/>
                    <a:gd name="T61" fmla="*/ 1632 h 1688"/>
                    <a:gd name="T62" fmla="*/ 102 w 1340"/>
                    <a:gd name="T63" fmla="*/ 1688 h 1688"/>
                    <a:gd name="T64" fmla="*/ 278 w 1340"/>
                    <a:gd name="T65" fmla="*/ 1624 h 1688"/>
                    <a:gd name="T66" fmla="*/ 346 w 1340"/>
                    <a:gd name="T67" fmla="*/ 1576 h 1688"/>
                    <a:gd name="T68" fmla="*/ 388 w 1340"/>
                    <a:gd name="T69" fmla="*/ 1512 h 1688"/>
                    <a:gd name="T70" fmla="*/ 422 w 1340"/>
                    <a:gd name="T71" fmla="*/ 1592 h 1688"/>
                    <a:gd name="T72" fmla="*/ 489 w 1340"/>
                    <a:gd name="T73" fmla="*/ 1456 h 1688"/>
                    <a:gd name="T74" fmla="*/ 514 w 1340"/>
                    <a:gd name="T75" fmla="*/ 1288 h 1688"/>
                    <a:gd name="T76" fmla="*/ 455 w 1340"/>
                    <a:gd name="T77" fmla="*/ 1048 h 1688"/>
                    <a:gd name="T78" fmla="*/ 582 w 1340"/>
                    <a:gd name="T79" fmla="*/ 912 h 1688"/>
                    <a:gd name="T80" fmla="*/ 590 w 1340"/>
                    <a:gd name="T81" fmla="*/ 712 h 1688"/>
                    <a:gd name="T82" fmla="*/ 691 w 1340"/>
                    <a:gd name="T83" fmla="*/ 568 h 1688"/>
                    <a:gd name="T84" fmla="*/ 717 w 1340"/>
                    <a:gd name="T85" fmla="*/ 440 h 1688"/>
                    <a:gd name="T86" fmla="*/ 851 w 1340"/>
                    <a:gd name="T87" fmla="*/ 400 h 1688"/>
                    <a:gd name="T88" fmla="*/ 851 w 1340"/>
                    <a:gd name="T89" fmla="*/ 296 h 1688"/>
                    <a:gd name="T90" fmla="*/ 1037 w 1340"/>
                    <a:gd name="T91" fmla="*/ 304 h 1688"/>
                    <a:gd name="T92" fmla="*/ 1113 w 1340"/>
                    <a:gd name="T93" fmla="*/ 176 h 1688"/>
                    <a:gd name="T94" fmla="*/ 1264 w 1340"/>
                    <a:gd name="T95" fmla="*/ 168 h 1688"/>
                    <a:gd name="T96" fmla="*/ 1340 w 1340"/>
                    <a:gd name="T97" fmla="*/ 144 h 168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40"/>
                    <a:gd name="T148" fmla="*/ 0 h 1688"/>
                    <a:gd name="T149" fmla="*/ 1340 w 1340"/>
                    <a:gd name="T150" fmla="*/ 1688 h 168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40" h="1688">
                      <a:moveTo>
                        <a:pt x="1239" y="104"/>
                      </a:moveTo>
                      <a:lnTo>
                        <a:pt x="1281" y="80"/>
                      </a:lnTo>
                      <a:lnTo>
                        <a:pt x="1323" y="40"/>
                      </a:lnTo>
                      <a:lnTo>
                        <a:pt x="1239" y="16"/>
                      </a:lnTo>
                      <a:lnTo>
                        <a:pt x="1214" y="8"/>
                      </a:lnTo>
                      <a:lnTo>
                        <a:pt x="1205" y="24"/>
                      </a:lnTo>
                      <a:lnTo>
                        <a:pt x="1180" y="56"/>
                      </a:lnTo>
                      <a:lnTo>
                        <a:pt x="1172" y="16"/>
                      </a:lnTo>
                      <a:lnTo>
                        <a:pt x="1172" y="0"/>
                      </a:lnTo>
                      <a:lnTo>
                        <a:pt x="1146" y="0"/>
                      </a:lnTo>
                      <a:lnTo>
                        <a:pt x="1130" y="0"/>
                      </a:lnTo>
                      <a:lnTo>
                        <a:pt x="1130" y="24"/>
                      </a:lnTo>
                      <a:lnTo>
                        <a:pt x="1130" y="64"/>
                      </a:lnTo>
                      <a:lnTo>
                        <a:pt x="1104" y="24"/>
                      </a:lnTo>
                      <a:lnTo>
                        <a:pt x="1071" y="120"/>
                      </a:lnTo>
                      <a:lnTo>
                        <a:pt x="1062" y="48"/>
                      </a:lnTo>
                      <a:lnTo>
                        <a:pt x="1037" y="24"/>
                      </a:lnTo>
                      <a:lnTo>
                        <a:pt x="1012" y="40"/>
                      </a:lnTo>
                      <a:lnTo>
                        <a:pt x="961" y="80"/>
                      </a:lnTo>
                      <a:lnTo>
                        <a:pt x="953" y="112"/>
                      </a:lnTo>
                      <a:lnTo>
                        <a:pt x="961" y="136"/>
                      </a:lnTo>
                      <a:lnTo>
                        <a:pt x="902" y="144"/>
                      </a:lnTo>
                      <a:lnTo>
                        <a:pt x="885" y="160"/>
                      </a:lnTo>
                      <a:lnTo>
                        <a:pt x="877" y="184"/>
                      </a:lnTo>
                      <a:lnTo>
                        <a:pt x="851" y="192"/>
                      </a:lnTo>
                      <a:lnTo>
                        <a:pt x="826" y="192"/>
                      </a:lnTo>
                      <a:lnTo>
                        <a:pt x="809" y="176"/>
                      </a:lnTo>
                      <a:lnTo>
                        <a:pt x="784" y="176"/>
                      </a:lnTo>
                      <a:lnTo>
                        <a:pt x="750" y="208"/>
                      </a:lnTo>
                      <a:lnTo>
                        <a:pt x="717" y="248"/>
                      </a:lnTo>
                      <a:lnTo>
                        <a:pt x="683" y="296"/>
                      </a:lnTo>
                      <a:lnTo>
                        <a:pt x="683" y="320"/>
                      </a:lnTo>
                      <a:lnTo>
                        <a:pt x="700" y="328"/>
                      </a:lnTo>
                      <a:lnTo>
                        <a:pt x="659" y="374"/>
                      </a:lnTo>
                      <a:lnTo>
                        <a:pt x="641" y="368"/>
                      </a:lnTo>
                      <a:lnTo>
                        <a:pt x="645" y="418"/>
                      </a:lnTo>
                      <a:lnTo>
                        <a:pt x="616" y="456"/>
                      </a:lnTo>
                      <a:lnTo>
                        <a:pt x="599" y="480"/>
                      </a:lnTo>
                      <a:lnTo>
                        <a:pt x="590" y="504"/>
                      </a:lnTo>
                      <a:lnTo>
                        <a:pt x="607" y="520"/>
                      </a:lnTo>
                      <a:lnTo>
                        <a:pt x="573" y="536"/>
                      </a:lnTo>
                      <a:lnTo>
                        <a:pt x="565" y="560"/>
                      </a:lnTo>
                      <a:lnTo>
                        <a:pt x="540" y="576"/>
                      </a:lnTo>
                      <a:lnTo>
                        <a:pt x="523" y="624"/>
                      </a:lnTo>
                      <a:lnTo>
                        <a:pt x="472" y="744"/>
                      </a:lnTo>
                      <a:lnTo>
                        <a:pt x="455" y="816"/>
                      </a:lnTo>
                      <a:lnTo>
                        <a:pt x="439" y="840"/>
                      </a:lnTo>
                      <a:lnTo>
                        <a:pt x="396" y="848"/>
                      </a:lnTo>
                      <a:lnTo>
                        <a:pt x="405" y="872"/>
                      </a:lnTo>
                      <a:lnTo>
                        <a:pt x="413" y="888"/>
                      </a:lnTo>
                      <a:lnTo>
                        <a:pt x="396" y="896"/>
                      </a:lnTo>
                      <a:lnTo>
                        <a:pt x="346" y="952"/>
                      </a:lnTo>
                      <a:lnTo>
                        <a:pt x="321" y="1008"/>
                      </a:lnTo>
                      <a:lnTo>
                        <a:pt x="304" y="1024"/>
                      </a:lnTo>
                      <a:lnTo>
                        <a:pt x="295" y="1032"/>
                      </a:lnTo>
                      <a:lnTo>
                        <a:pt x="262" y="1024"/>
                      </a:lnTo>
                      <a:lnTo>
                        <a:pt x="236" y="1032"/>
                      </a:lnTo>
                      <a:lnTo>
                        <a:pt x="228" y="1040"/>
                      </a:lnTo>
                      <a:lnTo>
                        <a:pt x="220" y="1064"/>
                      </a:lnTo>
                      <a:lnTo>
                        <a:pt x="186" y="1088"/>
                      </a:lnTo>
                      <a:lnTo>
                        <a:pt x="152" y="1104"/>
                      </a:lnTo>
                      <a:lnTo>
                        <a:pt x="127" y="1128"/>
                      </a:lnTo>
                      <a:lnTo>
                        <a:pt x="93" y="1144"/>
                      </a:lnTo>
                      <a:lnTo>
                        <a:pt x="68" y="1168"/>
                      </a:lnTo>
                      <a:lnTo>
                        <a:pt x="51" y="1192"/>
                      </a:lnTo>
                      <a:lnTo>
                        <a:pt x="26" y="1200"/>
                      </a:lnTo>
                      <a:lnTo>
                        <a:pt x="17" y="1208"/>
                      </a:lnTo>
                      <a:lnTo>
                        <a:pt x="17" y="1248"/>
                      </a:lnTo>
                      <a:lnTo>
                        <a:pt x="9" y="1264"/>
                      </a:lnTo>
                      <a:lnTo>
                        <a:pt x="17" y="1272"/>
                      </a:lnTo>
                      <a:lnTo>
                        <a:pt x="17" y="1288"/>
                      </a:lnTo>
                      <a:lnTo>
                        <a:pt x="9" y="1304"/>
                      </a:lnTo>
                      <a:lnTo>
                        <a:pt x="17" y="1312"/>
                      </a:lnTo>
                      <a:lnTo>
                        <a:pt x="17" y="1328"/>
                      </a:lnTo>
                      <a:lnTo>
                        <a:pt x="0" y="1352"/>
                      </a:lnTo>
                      <a:lnTo>
                        <a:pt x="17" y="1384"/>
                      </a:lnTo>
                      <a:lnTo>
                        <a:pt x="43" y="1408"/>
                      </a:lnTo>
                      <a:lnTo>
                        <a:pt x="9" y="1424"/>
                      </a:lnTo>
                      <a:lnTo>
                        <a:pt x="34" y="1432"/>
                      </a:lnTo>
                      <a:lnTo>
                        <a:pt x="9" y="1480"/>
                      </a:lnTo>
                      <a:lnTo>
                        <a:pt x="51" y="1464"/>
                      </a:lnTo>
                      <a:lnTo>
                        <a:pt x="51" y="1480"/>
                      </a:lnTo>
                      <a:lnTo>
                        <a:pt x="43" y="1488"/>
                      </a:lnTo>
                      <a:lnTo>
                        <a:pt x="17" y="1512"/>
                      </a:lnTo>
                      <a:lnTo>
                        <a:pt x="17" y="1544"/>
                      </a:lnTo>
                      <a:lnTo>
                        <a:pt x="43" y="1544"/>
                      </a:lnTo>
                      <a:lnTo>
                        <a:pt x="59" y="1552"/>
                      </a:lnTo>
                      <a:lnTo>
                        <a:pt x="59" y="1568"/>
                      </a:lnTo>
                      <a:lnTo>
                        <a:pt x="34" y="1584"/>
                      </a:lnTo>
                      <a:lnTo>
                        <a:pt x="17" y="1584"/>
                      </a:lnTo>
                      <a:lnTo>
                        <a:pt x="9" y="1592"/>
                      </a:lnTo>
                      <a:lnTo>
                        <a:pt x="26" y="1616"/>
                      </a:lnTo>
                      <a:lnTo>
                        <a:pt x="51" y="1632"/>
                      </a:lnTo>
                      <a:lnTo>
                        <a:pt x="76" y="1656"/>
                      </a:lnTo>
                      <a:lnTo>
                        <a:pt x="118" y="1664"/>
                      </a:lnTo>
                      <a:lnTo>
                        <a:pt x="102" y="1688"/>
                      </a:lnTo>
                      <a:lnTo>
                        <a:pt x="177" y="1688"/>
                      </a:lnTo>
                      <a:lnTo>
                        <a:pt x="236" y="1664"/>
                      </a:lnTo>
                      <a:lnTo>
                        <a:pt x="278" y="1624"/>
                      </a:lnTo>
                      <a:lnTo>
                        <a:pt x="312" y="1576"/>
                      </a:lnTo>
                      <a:lnTo>
                        <a:pt x="329" y="1584"/>
                      </a:lnTo>
                      <a:lnTo>
                        <a:pt x="346" y="1576"/>
                      </a:lnTo>
                      <a:lnTo>
                        <a:pt x="363" y="1544"/>
                      </a:lnTo>
                      <a:lnTo>
                        <a:pt x="363" y="1512"/>
                      </a:lnTo>
                      <a:lnTo>
                        <a:pt x="388" y="1512"/>
                      </a:lnTo>
                      <a:lnTo>
                        <a:pt x="396" y="1528"/>
                      </a:lnTo>
                      <a:lnTo>
                        <a:pt x="405" y="1560"/>
                      </a:lnTo>
                      <a:lnTo>
                        <a:pt x="422" y="1592"/>
                      </a:lnTo>
                      <a:lnTo>
                        <a:pt x="439" y="1584"/>
                      </a:lnTo>
                      <a:lnTo>
                        <a:pt x="455" y="1488"/>
                      </a:lnTo>
                      <a:lnTo>
                        <a:pt x="489" y="1456"/>
                      </a:lnTo>
                      <a:lnTo>
                        <a:pt x="489" y="1368"/>
                      </a:lnTo>
                      <a:lnTo>
                        <a:pt x="514" y="1328"/>
                      </a:lnTo>
                      <a:lnTo>
                        <a:pt x="514" y="1288"/>
                      </a:lnTo>
                      <a:lnTo>
                        <a:pt x="472" y="1248"/>
                      </a:lnTo>
                      <a:lnTo>
                        <a:pt x="472" y="1168"/>
                      </a:lnTo>
                      <a:lnTo>
                        <a:pt x="455" y="1048"/>
                      </a:lnTo>
                      <a:lnTo>
                        <a:pt x="489" y="976"/>
                      </a:lnTo>
                      <a:lnTo>
                        <a:pt x="565" y="968"/>
                      </a:lnTo>
                      <a:lnTo>
                        <a:pt x="582" y="912"/>
                      </a:lnTo>
                      <a:lnTo>
                        <a:pt x="540" y="888"/>
                      </a:lnTo>
                      <a:lnTo>
                        <a:pt x="590" y="808"/>
                      </a:lnTo>
                      <a:lnTo>
                        <a:pt x="590" y="712"/>
                      </a:lnTo>
                      <a:lnTo>
                        <a:pt x="632" y="688"/>
                      </a:lnTo>
                      <a:lnTo>
                        <a:pt x="632" y="624"/>
                      </a:lnTo>
                      <a:lnTo>
                        <a:pt x="691" y="568"/>
                      </a:lnTo>
                      <a:lnTo>
                        <a:pt x="683" y="528"/>
                      </a:lnTo>
                      <a:lnTo>
                        <a:pt x="683" y="480"/>
                      </a:lnTo>
                      <a:lnTo>
                        <a:pt x="717" y="440"/>
                      </a:lnTo>
                      <a:lnTo>
                        <a:pt x="759" y="440"/>
                      </a:lnTo>
                      <a:lnTo>
                        <a:pt x="776" y="384"/>
                      </a:lnTo>
                      <a:lnTo>
                        <a:pt x="851" y="400"/>
                      </a:lnTo>
                      <a:lnTo>
                        <a:pt x="851" y="320"/>
                      </a:lnTo>
                      <a:lnTo>
                        <a:pt x="868" y="312"/>
                      </a:lnTo>
                      <a:lnTo>
                        <a:pt x="851" y="296"/>
                      </a:lnTo>
                      <a:lnTo>
                        <a:pt x="894" y="272"/>
                      </a:lnTo>
                      <a:lnTo>
                        <a:pt x="995" y="320"/>
                      </a:lnTo>
                      <a:lnTo>
                        <a:pt x="1037" y="304"/>
                      </a:lnTo>
                      <a:lnTo>
                        <a:pt x="1096" y="320"/>
                      </a:lnTo>
                      <a:lnTo>
                        <a:pt x="1113" y="248"/>
                      </a:lnTo>
                      <a:lnTo>
                        <a:pt x="1113" y="176"/>
                      </a:lnTo>
                      <a:lnTo>
                        <a:pt x="1146" y="136"/>
                      </a:lnTo>
                      <a:lnTo>
                        <a:pt x="1197" y="136"/>
                      </a:lnTo>
                      <a:lnTo>
                        <a:pt x="1264" y="168"/>
                      </a:lnTo>
                      <a:lnTo>
                        <a:pt x="1281" y="208"/>
                      </a:lnTo>
                      <a:lnTo>
                        <a:pt x="1306" y="176"/>
                      </a:lnTo>
                      <a:lnTo>
                        <a:pt x="1340" y="144"/>
                      </a:lnTo>
                      <a:lnTo>
                        <a:pt x="1340" y="120"/>
                      </a:lnTo>
                      <a:lnTo>
                        <a:pt x="1239" y="104"/>
                      </a:ln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47" name="Freeform 105"/>
                <p:cNvSpPr>
                  <a:spLocks/>
                </p:cNvSpPr>
                <p:nvPr/>
              </p:nvSpPr>
              <p:spPr bwMode="auto">
                <a:xfrm>
                  <a:off x="1872" y="28"/>
                  <a:ext cx="1340" cy="1688"/>
                </a:xfrm>
                <a:custGeom>
                  <a:avLst/>
                  <a:gdLst>
                    <a:gd name="T0" fmla="*/ 1323 w 1340"/>
                    <a:gd name="T1" fmla="*/ 40 h 1688"/>
                    <a:gd name="T2" fmla="*/ 1205 w 1340"/>
                    <a:gd name="T3" fmla="*/ 24 h 1688"/>
                    <a:gd name="T4" fmla="*/ 1172 w 1340"/>
                    <a:gd name="T5" fmla="*/ 0 h 1688"/>
                    <a:gd name="T6" fmla="*/ 1130 w 1340"/>
                    <a:gd name="T7" fmla="*/ 24 h 1688"/>
                    <a:gd name="T8" fmla="*/ 1071 w 1340"/>
                    <a:gd name="T9" fmla="*/ 120 h 1688"/>
                    <a:gd name="T10" fmla="*/ 1012 w 1340"/>
                    <a:gd name="T11" fmla="*/ 40 h 1688"/>
                    <a:gd name="T12" fmla="*/ 961 w 1340"/>
                    <a:gd name="T13" fmla="*/ 136 h 1688"/>
                    <a:gd name="T14" fmla="*/ 877 w 1340"/>
                    <a:gd name="T15" fmla="*/ 184 h 1688"/>
                    <a:gd name="T16" fmla="*/ 809 w 1340"/>
                    <a:gd name="T17" fmla="*/ 176 h 1688"/>
                    <a:gd name="T18" fmla="*/ 717 w 1340"/>
                    <a:gd name="T19" fmla="*/ 248 h 1688"/>
                    <a:gd name="T20" fmla="*/ 700 w 1340"/>
                    <a:gd name="T21" fmla="*/ 328 h 1688"/>
                    <a:gd name="T22" fmla="*/ 645 w 1340"/>
                    <a:gd name="T23" fmla="*/ 422 h 1688"/>
                    <a:gd name="T24" fmla="*/ 590 w 1340"/>
                    <a:gd name="T25" fmla="*/ 504 h 1688"/>
                    <a:gd name="T26" fmla="*/ 565 w 1340"/>
                    <a:gd name="T27" fmla="*/ 560 h 1688"/>
                    <a:gd name="T28" fmla="*/ 472 w 1340"/>
                    <a:gd name="T29" fmla="*/ 744 h 1688"/>
                    <a:gd name="T30" fmla="*/ 396 w 1340"/>
                    <a:gd name="T31" fmla="*/ 848 h 1688"/>
                    <a:gd name="T32" fmla="*/ 396 w 1340"/>
                    <a:gd name="T33" fmla="*/ 896 h 1688"/>
                    <a:gd name="T34" fmla="*/ 304 w 1340"/>
                    <a:gd name="T35" fmla="*/ 1024 h 1688"/>
                    <a:gd name="T36" fmla="*/ 236 w 1340"/>
                    <a:gd name="T37" fmla="*/ 1032 h 1688"/>
                    <a:gd name="T38" fmla="*/ 186 w 1340"/>
                    <a:gd name="T39" fmla="*/ 1088 h 1688"/>
                    <a:gd name="T40" fmla="*/ 93 w 1340"/>
                    <a:gd name="T41" fmla="*/ 1144 h 1688"/>
                    <a:gd name="T42" fmla="*/ 26 w 1340"/>
                    <a:gd name="T43" fmla="*/ 1200 h 1688"/>
                    <a:gd name="T44" fmla="*/ 9 w 1340"/>
                    <a:gd name="T45" fmla="*/ 1264 h 1688"/>
                    <a:gd name="T46" fmla="*/ 9 w 1340"/>
                    <a:gd name="T47" fmla="*/ 1304 h 1688"/>
                    <a:gd name="T48" fmla="*/ 0 w 1340"/>
                    <a:gd name="T49" fmla="*/ 1352 h 1688"/>
                    <a:gd name="T50" fmla="*/ 9 w 1340"/>
                    <a:gd name="T51" fmla="*/ 1424 h 1688"/>
                    <a:gd name="T52" fmla="*/ 51 w 1340"/>
                    <a:gd name="T53" fmla="*/ 1464 h 1688"/>
                    <a:gd name="T54" fmla="*/ 17 w 1340"/>
                    <a:gd name="T55" fmla="*/ 1512 h 1688"/>
                    <a:gd name="T56" fmla="*/ 59 w 1340"/>
                    <a:gd name="T57" fmla="*/ 1552 h 1688"/>
                    <a:gd name="T58" fmla="*/ 17 w 1340"/>
                    <a:gd name="T59" fmla="*/ 1584 h 1688"/>
                    <a:gd name="T60" fmla="*/ 51 w 1340"/>
                    <a:gd name="T61" fmla="*/ 1632 h 1688"/>
                    <a:gd name="T62" fmla="*/ 102 w 1340"/>
                    <a:gd name="T63" fmla="*/ 1688 h 1688"/>
                    <a:gd name="T64" fmla="*/ 278 w 1340"/>
                    <a:gd name="T65" fmla="*/ 1624 h 1688"/>
                    <a:gd name="T66" fmla="*/ 346 w 1340"/>
                    <a:gd name="T67" fmla="*/ 1576 h 1688"/>
                    <a:gd name="T68" fmla="*/ 388 w 1340"/>
                    <a:gd name="T69" fmla="*/ 1512 h 1688"/>
                    <a:gd name="T70" fmla="*/ 422 w 1340"/>
                    <a:gd name="T71" fmla="*/ 1592 h 1688"/>
                    <a:gd name="T72" fmla="*/ 489 w 1340"/>
                    <a:gd name="T73" fmla="*/ 1456 h 1688"/>
                    <a:gd name="T74" fmla="*/ 514 w 1340"/>
                    <a:gd name="T75" fmla="*/ 1288 h 1688"/>
                    <a:gd name="T76" fmla="*/ 455 w 1340"/>
                    <a:gd name="T77" fmla="*/ 1048 h 1688"/>
                    <a:gd name="T78" fmla="*/ 582 w 1340"/>
                    <a:gd name="T79" fmla="*/ 912 h 1688"/>
                    <a:gd name="T80" fmla="*/ 590 w 1340"/>
                    <a:gd name="T81" fmla="*/ 712 h 1688"/>
                    <a:gd name="T82" fmla="*/ 691 w 1340"/>
                    <a:gd name="T83" fmla="*/ 568 h 1688"/>
                    <a:gd name="T84" fmla="*/ 717 w 1340"/>
                    <a:gd name="T85" fmla="*/ 440 h 1688"/>
                    <a:gd name="T86" fmla="*/ 851 w 1340"/>
                    <a:gd name="T87" fmla="*/ 400 h 1688"/>
                    <a:gd name="T88" fmla="*/ 851 w 1340"/>
                    <a:gd name="T89" fmla="*/ 296 h 1688"/>
                    <a:gd name="T90" fmla="*/ 1037 w 1340"/>
                    <a:gd name="T91" fmla="*/ 304 h 1688"/>
                    <a:gd name="T92" fmla="*/ 1113 w 1340"/>
                    <a:gd name="T93" fmla="*/ 176 h 1688"/>
                    <a:gd name="T94" fmla="*/ 1264 w 1340"/>
                    <a:gd name="T95" fmla="*/ 168 h 1688"/>
                    <a:gd name="T96" fmla="*/ 1340 w 1340"/>
                    <a:gd name="T97" fmla="*/ 144 h 1688"/>
                    <a:gd name="T98" fmla="*/ 1239 w 1340"/>
                    <a:gd name="T99" fmla="*/ 104 h 168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340"/>
                    <a:gd name="T151" fmla="*/ 0 h 1688"/>
                    <a:gd name="T152" fmla="*/ 1340 w 1340"/>
                    <a:gd name="T153" fmla="*/ 1688 h 168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340" h="1688">
                      <a:moveTo>
                        <a:pt x="1239" y="104"/>
                      </a:moveTo>
                      <a:lnTo>
                        <a:pt x="1281" y="80"/>
                      </a:lnTo>
                      <a:lnTo>
                        <a:pt x="1323" y="40"/>
                      </a:lnTo>
                      <a:lnTo>
                        <a:pt x="1239" y="16"/>
                      </a:lnTo>
                      <a:lnTo>
                        <a:pt x="1214" y="8"/>
                      </a:lnTo>
                      <a:lnTo>
                        <a:pt x="1205" y="24"/>
                      </a:lnTo>
                      <a:lnTo>
                        <a:pt x="1180" y="56"/>
                      </a:lnTo>
                      <a:lnTo>
                        <a:pt x="1172" y="16"/>
                      </a:lnTo>
                      <a:lnTo>
                        <a:pt x="1172" y="0"/>
                      </a:lnTo>
                      <a:lnTo>
                        <a:pt x="1146" y="0"/>
                      </a:lnTo>
                      <a:lnTo>
                        <a:pt x="1130" y="0"/>
                      </a:lnTo>
                      <a:lnTo>
                        <a:pt x="1130" y="24"/>
                      </a:lnTo>
                      <a:lnTo>
                        <a:pt x="1130" y="64"/>
                      </a:lnTo>
                      <a:lnTo>
                        <a:pt x="1104" y="24"/>
                      </a:lnTo>
                      <a:lnTo>
                        <a:pt x="1071" y="120"/>
                      </a:lnTo>
                      <a:lnTo>
                        <a:pt x="1062" y="48"/>
                      </a:lnTo>
                      <a:lnTo>
                        <a:pt x="1037" y="24"/>
                      </a:lnTo>
                      <a:lnTo>
                        <a:pt x="1012" y="40"/>
                      </a:lnTo>
                      <a:lnTo>
                        <a:pt x="961" y="80"/>
                      </a:lnTo>
                      <a:lnTo>
                        <a:pt x="953" y="112"/>
                      </a:lnTo>
                      <a:lnTo>
                        <a:pt x="961" y="136"/>
                      </a:lnTo>
                      <a:lnTo>
                        <a:pt x="902" y="144"/>
                      </a:lnTo>
                      <a:lnTo>
                        <a:pt x="885" y="160"/>
                      </a:lnTo>
                      <a:lnTo>
                        <a:pt x="877" y="184"/>
                      </a:lnTo>
                      <a:lnTo>
                        <a:pt x="851" y="192"/>
                      </a:lnTo>
                      <a:lnTo>
                        <a:pt x="826" y="192"/>
                      </a:lnTo>
                      <a:lnTo>
                        <a:pt x="809" y="176"/>
                      </a:lnTo>
                      <a:lnTo>
                        <a:pt x="784" y="176"/>
                      </a:lnTo>
                      <a:lnTo>
                        <a:pt x="750" y="208"/>
                      </a:lnTo>
                      <a:lnTo>
                        <a:pt x="717" y="248"/>
                      </a:lnTo>
                      <a:lnTo>
                        <a:pt x="683" y="296"/>
                      </a:lnTo>
                      <a:lnTo>
                        <a:pt x="683" y="320"/>
                      </a:lnTo>
                      <a:lnTo>
                        <a:pt x="700" y="328"/>
                      </a:lnTo>
                      <a:lnTo>
                        <a:pt x="658" y="376"/>
                      </a:lnTo>
                      <a:lnTo>
                        <a:pt x="639" y="374"/>
                      </a:lnTo>
                      <a:lnTo>
                        <a:pt x="645" y="422"/>
                      </a:lnTo>
                      <a:lnTo>
                        <a:pt x="616" y="456"/>
                      </a:lnTo>
                      <a:lnTo>
                        <a:pt x="599" y="480"/>
                      </a:lnTo>
                      <a:lnTo>
                        <a:pt x="590" y="504"/>
                      </a:lnTo>
                      <a:lnTo>
                        <a:pt x="607" y="520"/>
                      </a:lnTo>
                      <a:lnTo>
                        <a:pt x="573" y="536"/>
                      </a:lnTo>
                      <a:lnTo>
                        <a:pt x="565" y="560"/>
                      </a:lnTo>
                      <a:lnTo>
                        <a:pt x="540" y="576"/>
                      </a:lnTo>
                      <a:lnTo>
                        <a:pt x="523" y="624"/>
                      </a:lnTo>
                      <a:lnTo>
                        <a:pt x="472" y="744"/>
                      </a:lnTo>
                      <a:lnTo>
                        <a:pt x="455" y="816"/>
                      </a:lnTo>
                      <a:lnTo>
                        <a:pt x="439" y="840"/>
                      </a:lnTo>
                      <a:lnTo>
                        <a:pt x="396" y="848"/>
                      </a:lnTo>
                      <a:lnTo>
                        <a:pt x="405" y="872"/>
                      </a:lnTo>
                      <a:lnTo>
                        <a:pt x="413" y="888"/>
                      </a:lnTo>
                      <a:lnTo>
                        <a:pt x="396" y="896"/>
                      </a:lnTo>
                      <a:lnTo>
                        <a:pt x="346" y="952"/>
                      </a:lnTo>
                      <a:lnTo>
                        <a:pt x="321" y="1008"/>
                      </a:lnTo>
                      <a:lnTo>
                        <a:pt x="304" y="1024"/>
                      </a:lnTo>
                      <a:lnTo>
                        <a:pt x="295" y="1032"/>
                      </a:lnTo>
                      <a:lnTo>
                        <a:pt x="262" y="1024"/>
                      </a:lnTo>
                      <a:lnTo>
                        <a:pt x="236" y="1032"/>
                      </a:lnTo>
                      <a:lnTo>
                        <a:pt x="228" y="1040"/>
                      </a:lnTo>
                      <a:lnTo>
                        <a:pt x="220" y="1064"/>
                      </a:lnTo>
                      <a:lnTo>
                        <a:pt x="186" y="1088"/>
                      </a:lnTo>
                      <a:lnTo>
                        <a:pt x="152" y="1104"/>
                      </a:lnTo>
                      <a:lnTo>
                        <a:pt x="127" y="1128"/>
                      </a:lnTo>
                      <a:lnTo>
                        <a:pt x="93" y="1144"/>
                      </a:lnTo>
                      <a:lnTo>
                        <a:pt x="68" y="1168"/>
                      </a:lnTo>
                      <a:lnTo>
                        <a:pt x="51" y="1192"/>
                      </a:lnTo>
                      <a:lnTo>
                        <a:pt x="26" y="1200"/>
                      </a:lnTo>
                      <a:lnTo>
                        <a:pt x="17" y="1208"/>
                      </a:lnTo>
                      <a:lnTo>
                        <a:pt x="17" y="1248"/>
                      </a:lnTo>
                      <a:lnTo>
                        <a:pt x="9" y="1264"/>
                      </a:lnTo>
                      <a:lnTo>
                        <a:pt x="17" y="1272"/>
                      </a:lnTo>
                      <a:lnTo>
                        <a:pt x="17" y="1288"/>
                      </a:lnTo>
                      <a:lnTo>
                        <a:pt x="9" y="1304"/>
                      </a:lnTo>
                      <a:lnTo>
                        <a:pt x="17" y="1312"/>
                      </a:lnTo>
                      <a:lnTo>
                        <a:pt x="17" y="1328"/>
                      </a:lnTo>
                      <a:lnTo>
                        <a:pt x="0" y="1352"/>
                      </a:lnTo>
                      <a:lnTo>
                        <a:pt x="17" y="1384"/>
                      </a:lnTo>
                      <a:lnTo>
                        <a:pt x="43" y="1408"/>
                      </a:lnTo>
                      <a:lnTo>
                        <a:pt x="9" y="1424"/>
                      </a:lnTo>
                      <a:lnTo>
                        <a:pt x="34" y="1432"/>
                      </a:lnTo>
                      <a:lnTo>
                        <a:pt x="9" y="1480"/>
                      </a:lnTo>
                      <a:lnTo>
                        <a:pt x="51" y="1464"/>
                      </a:lnTo>
                      <a:lnTo>
                        <a:pt x="51" y="1480"/>
                      </a:lnTo>
                      <a:lnTo>
                        <a:pt x="43" y="1488"/>
                      </a:lnTo>
                      <a:lnTo>
                        <a:pt x="17" y="1512"/>
                      </a:lnTo>
                      <a:lnTo>
                        <a:pt x="17" y="1544"/>
                      </a:lnTo>
                      <a:lnTo>
                        <a:pt x="43" y="1544"/>
                      </a:lnTo>
                      <a:lnTo>
                        <a:pt x="59" y="1552"/>
                      </a:lnTo>
                      <a:lnTo>
                        <a:pt x="59" y="1568"/>
                      </a:lnTo>
                      <a:lnTo>
                        <a:pt x="34" y="1584"/>
                      </a:lnTo>
                      <a:lnTo>
                        <a:pt x="17" y="1584"/>
                      </a:lnTo>
                      <a:lnTo>
                        <a:pt x="9" y="1592"/>
                      </a:lnTo>
                      <a:lnTo>
                        <a:pt x="26" y="1616"/>
                      </a:lnTo>
                      <a:lnTo>
                        <a:pt x="51" y="1632"/>
                      </a:lnTo>
                      <a:lnTo>
                        <a:pt x="76" y="1656"/>
                      </a:lnTo>
                      <a:lnTo>
                        <a:pt x="118" y="1664"/>
                      </a:lnTo>
                      <a:lnTo>
                        <a:pt x="102" y="1688"/>
                      </a:lnTo>
                      <a:lnTo>
                        <a:pt x="177" y="1688"/>
                      </a:lnTo>
                      <a:lnTo>
                        <a:pt x="236" y="1664"/>
                      </a:lnTo>
                      <a:lnTo>
                        <a:pt x="278" y="1624"/>
                      </a:lnTo>
                      <a:lnTo>
                        <a:pt x="312" y="1576"/>
                      </a:lnTo>
                      <a:lnTo>
                        <a:pt x="329" y="1584"/>
                      </a:lnTo>
                      <a:lnTo>
                        <a:pt x="346" y="1576"/>
                      </a:lnTo>
                      <a:lnTo>
                        <a:pt x="363" y="1544"/>
                      </a:lnTo>
                      <a:lnTo>
                        <a:pt x="363" y="1512"/>
                      </a:lnTo>
                      <a:lnTo>
                        <a:pt x="388" y="1512"/>
                      </a:lnTo>
                      <a:lnTo>
                        <a:pt x="396" y="1528"/>
                      </a:lnTo>
                      <a:lnTo>
                        <a:pt x="405" y="1560"/>
                      </a:lnTo>
                      <a:lnTo>
                        <a:pt x="422" y="1592"/>
                      </a:lnTo>
                      <a:lnTo>
                        <a:pt x="439" y="1584"/>
                      </a:lnTo>
                      <a:lnTo>
                        <a:pt x="455" y="1488"/>
                      </a:lnTo>
                      <a:lnTo>
                        <a:pt x="489" y="1456"/>
                      </a:lnTo>
                      <a:lnTo>
                        <a:pt x="489" y="1368"/>
                      </a:lnTo>
                      <a:lnTo>
                        <a:pt x="514" y="1328"/>
                      </a:lnTo>
                      <a:lnTo>
                        <a:pt x="514" y="1288"/>
                      </a:lnTo>
                      <a:lnTo>
                        <a:pt x="472" y="1248"/>
                      </a:lnTo>
                      <a:lnTo>
                        <a:pt x="472" y="1168"/>
                      </a:lnTo>
                      <a:lnTo>
                        <a:pt x="455" y="1048"/>
                      </a:lnTo>
                      <a:lnTo>
                        <a:pt x="489" y="976"/>
                      </a:lnTo>
                      <a:lnTo>
                        <a:pt x="565" y="968"/>
                      </a:lnTo>
                      <a:lnTo>
                        <a:pt x="582" y="912"/>
                      </a:lnTo>
                      <a:lnTo>
                        <a:pt x="540" y="888"/>
                      </a:lnTo>
                      <a:lnTo>
                        <a:pt x="590" y="808"/>
                      </a:lnTo>
                      <a:lnTo>
                        <a:pt x="590" y="712"/>
                      </a:lnTo>
                      <a:lnTo>
                        <a:pt x="632" y="688"/>
                      </a:lnTo>
                      <a:lnTo>
                        <a:pt x="632" y="624"/>
                      </a:lnTo>
                      <a:lnTo>
                        <a:pt x="691" y="568"/>
                      </a:lnTo>
                      <a:lnTo>
                        <a:pt x="683" y="528"/>
                      </a:lnTo>
                      <a:lnTo>
                        <a:pt x="683" y="480"/>
                      </a:lnTo>
                      <a:lnTo>
                        <a:pt x="717" y="440"/>
                      </a:lnTo>
                      <a:lnTo>
                        <a:pt x="759" y="440"/>
                      </a:lnTo>
                      <a:lnTo>
                        <a:pt x="776" y="384"/>
                      </a:lnTo>
                      <a:lnTo>
                        <a:pt x="851" y="400"/>
                      </a:lnTo>
                      <a:lnTo>
                        <a:pt x="851" y="320"/>
                      </a:lnTo>
                      <a:lnTo>
                        <a:pt x="868" y="312"/>
                      </a:lnTo>
                      <a:lnTo>
                        <a:pt x="851" y="296"/>
                      </a:lnTo>
                      <a:lnTo>
                        <a:pt x="894" y="272"/>
                      </a:lnTo>
                      <a:lnTo>
                        <a:pt x="995" y="320"/>
                      </a:lnTo>
                      <a:lnTo>
                        <a:pt x="1037" y="304"/>
                      </a:lnTo>
                      <a:lnTo>
                        <a:pt x="1096" y="320"/>
                      </a:lnTo>
                      <a:lnTo>
                        <a:pt x="1113" y="248"/>
                      </a:lnTo>
                      <a:lnTo>
                        <a:pt x="1113" y="176"/>
                      </a:lnTo>
                      <a:lnTo>
                        <a:pt x="1146" y="136"/>
                      </a:lnTo>
                      <a:lnTo>
                        <a:pt x="1197" y="136"/>
                      </a:lnTo>
                      <a:lnTo>
                        <a:pt x="1264" y="168"/>
                      </a:lnTo>
                      <a:lnTo>
                        <a:pt x="1281" y="208"/>
                      </a:lnTo>
                      <a:lnTo>
                        <a:pt x="1306" y="176"/>
                      </a:lnTo>
                      <a:lnTo>
                        <a:pt x="1340" y="144"/>
                      </a:lnTo>
                      <a:lnTo>
                        <a:pt x="1340" y="120"/>
                      </a:lnTo>
                      <a:lnTo>
                        <a:pt x="1239" y="104"/>
                      </a:lnTo>
                      <a:close/>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12448" name="Freeform 198"/>
                <p:cNvSpPr>
                  <a:spLocks/>
                </p:cNvSpPr>
                <p:nvPr/>
              </p:nvSpPr>
              <p:spPr bwMode="auto">
                <a:xfrm>
                  <a:off x="3881" y="3240"/>
                  <a:ext cx="1777" cy="877"/>
                </a:xfrm>
                <a:custGeom>
                  <a:avLst/>
                  <a:gdLst>
                    <a:gd name="T0" fmla="*/ 154213939 w 1709"/>
                    <a:gd name="T1" fmla="*/ 11647319 h 859"/>
                    <a:gd name="T2" fmla="*/ 129893216 w 1709"/>
                    <a:gd name="T3" fmla="*/ 10578717 h 859"/>
                    <a:gd name="T4" fmla="*/ 200643413 w 1709"/>
                    <a:gd name="T5" fmla="*/ 9082698 h 859"/>
                    <a:gd name="T6" fmla="*/ 245968341 w 1709"/>
                    <a:gd name="T7" fmla="*/ 7800489 h 859"/>
                    <a:gd name="T8" fmla="*/ 298478254 w 1709"/>
                    <a:gd name="T9" fmla="*/ 4951008 h 859"/>
                    <a:gd name="T10" fmla="*/ 383599093 w 1709"/>
                    <a:gd name="T11" fmla="*/ 3668753 h 859"/>
                    <a:gd name="T12" fmla="*/ 411789323 w 1709"/>
                    <a:gd name="T13" fmla="*/ 4844163 h 859"/>
                    <a:gd name="T14" fmla="*/ 452691904 w 1709"/>
                    <a:gd name="T15" fmla="*/ 5378465 h 859"/>
                    <a:gd name="T16" fmla="*/ 482539235 w 1709"/>
                    <a:gd name="T17" fmla="*/ 5164757 h 859"/>
                    <a:gd name="T18" fmla="*/ 578162887 w 1709"/>
                    <a:gd name="T19" fmla="*/ 5485368 h 859"/>
                    <a:gd name="T20" fmla="*/ 613538260 w 1709"/>
                    <a:gd name="T21" fmla="*/ 4203056 h 859"/>
                    <a:gd name="T22" fmla="*/ 664389658 w 1709"/>
                    <a:gd name="T23" fmla="*/ 3455005 h 859"/>
                    <a:gd name="T24" fmla="*/ 692579816 w 1709"/>
                    <a:gd name="T25" fmla="*/ 1175424 h 859"/>
                    <a:gd name="T26" fmla="*/ 739562333 w 1709"/>
                    <a:gd name="T27" fmla="*/ 1175424 h 859"/>
                    <a:gd name="T28" fmla="*/ 767751356 w 1709"/>
                    <a:gd name="T29" fmla="*/ 106816 h 859"/>
                    <a:gd name="T30" fmla="*/ 821920712 w 1709"/>
                    <a:gd name="T31" fmla="*/ 3775601 h 859"/>
                    <a:gd name="T32" fmla="*/ 870007717 w 1709"/>
                    <a:gd name="T33" fmla="*/ 7800489 h 859"/>
                    <a:gd name="T34" fmla="*/ 902067026 w 1709"/>
                    <a:gd name="T35" fmla="*/ 10471871 h 859"/>
                    <a:gd name="T36" fmla="*/ 925282130 w 1709"/>
                    <a:gd name="T37" fmla="*/ 12858342 h 859"/>
                    <a:gd name="T38" fmla="*/ 944074660 w 1709"/>
                    <a:gd name="T39" fmla="*/ 15636608 h 859"/>
                    <a:gd name="T40" fmla="*/ 893775550 w 1709"/>
                    <a:gd name="T41" fmla="*/ 16491427 h 859"/>
                    <a:gd name="T42" fmla="*/ 870007717 w 1709"/>
                    <a:gd name="T43" fmla="*/ 16598352 h 859"/>
                    <a:gd name="T44" fmla="*/ 838501787 w 1709"/>
                    <a:gd name="T45" fmla="*/ 16277733 h 859"/>
                    <a:gd name="T46" fmla="*/ 815287312 w 1709"/>
                    <a:gd name="T47" fmla="*/ 17524477 h 859"/>
                    <a:gd name="T48" fmla="*/ 776042483 w 1709"/>
                    <a:gd name="T49" fmla="*/ 18058626 h 859"/>
                    <a:gd name="T50" fmla="*/ 749511528 w 1709"/>
                    <a:gd name="T51" fmla="*/ 19661533 h 859"/>
                    <a:gd name="T52" fmla="*/ 692579816 w 1709"/>
                    <a:gd name="T53" fmla="*/ 21691841 h 859"/>
                    <a:gd name="T54" fmla="*/ 651676924 w 1709"/>
                    <a:gd name="T55" fmla="*/ 22368585 h 859"/>
                    <a:gd name="T56" fmla="*/ 618512821 w 1709"/>
                    <a:gd name="T57" fmla="*/ 22368585 h 859"/>
                    <a:gd name="T58" fmla="*/ 549973806 w 1709"/>
                    <a:gd name="T59" fmla="*/ 22689116 h 859"/>
                    <a:gd name="T60" fmla="*/ 525100587 w 1709"/>
                    <a:gd name="T61" fmla="*/ 26749687 h 859"/>
                    <a:gd name="T62" fmla="*/ 494146987 w 1709"/>
                    <a:gd name="T63" fmla="*/ 25467354 h 859"/>
                    <a:gd name="T64" fmla="*/ 500779927 w 1709"/>
                    <a:gd name="T65" fmla="*/ 23757675 h 859"/>
                    <a:gd name="T66" fmla="*/ 469273289 w 1709"/>
                    <a:gd name="T67" fmla="*/ 25467354 h 859"/>
                    <a:gd name="T68" fmla="*/ 408473089 w 1709"/>
                    <a:gd name="T69" fmla="*/ 27034614 h 859"/>
                    <a:gd name="T70" fmla="*/ 363700498 w 1709"/>
                    <a:gd name="T71" fmla="*/ 28530603 h 859"/>
                    <a:gd name="T72" fmla="*/ 277473949 w 1709"/>
                    <a:gd name="T73" fmla="*/ 27141493 h 859"/>
                    <a:gd name="T74" fmla="*/ 231043963 w 1709"/>
                    <a:gd name="T75" fmla="*/ 27462042 h 859"/>
                    <a:gd name="T76" fmla="*/ 208934772 w 1709"/>
                    <a:gd name="T77" fmla="*/ 29385476 h 859"/>
                    <a:gd name="T78" fmla="*/ 179086819 w 1709"/>
                    <a:gd name="T79" fmla="*/ 30560851 h 859"/>
                    <a:gd name="T80" fmla="*/ 154213939 w 1709"/>
                    <a:gd name="T81" fmla="*/ 29064865 h 859"/>
                    <a:gd name="T82" fmla="*/ 119944387 w 1709"/>
                    <a:gd name="T83" fmla="*/ 27782649 h 859"/>
                    <a:gd name="T84" fmla="*/ 93412882 w 1709"/>
                    <a:gd name="T85" fmla="*/ 26749687 h 859"/>
                    <a:gd name="T86" fmla="*/ 70197211 w 1709"/>
                    <a:gd name="T87" fmla="*/ 26642830 h 859"/>
                    <a:gd name="T88" fmla="*/ 51404477 w 1709"/>
                    <a:gd name="T89" fmla="*/ 25039959 h 859"/>
                    <a:gd name="T90" fmla="*/ 43113614 w 1709"/>
                    <a:gd name="T91" fmla="*/ 23543999 h 859"/>
                    <a:gd name="T92" fmla="*/ 23214909 w 1709"/>
                    <a:gd name="T93" fmla="*/ 21584903 h 859"/>
                    <a:gd name="T94" fmla="*/ 34822684 w 1709"/>
                    <a:gd name="T95" fmla="*/ 20409533 h 859"/>
                    <a:gd name="T96" fmla="*/ 16581890 w 1709"/>
                    <a:gd name="T97" fmla="*/ 18165570 h 859"/>
                    <a:gd name="T98" fmla="*/ 0 w 1709"/>
                    <a:gd name="T99" fmla="*/ 17239501 h 859"/>
                    <a:gd name="T100" fmla="*/ 23214909 w 1709"/>
                    <a:gd name="T101" fmla="*/ 13606404 h 859"/>
                    <a:gd name="T102" fmla="*/ 59695844 w 1709"/>
                    <a:gd name="T103" fmla="*/ 13926930 h 859"/>
                    <a:gd name="T104" fmla="*/ 105020114 w 1709"/>
                    <a:gd name="T105" fmla="*/ 13072025 h 85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709"/>
                    <a:gd name="T160" fmla="*/ 0 h 859"/>
                    <a:gd name="T161" fmla="*/ 1709 w 1709"/>
                    <a:gd name="T162" fmla="*/ 859 h 85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709" h="859">
                      <a:moveTo>
                        <a:pt x="226" y="361"/>
                      </a:moveTo>
                      <a:lnTo>
                        <a:pt x="232" y="330"/>
                      </a:lnTo>
                      <a:lnTo>
                        <a:pt x="279" y="327"/>
                      </a:lnTo>
                      <a:lnTo>
                        <a:pt x="294" y="327"/>
                      </a:lnTo>
                      <a:lnTo>
                        <a:pt x="270" y="306"/>
                      </a:lnTo>
                      <a:lnTo>
                        <a:pt x="235" y="297"/>
                      </a:lnTo>
                      <a:lnTo>
                        <a:pt x="235" y="279"/>
                      </a:lnTo>
                      <a:lnTo>
                        <a:pt x="309" y="258"/>
                      </a:lnTo>
                      <a:lnTo>
                        <a:pt x="363" y="255"/>
                      </a:lnTo>
                      <a:lnTo>
                        <a:pt x="403" y="234"/>
                      </a:lnTo>
                      <a:lnTo>
                        <a:pt x="427" y="246"/>
                      </a:lnTo>
                      <a:lnTo>
                        <a:pt x="445" y="219"/>
                      </a:lnTo>
                      <a:lnTo>
                        <a:pt x="487" y="178"/>
                      </a:lnTo>
                      <a:lnTo>
                        <a:pt x="516" y="154"/>
                      </a:lnTo>
                      <a:lnTo>
                        <a:pt x="540" y="139"/>
                      </a:lnTo>
                      <a:lnTo>
                        <a:pt x="585" y="139"/>
                      </a:lnTo>
                      <a:lnTo>
                        <a:pt x="624" y="127"/>
                      </a:lnTo>
                      <a:lnTo>
                        <a:pt x="694" y="103"/>
                      </a:lnTo>
                      <a:lnTo>
                        <a:pt x="706" y="103"/>
                      </a:lnTo>
                      <a:lnTo>
                        <a:pt x="724" y="121"/>
                      </a:lnTo>
                      <a:lnTo>
                        <a:pt x="745" y="136"/>
                      </a:lnTo>
                      <a:lnTo>
                        <a:pt x="772" y="121"/>
                      </a:lnTo>
                      <a:lnTo>
                        <a:pt x="801" y="136"/>
                      </a:lnTo>
                      <a:lnTo>
                        <a:pt x="819" y="151"/>
                      </a:lnTo>
                      <a:lnTo>
                        <a:pt x="846" y="154"/>
                      </a:lnTo>
                      <a:lnTo>
                        <a:pt x="858" y="163"/>
                      </a:lnTo>
                      <a:lnTo>
                        <a:pt x="873" y="145"/>
                      </a:lnTo>
                      <a:lnTo>
                        <a:pt x="915" y="160"/>
                      </a:lnTo>
                      <a:lnTo>
                        <a:pt x="986" y="163"/>
                      </a:lnTo>
                      <a:lnTo>
                        <a:pt x="1046" y="154"/>
                      </a:lnTo>
                      <a:lnTo>
                        <a:pt x="1077" y="139"/>
                      </a:lnTo>
                      <a:lnTo>
                        <a:pt x="1089" y="130"/>
                      </a:lnTo>
                      <a:lnTo>
                        <a:pt x="1110" y="118"/>
                      </a:lnTo>
                      <a:lnTo>
                        <a:pt x="1143" y="127"/>
                      </a:lnTo>
                      <a:lnTo>
                        <a:pt x="1170" y="121"/>
                      </a:lnTo>
                      <a:lnTo>
                        <a:pt x="1202" y="97"/>
                      </a:lnTo>
                      <a:lnTo>
                        <a:pt x="1244" y="69"/>
                      </a:lnTo>
                      <a:lnTo>
                        <a:pt x="1250" y="51"/>
                      </a:lnTo>
                      <a:lnTo>
                        <a:pt x="1253" y="33"/>
                      </a:lnTo>
                      <a:lnTo>
                        <a:pt x="1277" y="27"/>
                      </a:lnTo>
                      <a:lnTo>
                        <a:pt x="1298" y="33"/>
                      </a:lnTo>
                      <a:lnTo>
                        <a:pt x="1338" y="33"/>
                      </a:lnTo>
                      <a:lnTo>
                        <a:pt x="1353" y="18"/>
                      </a:lnTo>
                      <a:lnTo>
                        <a:pt x="1371" y="0"/>
                      </a:lnTo>
                      <a:lnTo>
                        <a:pt x="1389" y="3"/>
                      </a:lnTo>
                      <a:lnTo>
                        <a:pt x="1398" y="24"/>
                      </a:lnTo>
                      <a:lnTo>
                        <a:pt x="1449" y="33"/>
                      </a:lnTo>
                      <a:lnTo>
                        <a:pt x="1487" y="106"/>
                      </a:lnTo>
                      <a:lnTo>
                        <a:pt x="1589" y="112"/>
                      </a:lnTo>
                      <a:lnTo>
                        <a:pt x="1620" y="154"/>
                      </a:lnTo>
                      <a:lnTo>
                        <a:pt x="1574" y="219"/>
                      </a:lnTo>
                      <a:lnTo>
                        <a:pt x="1599" y="234"/>
                      </a:lnTo>
                      <a:lnTo>
                        <a:pt x="1592" y="279"/>
                      </a:lnTo>
                      <a:lnTo>
                        <a:pt x="1632" y="294"/>
                      </a:lnTo>
                      <a:lnTo>
                        <a:pt x="1611" y="352"/>
                      </a:lnTo>
                      <a:lnTo>
                        <a:pt x="1641" y="352"/>
                      </a:lnTo>
                      <a:lnTo>
                        <a:pt x="1674" y="361"/>
                      </a:lnTo>
                      <a:lnTo>
                        <a:pt x="1668" y="382"/>
                      </a:lnTo>
                      <a:lnTo>
                        <a:pt x="1680" y="412"/>
                      </a:lnTo>
                      <a:lnTo>
                        <a:pt x="1708" y="439"/>
                      </a:lnTo>
                      <a:lnTo>
                        <a:pt x="1689" y="448"/>
                      </a:lnTo>
                      <a:lnTo>
                        <a:pt x="1665" y="454"/>
                      </a:lnTo>
                      <a:lnTo>
                        <a:pt x="1617" y="463"/>
                      </a:lnTo>
                      <a:lnTo>
                        <a:pt x="1599" y="472"/>
                      </a:lnTo>
                      <a:lnTo>
                        <a:pt x="1574" y="454"/>
                      </a:lnTo>
                      <a:lnTo>
                        <a:pt x="1574" y="466"/>
                      </a:lnTo>
                      <a:lnTo>
                        <a:pt x="1562" y="475"/>
                      </a:lnTo>
                      <a:lnTo>
                        <a:pt x="1538" y="481"/>
                      </a:lnTo>
                      <a:lnTo>
                        <a:pt x="1517" y="457"/>
                      </a:lnTo>
                      <a:lnTo>
                        <a:pt x="1490" y="472"/>
                      </a:lnTo>
                      <a:lnTo>
                        <a:pt x="1499" y="492"/>
                      </a:lnTo>
                      <a:lnTo>
                        <a:pt x="1475" y="492"/>
                      </a:lnTo>
                      <a:lnTo>
                        <a:pt x="1437" y="492"/>
                      </a:lnTo>
                      <a:lnTo>
                        <a:pt x="1422" y="510"/>
                      </a:lnTo>
                      <a:lnTo>
                        <a:pt x="1404" y="507"/>
                      </a:lnTo>
                      <a:lnTo>
                        <a:pt x="1383" y="510"/>
                      </a:lnTo>
                      <a:lnTo>
                        <a:pt x="1383" y="525"/>
                      </a:lnTo>
                      <a:lnTo>
                        <a:pt x="1356" y="552"/>
                      </a:lnTo>
                      <a:lnTo>
                        <a:pt x="1316" y="588"/>
                      </a:lnTo>
                      <a:lnTo>
                        <a:pt x="1259" y="591"/>
                      </a:lnTo>
                      <a:lnTo>
                        <a:pt x="1253" y="609"/>
                      </a:lnTo>
                      <a:lnTo>
                        <a:pt x="1250" y="618"/>
                      </a:lnTo>
                      <a:lnTo>
                        <a:pt x="1214" y="618"/>
                      </a:lnTo>
                      <a:lnTo>
                        <a:pt x="1179" y="628"/>
                      </a:lnTo>
                      <a:lnTo>
                        <a:pt x="1152" y="618"/>
                      </a:lnTo>
                      <a:lnTo>
                        <a:pt x="1137" y="609"/>
                      </a:lnTo>
                      <a:lnTo>
                        <a:pt x="1119" y="628"/>
                      </a:lnTo>
                      <a:lnTo>
                        <a:pt x="1077" y="649"/>
                      </a:lnTo>
                      <a:lnTo>
                        <a:pt x="1025" y="649"/>
                      </a:lnTo>
                      <a:lnTo>
                        <a:pt x="995" y="637"/>
                      </a:lnTo>
                      <a:lnTo>
                        <a:pt x="974" y="661"/>
                      </a:lnTo>
                      <a:lnTo>
                        <a:pt x="977" y="700"/>
                      </a:lnTo>
                      <a:lnTo>
                        <a:pt x="950" y="751"/>
                      </a:lnTo>
                      <a:lnTo>
                        <a:pt x="926" y="762"/>
                      </a:lnTo>
                      <a:lnTo>
                        <a:pt x="906" y="730"/>
                      </a:lnTo>
                      <a:lnTo>
                        <a:pt x="894" y="715"/>
                      </a:lnTo>
                      <a:lnTo>
                        <a:pt x="906" y="691"/>
                      </a:lnTo>
                      <a:lnTo>
                        <a:pt x="915" y="676"/>
                      </a:lnTo>
                      <a:lnTo>
                        <a:pt x="906" y="667"/>
                      </a:lnTo>
                      <a:lnTo>
                        <a:pt x="891" y="667"/>
                      </a:lnTo>
                      <a:lnTo>
                        <a:pt x="879" y="691"/>
                      </a:lnTo>
                      <a:lnTo>
                        <a:pt x="849" y="715"/>
                      </a:lnTo>
                      <a:lnTo>
                        <a:pt x="819" y="703"/>
                      </a:lnTo>
                      <a:lnTo>
                        <a:pt x="781" y="700"/>
                      </a:lnTo>
                      <a:lnTo>
                        <a:pt x="739" y="759"/>
                      </a:lnTo>
                      <a:lnTo>
                        <a:pt x="724" y="768"/>
                      </a:lnTo>
                      <a:lnTo>
                        <a:pt x="721" y="780"/>
                      </a:lnTo>
                      <a:lnTo>
                        <a:pt x="658" y="801"/>
                      </a:lnTo>
                      <a:lnTo>
                        <a:pt x="645" y="801"/>
                      </a:lnTo>
                      <a:lnTo>
                        <a:pt x="537" y="768"/>
                      </a:lnTo>
                      <a:lnTo>
                        <a:pt x="502" y="762"/>
                      </a:lnTo>
                      <a:lnTo>
                        <a:pt x="466" y="751"/>
                      </a:lnTo>
                      <a:lnTo>
                        <a:pt x="427" y="748"/>
                      </a:lnTo>
                      <a:lnTo>
                        <a:pt x="418" y="771"/>
                      </a:lnTo>
                      <a:lnTo>
                        <a:pt x="412" y="804"/>
                      </a:lnTo>
                      <a:lnTo>
                        <a:pt x="409" y="816"/>
                      </a:lnTo>
                      <a:lnTo>
                        <a:pt x="378" y="825"/>
                      </a:lnTo>
                      <a:lnTo>
                        <a:pt x="372" y="825"/>
                      </a:lnTo>
                      <a:lnTo>
                        <a:pt x="342" y="858"/>
                      </a:lnTo>
                      <a:lnTo>
                        <a:pt x="324" y="858"/>
                      </a:lnTo>
                      <a:lnTo>
                        <a:pt x="315" y="834"/>
                      </a:lnTo>
                      <a:lnTo>
                        <a:pt x="297" y="828"/>
                      </a:lnTo>
                      <a:lnTo>
                        <a:pt x="279" y="816"/>
                      </a:lnTo>
                      <a:lnTo>
                        <a:pt x="276" y="795"/>
                      </a:lnTo>
                      <a:lnTo>
                        <a:pt x="235" y="789"/>
                      </a:lnTo>
                      <a:lnTo>
                        <a:pt x="217" y="780"/>
                      </a:lnTo>
                      <a:lnTo>
                        <a:pt x="214" y="771"/>
                      </a:lnTo>
                      <a:lnTo>
                        <a:pt x="190" y="771"/>
                      </a:lnTo>
                      <a:lnTo>
                        <a:pt x="169" y="751"/>
                      </a:lnTo>
                      <a:lnTo>
                        <a:pt x="166" y="742"/>
                      </a:lnTo>
                      <a:lnTo>
                        <a:pt x="145" y="751"/>
                      </a:lnTo>
                      <a:lnTo>
                        <a:pt x="127" y="748"/>
                      </a:lnTo>
                      <a:lnTo>
                        <a:pt x="118" y="742"/>
                      </a:lnTo>
                      <a:lnTo>
                        <a:pt x="124" y="724"/>
                      </a:lnTo>
                      <a:lnTo>
                        <a:pt x="93" y="703"/>
                      </a:lnTo>
                      <a:lnTo>
                        <a:pt x="99" y="691"/>
                      </a:lnTo>
                      <a:lnTo>
                        <a:pt x="108" y="682"/>
                      </a:lnTo>
                      <a:lnTo>
                        <a:pt x="78" y="661"/>
                      </a:lnTo>
                      <a:lnTo>
                        <a:pt x="9" y="634"/>
                      </a:lnTo>
                      <a:lnTo>
                        <a:pt x="21" y="606"/>
                      </a:lnTo>
                      <a:lnTo>
                        <a:pt x="42" y="606"/>
                      </a:lnTo>
                      <a:lnTo>
                        <a:pt x="54" y="625"/>
                      </a:lnTo>
                      <a:lnTo>
                        <a:pt x="48" y="597"/>
                      </a:lnTo>
                      <a:lnTo>
                        <a:pt x="63" y="573"/>
                      </a:lnTo>
                      <a:lnTo>
                        <a:pt x="72" y="549"/>
                      </a:lnTo>
                      <a:lnTo>
                        <a:pt x="48" y="531"/>
                      </a:lnTo>
                      <a:lnTo>
                        <a:pt x="30" y="510"/>
                      </a:lnTo>
                      <a:lnTo>
                        <a:pt x="30" y="492"/>
                      </a:lnTo>
                      <a:lnTo>
                        <a:pt x="9" y="492"/>
                      </a:lnTo>
                      <a:lnTo>
                        <a:pt x="0" y="484"/>
                      </a:lnTo>
                      <a:lnTo>
                        <a:pt x="6" y="442"/>
                      </a:lnTo>
                      <a:lnTo>
                        <a:pt x="39" y="382"/>
                      </a:lnTo>
                      <a:lnTo>
                        <a:pt x="42" y="382"/>
                      </a:lnTo>
                      <a:lnTo>
                        <a:pt x="72" y="382"/>
                      </a:lnTo>
                      <a:lnTo>
                        <a:pt x="93" y="391"/>
                      </a:lnTo>
                      <a:lnTo>
                        <a:pt x="108" y="391"/>
                      </a:lnTo>
                      <a:lnTo>
                        <a:pt x="108" y="373"/>
                      </a:lnTo>
                      <a:lnTo>
                        <a:pt x="136" y="367"/>
                      </a:lnTo>
                      <a:lnTo>
                        <a:pt x="190" y="367"/>
                      </a:lnTo>
                      <a:lnTo>
                        <a:pt x="226" y="361"/>
                      </a:lnTo>
                    </a:path>
                  </a:pathLst>
                </a:custGeom>
                <a:solidFill>
                  <a:srgbClr val="99CCFF"/>
                </a:solidFill>
                <a:ln w="12700" cap="rnd" cmpd="sng">
                  <a:solidFill>
                    <a:srgbClr val="000000"/>
                  </a:solidFill>
                  <a:prstDash val="solid"/>
                  <a:round/>
                  <a:headEnd type="none" w="sm" len="sm"/>
                  <a:tailEnd type="none" w="sm" len="sm"/>
                </a:ln>
              </p:spPr>
              <p:txBody>
                <a:bodyPr/>
                <a:lstStyle/>
                <a:p>
                  <a:endParaRPr lang="en-GB"/>
                </a:p>
              </p:txBody>
            </p:sp>
          </p:grpSp>
          <p:sp>
            <p:nvSpPr>
              <p:cNvPr id="12349" name="Line 106"/>
              <p:cNvSpPr>
                <a:spLocks noChangeShapeType="1"/>
              </p:cNvSpPr>
              <p:nvPr/>
            </p:nvSpPr>
            <p:spPr bwMode="auto">
              <a:xfrm>
                <a:off x="3146" y="3408"/>
                <a:ext cx="74" cy="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GB"/>
              </a:p>
            </p:txBody>
          </p:sp>
          <p:sp>
            <p:nvSpPr>
              <p:cNvPr id="12350" name="Line 107"/>
              <p:cNvSpPr>
                <a:spLocks noChangeShapeType="1"/>
              </p:cNvSpPr>
              <p:nvPr/>
            </p:nvSpPr>
            <p:spPr bwMode="auto">
              <a:xfrm flipH="1">
                <a:off x="3172" y="3464"/>
                <a:ext cx="48"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GB"/>
              </a:p>
            </p:txBody>
          </p:sp>
        </p:grpSp>
        <p:sp>
          <p:nvSpPr>
            <p:cNvPr id="12345" name="Line 108"/>
            <p:cNvSpPr>
              <a:spLocks noChangeShapeType="1"/>
            </p:cNvSpPr>
            <p:nvPr/>
          </p:nvSpPr>
          <p:spPr bwMode="auto">
            <a:xfrm flipV="1">
              <a:off x="3222" y="3416"/>
              <a:ext cx="48" cy="48"/>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GB"/>
            </a:p>
          </p:txBody>
        </p:sp>
        <p:sp>
          <p:nvSpPr>
            <p:cNvPr id="12346" name="Line 109"/>
            <p:cNvSpPr>
              <a:spLocks noChangeShapeType="1"/>
            </p:cNvSpPr>
            <p:nvPr/>
          </p:nvSpPr>
          <p:spPr bwMode="auto">
            <a:xfrm>
              <a:off x="3266" y="3420"/>
              <a:ext cx="96" cy="8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GB"/>
            </a:p>
          </p:txBody>
        </p:sp>
        <p:sp>
          <p:nvSpPr>
            <p:cNvPr id="12347" name="Line 110"/>
            <p:cNvSpPr>
              <a:spLocks noChangeShapeType="1"/>
            </p:cNvSpPr>
            <p:nvPr/>
          </p:nvSpPr>
          <p:spPr bwMode="auto">
            <a:xfrm flipV="1">
              <a:off x="3354" y="3502"/>
              <a:ext cx="4" cy="46"/>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a:lstStyle/>
            <a:p>
              <a:endParaRPr lang="en-GB"/>
            </a:p>
          </p:txBody>
        </p:sp>
      </p:grpSp>
      <p:sp>
        <p:nvSpPr>
          <p:cNvPr id="12291" name="Rectangle 2"/>
          <p:cNvSpPr>
            <a:spLocks noChangeArrowheads="1"/>
          </p:cNvSpPr>
          <p:nvPr/>
        </p:nvSpPr>
        <p:spPr bwMode="auto">
          <a:xfrm>
            <a:off x="1512888" y="1028700"/>
            <a:ext cx="9144001"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292" name="Line 108"/>
          <p:cNvSpPr>
            <a:spLocks noChangeShapeType="1"/>
          </p:cNvSpPr>
          <p:nvPr/>
        </p:nvSpPr>
        <p:spPr bwMode="auto">
          <a:xfrm flipV="1">
            <a:off x="6638925" y="5422900"/>
            <a:ext cx="76200" cy="762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1429" tIns="45715" rIns="91429" bIns="45715"/>
          <a:lstStyle/>
          <a:p>
            <a:endParaRPr lang="en-GB"/>
          </a:p>
        </p:txBody>
      </p:sp>
      <p:sp>
        <p:nvSpPr>
          <p:cNvPr id="12293" name="Line 109"/>
          <p:cNvSpPr>
            <a:spLocks noChangeShapeType="1"/>
          </p:cNvSpPr>
          <p:nvPr/>
        </p:nvSpPr>
        <p:spPr bwMode="auto">
          <a:xfrm>
            <a:off x="6708775" y="5429250"/>
            <a:ext cx="152400" cy="12700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1429" tIns="45715" rIns="91429" bIns="45715"/>
          <a:lstStyle/>
          <a:p>
            <a:endParaRPr lang="en-GB"/>
          </a:p>
        </p:txBody>
      </p:sp>
      <p:sp>
        <p:nvSpPr>
          <p:cNvPr id="12294" name="Line 110"/>
          <p:cNvSpPr>
            <a:spLocks noChangeShapeType="1"/>
          </p:cNvSpPr>
          <p:nvPr/>
        </p:nvSpPr>
        <p:spPr bwMode="auto">
          <a:xfrm flipV="1">
            <a:off x="6848475" y="5559426"/>
            <a:ext cx="6350" cy="73025"/>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rgbClr val="000000"/>
                  </a:outerShdw>
                </a:effectLst>
              </a14:hiddenEffects>
            </a:ext>
          </a:extLst>
        </p:spPr>
        <p:txBody>
          <a:bodyPr lIns="91429" tIns="45715" rIns="91429" bIns="45715"/>
          <a:lstStyle/>
          <a:p>
            <a:endParaRPr lang="en-GB"/>
          </a:p>
        </p:txBody>
      </p:sp>
      <p:sp>
        <p:nvSpPr>
          <p:cNvPr id="12295" name="Rectangle 67"/>
          <p:cNvSpPr>
            <a:spLocks noChangeArrowheads="1"/>
          </p:cNvSpPr>
          <p:nvPr/>
        </p:nvSpPr>
        <p:spPr bwMode="auto">
          <a:xfrm>
            <a:off x="3857575" y="304800"/>
            <a:ext cx="58388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3200" b="1" dirty="0">
                <a:latin typeface="Arial" charset="0"/>
                <a:ea typeface="MS PGothic" pitchFamily="34" charset="-128"/>
              </a:rPr>
              <a:t>NATO Force Structure (Land)</a:t>
            </a:r>
          </a:p>
        </p:txBody>
      </p:sp>
      <p:sp>
        <p:nvSpPr>
          <p:cNvPr id="12296" name="Rectangle 160"/>
          <p:cNvSpPr>
            <a:spLocks noChangeArrowheads="1"/>
          </p:cNvSpPr>
          <p:nvPr/>
        </p:nvSpPr>
        <p:spPr bwMode="auto">
          <a:xfrm>
            <a:off x="8923338" y="3644901"/>
            <a:ext cx="2405062"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Lst>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600">
              <a:solidFill>
                <a:srgbClr val="000000"/>
              </a:solidFill>
              <a:ea typeface="MS PGothic" pitchFamily="34" charset="-128"/>
            </a:endParaRPr>
          </a:p>
        </p:txBody>
      </p:sp>
      <p:sp>
        <p:nvSpPr>
          <p:cNvPr id="12297" name="AutoShape 126"/>
          <p:cNvSpPr>
            <a:spLocks noChangeArrowheads="1"/>
          </p:cNvSpPr>
          <p:nvPr/>
        </p:nvSpPr>
        <p:spPr bwMode="auto">
          <a:xfrm>
            <a:off x="3273425" y="3856039"/>
            <a:ext cx="141288" cy="141287"/>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298" name="Line 227"/>
          <p:cNvSpPr>
            <a:spLocks noChangeShapeType="1"/>
          </p:cNvSpPr>
          <p:nvPr/>
        </p:nvSpPr>
        <p:spPr bwMode="auto">
          <a:xfrm>
            <a:off x="2898776" y="2601913"/>
            <a:ext cx="415925" cy="129540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299" name="Line 227"/>
          <p:cNvSpPr>
            <a:spLocks noChangeShapeType="1"/>
          </p:cNvSpPr>
          <p:nvPr/>
        </p:nvSpPr>
        <p:spPr bwMode="auto">
          <a:xfrm flipV="1">
            <a:off x="3027363" y="4265614"/>
            <a:ext cx="925512" cy="249237"/>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94" name="Text Box 217"/>
          <p:cNvSpPr txBox="1">
            <a:spLocks noChangeArrowheads="1"/>
          </p:cNvSpPr>
          <p:nvPr/>
        </p:nvSpPr>
        <p:spPr bwMode="auto">
          <a:xfrm>
            <a:off x="1797001" y="1950050"/>
            <a:ext cx="2224956"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ARRC</a:t>
            </a:r>
          </a:p>
          <a:p>
            <a:pPr algn="ctr">
              <a:spcBef>
                <a:spcPct val="0"/>
              </a:spcBef>
              <a:buNone/>
              <a:defRPr/>
            </a:pPr>
            <a:r>
              <a:rPr lang="en-US" altLang="en-US" sz="1200" dirty="0">
                <a:solidFill>
                  <a:srgbClr val="000000"/>
                </a:solidFill>
                <a:ea typeface="MS PGothic" pitchFamily="34" charset="-128"/>
              </a:rPr>
              <a:t>Innsworth, GBR</a:t>
            </a:r>
          </a:p>
        </p:txBody>
      </p:sp>
      <p:sp>
        <p:nvSpPr>
          <p:cNvPr id="12303" name="Line 227"/>
          <p:cNvSpPr>
            <a:spLocks noChangeShapeType="1"/>
          </p:cNvSpPr>
          <p:nvPr/>
        </p:nvSpPr>
        <p:spPr bwMode="auto">
          <a:xfrm flipH="1">
            <a:off x="4676775" y="2944814"/>
            <a:ext cx="457200" cy="1208087"/>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304" name="Line 227"/>
          <p:cNvSpPr>
            <a:spLocks noChangeShapeType="1"/>
          </p:cNvSpPr>
          <p:nvPr/>
        </p:nvSpPr>
        <p:spPr bwMode="auto">
          <a:xfrm flipV="1">
            <a:off x="3186114" y="4549775"/>
            <a:ext cx="1373187" cy="438150"/>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305" name="Line 227"/>
          <p:cNvSpPr>
            <a:spLocks noChangeShapeType="1"/>
          </p:cNvSpPr>
          <p:nvPr/>
        </p:nvSpPr>
        <p:spPr bwMode="auto">
          <a:xfrm flipH="1" flipV="1">
            <a:off x="5626101" y="3722689"/>
            <a:ext cx="1008063" cy="382587"/>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306" name="Line 227"/>
          <p:cNvSpPr>
            <a:spLocks noChangeShapeType="1"/>
          </p:cNvSpPr>
          <p:nvPr/>
        </p:nvSpPr>
        <p:spPr bwMode="auto">
          <a:xfrm flipV="1">
            <a:off x="2833689" y="5718176"/>
            <a:ext cx="395287" cy="555625"/>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99" name="Text Box 228"/>
          <p:cNvSpPr txBox="1">
            <a:spLocks noChangeArrowheads="1"/>
          </p:cNvSpPr>
          <p:nvPr/>
        </p:nvSpPr>
        <p:spPr bwMode="auto">
          <a:xfrm>
            <a:off x="1679085" y="4079460"/>
            <a:ext cx="1681509"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RRC-FRA</a:t>
            </a:r>
          </a:p>
          <a:p>
            <a:pPr algn="ctr">
              <a:spcBef>
                <a:spcPct val="0"/>
              </a:spcBef>
              <a:buNone/>
              <a:defRPr/>
            </a:pPr>
            <a:r>
              <a:rPr lang="en-US" altLang="en-US" sz="1200" dirty="0">
                <a:solidFill>
                  <a:srgbClr val="000000"/>
                </a:solidFill>
                <a:ea typeface="MS PGothic" pitchFamily="34" charset="-128"/>
              </a:rPr>
              <a:t>Lille, FRA</a:t>
            </a:r>
            <a:endParaRPr lang="en-US" altLang="en-US" sz="2000" dirty="0">
              <a:solidFill>
                <a:srgbClr val="000000"/>
              </a:solidFill>
              <a:ea typeface="MS PGothic" pitchFamily="34" charset="-128"/>
            </a:endParaRPr>
          </a:p>
        </p:txBody>
      </p:sp>
      <p:sp>
        <p:nvSpPr>
          <p:cNvPr id="200" name="Text Box 216"/>
          <p:cNvSpPr txBox="1">
            <a:spLocks noChangeArrowheads="1"/>
          </p:cNvSpPr>
          <p:nvPr/>
        </p:nvSpPr>
        <p:spPr bwMode="auto">
          <a:xfrm>
            <a:off x="1679397" y="4643052"/>
            <a:ext cx="1693246"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EUROCORPS</a:t>
            </a:r>
          </a:p>
          <a:p>
            <a:pPr algn="ctr">
              <a:spcBef>
                <a:spcPct val="0"/>
              </a:spcBef>
              <a:buNone/>
              <a:defRPr/>
            </a:pPr>
            <a:r>
              <a:rPr lang="en-US" altLang="en-US" sz="1200" dirty="0">
                <a:solidFill>
                  <a:srgbClr val="000000"/>
                </a:solidFill>
                <a:ea typeface="MS PGothic" pitchFamily="34" charset="-128"/>
              </a:rPr>
              <a:t>Strasbourg, FRA</a:t>
            </a:r>
          </a:p>
        </p:txBody>
      </p:sp>
      <p:sp>
        <p:nvSpPr>
          <p:cNvPr id="201" name="Text Box 221"/>
          <p:cNvSpPr txBox="1">
            <a:spLocks noChangeArrowheads="1"/>
          </p:cNvSpPr>
          <p:nvPr/>
        </p:nvSpPr>
        <p:spPr bwMode="auto">
          <a:xfrm>
            <a:off x="1632489" y="6186658"/>
            <a:ext cx="1693551"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NRDC-ESP</a:t>
            </a:r>
          </a:p>
          <a:p>
            <a:pPr algn="ctr">
              <a:spcBef>
                <a:spcPct val="0"/>
              </a:spcBef>
              <a:buNone/>
              <a:defRPr/>
            </a:pPr>
            <a:r>
              <a:rPr lang="en-US" altLang="en-US" sz="1200" dirty="0">
                <a:solidFill>
                  <a:srgbClr val="000000"/>
                </a:solidFill>
                <a:ea typeface="MS PGothic" pitchFamily="34" charset="-128"/>
              </a:rPr>
              <a:t>Valencia, ESP</a:t>
            </a:r>
          </a:p>
        </p:txBody>
      </p:sp>
      <p:sp>
        <p:nvSpPr>
          <p:cNvPr id="12316" name="Line 227"/>
          <p:cNvSpPr>
            <a:spLocks noChangeShapeType="1"/>
          </p:cNvSpPr>
          <p:nvPr/>
        </p:nvSpPr>
        <p:spPr bwMode="auto">
          <a:xfrm flipH="1" flipV="1">
            <a:off x="8158164" y="5400676"/>
            <a:ext cx="917575" cy="646113"/>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317" name="Line 227"/>
          <p:cNvSpPr>
            <a:spLocks noChangeShapeType="1"/>
          </p:cNvSpPr>
          <p:nvPr/>
        </p:nvSpPr>
        <p:spPr bwMode="auto">
          <a:xfrm flipV="1">
            <a:off x="6540500" y="5551488"/>
            <a:ext cx="712788" cy="658812"/>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2318" name="Line 227"/>
          <p:cNvSpPr>
            <a:spLocks noChangeShapeType="1"/>
          </p:cNvSpPr>
          <p:nvPr/>
        </p:nvSpPr>
        <p:spPr bwMode="auto">
          <a:xfrm flipV="1">
            <a:off x="4719638" y="5208588"/>
            <a:ext cx="379412" cy="417512"/>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205" name="Text Box 218"/>
          <p:cNvSpPr txBox="1">
            <a:spLocks noChangeArrowheads="1"/>
          </p:cNvSpPr>
          <p:nvPr/>
        </p:nvSpPr>
        <p:spPr bwMode="auto">
          <a:xfrm>
            <a:off x="3877503" y="5621430"/>
            <a:ext cx="1524000"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NRDC-ITA</a:t>
            </a:r>
          </a:p>
          <a:p>
            <a:pPr algn="ctr">
              <a:spcBef>
                <a:spcPct val="0"/>
              </a:spcBef>
              <a:buNone/>
              <a:defRPr/>
            </a:pPr>
            <a:r>
              <a:rPr lang="en-US" altLang="en-US" sz="1200" dirty="0">
                <a:solidFill>
                  <a:srgbClr val="000000"/>
                </a:solidFill>
                <a:ea typeface="MS PGothic" pitchFamily="34" charset="-128"/>
              </a:rPr>
              <a:t>Milan, ITA</a:t>
            </a:r>
          </a:p>
        </p:txBody>
      </p:sp>
      <p:sp>
        <p:nvSpPr>
          <p:cNvPr id="206" name="Text Box 198"/>
          <p:cNvSpPr txBox="1">
            <a:spLocks noChangeArrowheads="1"/>
          </p:cNvSpPr>
          <p:nvPr/>
        </p:nvSpPr>
        <p:spPr bwMode="auto">
          <a:xfrm>
            <a:off x="5681063" y="6184772"/>
            <a:ext cx="1489848" cy="553998"/>
          </a:xfrm>
          <a:prstGeom prst="rect">
            <a:avLst/>
          </a:prstGeom>
          <a:solidFill>
            <a:srgbClr val="92D050"/>
          </a:solidFill>
          <a:ln>
            <a:headEnd/>
            <a:tailEnd/>
          </a:ln>
        </p:spPr>
        <p:style>
          <a:lnRef idx="0">
            <a:schemeClr val="accent3"/>
          </a:lnRef>
          <a:fillRef idx="3">
            <a:schemeClr val="accent3"/>
          </a:fillRef>
          <a:effectRef idx="3">
            <a:schemeClr val="accent3"/>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NDC-GRC</a:t>
            </a:r>
          </a:p>
          <a:p>
            <a:pPr algn="ctr">
              <a:spcBef>
                <a:spcPct val="0"/>
              </a:spcBef>
              <a:buNone/>
              <a:defRPr/>
            </a:pPr>
            <a:r>
              <a:rPr lang="en-US" altLang="en-US" sz="1200" dirty="0">
                <a:solidFill>
                  <a:srgbClr val="000000"/>
                </a:solidFill>
                <a:ea typeface="MS PGothic" pitchFamily="34" charset="-128"/>
              </a:rPr>
              <a:t>Thessaloniki, GRC</a:t>
            </a:r>
          </a:p>
        </p:txBody>
      </p:sp>
      <p:sp>
        <p:nvSpPr>
          <p:cNvPr id="207" name="Text Box 223"/>
          <p:cNvSpPr txBox="1">
            <a:spLocks noChangeArrowheads="1"/>
          </p:cNvSpPr>
          <p:nvPr/>
        </p:nvSpPr>
        <p:spPr bwMode="auto">
          <a:xfrm>
            <a:off x="8340058" y="5621430"/>
            <a:ext cx="1562100"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NRDC-TUR</a:t>
            </a:r>
          </a:p>
          <a:p>
            <a:pPr algn="ctr">
              <a:spcBef>
                <a:spcPct val="0"/>
              </a:spcBef>
              <a:buNone/>
              <a:defRPr/>
            </a:pPr>
            <a:r>
              <a:rPr lang="en-US" altLang="en-US" sz="1200" dirty="0">
                <a:solidFill>
                  <a:srgbClr val="000000"/>
                </a:solidFill>
                <a:ea typeface="MS PGothic" pitchFamily="34" charset="-128"/>
              </a:rPr>
              <a:t>Istanbul, TUR</a:t>
            </a:r>
          </a:p>
        </p:txBody>
      </p:sp>
      <p:sp>
        <p:nvSpPr>
          <p:cNvPr id="12328" name="Rectangle 146"/>
          <p:cNvSpPr>
            <a:spLocks noChangeArrowheads="1"/>
          </p:cNvSpPr>
          <p:nvPr/>
        </p:nvSpPr>
        <p:spPr bwMode="auto">
          <a:xfrm>
            <a:off x="1765333" y="1864838"/>
            <a:ext cx="2288292" cy="739382"/>
          </a:xfrm>
          <a:prstGeom prst="rect">
            <a:avLst/>
          </a:prstGeom>
          <a:noFill/>
          <a:ln w="38100" algn="ctr">
            <a:solidFill>
              <a:srgbClr val="FF0000"/>
            </a:solidFill>
            <a:miter lim="800000"/>
            <a:headEnd/>
            <a:tailEnd/>
          </a:ln>
          <a:effectLst>
            <a:prstShdw prst="shdw17" dist="17961" dir="2700000">
              <a:srgbClr val="990000"/>
            </a:prstShdw>
          </a:effectLst>
          <a:extLst>
            <a:ext uri="{909E8E84-426E-40DD-AFC4-6F175D3DCCD1}">
              <a14:hiddenFill xmlns:a14="http://schemas.microsoft.com/office/drawing/2010/main">
                <a:solidFill>
                  <a:schemeClr val="accent1"/>
                </a:solidFill>
              </a14:hiddenFill>
            </a:ext>
          </a:extLst>
        </p:spPr>
        <p:txBody>
          <a:bodyPr wrap="square" lIns="91429" tIns="45715" rIns="91429" bIns="45715" anchor="ct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10" name="Text Box 225"/>
          <p:cNvSpPr txBox="1">
            <a:spLocks noChangeArrowheads="1"/>
          </p:cNvSpPr>
          <p:nvPr/>
        </p:nvSpPr>
        <p:spPr bwMode="auto">
          <a:xfrm>
            <a:off x="4533000" y="2575140"/>
            <a:ext cx="2347912" cy="553998"/>
          </a:xfrm>
          <a:prstGeom prst="rect">
            <a:avLst/>
          </a:prstGeom>
          <a:solidFill>
            <a:srgbClr val="92D050"/>
          </a:solidFill>
          <a:ln>
            <a:headEnd/>
            <a:tailEnd/>
          </a:ln>
        </p:spPr>
        <p:style>
          <a:lnRef idx="0">
            <a:schemeClr val="accent1"/>
          </a:lnRef>
          <a:fillRef idx="3">
            <a:schemeClr val="accent1"/>
          </a:fillRef>
          <a:effectRef idx="3">
            <a:schemeClr val="accent1"/>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1 DEU/NLD CORPS</a:t>
            </a:r>
          </a:p>
          <a:p>
            <a:pPr algn="ctr">
              <a:spcBef>
                <a:spcPct val="0"/>
              </a:spcBef>
              <a:buNone/>
              <a:defRPr/>
            </a:pPr>
            <a:r>
              <a:rPr lang="en-US" altLang="en-US" sz="1200" dirty="0">
                <a:solidFill>
                  <a:srgbClr val="000000"/>
                </a:solidFill>
                <a:ea typeface="MS PGothic" pitchFamily="34" charset="-128"/>
              </a:rPr>
              <a:t>Münster, DEU</a:t>
            </a:r>
          </a:p>
        </p:txBody>
      </p:sp>
      <p:sp>
        <p:nvSpPr>
          <p:cNvPr id="12332" name="AutoShape 126"/>
          <p:cNvSpPr>
            <a:spLocks noChangeArrowheads="1"/>
          </p:cNvSpPr>
          <p:nvPr/>
        </p:nvSpPr>
        <p:spPr bwMode="auto">
          <a:xfrm>
            <a:off x="3163889" y="5638800"/>
            <a:ext cx="141287"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3" name="AutoShape 126"/>
          <p:cNvSpPr>
            <a:spLocks noChangeArrowheads="1"/>
          </p:cNvSpPr>
          <p:nvPr/>
        </p:nvSpPr>
        <p:spPr bwMode="auto">
          <a:xfrm>
            <a:off x="4600576" y="4130675"/>
            <a:ext cx="142875"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4" name="AutoShape 126"/>
          <p:cNvSpPr>
            <a:spLocks noChangeArrowheads="1"/>
          </p:cNvSpPr>
          <p:nvPr/>
        </p:nvSpPr>
        <p:spPr bwMode="auto">
          <a:xfrm>
            <a:off x="4532314" y="4468814"/>
            <a:ext cx="141287" cy="141287"/>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5" name="AutoShape 126"/>
          <p:cNvSpPr>
            <a:spLocks noChangeArrowheads="1"/>
          </p:cNvSpPr>
          <p:nvPr/>
        </p:nvSpPr>
        <p:spPr bwMode="auto">
          <a:xfrm>
            <a:off x="3919539" y="4167188"/>
            <a:ext cx="141287"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6" name="AutoShape 126"/>
          <p:cNvSpPr>
            <a:spLocks noChangeArrowheads="1"/>
          </p:cNvSpPr>
          <p:nvPr/>
        </p:nvSpPr>
        <p:spPr bwMode="auto">
          <a:xfrm>
            <a:off x="5524500" y="3686175"/>
            <a:ext cx="141288"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7" name="AutoShape 126"/>
          <p:cNvSpPr>
            <a:spLocks noChangeArrowheads="1"/>
          </p:cNvSpPr>
          <p:nvPr/>
        </p:nvSpPr>
        <p:spPr bwMode="auto">
          <a:xfrm>
            <a:off x="5059364" y="5091113"/>
            <a:ext cx="141287"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8" name="AutoShape 126"/>
          <p:cNvSpPr>
            <a:spLocks noChangeArrowheads="1"/>
          </p:cNvSpPr>
          <p:nvPr/>
        </p:nvSpPr>
        <p:spPr bwMode="auto">
          <a:xfrm>
            <a:off x="7208839" y="5432425"/>
            <a:ext cx="142875" cy="141288"/>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2339" name="AutoShape 126"/>
          <p:cNvSpPr>
            <a:spLocks noChangeArrowheads="1"/>
          </p:cNvSpPr>
          <p:nvPr/>
        </p:nvSpPr>
        <p:spPr bwMode="auto">
          <a:xfrm>
            <a:off x="8027989" y="5276850"/>
            <a:ext cx="141287"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173" name="TextBox 172"/>
          <p:cNvSpPr txBox="1"/>
          <p:nvPr/>
        </p:nvSpPr>
        <p:spPr>
          <a:xfrm>
            <a:off x="7248526" y="1052514"/>
            <a:ext cx="3311525" cy="2308225"/>
          </a:xfrm>
          <a:prstGeom prst="rect">
            <a:avLst/>
          </a:prstGeom>
          <a:solidFill>
            <a:schemeClr val="bg1"/>
          </a:solidFill>
          <a:ln>
            <a:solidFill>
              <a:schemeClr val="accent1"/>
            </a:solidFill>
          </a:ln>
        </p:spPr>
        <p:txBody>
          <a:bodyPr lIns="91429" tIns="45715" rIns="91429" bIns="45715">
            <a:spAutoFit/>
          </a:bodyPr>
          <a:lstStyle/>
          <a:p>
            <a:pPr>
              <a:defRPr/>
            </a:pPr>
            <a:r>
              <a:rPr lang="en-GB" sz="1400" b="1" dirty="0">
                <a:latin typeface="Arial" panose="020B0604020202020204" pitchFamily="34" charset="0"/>
                <a:cs typeface="Arial" panose="020B0604020202020204" pitchFamily="34" charset="0"/>
              </a:rPr>
              <a:t>NATO FORCE STRUCTURE</a:t>
            </a:r>
            <a:r>
              <a:rPr lang="en-GB" sz="1400" dirty="0">
                <a:latin typeface="Arial" panose="020B0604020202020204" pitchFamily="34" charset="0"/>
                <a:cs typeface="Arial" panose="020B0604020202020204" pitchFamily="34" charset="0"/>
              </a:rPr>
              <a:t>:</a:t>
            </a:r>
          </a:p>
          <a:p>
            <a:pPr marL="285716" indent="-285716">
              <a:buFont typeface="Arial" panose="020B0604020202020204" pitchFamily="34" charset="0"/>
              <a:buChar char="•"/>
              <a:defRPr/>
            </a:pPr>
            <a:r>
              <a:rPr lang="en-GB" sz="1300" dirty="0">
                <a:latin typeface="Arial" panose="020B0604020202020204" pitchFamily="34" charset="0"/>
                <a:cs typeface="Arial" panose="020B0604020202020204" pitchFamily="34" charset="0"/>
              </a:rPr>
              <a:t>NATO Force structure roles are dictated by the Long Term Commitments Plan (LTCP),and change on a rotational basis. Roles include:</a:t>
            </a:r>
          </a:p>
          <a:p>
            <a:pPr marL="742916" lvl="1" indent="-285716">
              <a:buFont typeface="Arial" panose="020B0604020202020204" pitchFamily="34" charset="0"/>
              <a:buChar char="•"/>
              <a:defRPr/>
            </a:pPr>
            <a:r>
              <a:rPr lang="en-GB" sz="1300" dirty="0">
                <a:latin typeface="Arial" panose="020B0604020202020204" pitchFamily="34" charset="0"/>
                <a:cs typeface="Arial" panose="020B0604020202020204" pitchFamily="34" charset="0"/>
              </a:rPr>
              <a:t>Joint Task Force HQ</a:t>
            </a:r>
          </a:p>
          <a:p>
            <a:pPr marL="742916" lvl="1" indent="-285716">
              <a:buFont typeface="Arial" panose="020B0604020202020204" pitchFamily="34" charset="0"/>
              <a:buChar char="•"/>
              <a:defRPr/>
            </a:pPr>
            <a:r>
              <a:rPr lang="en-GB" sz="1300" dirty="0">
                <a:latin typeface="Arial" panose="020B0604020202020204" pitchFamily="34" charset="0"/>
                <a:cs typeface="Arial" panose="020B0604020202020204" pitchFamily="34" charset="0"/>
              </a:rPr>
              <a:t>Multi-Corps Land Component Command (MC LCC)</a:t>
            </a:r>
          </a:p>
          <a:p>
            <a:pPr marL="742916" lvl="1" indent="-285716">
              <a:buFont typeface="Arial" panose="020B0604020202020204" pitchFamily="34" charset="0"/>
              <a:buChar char="•"/>
              <a:defRPr/>
            </a:pPr>
            <a:r>
              <a:rPr lang="en-GB" sz="1300" dirty="0">
                <a:latin typeface="Arial" panose="020B0604020202020204" pitchFamily="34" charset="0"/>
                <a:cs typeface="Arial" panose="020B0604020202020204" pitchFamily="34" charset="0"/>
              </a:rPr>
              <a:t>NATO Response Force LCC</a:t>
            </a:r>
          </a:p>
          <a:p>
            <a:pPr marL="742916" lvl="1" indent="-285716">
              <a:buFont typeface="Arial" panose="020B0604020202020204" pitchFamily="34" charset="0"/>
              <a:buChar char="•"/>
              <a:defRPr/>
            </a:pPr>
            <a:r>
              <a:rPr lang="en-GB" sz="1300" dirty="0">
                <a:latin typeface="Arial" panose="020B0604020202020204" pitchFamily="34" charset="0"/>
                <a:cs typeface="Arial" panose="020B0604020202020204" pitchFamily="34" charset="0"/>
              </a:rPr>
              <a:t>WF Corps HQ</a:t>
            </a:r>
          </a:p>
        </p:txBody>
      </p:sp>
      <p:sp>
        <p:nvSpPr>
          <p:cNvPr id="211" name="Text Box 202"/>
          <p:cNvSpPr txBox="1">
            <a:spLocks noChangeArrowheads="1"/>
          </p:cNvSpPr>
          <p:nvPr/>
        </p:nvSpPr>
        <p:spPr bwMode="auto">
          <a:xfrm>
            <a:off x="6456040" y="3883114"/>
            <a:ext cx="1714500" cy="553998"/>
          </a:xfrm>
          <a:prstGeom prst="rect">
            <a:avLst/>
          </a:prstGeom>
          <a:solidFill>
            <a:srgbClr val="92D050"/>
          </a:solidFill>
          <a:ln>
            <a:headEnd/>
            <a:tailEnd/>
          </a:ln>
        </p:spPr>
        <p:style>
          <a:lnRef idx="0">
            <a:schemeClr val="accent3"/>
          </a:lnRef>
          <a:fillRef idx="3">
            <a:schemeClr val="accent3"/>
          </a:fillRef>
          <a:effectRef idx="3">
            <a:schemeClr val="accent3"/>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MNC - NE</a:t>
            </a:r>
          </a:p>
          <a:p>
            <a:pPr algn="ctr">
              <a:spcBef>
                <a:spcPct val="0"/>
              </a:spcBef>
              <a:buNone/>
              <a:defRPr/>
            </a:pPr>
            <a:r>
              <a:rPr lang="en-US" altLang="en-US" sz="1200" dirty="0">
                <a:solidFill>
                  <a:srgbClr val="000000"/>
                </a:solidFill>
                <a:ea typeface="MS PGothic" pitchFamily="34" charset="-128"/>
              </a:rPr>
              <a:t>Szczecin, POL</a:t>
            </a:r>
          </a:p>
        </p:txBody>
      </p:sp>
      <p:sp>
        <p:nvSpPr>
          <p:cNvPr id="143" name="Text Box 202"/>
          <p:cNvSpPr txBox="1">
            <a:spLocks noChangeArrowheads="1"/>
          </p:cNvSpPr>
          <p:nvPr/>
        </p:nvSpPr>
        <p:spPr bwMode="auto">
          <a:xfrm>
            <a:off x="8383831" y="4160113"/>
            <a:ext cx="1714500" cy="553998"/>
          </a:xfrm>
          <a:prstGeom prst="rect">
            <a:avLst/>
          </a:prstGeom>
          <a:solidFill>
            <a:srgbClr val="92D050"/>
          </a:solidFill>
          <a:ln>
            <a:headEnd/>
            <a:tailEnd/>
          </a:ln>
        </p:spPr>
        <p:style>
          <a:lnRef idx="0">
            <a:schemeClr val="accent3"/>
          </a:lnRef>
          <a:fillRef idx="3">
            <a:schemeClr val="accent3"/>
          </a:fillRef>
          <a:effectRef idx="3">
            <a:schemeClr val="accent3"/>
          </a:effectRef>
          <a:fontRef idx="minor">
            <a:schemeClr val="lt1"/>
          </a:fontRef>
        </p:style>
        <p:txBody>
          <a:bodyPr lIns="91429" tIns="45715" rIns="91429" bIns="45715">
            <a:spAutoFit/>
          </a:bodyPr>
          <a:lstStyle>
            <a:lvl1pPr eaLnBrk="0" hangingPunct="0">
              <a:spcBef>
                <a:spcPct val="20000"/>
              </a:spcBef>
              <a:buChar char="•"/>
              <a:defRPr sz="2400">
                <a:solidFill>
                  <a:schemeClr val="tx1"/>
                </a:solidFill>
                <a:latin typeface="Arial" charset="0"/>
              </a:defRPr>
            </a:lvl1pPr>
            <a:lvl2pPr marL="742950" indent="-285750" eaLnBrk="0" hangingPunct="0">
              <a:spcBef>
                <a:spcPct val="20000"/>
              </a:spcBef>
              <a:buChar char="–"/>
              <a:defRPr sz="2000">
                <a:solidFill>
                  <a:schemeClr val="tx1"/>
                </a:solidFill>
                <a:latin typeface="Arial" charset="0"/>
              </a:defRPr>
            </a:lvl2pPr>
            <a:lvl3pPr marL="1143000" indent="-228600" eaLnBrk="0" hangingPunct="0">
              <a:spcBef>
                <a:spcPct val="20000"/>
              </a:spcBef>
              <a:buChar char="•"/>
              <a:defRPr>
                <a:solidFill>
                  <a:schemeClr val="tx1"/>
                </a:solidFill>
                <a:latin typeface="Arial" charset="0"/>
              </a:defRPr>
            </a:lvl3pPr>
            <a:lvl4pPr marL="1600200" indent="-228600" eaLnBrk="0" hangingPunct="0">
              <a:spcBef>
                <a:spcPct val="20000"/>
              </a:spcBef>
              <a:buChar char="–"/>
              <a:defRPr sz="1600">
                <a:solidFill>
                  <a:schemeClr val="tx1"/>
                </a:solidFill>
                <a:latin typeface="Arial" charset="0"/>
              </a:defRPr>
            </a:lvl4pPr>
            <a:lvl5pPr marL="2057400" indent="-228600" eaLnBrk="0" hangingPunct="0">
              <a:spcBef>
                <a:spcPct val="20000"/>
              </a:spcBef>
              <a:buChar char="»"/>
              <a:defRPr sz="1600">
                <a:solidFill>
                  <a:schemeClr val="tx1"/>
                </a:solidFill>
                <a:latin typeface="Arial" charset="0"/>
              </a:defRPr>
            </a:lvl5pPr>
            <a:lvl6pPr marL="2514600" indent="-228600" eaLnBrk="0" fontAlgn="base" hangingPunct="0">
              <a:spcBef>
                <a:spcPct val="20000"/>
              </a:spcBef>
              <a:spcAft>
                <a:spcPct val="0"/>
              </a:spcAft>
              <a:buChar char="»"/>
              <a:defRPr sz="1600">
                <a:solidFill>
                  <a:schemeClr val="tx1"/>
                </a:solidFill>
                <a:latin typeface="Arial" charset="0"/>
              </a:defRPr>
            </a:lvl6pPr>
            <a:lvl7pPr marL="2971800" indent="-228600" eaLnBrk="0" fontAlgn="base" hangingPunct="0">
              <a:spcBef>
                <a:spcPct val="20000"/>
              </a:spcBef>
              <a:spcAft>
                <a:spcPct val="0"/>
              </a:spcAft>
              <a:buChar char="»"/>
              <a:defRPr sz="1600">
                <a:solidFill>
                  <a:schemeClr val="tx1"/>
                </a:solidFill>
                <a:latin typeface="Arial" charset="0"/>
              </a:defRPr>
            </a:lvl7pPr>
            <a:lvl8pPr marL="3429000" indent="-228600" eaLnBrk="0" fontAlgn="base" hangingPunct="0">
              <a:spcBef>
                <a:spcPct val="20000"/>
              </a:spcBef>
              <a:spcAft>
                <a:spcPct val="0"/>
              </a:spcAft>
              <a:buChar char="»"/>
              <a:defRPr sz="1600">
                <a:solidFill>
                  <a:schemeClr val="tx1"/>
                </a:solidFill>
                <a:latin typeface="Arial" charset="0"/>
              </a:defRPr>
            </a:lvl8pPr>
            <a:lvl9pPr marL="3886200" indent="-228600" eaLnBrk="0" fontAlgn="base" hangingPunct="0">
              <a:spcBef>
                <a:spcPct val="20000"/>
              </a:spcBef>
              <a:spcAft>
                <a:spcPct val="0"/>
              </a:spcAft>
              <a:buChar char="»"/>
              <a:defRPr sz="1600">
                <a:solidFill>
                  <a:schemeClr val="tx1"/>
                </a:solidFill>
                <a:latin typeface="Arial" charset="0"/>
              </a:defRPr>
            </a:lvl9pPr>
          </a:lstStyle>
          <a:p>
            <a:pPr algn="ctr">
              <a:spcBef>
                <a:spcPct val="0"/>
              </a:spcBef>
              <a:buNone/>
              <a:defRPr/>
            </a:pPr>
            <a:r>
              <a:rPr lang="en-US" altLang="en-US" sz="1800" dirty="0">
                <a:solidFill>
                  <a:srgbClr val="000000"/>
                </a:solidFill>
                <a:ea typeface="MS PGothic" pitchFamily="34" charset="-128"/>
              </a:rPr>
              <a:t>MNC - SE</a:t>
            </a:r>
          </a:p>
          <a:p>
            <a:pPr algn="ctr">
              <a:spcBef>
                <a:spcPct val="0"/>
              </a:spcBef>
              <a:buNone/>
              <a:defRPr/>
            </a:pPr>
            <a:r>
              <a:rPr lang="en-US" altLang="en-US" sz="1200" dirty="0">
                <a:solidFill>
                  <a:srgbClr val="000000"/>
                </a:solidFill>
                <a:ea typeface="MS PGothic" pitchFamily="34" charset="-128"/>
              </a:rPr>
              <a:t>Sibiu, ROM</a:t>
            </a:r>
          </a:p>
        </p:txBody>
      </p:sp>
      <p:sp>
        <p:nvSpPr>
          <p:cNvPr id="144" name="Line 227"/>
          <p:cNvSpPr>
            <a:spLocks noChangeShapeType="1"/>
          </p:cNvSpPr>
          <p:nvPr/>
        </p:nvSpPr>
        <p:spPr bwMode="auto">
          <a:xfrm flipH="1">
            <a:off x="7180627" y="4555975"/>
            <a:ext cx="1203203" cy="304322"/>
          </a:xfrm>
          <a:prstGeom prst="line">
            <a:avLst/>
          </a:prstGeom>
          <a:noFill/>
          <a:ln w="28575">
            <a:solidFill>
              <a:schemeClr val="tx1"/>
            </a:solidFill>
            <a:round/>
            <a:headEnd/>
            <a:tailEnd type="stealth" w="med" len="med"/>
          </a:ln>
          <a:extLst>
            <a:ext uri="{909E8E84-426E-40DD-AFC4-6F175D3DCCD1}">
              <a14:hiddenFill xmlns:a14="http://schemas.microsoft.com/office/drawing/2010/main">
                <a:noFill/>
              </a14:hiddenFill>
            </a:ext>
          </a:extLst>
        </p:spPr>
        <p:txBody>
          <a:bodyPr lIns="91429" tIns="45715" rIns="91429" bIns="45715"/>
          <a:lstStyle/>
          <a:p>
            <a:endParaRPr lang="en-GB"/>
          </a:p>
        </p:txBody>
      </p:sp>
      <p:sp>
        <p:nvSpPr>
          <p:cNvPr id="145" name="AutoShape 126"/>
          <p:cNvSpPr>
            <a:spLocks noChangeArrowheads="1"/>
          </p:cNvSpPr>
          <p:nvPr/>
        </p:nvSpPr>
        <p:spPr bwMode="auto">
          <a:xfrm>
            <a:off x="7034832" y="4801468"/>
            <a:ext cx="141288" cy="139700"/>
          </a:xfrm>
          <a:prstGeom prst="star8">
            <a:avLst>
              <a:gd name="adj" fmla="val 38250"/>
            </a:avLst>
          </a:prstGeom>
          <a:solidFill>
            <a:srgbClr val="92D050"/>
          </a:solidFill>
          <a:ln w="12700" algn="ctr">
            <a:solidFill>
              <a:schemeClr val="tx1"/>
            </a:solidFill>
            <a:miter lim="800000"/>
            <a:headEnd/>
            <a:tailEnd/>
          </a:ln>
        </p:spPr>
        <p:txBody>
          <a:bodyPr wrap="none" lIns="91429" tIns="45715" rIns="91429" bIns="45715" anchor="ct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 name="Down Arrow 1"/>
          <p:cNvSpPr/>
          <p:nvPr/>
        </p:nvSpPr>
        <p:spPr>
          <a:xfrm rot="16200000">
            <a:off x="857136" y="1755188"/>
            <a:ext cx="484632" cy="978408"/>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8162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8" grpId="0" animBg="1"/>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352513" y="1268760"/>
            <a:ext cx="9145015" cy="639763"/>
          </a:xfrm>
        </p:spPr>
        <p:txBody>
          <a:bodyPr>
            <a:noAutofit/>
          </a:bodyPr>
          <a:lstStyle/>
          <a:p>
            <a:pPr algn="ctr" eaLnBrk="1" hangingPunct="1"/>
            <a:r>
              <a:rPr lang="en-GB" altLang="en-US" sz="3200" dirty="0">
                <a:solidFill>
                  <a:schemeClr val="tx1"/>
                </a:solidFill>
                <a:latin typeface="Arial" charset="0"/>
                <a:cs typeface="Arial" charset="0"/>
              </a:rPr>
              <a:t>HEADQUARTERS </a:t>
            </a:r>
            <a:br>
              <a:rPr lang="en-GB" altLang="en-US" sz="3200" dirty="0">
                <a:solidFill>
                  <a:schemeClr val="tx1"/>
                </a:solidFill>
                <a:latin typeface="Arial" charset="0"/>
                <a:cs typeface="Arial" charset="0"/>
              </a:rPr>
            </a:br>
            <a:r>
              <a:rPr lang="en-GB" altLang="en-US" sz="3200" dirty="0">
                <a:solidFill>
                  <a:schemeClr val="tx1"/>
                </a:solidFill>
                <a:latin typeface="Arial" charset="0"/>
                <a:cs typeface="Arial" charset="0"/>
              </a:rPr>
              <a:t>ALLIED RAPID REACTION CORPS (ARRC)</a:t>
            </a:r>
          </a:p>
        </p:txBody>
      </p:sp>
      <p:pic>
        <p:nvPicPr>
          <p:cNvPr id="13315" name="Picture 2" descr="C:\Users\G7TrgSO3\Pictures\Pictur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1784" y="2147887"/>
            <a:ext cx="3546475"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631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4294967295"/>
          </p:nvPr>
        </p:nvSpPr>
        <p:spPr>
          <a:xfrm>
            <a:off x="2855641" y="1311275"/>
            <a:ext cx="9336360" cy="4349973"/>
          </a:xfrm>
        </p:spPr>
        <p:txBody>
          <a:bodyPr>
            <a:normAutofit fontScale="55000" lnSpcReduction="20000"/>
          </a:bodyPr>
          <a:lstStyle/>
          <a:p>
            <a:r>
              <a:rPr lang="en-GB" altLang="en-US" sz="3800" dirty="0"/>
              <a:t>1992: Activated, Bielefeld, Germany</a:t>
            </a:r>
          </a:p>
          <a:p>
            <a:r>
              <a:rPr lang="en-GB" altLang="en-US" sz="3800" dirty="0"/>
              <a:t>1994: Moved to Rheindahlen, Germany</a:t>
            </a:r>
          </a:p>
          <a:p>
            <a:r>
              <a:rPr lang="en-GB" altLang="en-US" sz="3800" dirty="0"/>
              <a:t>2010: Moved to Innsworth, Gloucestershire, UK</a:t>
            </a:r>
          </a:p>
          <a:p>
            <a:pPr eaLnBrk="1" hangingPunct="1"/>
            <a:endParaRPr lang="en-GB" altLang="en-US" sz="2800" dirty="0"/>
          </a:p>
          <a:p>
            <a:pPr eaLnBrk="1" hangingPunct="1"/>
            <a:endParaRPr lang="en-GB" altLang="en-US" sz="2800" dirty="0"/>
          </a:p>
          <a:p>
            <a:pPr eaLnBrk="1" hangingPunct="1"/>
            <a:endParaRPr lang="en-GB" altLang="en-US" sz="2800" dirty="0"/>
          </a:p>
          <a:p>
            <a:pPr eaLnBrk="1" hangingPunct="1"/>
            <a:endParaRPr lang="en-GB" altLang="en-US" sz="2800" dirty="0"/>
          </a:p>
          <a:p>
            <a:pPr eaLnBrk="1" hangingPunct="1"/>
            <a:endParaRPr lang="en-GB" altLang="en-US" sz="2800" dirty="0"/>
          </a:p>
          <a:p>
            <a:pPr eaLnBrk="1" hangingPunct="1">
              <a:buFontTx/>
              <a:buNone/>
            </a:pPr>
            <a:r>
              <a:rPr lang="en-GB" altLang="en-US" sz="2800" dirty="0"/>
              <a:t>		     			</a:t>
            </a:r>
            <a:endParaRPr lang="en-GB" altLang="en-US" dirty="0"/>
          </a:p>
        </p:txBody>
      </p:sp>
      <p:pic>
        <p:nvPicPr>
          <p:cNvPr id="4100" name="Picture 6" descr="ARRC-2010-001-003Se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1158" y="3203922"/>
            <a:ext cx="3932237"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5" descr="Arrc main building aeri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933" y="3216622"/>
            <a:ext cx="3563937"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txBox="1">
            <a:spLocks noChangeArrowheads="1"/>
          </p:cNvSpPr>
          <p:nvPr/>
        </p:nvSpPr>
        <p:spPr>
          <a:xfrm>
            <a:off x="4115706" y="430560"/>
            <a:ext cx="2952328" cy="70643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b="1" i="0" kern="1200">
                <a:solidFill>
                  <a:srgbClr val="1C4114"/>
                </a:solidFill>
                <a:latin typeface="Garamond" panose="02020404030301010803" pitchFamily="18" charset="0"/>
                <a:ea typeface="Noto Serif" panose="02020600060500020200" pitchFamily="18" charset="0"/>
                <a:cs typeface="Noto Serif" panose="02020600060500020200" pitchFamily="18" charset="0"/>
              </a:defRPr>
            </a:lvl1pPr>
          </a:lstStyle>
          <a:p>
            <a:r>
              <a:rPr lang="en-GB" altLang="en-US" dirty="0">
                <a:solidFill>
                  <a:schemeClr val="tx1"/>
                </a:solidFill>
              </a:rPr>
              <a:t>ARRC History</a:t>
            </a:r>
          </a:p>
        </p:txBody>
      </p:sp>
      <p:sp>
        <p:nvSpPr>
          <p:cNvPr id="2" name="TextBox 1"/>
          <p:cNvSpPr txBox="1"/>
          <p:nvPr/>
        </p:nvSpPr>
        <p:spPr bwMode="auto">
          <a:xfrm>
            <a:off x="3035586" y="5877128"/>
            <a:ext cx="2160240" cy="452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nSpc>
                <a:spcPct val="130000"/>
              </a:lnSpc>
            </a:pPr>
            <a:r>
              <a:rPr lang="en-GB" b="1" dirty="0">
                <a:solidFill>
                  <a:srgbClr val="545454"/>
                </a:solidFill>
                <a:latin typeface="Noto Sans" panose="020B0502040504020204" pitchFamily="34" charset="0"/>
                <a:ea typeface="Noto Sans" panose="020B0502040504020204" pitchFamily="34" charset="0"/>
                <a:cs typeface="Noto Sans" panose="020B0502040504020204" pitchFamily="34" charset="0"/>
              </a:rPr>
              <a:t>RHEINDAHLEN</a:t>
            </a:r>
            <a:endParaRPr lang="en-GB" b="1" i="0" dirty="0">
              <a:solidFill>
                <a:srgbClr val="545454"/>
              </a:solidFill>
              <a:latin typeface="Noto Sans" panose="020B0502040504020204" pitchFamily="34" charset="0"/>
              <a:ea typeface="Noto Sans" panose="020B0502040504020204" pitchFamily="34" charset="0"/>
              <a:cs typeface="Noto Sans" panose="020B0502040504020204" pitchFamily="34" charset="0"/>
            </a:endParaRPr>
          </a:p>
        </p:txBody>
      </p:sp>
      <p:sp>
        <p:nvSpPr>
          <p:cNvPr id="8" name="TextBox 7"/>
          <p:cNvSpPr txBox="1"/>
          <p:nvPr/>
        </p:nvSpPr>
        <p:spPr bwMode="auto">
          <a:xfrm>
            <a:off x="7608168" y="5842745"/>
            <a:ext cx="2160240" cy="4146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nSpc>
                <a:spcPct val="130000"/>
              </a:lnSpc>
            </a:pPr>
            <a:r>
              <a:rPr lang="en-GB" b="1" dirty="0">
                <a:solidFill>
                  <a:srgbClr val="545454"/>
                </a:solidFill>
                <a:latin typeface="Noto Sans" panose="020B0502040504020204" pitchFamily="34" charset="0"/>
                <a:ea typeface="Noto Sans" panose="020B0502040504020204" pitchFamily="34" charset="0"/>
                <a:cs typeface="Noto Sans" panose="020B0502040504020204" pitchFamily="34" charset="0"/>
              </a:rPr>
              <a:t>INNSWORTH</a:t>
            </a:r>
            <a:endParaRPr lang="en-GB" b="1" i="0" dirty="0">
              <a:solidFill>
                <a:srgbClr val="545454"/>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75470527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367808" y="692696"/>
            <a:ext cx="4078287" cy="1143000"/>
          </a:xfrm>
        </p:spPr>
        <p:txBody>
          <a:bodyPr vert="horz" lIns="91440" tIns="45720" rIns="91440" bIns="45720" rtlCol="0" anchor="ctr">
            <a:normAutofit/>
          </a:bodyPr>
          <a:lstStyle/>
          <a:p>
            <a:pPr eaLnBrk="1" hangingPunct="1"/>
            <a:r>
              <a:rPr lang="en-US" altLang="en-US" dirty="0">
                <a:solidFill>
                  <a:schemeClr val="tx1"/>
                </a:solidFill>
              </a:rPr>
              <a:t>Operational Record</a:t>
            </a:r>
            <a:endParaRPr lang="en-GB" altLang="en-US" dirty="0">
              <a:solidFill>
                <a:schemeClr val="tx1"/>
              </a:solidFill>
            </a:endParaRPr>
          </a:p>
        </p:txBody>
      </p:sp>
      <p:sp>
        <p:nvSpPr>
          <p:cNvPr id="7171" name="Rectangle 3"/>
          <p:cNvSpPr>
            <a:spLocks noGrp="1" noChangeArrowheads="1"/>
          </p:cNvSpPr>
          <p:nvPr>
            <p:ph type="body" idx="4294967295"/>
          </p:nvPr>
        </p:nvSpPr>
        <p:spPr>
          <a:xfrm>
            <a:off x="3276600" y="1165225"/>
            <a:ext cx="8915400" cy="4733925"/>
          </a:xfrm>
        </p:spPr>
        <p:txBody>
          <a:bodyPr vert="horz" lIns="91440" tIns="45720" rIns="91440" bIns="45720" rtlCol="0">
            <a:normAutofit/>
          </a:bodyPr>
          <a:lstStyle/>
          <a:p>
            <a:pPr eaLnBrk="1" hangingPunct="1"/>
            <a:endParaRPr lang="en-US" altLang="en-US" sz="2000" dirty="0"/>
          </a:p>
          <a:p>
            <a:pPr eaLnBrk="1" hangingPunct="1"/>
            <a:r>
              <a:rPr lang="en-US" altLang="en-US" sz="2000" dirty="0"/>
              <a:t>1995: </a:t>
            </a:r>
            <a:r>
              <a:rPr lang="en-US" altLang="en-US" sz="2000" dirty="0">
                <a:solidFill>
                  <a:srgbClr val="FF3300"/>
                </a:solidFill>
              </a:rPr>
              <a:t>Bosnia</a:t>
            </a:r>
            <a:r>
              <a:rPr lang="en-US" altLang="en-US" sz="2000" dirty="0"/>
              <a:t> – Corps HQ (Peace Support)</a:t>
            </a:r>
          </a:p>
          <a:p>
            <a:pPr eaLnBrk="1" hangingPunct="1"/>
            <a:r>
              <a:rPr lang="en-US" altLang="en-US" sz="2000" dirty="0"/>
              <a:t>1999: </a:t>
            </a:r>
            <a:r>
              <a:rPr lang="en-US" altLang="en-US" sz="2000" dirty="0">
                <a:solidFill>
                  <a:srgbClr val="FF3300"/>
                </a:solidFill>
              </a:rPr>
              <a:t>Kosovo</a:t>
            </a:r>
            <a:r>
              <a:rPr lang="en-US" altLang="en-US" sz="2000" dirty="0"/>
              <a:t> – Land Component </a:t>
            </a:r>
            <a:r>
              <a:rPr lang="en-US" altLang="en-US" sz="2000" dirty="0" err="1"/>
              <a:t>Comd</a:t>
            </a:r>
            <a:r>
              <a:rPr lang="en-US" altLang="en-US" sz="2000" dirty="0"/>
              <a:t> HQ (Peace Support)</a:t>
            </a:r>
          </a:p>
          <a:p>
            <a:pPr eaLnBrk="1" hangingPunct="1"/>
            <a:r>
              <a:rPr lang="en-US" altLang="en-US" sz="2000" dirty="0"/>
              <a:t>2006: </a:t>
            </a:r>
            <a:r>
              <a:rPr lang="en-US" altLang="en-US" sz="2000" dirty="0">
                <a:solidFill>
                  <a:srgbClr val="FF3300"/>
                </a:solidFill>
              </a:rPr>
              <a:t>Afghanistan</a:t>
            </a:r>
            <a:r>
              <a:rPr lang="en-US" altLang="en-US" sz="2000" dirty="0"/>
              <a:t> – Theatre Joint Task Force HQ (Counter-Insurgency)</a:t>
            </a:r>
          </a:p>
          <a:p>
            <a:pPr eaLnBrk="1" hangingPunct="1"/>
            <a:r>
              <a:rPr lang="en-US" altLang="en-US" sz="2000" dirty="0"/>
              <a:t>2011: </a:t>
            </a:r>
            <a:r>
              <a:rPr lang="en-US" altLang="en-US" sz="2000" dirty="0">
                <a:solidFill>
                  <a:srgbClr val="FF3300"/>
                </a:solidFill>
              </a:rPr>
              <a:t>Afghanistan</a:t>
            </a:r>
            <a:r>
              <a:rPr lang="en-US" altLang="en-US" sz="2000" dirty="0"/>
              <a:t> –  Corps HQ (Counter-Insurgency)</a:t>
            </a:r>
            <a:endParaRPr lang="en-GB" altLang="en-US" sz="2000" dirty="0"/>
          </a:p>
        </p:txBody>
      </p:sp>
      <p:pic>
        <p:nvPicPr>
          <p:cNvPr id="7172" name="Picture 6" descr="110710-A-3994P-16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7753350" y="3970338"/>
            <a:ext cx="2590800"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8" descr="FEE_00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64088" y="3970339"/>
            <a:ext cx="28448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descr="Picture">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5138" y="4013200"/>
            <a:ext cx="287020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246190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4541" y="764704"/>
            <a:ext cx="7128792" cy="980728"/>
          </a:xfrm>
        </p:spPr>
        <p:txBody>
          <a:bodyPr>
            <a:normAutofit/>
          </a:bodyPr>
          <a:lstStyle/>
          <a:p>
            <a:r>
              <a:rPr lang="en-GB" dirty="0">
                <a:solidFill>
                  <a:schemeClr val="tx1"/>
                </a:solidFill>
              </a:rPr>
              <a:t>HQ ARRC Operational Record</a:t>
            </a:r>
          </a:p>
        </p:txBody>
      </p:sp>
      <p:sp>
        <p:nvSpPr>
          <p:cNvPr id="253955" name="Rectangle 3"/>
          <p:cNvSpPr>
            <a:spLocks noGrp="1" noChangeArrowheads="1"/>
          </p:cNvSpPr>
          <p:nvPr>
            <p:ph type="body" idx="4294967295"/>
          </p:nvPr>
        </p:nvSpPr>
        <p:spPr>
          <a:xfrm>
            <a:off x="2037631" y="1588917"/>
            <a:ext cx="8893175" cy="3311525"/>
          </a:xfrm>
        </p:spPr>
        <p:txBody>
          <a:bodyPr>
            <a:noAutofit/>
          </a:bodyPr>
          <a:lstStyle/>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1992 to 2002: </a:t>
            </a:r>
            <a:r>
              <a:rPr lang="en-US" altLang="en-US" sz="2000" dirty="0">
                <a:solidFill>
                  <a:srgbClr val="00B050"/>
                </a:solidFill>
                <a:latin typeface="Arial" charset="0"/>
                <a:cs typeface="Arial" charset="0"/>
              </a:rPr>
              <a:t>Only NATO 3* HQ @R</a:t>
            </a:r>
            <a:endParaRPr lang="en-US" altLang="en-US" sz="2000" dirty="0">
              <a:solidFill>
                <a:schemeClr val="accent1"/>
              </a:solidFill>
              <a:latin typeface="Arial" charset="0"/>
              <a:cs typeface="Arial" charset="0"/>
            </a:endParaRP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1995: </a:t>
            </a:r>
            <a:r>
              <a:rPr lang="en-US" altLang="en-US" sz="2000" dirty="0">
                <a:solidFill>
                  <a:srgbClr val="FF3300"/>
                </a:solidFill>
                <a:latin typeface="Arial" charset="0"/>
                <a:cs typeface="Arial" charset="0"/>
              </a:rPr>
              <a:t>Bosnia</a:t>
            </a:r>
            <a:r>
              <a:rPr lang="en-US" altLang="en-US" sz="2000" dirty="0">
                <a:latin typeface="Arial" charset="0"/>
                <a:cs typeface="Arial" charset="0"/>
              </a:rPr>
              <a:t> - Corps HQ (Peace Support)</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1999: </a:t>
            </a:r>
            <a:r>
              <a:rPr lang="en-US" altLang="en-US" sz="2000" dirty="0">
                <a:solidFill>
                  <a:srgbClr val="FF3300"/>
                </a:solidFill>
                <a:latin typeface="Arial" charset="0"/>
                <a:cs typeface="Arial" charset="0"/>
              </a:rPr>
              <a:t>Kosovo</a:t>
            </a:r>
            <a:r>
              <a:rPr lang="en-US" altLang="en-US" sz="2000" dirty="0">
                <a:latin typeface="Arial" charset="0"/>
                <a:cs typeface="Arial" charset="0"/>
              </a:rPr>
              <a:t> - Land Component Comd HQ (Peace Support)</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2006: </a:t>
            </a:r>
            <a:r>
              <a:rPr lang="en-US" altLang="en-US" sz="2000" dirty="0">
                <a:solidFill>
                  <a:srgbClr val="FF3300"/>
                </a:solidFill>
                <a:latin typeface="Arial" charset="0"/>
                <a:cs typeface="Arial" charset="0"/>
              </a:rPr>
              <a:t>Afghanistan</a:t>
            </a:r>
            <a:r>
              <a:rPr lang="en-US" altLang="en-US" sz="2000" dirty="0">
                <a:latin typeface="Arial" charset="0"/>
                <a:cs typeface="Arial" charset="0"/>
              </a:rPr>
              <a:t> - Theatre Joint Task Force HQ (Counter-Insurgency)</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2009: </a:t>
            </a:r>
            <a:r>
              <a:rPr lang="en-US" altLang="en-US" sz="2000" dirty="0">
                <a:solidFill>
                  <a:srgbClr val="00B050"/>
                </a:solidFill>
                <a:latin typeface="Arial" charset="0"/>
                <a:cs typeface="Arial" charset="0"/>
              </a:rPr>
              <a:t>NRF (@R)</a:t>
            </a:r>
            <a:endParaRPr lang="en-US" altLang="en-US" sz="2000" dirty="0">
              <a:latin typeface="Arial" charset="0"/>
              <a:cs typeface="Arial" charset="0"/>
            </a:endParaRP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2011: </a:t>
            </a:r>
            <a:r>
              <a:rPr lang="en-US" altLang="en-US" sz="2000" dirty="0">
                <a:solidFill>
                  <a:srgbClr val="FF3300"/>
                </a:solidFill>
                <a:latin typeface="Arial" charset="0"/>
                <a:cs typeface="Arial" charset="0"/>
              </a:rPr>
              <a:t>Afghanistan</a:t>
            </a:r>
            <a:r>
              <a:rPr lang="en-US" altLang="en-US" sz="2000" dirty="0">
                <a:latin typeface="Arial" charset="0"/>
                <a:cs typeface="Arial" charset="0"/>
              </a:rPr>
              <a:t> -  Corps HQ (Counter-Insurgency)</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2013: </a:t>
            </a:r>
            <a:r>
              <a:rPr lang="en-US" altLang="en-US" sz="2000" dirty="0">
                <a:solidFill>
                  <a:srgbClr val="00B050"/>
                </a:solidFill>
                <a:latin typeface="Arial" charset="0"/>
                <a:cs typeface="Arial" charset="0"/>
              </a:rPr>
              <a:t>NRF (@R)</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2015/16: </a:t>
            </a:r>
            <a:r>
              <a:rPr lang="en-US" altLang="en-US" sz="2000" dirty="0">
                <a:solidFill>
                  <a:srgbClr val="00B050"/>
                </a:solidFill>
                <a:latin typeface="Arial" charset="0"/>
                <a:cs typeface="Arial" charset="0"/>
              </a:rPr>
              <a:t>Joint Task Force HQ (@R)</a:t>
            </a:r>
          </a:p>
          <a:p>
            <a:pPr eaLnBrk="1" hangingPunct="1">
              <a:lnSpc>
                <a:spcPct val="100000"/>
              </a:lnSpc>
              <a:spcBef>
                <a:spcPts val="0"/>
              </a:spcBef>
              <a:buSzPct val="125000"/>
              <a:buFont typeface="Arial" panose="020B0604020202020204" pitchFamily="34" charset="0"/>
              <a:buChar char="•"/>
            </a:pPr>
            <a:r>
              <a:rPr lang="en-US" altLang="en-US" sz="2000" dirty="0">
                <a:latin typeface="Arial" charset="0"/>
                <a:cs typeface="Arial" charset="0"/>
              </a:rPr>
              <a:t>2017: </a:t>
            </a:r>
            <a:r>
              <a:rPr lang="en-US" altLang="en-US" sz="2000" dirty="0">
                <a:solidFill>
                  <a:srgbClr val="00B050"/>
                </a:solidFill>
                <a:latin typeface="Arial" charset="0"/>
                <a:cs typeface="Arial" charset="0"/>
              </a:rPr>
              <a:t>Land Component Command for the Enhanced NRF (@R)</a:t>
            </a:r>
          </a:p>
          <a:p>
            <a:pPr eaLnBrk="1" hangingPunct="1">
              <a:lnSpc>
                <a:spcPct val="100000"/>
              </a:lnSpc>
              <a:spcBef>
                <a:spcPts val="0"/>
              </a:spcBef>
              <a:buSzPct val="125000"/>
              <a:buFont typeface="Arial" panose="020B0604020202020204" pitchFamily="34" charset="0"/>
              <a:buChar char="•"/>
            </a:pPr>
            <a:r>
              <a:rPr lang="en-US" altLang="en-US" sz="2000" dirty="0">
                <a:solidFill>
                  <a:schemeClr val="tx1"/>
                </a:solidFill>
                <a:latin typeface="Arial" charset="0"/>
                <a:cs typeface="Arial" charset="0"/>
              </a:rPr>
              <a:t>2024: </a:t>
            </a:r>
            <a:r>
              <a:rPr lang="en-US" altLang="en-US" sz="2000" dirty="0">
                <a:solidFill>
                  <a:srgbClr val="00B050"/>
                </a:solidFill>
                <a:latin typeface="Arial" charset="0"/>
                <a:cs typeface="Arial" charset="0"/>
              </a:rPr>
              <a:t>NRF (@R)</a:t>
            </a:r>
          </a:p>
          <a:p>
            <a:pPr eaLnBrk="1" hangingPunct="1">
              <a:lnSpc>
                <a:spcPct val="100000"/>
              </a:lnSpc>
              <a:spcBef>
                <a:spcPts val="0"/>
              </a:spcBef>
              <a:buSzPct val="125000"/>
              <a:buFont typeface="Arial" panose="020B0604020202020204" pitchFamily="34" charset="0"/>
              <a:buChar char="•"/>
            </a:pPr>
            <a:endParaRPr lang="en-US" altLang="en-US" sz="2000" dirty="0">
              <a:solidFill>
                <a:srgbClr val="00B050"/>
              </a:solidFill>
              <a:latin typeface="Arial" charset="0"/>
              <a:cs typeface="Arial" charset="0"/>
            </a:endParaRPr>
          </a:p>
          <a:p>
            <a:pPr eaLnBrk="1" hangingPunct="1">
              <a:lnSpc>
                <a:spcPct val="100000"/>
              </a:lnSpc>
              <a:spcBef>
                <a:spcPts val="0"/>
              </a:spcBef>
              <a:buSzPct val="125000"/>
              <a:buFont typeface="Arial" panose="020B0604020202020204" pitchFamily="34" charset="0"/>
              <a:buChar char="•"/>
            </a:pPr>
            <a:endParaRPr lang="en-GB" altLang="en-US" sz="2000" dirty="0">
              <a:solidFill>
                <a:srgbClr val="00B050"/>
              </a:solidFill>
              <a:latin typeface="Arial" charset="0"/>
              <a:cs typeface="Arial" charset="0"/>
            </a:endParaRPr>
          </a:p>
        </p:txBody>
      </p:sp>
      <p:pic>
        <p:nvPicPr>
          <p:cNvPr id="253956" name="Picture 6" descr="110710-A-3994P-168"/>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rot="10800000" flipH="1" flipV="1">
            <a:off x="7698395" y="4915094"/>
            <a:ext cx="2252848" cy="166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3957" name="Picture 8" descr="FEE_0067"/>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4461980" y="4900442"/>
            <a:ext cx="2366602" cy="1698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p:cNvSpPr>
            <a:spLocks/>
          </p:cNvSpPr>
          <p:nvPr/>
        </p:nvSpPr>
        <p:spPr>
          <a:xfrm>
            <a:off x="8868000" y="6678000"/>
            <a:ext cx="1800000" cy="180000"/>
          </a:xfrm>
          <a:prstGeom prst="rect">
            <a:avLst/>
          </a:prstGeom>
        </p:spPr>
        <p:txBody>
          <a:bodyPr/>
          <a:lstStyle/>
          <a:p>
            <a:pPr fontAlgn="base">
              <a:spcBef>
                <a:spcPct val="0"/>
              </a:spcBef>
              <a:spcAft>
                <a:spcPct val="0"/>
              </a:spcAft>
              <a:defRPr/>
            </a:pPr>
            <a:endParaRPr lang="en-GB" sz="1000" dirty="0">
              <a:solidFill>
                <a:prstClr val="black"/>
              </a:solidFill>
              <a:latin typeface="Arial" charset="0"/>
            </a:endParaRPr>
          </a:p>
        </p:txBody>
      </p:sp>
      <p:pic>
        <p:nvPicPr>
          <p:cNvPr id="8" name="Picture 6" descr="imagesCA6ZZ6RJ"/>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3552" y="4915094"/>
            <a:ext cx="1411268" cy="1721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077399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2"/>
          <p:cNvSpPr txBox="1">
            <a:spLocks noChangeArrowheads="1"/>
          </p:cNvSpPr>
          <p:nvPr/>
        </p:nvSpPr>
        <p:spPr>
          <a:xfrm>
            <a:off x="2946401" y="49213"/>
            <a:ext cx="6602413" cy="1035050"/>
          </a:xfrm>
          <a:prstGeom prst="rect">
            <a:avLst/>
          </a:prstGeom>
        </p:spPr>
        <p:txBody>
          <a:bodyPr lIns="91429" tIns="45715" rIns="91429" bIns="45715"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endParaRPr lang="en-GB" altLang="en-US" sz="3400" b="1" dirty="0">
              <a:ln w="1905"/>
              <a:solidFill>
                <a:srgbClr val="FFCC00"/>
              </a:solidFill>
              <a:effectLst>
                <a:innerShdw blurRad="69850" dist="43180" dir="5400000">
                  <a:srgbClr val="000000">
                    <a:alpha val="65000"/>
                  </a:srgbClr>
                </a:innerShdw>
              </a:effectLst>
              <a:ea typeface="MS PGothic" pitchFamily="34" charset="-128"/>
            </a:endParaRPr>
          </a:p>
        </p:txBody>
      </p:sp>
      <p:sp>
        <p:nvSpPr>
          <p:cNvPr id="43011" name="Rectangle 3"/>
          <p:cNvSpPr txBox="1">
            <a:spLocks noChangeArrowheads="1"/>
          </p:cNvSpPr>
          <p:nvPr/>
        </p:nvSpPr>
        <p:spPr bwMode="auto">
          <a:xfrm>
            <a:off x="1900238" y="2038351"/>
            <a:ext cx="8659812"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lstStyle>
            <a:lvl1pPr eaLnBrk="0" hangingPunct="0">
              <a:spcBef>
                <a:spcPct val="20000"/>
              </a:spcBef>
              <a:buFont typeface="Arial" charset="0"/>
              <a:buChar char="•"/>
              <a:defRPr sz="3200">
                <a:solidFill>
                  <a:schemeClr val="tx1"/>
                </a:solidFill>
                <a:latin typeface="Calibri" pitchFamily="34" charset="0"/>
              </a:defRPr>
            </a:lvl1pPr>
            <a:lvl2pPr marL="500063"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indent="9524" algn="just" defTabSz="788893">
              <a:buNone/>
              <a:defRPr/>
            </a:pPr>
            <a:r>
              <a:rPr lang="en-GB" altLang="en-US" b="1" dirty="0"/>
              <a:t>Deliver NATO’s Corps Warfighting HQ at 20 days Notice to move in order to contribute to NATO’s deterrence of our adversaries and the defence of our allies in an era of persistent competition.</a:t>
            </a:r>
          </a:p>
          <a:p>
            <a:pPr>
              <a:buNone/>
              <a:defRPr/>
            </a:pPr>
            <a:endParaRPr lang="en-GB" altLang="en-US" sz="1600" b="1" dirty="0">
              <a:latin typeface="Arial" panose="020B0604020202020204" pitchFamily="34" charset="0"/>
            </a:endParaRPr>
          </a:p>
          <a:p>
            <a:pPr>
              <a:buNone/>
              <a:defRPr/>
            </a:pPr>
            <a:r>
              <a:rPr lang="en-GB" altLang="en-US" sz="2000" b="1" dirty="0">
                <a:latin typeface="Arial" panose="020B0604020202020204" pitchFamily="34" charset="0"/>
              </a:rPr>
              <a:t>COMARRC’s Directive 2021</a:t>
            </a:r>
          </a:p>
          <a:p>
            <a:pPr>
              <a:buNone/>
              <a:defRPr/>
            </a:pPr>
            <a:endParaRPr lang="en-GB" altLang="en-US" sz="1600" b="1" dirty="0">
              <a:solidFill>
                <a:srgbClr val="000000"/>
              </a:solidFill>
              <a:latin typeface="Arial" panose="020B0604020202020204" pitchFamily="34" charset="0"/>
            </a:endParaRPr>
          </a:p>
        </p:txBody>
      </p:sp>
      <p:sp>
        <p:nvSpPr>
          <p:cNvPr id="15364" name="Rectangle 5"/>
          <p:cNvSpPr>
            <a:spLocks noChangeArrowheads="1"/>
          </p:cNvSpPr>
          <p:nvPr/>
        </p:nvSpPr>
        <p:spPr bwMode="auto">
          <a:xfrm>
            <a:off x="4223792" y="1091597"/>
            <a:ext cx="3009135"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en-US" sz="3200" b="1" dirty="0">
                <a:solidFill>
                  <a:srgbClr val="221C0F"/>
                </a:solidFill>
                <a:latin typeface="Arial" charset="0"/>
              </a:rPr>
              <a:t>ARRC Mission</a:t>
            </a:r>
            <a:endParaRPr lang="en-GB" altLang="en-US" sz="3200" b="1" dirty="0">
              <a:solidFill>
                <a:srgbClr val="FF0000"/>
              </a:solidFill>
            </a:endParaRPr>
          </a:p>
        </p:txBody>
      </p:sp>
    </p:spTree>
    <p:extLst>
      <p:ext uri="{BB962C8B-B14F-4D97-AF65-F5344CB8AC3E}">
        <p14:creationId xmlns:p14="http://schemas.microsoft.com/office/powerpoint/2010/main" val="2912905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ounded Rectangle 1"/>
          <p:cNvSpPr/>
          <p:nvPr/>
        </p:nvSpPr>
        <p:spPr>
          <a:xfrm>
            <a:off x="1703389" y="2565400"/>
            <a:ext cx="1152525" cy="503238"/>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solidFill>
                <a:schemeClr val="tx1">
                  <a:lumMod val="95000"/>
                  <a:lumOff val="5000"/>
                </a:schemeClr>
              </a:solidFill>
            </a:endParaRPr>
          </a:p>
        </p:txBody>
      </p:sp>
      <p:sp>
        <p:nvSpPr>
          <p:cNvPr id="3" name="Flowchart: Document 2"/>
          <p:cNvSpPr/>
          <p:nvPr/>
        </p:nvSpPr>
        <p:spPr>
          <a:xfrm>
            <a:off x="3319463" y="1370013"/>
            <a:ext cx="1223962" cy="792162"/>
          </a:xfrm>
          <a:prstGeom prst="flowChartDocument">
            <a:avLst/>
          </a:prstGeom>
          <a:solidFill>
            <a:schemeClr val="accent2">
              <a:lumMod val="60000"/>
              <a:lumOff val="4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4" name="Flowchart: Document 3"/>
          <p:cNvSpPr/>
          <p:nvPr/>
        </p:nvSpPr>
        <p:spPr>
          <a:xfrm>
            <a:off x="4746625" y="1341438"/>
            <a:ext cx="2698750" cy="792162"/>
          </a:xfrm>
          <a:prstGeom prst="flowChartDocumen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8" name="Flowchart: Document 7"/>
          <p:cNvSpPr/>
          <p:nvPr/>
        </p:nvSpPr>
        <p:spPr>
          <a:xfrm>
            <a:off x="6383338" y="3141663"/>
            <a:ext cx="1225550" cy="792162"/>
          </a:xfrm>
          <a:prstGeom prst="flowChartDocumen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9" name="Flowchart: Document 8"/>
          <p:cNvSpPr/>
          <p:nvPr/>
        </p:nvSpPr>
        <p:spPr>
          <a:xfrm>
            <a:off x="3295651" y="2420938"/>
            <a:ext cx="1223963" cy="792162"/>
          </a:xfrm>
          <a:prstGeom prst="flowChartDocument">
            <a:avLst/>
          </a:prstGeom>
          <a:solidFill>
            <a:schemeClr val="accent2">
              <a:lumMod val="60000"/>
              <a:lumOff val="4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0" name="Flowchart: Document 9"/>
          <p:cNvSpPr/>
          <p:nvPr/>
        </p:nvSpPr>
        <p:spPr>
          <a:xfrm>
            <a:off x="3935413" y="4005065"/>
            <a:ext cx="1223962" cy="792163"/>
          </a:xfrm>
          <a:prstGeom prst="flowChartDocument">
            <a:avLst/>
          </a:prstGeom>
          <a:solidFill>
            <a:schemeClr val="accent2">
              <a:lumMod val="60000"/>
              <a:lumOff val="4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1" name="Flowchart: Document 10"/>
          <p:cNvSpPr/>
          <p:nvPr/>
        </p:nvSpPr>
        <p:spPr>
          <a:xfrm>
            <a:off x="4079876" y="4508501"/>
            <a:ext cx="1223963" cy="792163"/>
          </a:xfrm>
          <a:prstGeom prst="flowChartDocument">
            <a:avLst/>
          </a:prstGeom>
          <a:solidFill>
            <a:schemeClr val="accent2">
              <a:lumMod val="60000"/>
              <a:lumOff val="4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pic>
        <p:nvPicPr>
          <p:cNvPr id="16393" name="Picture 2" descr="C:\Users\G7TrgSO3\Pictures\Pictur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4559300"/>
            <a:ext cx="1371600" cy="182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ounded Rectangle 12"/>
          <p:cNvSpPr/>
          <p:nvPr/>
        </p:nvSpPr>
        <p:spPr>
          <a:xfrm>
            <a:off x="2855914" y="3357564"/>
            <a:ext cx="1152525" cy="503237"/>
          </a:xfrm>
          <a:prstGeom prst="round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solidFill>
                <a:schemeClr val="tx1">
                  <a:lumMod val="95000"/>
                  <a:lumOff val="5000"/>
                </a:schemeClr>
              </a:solidFill>
            </a:endParaRPr>
          </a:p>
        </p:txBody>
      </p:sp>
      <p:sp>
        <p:nvSpPr>
          <p:cNvPr id="14" name="Flowchart: Document 13"/>
          <p:cNvSpPr/>
          <p:nvPr/>
        </p:nvSpPr>
        <p:spPr>
          <a:xfrm>
            <a:off x="5483225" y="2276476"/>
            <a:ext cx="1225550" cy="792163"/>
          </a:xfrm>
          <a:prstGeom prst="flowChartDocumen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5" name="Rounded Rectangle 14"/>
          <p:cNvSpPr/>
          <p:nvPr/>
        </p:nvSpPr>
        <p:spPr>
          <a:xfrm>
            <a:off x="7824789" y="2565400"/>
            <a:ext cx="1150937" cy="503238"/>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6" name="Rounded Rectangle 15"/>
          <p:cNvSpPr/>
          <p:nvPr/>
        </p:nvSpPr>
        <p:spPr>
          <a:xfrm>
            <a:off x="9264651" y="3357564"/>
            <a:ext cx="1152525" cy="503237"/>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2" name="TextBox 11"/>
          <p:cNvSpPr txBox="1"/>
          <p:nvPr/>
        </p:nvSpPr>
        <p:spPr>
          <a:xfrm>
            <a:off x="1811339" y="2654300"/>
            <a:ext cx="936625" cy="368300"/>
          </a:xfrm>
          <a:prstGeom prst="rect">
            <a:avLst/>
          </a:prstGeom>
          <a:noFill/>
        </p:spPr>
        <p:txBody>
          <a:bodyPr lIns="91429" tIns="45715" rIns="91429" bIns="45715">
            <a:spAutoFit/>
          </a:bodyPr>
          <a:lstStyle/>
          <a:p>
            <a:pPr algn="ctr">
              <a:defRPr/>
            </a:pPr>
            <a:r>
              <a:rPr lang="en-GB" dirty="0">
                <a:solidFill>
                  <a:schemeClr val="tx1">
                    <a:lumMod val="95000"/>
                    <a:lumOff val="5000"/>
                  </a:schemeClr>
                </a:solidFill>
                <a:latin typeface="Arial" panose="020B0604020202020204" pitchFamily="34" charset="0"/>
                <a:cs typeface="Arial" panose="020B0604020202020204" pitchFamily="34" charset="0"/>
              </a:rPr>
              <a:t>CGS</a:t>
            </a:r>
          </a:p>
        </p:txBody>
      </p:sp>
      <p:sp>
        <p:nvSpPr>
          <p:cNvPr id="18" name="TextBox 17"/>
          <p:cNvSpPr txBox="1"/>
          <p:nvPr/>
        </p:nvSpPr>
        <p:spPr>
          <a:xfrm>
            <a:off x="2963864" y="3429000"/>
            <a:ext cx="936625" cy="369888"/>
          </a:xfrm>
          <a:prstGeom prst="rect">
            <a:avLst/>
          </a:prstGeom>
          <a:noFill/>
        </p:spPr>
        <p:txBody>
          <a:bodyPr lIns="91429" tIns="45715" rIns="91429" bIns="45715">
            <a:spAutoFit/>
          </a:bodyPr>
          <a:lstStyle/>
          <a:p>
            <a:pPr algn="ctr">
              <a:defRPr/>
            </a:pPr>
            <a:r>
              <a:rPr lang="en-GB" dirty="0">
                <a:solidFill>
                  <a:schemeClr val="tx1">
                    <a:lumMod val="95000"/>
                    <a:lumOff val="5000"/>
                  </a:schemeClr>
                </a:solidFill>
                <a:latin typeface="Arial" panose="020B0604020202020204" pitchFamily="34" charset="0"/>
                <a:cs typeface="Arial" panose="020B0604020202020204" pitchFamily="34" charset="0"/>
              </a:rPr>
              <a:t>CFA</a:t>
            </a:r>
          </a:p>
        </p:txBody>
      </p:sp>
      <p:sp>
        <p:nvSpPr>
          <p:cNvPr id="16400" name="TextBox 18"/>
          <p:cNvSpPr txBox="1">
            <a:spLocks noChangeArrowheads="1"/>
          </p:cNvSpPr>
          <p:nvPr/>
        </p:nvSpPr>
        <p:spPr bwMode="auto">
          <a:xfrm>
            <a:off x="4008438" y="3996364"/>
            <a:ext cx="1079500"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Fd Army Plan</a:t>
            </a:r>
          </a:p>
        </p:txBody>
      </p:sp>
      <p:sp>
        <p:nvSpPr>
          <p:cNvPr id="16401" name="TextBox 19"/>
          <p:cNvSpPr txBox="1">
            <a:spLocks noChangeArrowheads="1"/>
          </p:cNvSpPr>
          <p:nvPr/>
        </p:nvSpPr>
        <p:spPr bwMode="auto">
          <a:xfrm>
            <a:off x="4132264" y="4684714"/>
            <a:ext cx="1081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a:solidFill>
                  <a:schemeClr val="bg1"/>
                </a:solidFill>
                <a:latin typeface="Arial" charset="0"/>
              </a:rPr>
              <a:t>AOO</a:t>
            </a:r>
          </a:p>
        </p:txBody>
      </p:sp>
      <p:sp>
        <p:nvSpPr>
          <p:cNvPr id="21" name="Rounded Rectangle 20"/>
          <p:cNvSpPr/>
          <p:nvPr/>
        </p:nvSpPr>
        <p:spPr>
          <a:xfrm>
            <a:off x="1703389" y="5805488"/>
            <a:ext cx="1152525" cy="360362"/>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22" name="Rounded Rectangle 21"/>
          <p:cNvSpPr/>
          <p:nvPr/>
        </p:nvSpPr>
        <p:spPr>
          <a:xfrm>
            <a:off x="2855914" y="5373689"/>
            <a:ext cx="1152525" cy="358775"/>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23" name="Rounded Rectangle 22"/>
          <p:cNvSpPr/>
          <p:nvPr/>
        </p:nvSpPr>
        <p:spPr>
          <a:xfrm>
            <a:off x="7824789" y="5373689"/>
            <a:ext cx="1150937" cy="358775"/>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24" name="Rounded Rectangle 23"/>
          <p:cNvSpPr/>
          <p:nvPr/>
        </p:nvSpPr>
        <p:spPr>
          <a:xfrm>
            <a:off x="9264651" y="5805488"/>
            <a:ext cx="1152525" cy="360362"/>
          </a:xfrm>
          <a:prstGeom prst="round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25" name="TextBox 24"/>
          <p:cNvSpPr txBox="1"/>
          <p:nvPr/>
        </p:nvSpPr>
        <p:spPr>
          <a:xfrm>
            <a:off x="2971801" y="5426075"/>
            <a:ext cx="936625" cy="311150"/>
          </a:xfrm>
          <a:prstGeom prst="rect">
            <a:avLst/>
          </a:prstGeom>
          <a:noFill/>
        </p:spPr>
        <p:txBody>
          <a:bodyPr lIns="91429" tIns="45715" rIns="91429" bIns="45715">
            <a:spAutoFit/>
          </a:bodyPr>
          <a:lstStyle/>
          <a:p>
            <a:pPr algn="ctr">
              <a:defRPr/>
            </a:pPr>
            <a:r>
              <a:rPr lang="en-GB" sz="1400" dirty="0">
                <a:solidFill>
                  <a:schemeClr val="tx1">
                    <a:lumMod val="95000"/>
                    <a:lumOff val="5000"/>
                  </a:schemeClr>
                </a:solidFill>
                <a:latin typeface="Arial" panose="020B0604020202020204" pitchFamily="34" charset="0"/>
                <a:cs typeface="Arial" panose="020B0604020202020204" pitchFamily="34" charset="0"/>
              </a:rPr>
              <a:t>OPCOM</a:t>
            </a:r>
          </a:p>
        </p:txBody>
      </p:sp>
      <p:sp>
        <p:nvSpPr>
          <p:cNvPr id="26" name="TextBox 25"/>
          <p:cNvSpPr txBox="1"/>
          <p:nvPr/>
        </p:nvSpPr>
        <p:spPr>
          <a:xfrm>
            <a:off x="1714501" y="5838825"/>
            <a:ext cx="1152525" cy="292100"/>
          </a:xfrm>
          <a:prstGeom prst="rect">
            <a:avLst/>
          </a:prstGeom>
          <a:noFill/>
        </p:spPr>
        <p:txBody>
          <a:bodyPr lIns="91429" tIns="45715" rIns="91429" bIns="45715">
            <a:spAutoFit/>
          </a:bodyPr>
          <a:lstStyle/>
          <a:p>
            <a:pPr algn="ctr">
              <a:defRPr/>
            </a:pPr>
            <a:r>
              <a:rPr lang="en-GB" sz="1300" dirty="0">
                <a:solidFill>
                  <a:schemeClr val="tx1">
                    <a:lumMod val="95000"/>
                    <a:lumOff val="5000"/>
                  </a:schemeClr>
                </a:solidFill>
                <a:latin typeface="Arial" panose="020B0604020202020204" pitchFamily="34" charset="0"/>
                <a:cs typeface="Arial" panose="020B0604020202020204" pitchFamily="34" charset="0"/>
              </a:rPr>
              <a:t>FULLCOMD</a:t>
            </a:r>
          </a:p>
        </p:txBody>
      </p:sp>
      <p:sp>
        <p:nvSpPr>
          <p:cNvPr id="27" name="TextBox 26"/>
          <p:cNvSpPr txBox="1"/>
          <p:nvPr/>
        </p:nvSpPr>
        <p:spPr>
          <a:xfrm>
            <a:off x="7932739" y="5399089"/>
            <a:ext cx="935037" cy="312737"/>
          </a:xfrm>
          <a:prstGeom prst="rect">
            <a:avLst/>
          </a:prstGeom>
          <a:noFill/>
        </p:spPr>
        <p:txBody>
          <a:bodyPr lIns="91429" tIns="45715" rIns="91429" bIns="45715">
            <a:spAutoFit/>
          </a:bodyPr>
          <a:lstStyle/>
          <a:p>
            <a:pPr algn="ctr">
              <a:defRPr/>
            </a:pPr>
            <a:r>
              <a:rPr lang="en-GB" sz="1400" dirty="0">
                <a:solidFill>
                  <a:schemeClr val="tx1">
                    <a:lumMod val="95000"/>
                    <a:lumOff val="5000"/>
                  </a:schemeClr>
                </a:solidFill>
                <a:latin typeface="Arial" panose="020B0604020202020204" pitchFamily="34" charset="0"/>
                <a:cs typeface="Arial" panose="020B0604020202020204" pitchFamily="34" charset="0"/>
              </a:rPr>
              <a:t>OPCOM</a:t>
            </a:r>
          </a:p>
        </p:txBody>
      </p:sp>
      <p:sp>
        <p:nvSpPr>
          <p:cNvPr id="28" name="TextBox 27"/>
          <p:cNvSpPr txBox="1"/>
          <p:nvPr/>
        </p:nvSpPr>
        <p:spPr>
          <a:xfrm>
            <a:off x="9264651" y="5848351"/>
            <a:ext cx="1152525" cy="277813"/>
          </a:xfrm>
          <a:prstGeom prst="rect">
            <a:avLst/>
          </a:prstGeom>
          <a:noFill/>
        </p:spPr>
        <p:txBody>
          <a:bodyPr lIns="91429" tIns="45715" rIns="91429" bIns="45715">
            <a:spAutoFit/>
          </a:bodyPr>
          <a:lstStyle/>
          <a:p>
            <a:pPr algn="ctr">
              <a:defRPr/>
            </a:pPr>
            <a:r>
              <a:rPr lang="en-GB" sz="1200" dirty="0">
                <a:solidFill>
                  <a:schemeClr val="tx1">
                    <a:lumMod val="95000"/>
                    <a:lumOff val="5000"/>
                  </a:schemeClr>
                </a:solidFill>
                <a:latin typeface="Arial" panose="020B0604020202020204" pitchFamily="34" charset="0"/>
                <a:cs typeface="Arial" panose="020B0604020202020204" pitchFamily="34" charset="0"/>
              </a:rPr>
              <a:t>DIRLAUTH</a:t>
            </a:r>
          </a:p>
        </p:txBody>
      </p:sp>
      <p:sp>
        <p:nvSpPr>
          <p:cNvPr id="16410" name="TextBox 28"/>
          <p:cNvSpPr txBox="1">
            <a:spLocks noChangeArrowheads="1"/>
          </p:cNvSpPr>
          <p:nvPr/>
        </p:nvSpPr>
        <p:spPr bwMode="auto">
          <a:xfrm>
            <a:off x="3359150" y="2503488"/>
            <a:ext cx="10810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Army Plan</a:t>
            </a:r>
          </a:p>
        </p:txBody>
      </p:sp>
      <p:sp>
        <p:nvSpPr>
          <p:cNvPr id="16411" name="TextBox 29"/>
          <p:cNvSpPr txBox="1">
            <a:spLocks noChangeArrowheads="1"/>
          </p:cNvSpPr>
          <p:nvPr/>
        </p:nvSpPr>
        <p:spPr bwMode="auto">
          <a:xfrm>
            <a:off x="3368675" y="1444625"/>
            <a:ext cx="1079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CDS Directive</a:t>
            </a:r>
          </a:p>
        </p:txBody>
      </p:sp>
      <p:cxnSp>
        <p:nvCxnSpPr>
          <p:cNvPr id="31" name="Straight Connector 30"/>
          <p:cNvCxnSpPr>
            <a:stCxn id="2" idx="2"/>
            <a:endCxn id="21" idx="0"/>
          </p:cNvCxnSpPr>
          <p:nvPr/>
        </p:nvCxnSpPr>
        <p:spPr>
          <a:xfrm>
            <a:off x="2279650" y="3068638"/>
            <a:ext cx="0" cy="2736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endCxn id="23" idx="0"/>
          </p:cNvCxnSpPr>
          <p:nvPr/>
        </p:nvCxnSpPr>
        <p:spPr>
          <a:xfrm>
            <a:off x="8399463" y="3087688"/>
            <a:ext cx="0" cy="2286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endCxn id="24" idx="0"/>
          </p:cNvCxnSpPr>
          <p:nvPr/>
        </p:nvCxnSpPr>
        <p:spPr>
          <a:xfrm>
            <a:off x="9840913" y="3870326"/>
            <a:ext cx="0" cy="19351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endCxn id="22" idx="0"/>
          </p:cNvCxnSpPr>
          <p:nvPr/>
        </p:nvCxnSpPr>
        <p:spPr>
          <a:xfrm>
            <a:off x="3425825" y="3870326"/>
            <a:ext cx="6350" cy="15033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21" idx="3"/>
          </p:cNvCxnSpPr>
          <p:nvPr/>
        </p:nvCxnSpPr>
        <p:spPr>
          <a:xfrm>
            <a:off x="2855914" y="5984875"/>
            <a:ext cx="2554287"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a:off x="4008438" y="5580063"/>
            <a:ext cx="1401762"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6816726" y="5984875"/>
            <a:ext cx="2447925"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a:off x="6816726" y="5553075"/>
            <a:ext cx="1008063" cy="0"/>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pic>
        <p:nvPicPr>
          <p:cNvPr id="49" name="Picture 85"/>
          <p:cNvPicPr>
            <a:picLocks noChangeArrowheads="1"/>
          </p:cNvPicPr>
          <p:nvPr/>
        </p:nvPicPr>
        <p:blipFill>
          <a:blip r:embed="rId4"/>
          <a:srcRect/>
          <a:stretch>
            <a:fillRect/>
          </a:stretch>
        </p:blipFill>
        <p:spPr bwMode="auto">
          <a:xfrm>
            <a:off x="1992314" y="1489075"/>
            <a:ext cx="574675" cy="5651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TextBox 49"/>
          <p:cNvSpPr txBox="1"/>
          <p:nvPr/>
        </p:nvSpPr>
        <p:spPr>
          <a:xfrm>
            <a:off x="4870451" y="1443038"/>
            <a:ext cx="2449513" cy="584200"/>
          </a:xfrm>
          <a:prstGeom prst="rect">
            <a:avLst/>
          </a:prstGeom>
          <a:noFill/>
        </p:spPr>
        <p:txBody>
          <a:bodyPr lIns="91429" tIns="45715" rIns="91429" bIns="45715">
            <a:spAutoFit/>
          </a:bodyPr>
          <a:lstStyle/>
          <a:p>
            <a:pPr algn="ctr">
              <a:defRPr/>
            </a:pPr>
            <a:r>
              <a:rPr lang="en-GB" sz="1600" dirty="0">
                <a:solidFill>
                  <a:schemeClr val="tx1">
                    <a:lumMod val="95000"/>
                    <a:lumOff val="5000"/>
                  </a:schemeClr>
                </a:solidFill>
                <a:latin typeface="Arial" panose="020B0604020202020204" pitchFamily="34" charset="0"/>
                <a:cs typeface="Arial" panose="020B0604020202020204" pitchFamily="34" charset="0"/>
              </a:rPr>
              <a:t>C2TA between UK </a:t>
            </a:r>
            <a:r>
              <a:rPr lang="en-GB" sz="1600" dirty="0" err="1">
                <a:solidFill>
                  <a:schemeClr val="tx1">
                    <a:lumMod val="95000"/>
                    <a:lumOff val="5000"/>
                  </a:schemeClr>
                </a:solidFill>
                <a:latin typeface="Arial" panose="020B0604020202020204" pitchFamily="34" charset="0"/>
                <a:cs typeface="Arial" panose="020B0604020202020204" pitchFamily="34" charset="0"/>
              </a:rPr>
              <a:t>SoS</a:t>
            </a:r>
            <a:r>
              <a:rPr lang="en-GB" sz="1600" dirty="0">
                <a:solidFill>
                  <a:schemeClr val="tx1">
                    <a:lumMod val="95000"/>
                    <a:lumOff val="5000"/>
                  </a:schemeClr>
                </a:solidFill>
                <a:latin typeface="Arial" panose="020B0604020202020204" pitchFamily="34" charset="0"/>
                <a:cs typeface="Arial" panose="020B0604020202020204" pitchFamily="34" charset="0"/>
              </a:rPr>
              <a:t> and SHAPE</a:t>
            </a:r>
          </a:p>
        </p:txBody>
      </p:sp>
      <p:sp>
        <p:nvSpPr>
          <p:cNvPr id="51" name="TextBox 50"/>
          <p:cNvSpPr txBox="1"/>
          <p:nvPr/>
        </p:nvSpPr>
        <p:spPr>
          <a:xfrm>
            <a:off x="5556250" y="2352675"/>
            <a:ext cx="1079500" cy="585788"/>
          </a:xfrm>
          <a:prstGeom prst="rect">
            <a:avLst/>
          </a:prstGeom>
          <a:noFill/>
        </p:spPr>
        <p:txBody>
          <a:bodyPr lIns="91429" tIns="45715" rIns="91429" bIns="45715">
            <a:spAutoFit/>
          </a:bodyPr>
          <a:lstStyle/>
          <a:p>
            <a:pPr algn="ctr">
              <a:defRPr/>
            </a:pPr>
            <a:r>
              <a:rPr lang="en-GB" sz="1600" dirty="0">
                <a:solidFill>
                  <a:schemeClr val="tx1">
                    <a:lumMod val="95000"/>
                    <a:lumOff val="5000"/>
                  </a:schemeClr>
                </a:solidFill>
                <a:latin typeface="Arial" panose="020B0604020202020204" pitchFamily="34" charset="0"/>
                <a:cs typeface="Arial" panose="020B0604020202020204" pitchFamily="34" charset="0"/>
              </a:rPr>
              <a:t>ARRC MOU</a:t>
            </a:r>
          </a:p>
        </p:txBody>
      </p:sp>
      <p:sp>
        <p:nvSpPr>
          <p:cNvPr id="52" name="Flowchart: Document 51"/>
          <p:cNvSpPr/>
          <p:nvPr/>
        </p:nvSpPr>
        <p:spPr>
          <a:xfrm>
            <a:off x="6456363" y="3429001"/>
            <a:ext cx="1223962" cy="792163"/>
          </a:xfrm>
          <a:prstGeom prst="flowChartDocumen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53" name="Flowchart: Document 52"/>
          <p:cNvSpPr/>
          <p:nvPr/>
        </p:nvSpPr>
        <p:spPr>
          <a:xfrm>
            <a:off x="6527801" y="3716338"/>
            <a:ext cx="1223963" cy="792162"/>
          </a:xfrm>
          <a:prstGeom prst="flowChartDocumen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54" name="Flowchart: Document 53"/>
          <p:cNvSpPr/>
          <p:nvPr/>
        </p:nvSpPr>
        <p:spPr>
          <a:xfrm>
            <a:off x="6600826" y="4005263"/>
            <a:ext cx="1223963" cy="792162"/>
          </a:xfrm>
          <a:prstGeom prst="flowChartDocumen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55" name="Flowchart: Document 54"/>
          <p:cNvSpPr/>
          <p:nvPr/>
        </p:nvSpPr>
        <p:spPr>
          <a:xfrm>
            <a:off x="6672263" y="4292601"/>
            <a:ext cx="1223962" cy="792163"/>
          </a:xfrm>
          <a:prstGeom prst="flowChartDocumen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29" tIns="45715" rIns="91429" bIns="45715" anchor="ctr"/>
          <a:lstStyle/>
          <a:p>
            <a:pPr algn="ctr">
              <a:defRPr/>
            </a:pPr>
            <a:endParaRPr lang="en-GB"/>
          </a:p>
        </p:txBody>
      </p:sp>
      <p:sp>
        <p:nvSpPr>
          <p:cNvPr id="16427" name="TextBox 55"/>
          <p:cNvSpPr txBox="1">
            <a:spLocks noChangeArrowheads="1"/>
          </p:cNvSpPr>
          <p:nvPr/>
        </p:nvSpPr>
        <p:spPr bwMode="auto">
          <a:xfrm>
            <a:off x="7824789" y="2659064"/>
            <a:ext cx="1150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SACEUR</a:t>
            </a:r>
          </a:p>
        </p:txBody>
      </p:sp>
      <p:sp>
        <p:nvSpPr>
          <p:cNvPr id="16428" name="TextBox 56"/>
          <p:cNvSpPr txBox="1">
            <a:spLocks noChangeArrowheads="1"/>
          </p:cNvSpPr>
          <p:nvPr/>
        </p:nvSpPr>
        <p:spPr bwMode="auto">
          <a:xfrm>
            <a:off x="9234488" y="3440114"/>
            <a:ext cx="1223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LANDCOM</a:t>
            </a:r>
          </a:p>
        </p:txBody>
      </p:sp>
      <p:sp>
        <p:nvSpPr>
          <p:cNvPr id="16429" name="TextBox 57"/>
          <p:cNvSpPr txBox="1">
            <a:spLocks noChangeArrowheads="1"/>
          </p:cNvSpPr>
          <p:nvPr/>
        </p:nvSpPr>
        <p:spPr bwMode="auto">
          <a:xfrm>
            <a:off x="6456363" y="3149600"/>
            <a:ext cx="1079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CFAO</a:t>
            </a:r>
          </a:p>
        </p:txBody>
      </p:sp>
      <p:sp>
        <p:nvSpPr>
          <p:cNvPr id="16430" name="TextBox 58"/>
          <p:cNvSpPr txBox="1">
            <a:spLocks noChangeArrowheads="1"/>
          </p:cNvSpPr>
          <p:nvPr/>
        </p:nvSpPr>
        <p:spPr bwMode="auto">
          <a:xfrm>
            <a:off x="6527800" y="3429000"/>
            <a:ext cx="10810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AD 80-98</a:t>
            </a:r>
          </a:p>
        </p:txBody>
      </p:sp>
      <p:sp>
        <p:nvSpPr>
          <p:cNvPr id="16431" name="TextBox 59"/>
          <p:cNvSpPr txBox="1">
            <a:spLocks noChangeArrowheads="1"/>
          </p:cNvSpPr>
          <p:nvPr/>
        </p:nvSpPr>
        <p:spPr bwMode="auto">
          <a:xfrm>
            <a:off x="6608763" y="3716339"/>
            <a:ext cx="10795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AD 80-96</a:t>
            </a:r>
          </a:p>
        </p:txBody>
      </p:sp>
      <p:sp>
        <p:nvSpPr>
          <p:cNvPr id="16432" name="TextBox 60"/>
          <p:cNvSpPr txBox="1">
            <a:spLocks noChangeArrowheads="1"/>
          </p:cNvSpPr>
          <p:nvPr/>
        </p:nvSpPr>
        <p:spPr bwMode="auto">
          <a:xfrm>
            <a:off x="6684963" y="3979864"/>
            <a:ext cx="10795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SAGE</a:t>
            </a:r>
          </a:p>
        </p:txBody>
      </p:sp>
      <p:sp>
        <p:nvSpPr>
          <p:cNvPr id="16433" name="TextBox 61"/>
          <p:cNvSpPr txBox="1">
            <a:spLocks noChangeArrowheads="1"/>
          </p:cNvSpPr>
          <p:nvPr/>
        </p:nvSpPr>
        <p:spPr bwMode="auto">
          <a:xfrm>
            <a:off x="6761163" y="4292601"/>
            <a:ext cx="10795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GB" altLang="en-US" sz="1600">
                <a:solidFill>
                  <a:schemeClr val="bg1"/>
                </a:solidFill>
                <a:latin typeface="Arial" charset="0"/>
              </a:rPr>
              <a:t>LTCP</a:t>
            </a:r>
          </a:p>
        </p:txBody>
      </p:sp>
      <p:cxnSp>
        <p:nvCxnSpPr>
          <p:cNvPr id="63" name="Straight Arrow Connector 62"/>
          <p:cNvCxnSpPr/>
          <p:nvPr/>
        </p:nvCxnSpPr>
        <p:spPr>
          <a:xfrm>
            <a:off x="2290763" y="2276475"/>
            <a:ext cx="2381250" cy="0"/>
          </a:xfrm>
          <a:prstGeom prst="straightConnector1">
            <a:avLst/>
          </a:prstGeom>
          <a:ln w="34925">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a:off x="7531100" y="2276475"/>
            <a:ext cx="2381250" cy="0"/>
          </a:xfrm>
          <a:prstGeom prst="straightConnector1">
            <a:avLst/>
          </a:prstGeom>
          <a:ln w="34925">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pic>
        <p:nvPicPr>
          <p:cNvPr id="16436" name="Picture 3" descr="C:\Users\G7TrgSO3\Pictures\201401_NU_PAO_NATO-Compass-RGB_jpg.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5014" y="1477963"/>
            <a:ext cx="57467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37" name="Rectangle 66"/>
          <p:cNvSpPr>
            <a:spLocks noChangeArrowheads="1"/>
          </p:cNvSpPr>
          <p:nvPr/>
        </p:nvSpPr>
        <p:spPr bwMode="auto">
          <a:xfrm>
            <a:off x="3941764" y="322263"/>
            <a:ext cx="4602520"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en-US" sz="3200" b="1" dirty="0">
                <a:solidFill>
                  <a:srgbClr val="221C0F"/>
                </a:solidFill>
                <a:latin typeface="Arial" charset="0"/>
              </a:rPr>
              <a:t>Command and Control</a:t>
            </a:r>
            <a:endParaRPr lang="en-GB" altLang="en-US" sz="3200" b="1" dirty="0"/>
          </a:p>
        </p:txBody>
      </p:sp>
    </p:spTree>
    <p:extLst>
      <p:ext uri="{BB962C8B-B14F-4D97-AF65-F5344CB8AC3E}">
        <p14:creationId xmlns:p14="http://schemas.microsoft.com/office/powerpoint/2010/main" val="289405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Line 43"/>
          <p:cNvSpPr>
            <a:spLocks noChangeShapeType="1"/>
          </p:cNvSpPr>
          <p:nvPr/>
        </p:nvSpPr>
        <p:spPr bwMode="auto">
          <a:xfrm>
            <a:off x="2567608" y="3197619"/>
            <a:ext cx="243855" cy="91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25" name="Line 44"/>
          <p:cNvSpPr>
            <a:spLocks noChangeShapeType="1"/>
          </p:cNvSpPr>
          <p:nvPr/>
        </p:nvSpPr>
        <p:spPr bwMode="auto">
          <a:xfrm>
            <a:off x="4691064" y="3176589"/>
            <a:ext cx="6350" cy="30432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82" name="Line 6"/>
          <p:cNvSpPr>
            <a:spLocks noChangeShapeType="1"/>
          </p:cNvSpPr>
          <p:nvPr/>
        </p:nvSpPr>
        <p:spPr bwMode="auto">
          <a:xfrm flipH="1">
            <a:off x="3449639" y="3695700"/>
            <a:ext cx="22225" cy="10239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83" name="TextBox 275"/>
          <p:cNvSpPr txBox="1">
            <a:spLocks noChangeArrowheads="1"/>
          </p:cNvSpPr>
          <p:nvPr/>
        </p:nvSpPr>
        <p:spPr bwMode="auto">
          <a:xfrm>
            <a:off x="8815388" y="3794125"/>
            <a:ext cx="1020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rgbClr val="000000"/>
                </a:solidFill>
                <a:ea typeface="MS PGothic" pitchFamily="34" charset="-128"/>
              </a:rPr>
              <a:t>Ch ECMI</a:t>
            </a:r>
          </a:p>
        </p:txBody>
      </p:sp>
      <p:sp>
        <p:nvSpPr>
          <p:cNvPr id="20484" name="Line 43"/>
          <p:cNvSpPr>
            <a:spLocks noChangeShapeType="1"/>
          </p:cNvSpPr>
          <p:nvPr/>
        </p:nvSpPr>
        <p:spPr bwMode="auto">
          <a:xfrm flipV="1">
            <a:off x="2479900" y="2436024"/>
            <a:ext cx="332161" cy="7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85" name="Line 3"/>
          <p:cNvSpPr>
            <a:spLocks noChangeShapeType="1"/>
          </p:cNvSpPr>
          <p:nvPr/>
        </p:nvSpPr>
        <p:spPr bwMode="auto">
          <a:xfrm flipH="1" flipV="1">
            <a:off x="7427914" y="5949280"/>
            <a:ext cx="835025"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0486" name="Line 4"/>
          <p:cNvSpPr>
            <a:spLocks noChangeShapeType="1"/>
          </p:cNvSpPr>
          <p:nvPr/>
        </p:nvSpPr>
        <p:spPr bwMode="auto">
          <a:xfrm>
            <a:off x="8043864" y="3346450"/>
            <a:ext cx="34925" cy="26035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87" name="Rectangle 328"/>
          <p:cNvSpPr>
            <a:spLocks noChangeArrowheads="1"/>
          </p:cNvSpPr>
          <p:nvPr/>
        </p:nvSpPr>
        <p:spPr bwMode="auto">
          <a:xfrm>
            <a:off x="7726363" y="4814888"/>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88" name="Rectangle 329"/>
          <p:cNvSpPr>
            <a:spLocks noChangeArrowheads="1"/>
          </p:cNvSpPr>
          <p:nvPr/>
        </p:nvSpPr>
        <p:spPr bwMode="auto">
          <a:xfrm>
            <a:off x="7726363" y="5148263"/>
            <a:ext cx="735012" cy="369332"/>
          </a:xfrm>
          <a:prstGeom prst="rect">
            <a:avLst/>
          </a:prstGeom>
          <a:solidFill>
            <a:srgbClr val="00B0F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89" name="Rectangle 330"/>
          <p:cNvSpPr>
            <a:spLocks noChangeArrowheads="1"/>
          </p:cNvSpPr>
          <p:nvPr/>
        </p:nvSpPr>
        <p:spPr bwMode="auto">
          <a:xfrm>
            <a:off x="7726363" y="5465763"/>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0" name="Rectangle 331"/>
          <p:cNvSpPr>
            <a:spLocks noChangeArrowheads="1"/>
          </p:cNvSpPr>
          <p:nvPr/>
        </p:nvSpPr>
        <p:spPr bwMode="auto">
          <a:xfrm>
            <a:off x="7726363" y="5784850"/>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2" name="Rectangle 317"/>
          <p:cNvSpPr>
            <a:spLocks noChangeArrowheads="1"/>
          </p:cNvSpPr>
          <p:nvPr/>
        </p:nvSpPr>
        <p:spPr bwMode="auto">
          <a:xfrm>
            <a:off x="4346576" y="5378450"/>
            <a:ext cx="735013" cy="369332"/>
          </a:xfrm>
          <a:prstGeom prst="rect">
            <a:avLst/>
          </a:prstGeom>
          <a:solidFill>
            <a:srgbClr val="FF99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3" name="Rectangle 318"/>
          <p:cNvSpPr>
            <a:spLocks noChangeArrowheads="1"/>
          </p:cNvSpPr>
          <p:nvPr/>
        </p:nvSpPr>
        <p:spPr bwMode="auto">
          <a:xfrm>
            <a:off x="4352926" y="5997575"/>
            <a:ext cx="735013" cy="369332"/>
          </a:xfrm>
          <a:prstGeom prst="rect">
            <a:avLst/>
          </a:prstGeom>
          <a:solidFill>
            <a:srgbClr val="FF6699"/>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4" name="Rectangle 315"/>
          <p:cNvSpPr>
            <a:spLocks noChangeArrowheads="1"/>
          </p:cNvSpPr>
          <p:nvPr/>
        </p:nvSpPr>
        <p:spPr bwMode="auto">
          <a:xfrm>
            <a:off x="4352926" y="5073650"/>
            <a:ext cx="735013"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5" name="Line 190"/>
          <p:cNvSpPr>
            <a:spLocks noChangeShapeType="1"/>
          </p:cNvSpPr>
          <p:nvPr/>
        </p:nvSpPr>
        <p:spPr bwMode="auto">
          <a:xfrm>
            <a:off x="7366000" y="1808164"/>
            <a:ext cx="33338" cy="4141787"/>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0496" name="Line 2"/>
          <p:cNvSpPr>
            <a:spLocks noChangeShapeType="1"/>
          </p:cNvSpPr>
          <p:nvPr/>
        </p:nvSpPr>
        <p:spPr bwMode="auto">
          <a:xfrm flipH="1">
            <a:off x="7407276" y="4257675"/>
            <a:ext cx="309563" cy="7938"/>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0497" name="Line 7"/>
          <p:cNvSpPr>
            <a:spLocks noChangeShapeType="1"/>
          </p:cNvSpPr>
          <p:nvPr/>
        </p:nvSpPr>
        <p:spPr bwMode="auto">
          <a:xfrm>
            <a:off x="6816725" y="3765551"/>
            <a:ext cx="20636" cy="14255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498" name="Rectangle 282"/>
          <p:cNvSpPr>
            <a:spLocks noChangeArrowheads="1"/>
          </p:cNvSpPr>
          <p:nvPr/>
        </p:nvSpPr>
        <p:spPr bwMode="auto">
          <a:xfrm>
            <a:off x="6508751" y="4144963"/>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499" name="Line 168"/>
          <p:cNvSpPr>
            <a:spLocks noChangeShapeType="1"/>
          </p:cNvSpPr>
          <p:nvPr/>
        </p:nvSpPr>
        <p:spPr bwMode="auto">
          <a:xfrm>
            <a:off x="5797550" y="3703638"/>
            <a:ext cx="0" cy="647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00" name="Rectangle 281"/>
          <p:cNvSpPr>
            <a:spLocks noChangeArrowheads="1"/>
          </p:cNvSpPr>
          <p:nvPr/>
        </p:nvSpPr>
        <p:spPr bwMode="auto">
          <a:xfrm>
            <a:off x="5419726" y="4144963"/>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01" name="Rectangle 280"/>
          <p:cNvSpPr>
            <a:spLocks noChangeArrowheads="1"/>
          </p:cNvSpPr>
          <p:nvPr/>
        </p:nvSpPr>
        <p:spPr bwMode="auto">
          <a:xfrm>
            <a:off x="4335463" y="4137025"/>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02" name="Line 3"/>
          <p:cNvSpPr>
            <a:spLocks noChangeShapeType="1"/>
          </p:cNvSpPr>
          <p:nvPr/>
        </p:nvSpPr>
        <p:spPr bwMode="auto">
          <a:xfrm flipH="1">
            <a:off x="6099176" y="1808164"/>
            <a:ext cx="1266825" cy="3175"/>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
        <p:nvSpPr>
          <p:cNvPr id="20503" name="Line 10"/>
          <p:cNvSpPr>
            <a:spLocks noChangeShapeType="1"/>
          </p:cNvSpPr>
          <p:nvPr/>
        </p:nvSpPr>
        <p:spPr bwMode="auto">
          <a:xfrm>
            <a:off x="6096000" y="1682523"/>
            <a:ext cx="0" cy="145914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9" name="Text Box 12"/>
          <p:cNvSpPr txBox="1">
            <a:spLocks noChangeArrowheads="1"/>
          </p:cNvSpPr>
          <p:nvPr/>
        </p:nvSpPr>
        <p:spPr bwMode="auto">
          <a:xfrm>
            <a:off x="5524501" y="1308101"/>
            <a:ext cx="1096963" cy="536575"/>
          </a:xfrm>
          <a:prstGeom prst="rect">
            <a:avLst/>
          </a:prstGeom>
          <a:solidFill>
            <a:srgbClr val="008000"/>
          </a:solidFill>
          <a:ln w="9525">
            <a:solidFill>
              <a:schemeClr val="tx1"/>
            </a:solidFill>
            <a:miter lim="800000"/>
            <a:headEnd/>
            <a:tailEnd/>
          </a:ln>
          <a:effectLst>
            <a:outerShdw dist="35921" dir="2700000" algn="ctr" rotWithShape="0">
              <a:schemeClr val="bg2"/>
            </a:outerShdw>
          </a:effectLst>
        </p:spPr>
        <p:txBody>
          <a:bodyPr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a:lnSpc>
                <a:spcPct val="90000"/>
              </a:lnSpc>
              <a:spcBef>
                <a:spcPct val="20000"/>
              </a:spcBef>
              <a:defRPr/>
            </a:pPr>
            <a:r>
              <a:rPr lang="en-GB" altLang="en-US" sz="1300" dirty="0">
                <a:solidFill>
                  <a:schemeClr val="bg1"/>
                </a:solidFill>
              </a:rPr>
              <a:t>COMARRC</a:t>
            </a:r>
          </a:p>
          <a:p>
            <a:pPr>
              <a:lnSpc>
                <a:spcPct val="90000"/>
              </a:lnSpc>
              <a:spcBef>
                <a:spcPct val="20000"/>
              </a:spcBef>
              <a:defRPr/>
            </a:pPr>
            <a:endParaRPr lang="en-GB" altLang="en-US" sz="1500" b="0" dirty="0">
              <a:solidFill>
                <a:srgbClr val="000000"/>
              </a:solidFill>
              <a:effectLst>
                <a:outerShdw blurRad="38100" dist="38100" dir="2700000" algn="tl">
                  <a:srgbClr val="FFFFFF"/>
                </a:outerShdw>
              </a:effectLst>
            </a:endParaRPr>
          </a:p>
        </p:txBody>
      </p:sp>
      <p:sp>
        <p:nvSpPr>
          <p:cNvPr id="20506" name="Line 13"/>
          <p:cNvSpPr>
            <a:spLocks noChangeShapeType="1"/>
          </p:cNvSpPr>
          <p:nvPr/>
        </p:nvSpPr>
        <p:spPr bwMode="auto">
          <a:xfrm>
            <a:off x="2803525" y="2816225"/>
            <a:ext cx="37655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07" name="Line 14"/>
          <p:cNvSpPr>
            <a:spLocks noChangeShapeType="1"/>
          </p:cNvSpPr>
          <p:nvPr/>
        </p:nvSpPr>
        <p:spPr bwMode="auto">
          <a:xfrm flipV="1">
            <a:off x="6507164" y="2574997"/>
            <a:ext cx="1422757" cy="469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08" name="AutoShape 15"/>
          <p:cNvSpPr>
            <a:spLocks noChangeArrowheads="1"/>
          </p:cNvSpPr>
          <p:nvPr/>
        </p:nvSpPr>
        <p:spPr bwMode="auto">
          <a:xfrm>
            <a:off x="5884863" y="1992313"/>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509" name="AutoShape 16"/>
          <p:cNvSpPr>
            <a:spLocks noChangeArrowheads="1"/>
          </p:cNvSpPr>
          <p:nvPr/>
        </p:nvSpPr>
        <p:spPr bwMode="auto">
          <a:xfrm>
            <a:off x="6164263" y="1992313"/>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34" name="Text Box 17"/>
          <p:cNvSpPr txBox="1">
            <a:spLocks noChangeArrowheads="1"/>
          </p:cNvSpPr>
          <p:nvPr/>
        </p:nvSpPr>
        <p:spPr bwMode="auto">
          <a:xfrm>
            <a:off x="5538788" y="2460378"/>
            <a:ext cx="1096962" cy="536575"/>
          </a:xfrm>
          <a:prstGeom prst="rect">
            <a:avLst/>
          </a:prstGeom>
          <a:solidFill>
            <a:srgbClr val="008000"/>
          </a:solidFill>
          <a:ln w="9525">
            <a:solidFill>
              <a:schemeClr val="tx1"/>
            </a:solidFill>
            <a:miter lim="800000"/>
            <a:headEnd/>
            <a:tailEnd/>
          </a:ln>
          <a:effectLst>
            <a:outerShdw dist="35921" dir="2700000" algn="ctr" rotWithShape="0">
              <a:schemeClr val="bg2"/>
            </a:outerShdw>
          </a:effectLst>
        </p:spPr>
        <p:txBody>
          <a:bodyPr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a:lnSpc>
                <a:spcPct val="90000"/>
              </a:lnSpc>
              <a:spcBef>
                <a:spcPct val="20000"/>
              </a:spcBef>
              <a:defRPr/>
            </a:pPr>
            <a:r>
              <a:rPr lang="en-GB" altLang="en-US" sz="1300" dirty="0">
                <a:solidFill>
                  <a:schemeClr val="bg1"/>
                </a:solidFill>
              </a:rPr>
              <a:t>COSARRC</a:t>
            </a:r>
          </a:p>
          <a:p>
            <a:pPr>
              <a:lnSpc>
                <a:spcPct val="90000"/>
              </a:lnSpc>
              <a:spcBef>
                <a:spcPct val="20000"/>
              </a:spcBef>
              <a:defRPr/>
            </a:pPr>
            <a:endParaRPr lang="en-GB" altLang="en-US" sz="1500" b="0" dirty="0">
              <a:solidFill>
                <a:srgbClr val="000000"/>
              </a:solidFill>
              <a:effectLst>
                <a:outerShdw blurRad="38100" dist="38100" dir="2700000" algn="tl">
                  <a:srgbClr val="FFFFFF"/>
                </a:outerShdw>
              </a:effectLst>
            </a:endParaRPr>
          </a:p>
        </p:txBody>
      </p:sp>
      <p:pic>
        <p:nvPicPr>
          <p:cNvPr id="35" name="Picture 18" descr="United-Kingdom.gif"/>
          <p:cNvPicPr>
            <a:picLocks noChangeAspect="1" noChangeArrowheads="1"/>
          </p:cNvPicPr>
          <p:nvPr/>
        </p:nvPicPr>
        <p:blipFill>
          <a:blip r:embed="rId3"/>
          <a:srcRect/>
          <a:stretch>
            <a:fillRect/>
          </a:stretch>
        </p:blipFill>
        <p:spPr bwMode="auto">
          <a:xfrm>
            <a:off x="5937250" y="2708083"/>
            <a:ext cx="298450" cy="179387"/>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12" name="Line 20"/>
          <p:cNvSpPr>
            <a:spLocks noChangeShapeType="1"/>
          </p:cNvSpPr>
          <p:nvPr/>
        </p:nvSpPr>
        <p:spPr bwMode="auto">
          <a:xfrm>
            <a:off x="6640818" y="1529892"/>
            <a:ext cx="1314450" cy="111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13" name="Line 21"/>
          <p:cNvSpPr>
            <a:spLocks noChangeShapeType="1"/>
          </p:cNvSpPr>
          <p:nvPr/>
        </p:nvSpPr>
        <p:spPr bwMode="auto">
          <a:xfrm flipH="1">
            <a:off x="7943849" y="1541005"/>
            <a:ext cx="8655" cy="103868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8" name="Text Box 22"/>
          <p:cNvSpPr txBox="1">
            <a:spLocks noChangeArrowheads="1"/>
          </p:cNvSpPr>
          <p:nvPr/>
        </p:nvSpPr>
        <p:spPr bwMode="auto">
          <a:xfrm>
            <a:off x="1700142" y="3431382"/>
            <a:ext cx="916925" cy="222039"/>
          </a:xfrm>
          <a:prstGeom prst="rect">
            <a:avLst/>
          </a:prstGeom>
          <a:solidFill>
            <a:srgbClr val="00B0F0"/>
          </a:solidFill>
          <a:ln w="9525">
            <a:solidFill>
              <a:schemeClr val="tx1"/>
            </a:solidFill>
            <a:miter lim="800000"/>
            <a:headEnd/>
            <a:tailEnd/>
          </a:ln>
          <a:effectLst>
            <a:outerShdw dist="35921" dir="2700000" algn="ctr" rotWithShape="0">
              <a:schemeClr val="bg2"/>
            </a:outerShdw>
          </a:effectLst>
        </p:spPr>
        <p:txBody>
          <a:bodyPr wrap="square"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nSpc>
                <a:spcPct val="90000"/>
              </a:lnSpc>
              <a:spcBef>
                <a:spcPct val="20000"/>
              </a:spcBef>
              <a:defRPr/>
            </a:pPr>
            <a:r>
              <a:rPr lang="en-GB" altLang="en-US" sz="900" b="0" dirty="0">
                <a:solidFill>
                  <a:srgbClr val="000000"/>
                </a:solidFill>
                <a:effectLst>
                  <a:outerShdw blurRad="38100" dist="38100" dir="2700000" algn="tl">
                    <a:srgbClr val="FFFFFF"/>
                  </a:outerShdw>
                </a:effectLst>
              </a:rPr>
              <a:t>AOCC(L)</a:t>
            </a:r>
          </a:p>
        </p:txBody>
      </p:sp>
      <p:sp>
        <p:nvSpPr>
          <p:cNvPr id="39" name="Text Box 26"/>
          <p:cNvSpPr txBox="1">
            <a:spLocks noChangeArrowheads="1"/>
          </p:cNvSpPr>
          <p:nvPr/>
        </p:nvSpPr>
        <p:spPr bwMode="auto">
          <a:xfrm>
            <a:off x="1712937" y="2634734"/>
            <a:ext cx="766962" cy="346689"/>
          </a:xfrm>
          <a:prstGeom prst="rect">
            <a:avLst/>
          </a:prstGeom>
          <a:solidFill>
            <a:srgbClr val="008000"/>
          </a:solidFill>
          <a:ln w="9525">
            <a:solidFill>
              <a:schemeClr val="tx1"/>
            </a:solidFill>
            <a:miter lim="800000"/>
            <a:headEnd/>
            <a:tailEnd/>
          </a:ln>
          <a:effectLst>
            <a:outerShdw dist="35921" dir="2700000" algn="ctr" rotWithShape="0">
              <a:schemeClr val="bg2"/>
            </a:outerShdw>
          </a:effectLst>
        </p:spPr>
        <p:txBody>
          <a:bodyPr wrap="square"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nSpc>
                <a:spcPct val="90000"/>
              </a:lnSpc>
              <a:spcBef>
                <a:spcPct val="20000"/>
              </a:spcBef>
              <a:defRPr/>
            </a:pPr>
            <a:r>
              <a:rPr lang="en-GB" altLang="en-US" sz="900" b="0" dirty="0">
                <a:solidFill>
                  <a:schemeClr val="bg1"/>
                </a:solidFill>
              </a:rPr>
              <a:t>Central Staffs</a:t>
            </a:r>
            <a:endParaRPr lang="en-GB" altLang="en-US" sz="1000" b="0" dirty="0">
              <a:solidFill>
                <a:srgbClr val="000000"/>
              </a:solidFill>
              <a:effectLst>
                <a:outerShdw blurRad="38100" dist="38100" dir="2700000" algn="tl">
                  <a:srgbClr val="FFFFFF"/>
                </a:outerShdw>
              </a:effectLst>
            </a:endParaRPr>
          </a:p>
        </p:txBody>
      </p:sp>
      <p:sp>
        <p:nvSpPr>
          <p:cNvPr id="20516" name="AutoShape 30"/>
          <p:cNvSpPr>
            <a:spLocks noChangeArrowheads="1"/>
          </p:cNvSpPr>
          <p:nvPr/>
        </p:nvSpPr>
        <p:spPr bwMode="auto">
          <a:xfrm>
            <a:off x="5768975" y="852489"/>
            <a:ext cx="152400" cy="153987"/>
          </a:xfrm>
          <a:custGeom>
            <a:avLst/>
            <a:gdLst>
              <a:gd name="T0" fmla="*/ 0 w 152400"/>
              <a:gd name="T1" fmla="*/ 58818 h 153988"/>
              <a:gd name="T2" fmla="*/ 58212 w 152400"/>
              <a:gd name="T3" fmla="*/ 58818 h 153988"/>
              <a:gd name="T4" fmla="*/ 76200 w 152400"/>
              <a:gd name="T5" fmla="*/ 0 h 153988"/>
              <a:gd name="T6" fmla="*/ 94188 w 152400"/>
              <a:gd name="T7" fmla="*/ 58818 h 153988"/>
              <a:gd name="T8" fmla="*/ 152400 w 152400"/>
              <a:gd name="T9" fmla="*/ 58818 h 153988"/>
              <a:gd name="T10" fmla="*/ 105305 w 152400"/>
              <a:gd name="T11" fmla="*/ 95168 h 153988"/>
              <a:gd name="T12" fmla="*/ 123294 w 152400"/>
              <a:gd name="T13" fmla="*/ 153987 h 153988"/>
              <a:gd name="T14" fmla="*/ 76200 w 152400"/>
              <a:gd name="T15" fmla="*/ 117635 h 153988"/>
              <a:gd name="T16" fmla="*/ 29106 w 152400"/>
              <a:gd name="T17" fmla="*/ 153987 h 153988"/>
              <a:gd name="T18" fmla="*/ 47095 w 152400"/>
              <a:gd name="T19" fmla="*/ 95168 h 153988"/>
              <a:gd name="T20" fmla="*/ 0 w 152400"/>
              <a:gd name="T21" fmla="*/ 58818 h 1539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3988"/>
              <a:gd name="T35" fmla="*/ 152400 w 152400"/>
              <a:gd name="T36" fmla="*/ 153988 h 1539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3988">
                <a:moveTo>
                  <a:pt x="0" y="58818"/>
                </a:moveTo>
                <a:lnTo>
                  <a:pt x="58212" y="58818"/>
                </a:lnTo>
                <a:lnTo>
                  <a:pt x="76200" y="0"/>
                </a:lnTo>
                <a:lnTo>
                  <a:pt x="94188" y="58818"/>
                </a:lnTo>
                <a:lnTo>
                  <a:pt x="152400" y="58818"/>
                </a:lnTo>
                <a:lnTo>
                  <a:pt x="105305" y="95169"/>
                </a:lnTo>
                <a:lnTo>
                  <a:pt x="123294" y="153988"/>
                </a:lnTo>
                <a:lnTo>
                  <a:pt x="76200" y="117636"/>
                </a:lnTo>
                <a:lnTo>
                  <a:pt x="29106" y="153988"/>
                </a:lnTo>
                <a:lnTo>
                  <a:pt x="47095" y="95169"/>
                </a:lnTo>
                <a:lnTo>
                  <a:pt x="0" y="58818"/>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517" name="AutoShape 31"/>
          <p:cNvSpPr>
            <a:spLocks noChangeArrowheads="1"/>
          </p:cNvSpPr>
          <p:nvPr/>
        </p:nvSpPr>
        <p:spPr bwMode="auto">
          <a:xfrm>
            <a:off x="6019799" y="852529"/>
            <a:ext cx="152400" cy="153987"/>
          </a:xfrm>
          <a:custGeom>
            <a:avLst/>
            <a:gdLst>
              <a:gd name="T0" fmla="*/ 0 w 152400"/>
              <a:gd name="T1" fmla="*/ 58818 h 153988"/>
              <a:gd name="T2" fmla="*/ 58212 w 152400"/>
              <a:gd name="T3" fmla="*/ 58818 h 153988"/>
              <a:gd name="T4" fmla="*/ 76200 w 152400"/>
              <a:gd name="T5" fmla="*/ 0 h 153988"/>
              <a:gd name="T6" fmla="*/ 94188 w 152400"/>
              <a:gd name="T7" fmla="*/ 58818 h 153988"/>
              <a:gd name="T8" fmla="*/ 152400 w 152400"/>
              <a:gd name="T9" fmla="*/ 58818 h 153988"/>
              <a:gd name="T10" fmla="*/ 105305 w 152400"/>
              <a:gd name="T11" fmla="*/ 95168 h 153988"/>
              <a:gd name="T12" fmla="*/ 123294 w 152400"/>
              <a:gd name="T13" fmla="*/ 153987 h 153988"/>
              <a:gd name="T14" fmla="*/ 76200 w 152400"/>
              <a:gd name="T15" fmla="*/ 117635 h 153988"/>
              <a:gd name="T16" fmla="*/ 29106 w 152400"/>
              <a:gd name="T17" fmla="*/ 153987 h 153988"/>
              <a:gd name="T18" fmla="*/ 47095 w 152400"/>
              <a:gd name="T19" fmla="*/ 95168 h 153988"/>
              <a:gd name="T20" fmla="*/ 0 w 152400"/>
              <a:gd name="T21" fmla="*/ 58818 h 1539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3988"/>
              <a:gd name="T35" fmla="*/ 152400 w 152400"/>
              <a:gd name="T36" fmla="*/ 153988 h 1539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3988">
                <a:moveTo>
                  <a:pt x="0" y="58818"/>
                </a:moveTo>
                <a:lnTo>
                  <a:pt x="58212" y="58818"/>
                </a:lnTo>
                <a:lnTo>
                  <a:pt x="76200" y="0"/>
                </a:lnTo>
                <a:lnTo>
                  <a:pt x="94188" y="58818"/>
                </a:lnTo>
                <a:lnTo>
                  <a:pt x="152400" y="58818"/>
                </a:lnTo>
                <a:lnTo>
                  <a:pt x="105305" y="95169"/>
                </a:lnTo>
                <a:lnTo>
                  <a:pt x="123294" y="153988"/>
                </a:lnTo>
                <a:lnTo>
                  <a:pt x="76200" y="117636"/>
                </a:lnTo>
                <a:lnTo>
                  <a:pt x="29106" y="153988"/>
                </a:lnTo>
                <a:lnTo>
                  <a:pt x="47095" y="95169"/>
                </a:lnTo>
                <a:lnTo>
                  <a:pt x="0" y="58818"/>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518" name="AutoShape 32"/>
          <p:cNvSpPr>
            <a:spLocks noChangeArrowheads="1"/>
          </p:cNvSpPr>
          <p:nvPr/>
        </p:nvSpPr>
        <p:spPr bwMode="auto">
          <a:xfrm>
            <a:off x="6264275" y="852489"/>
            <a:ext cx="152400" cy="153987"/>
          </a:xfrm>
          <a:custGeom>
            <a:avLst/>
            <a:gdLst>
              <a:gd name="T0" fmla="*/ 0 w 152400"/>
              <a:gd name="T1" fmla="*/ 58818 h 153988"/>
              <a:gd name="T2" fmla="*/ 58212 w 152400"/>
              <a:gd name="T3" fmla="*/ 58818 h 153988"/>
              <a:gd name="T4" fmla="*/ 76200 w 152400"/>
              <a:gd name="T5" fmla="*/ 0 h 153988"/>
              <a:gd name="T6" fmla="*/ 94188 w 152400"/>
              <a:gd name="T7" fmla="*/ 58818 h 153988"/>
              <a:gd name="T8" fmla="*/ 152400 w 152400"/>
              <a:gd name="T9" fmla="*/ 58818 h 153988"/>
              <a:gd name="T10" fmla="*/ 105305 w 152400"/>
              <a:gd name="T11" fmla="*/ 95168 h 153988"/>
              <a:gd name="T12" fmla="*/ 123294 w 152400"/>
              <a:gd name="T13" fmla="*/ 153987 h 153988"/>
              <a:gd name="T14" fmla="*/ 76200 w 152400"/>
              <a:gd name="T15" fmla="*/ 117635 h 153988"/>
              <a:gd name="T16" fmla="*/ 29106 w 152400"/>
              <a:gd name="T17" fmla="*/ 153987 h 153988"/>
              <a:gd name="T18" fmla="*/ 47095 w 152400"/>
              <a:gd name="T19" fmla="*/ 95168 h 153988"/>
              <a:gd name="T20" fmla="*/ 0 w 152400"/>
              <a:gd name="T21" fmla="*/ 58818 h 1539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3988"/>
              <a:gd name="T35" fmla="*/ 152400 w 152400"/>
              <a:gd name="T36" fmla="*/ 153988 h 1539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3988">
                <a:moveTo>
                  <a:pt x="0" y="58818"/>
                </a:moveTo>
                <a:lnTo>
                  <a:pt x="58212" y="58818"/>
                </a:lnTo>
                <a:lnTo>
                  <a:pt x="76200" y="0"/>
                </a:lnTo>
                <a:lnTo>
                  <a:pt x="94188" y="58818"/>
                </a:lnTo>
                <a:lnTo>
                  <a:pt x="152400" y="58818"/>
                </a:lnTo>
                <a:lnTo>
                  <a:pt x="105305" y="95169"/>
                </a:lnTo>
                <a:lnTo>
                  <a:pt x="123294" y="153988"/>
                </a:lnTo>
                <a:lnTo>
                  <a:pt x="76200" y="117636"/>
                </a:lnTo>
                <a:lnTo>
                  <a:pt x="29106" y="153988"/>
                </a:lnTo>
                <a:lnTo>
                  <a:pt x="47095" y="95169"/>
                </a:lnTo>
                <a:lnTo>
                  <a:pt x="0" y="58818"/>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pic>
        <p:nvPicPr>
          <p:cNvPr id="43" name="Picture 33" descr="United-Kingdom.gif"/>
          <p:cNvPicPr>
            <a:picLocks noChangeAspect="1" noChangeArrowheads="1"/>
          </p:cNvPicPr>
          <p:nvPr/>
        </p:nvPicPr>
        <p:blipFill>
          <a:blip r:embed="rId3"/>
          <a:srcRect/>
          <a:stretch>
            <a:fillRect/>
          </a:stretch>
        </p:blipFill>
        <p:spPr bwMode="auto">
          <a:xfrm>
            <a:off x="5927359" y="1600240"/>
            <a:ext cx="296862"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20" name="Line 36"/>
          <p:cNvSpPr>
            <a:spLocks noChangeShapeType="1"/>
          </p:cNvSpPr>
          <p:nvPr/>
        </p:nvSpPr>
        <p:spPr bwMode="auto">
          <a:xfrm>
            <a:off x="3500439" y="3141663"/>
            <a:ext cx="6543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21" name="AutoShape 38"/>
          <p:cNvSpPr>
            <a:spLocks noChangeArrowheads="1"/>
          </p:cNvSpPr>
          <p:nvPr/>
        </p:nvSpPr>
        <p:spPr bwMode="auto">
          <a:xfrm>
            <a:off x="7696200" y="125095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522" name="AutoShape 39"/>
          <p:cNvSpPr>
            <a:spLocks noChangeArrowheads="1"/>
          </p:cNvSpPr>
          <p:nvPr/>
        </p:nvSpPr>
        <p:spPr bwMode="auto">
          <a:xfrm>
            <a:off x="7975600" y="125095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47" name="Text Box 40"/>
          <p:cNvSpPr txBox="1">
            <a:spLocks noChangeArrowheads="1"/>
          </p:cNvSpPr>
          <p:nvPr/>
        </p:nvSpPr>
        <p:spPr bwMode="auto">
          <a:xfrm>
            <a:off x="7454901" y="1708151"/>
            <a:ext cx="881063" cy="536575"/>
          </a:xfrm>
          <a:prstGeom prst="rect">
            <a:avLst/>
          </a:prstGeom>
          <a:solidFill>
            <a:srgbClr val="008000"/>
          </a:solidFill>
          <a:ln w="9525">
            <a:solidFill>
              <a:schemeClr val="tx1"/>
            </a:solidFill>
            <a:miter lim="800000"/>
            <a:headEnd/>
            <a:tailEnd/>
          </a:ln>
          <a:effectLst>
            <a:outerShdw dist="35921" dir="2700000" algn="ctr" rotWithShape="0">
              <a:schemeClr val="bg2"/>
            </a:outerShdw>
          </a:effectLst>
        </p:spPr>
        <p:txBody>
          <a:bodyPr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a:lnSpc>
                <a:spcPct val="90000"/>
              </a:lnSpc>
              <a:spcBef>
                <a:spcPct val="20000"/>
              </a:spcBef>
              <a:defRPr/>
            </a:pPr>
            <a:r>
              <a:rPr lang="en-GB" altLang="en-US" sz="1300" dirty="0">
                <a:solidFill>
                  <a:schemeClr val="bg1"/>
                </a:solidFill>
              </a:rPr>
              <a:t>DCOM</a:t>
            </a:r>
          </a:p>
          <a:p>
            <a:pPr algn="ctr">
              <a:lnSpc>
                <a:spcPct val="90000"/>
              </a:lnSpc>
              <a:spcBef>
                <a:spcPct val="20000"/>
              </a:spcBef>
              <a:defRPr/>
            </a:pPr>
            <a:endParaRPr lang="en-GB" altLang="en-US" sz="1500" b="0" dirty="0">
              <a:solidFill>
                <a:srgbClr val="000000"/>
              </a:solidFill>
              <a:effectLst>
                <a:outerShdw blurRad="38100" dist="38100" dir="2700000" algn="tl">
                  <a:srgbClr val="FFFFFF"/>
                </a:outerShdw>
              </a:effectLst>
            </a:endParaRPr>
          </a:p>
        </p:txBody>
      </p:sp>
      <p:pic>
        <p:nvPicPr>
          <p:cNvPr id="20524" name="Picture 41" descr="Italy.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9225" y="1995488"/>
            <a:ext cx="298450" cy="176212"/>
          </a:xfrm>
          <a:prstGeom prst="rect">
            <a:avLst/>
          </a:prstGeom>
          <a:noFill/>
          <a:ln w="9525">
            <a:solidFill>
              <a:schemeClr val="tx1"/>
            </a:solidFill>
            <a:miter lim="800000"/>
            <a:headEnd/>
            <a:tailEnd/>
          </a:ln>
          <a:effectLst>
            <a:outerShdw dist="35921" dir="2700000" algn="ctr" rotWithShape="0">
              <a:srgbClr val="808080">
                <a:alpha val="74997"/>
              </a:srgbClr>
            </a:outerShdw>
          </a:effectLst>
          <a:extLst>
            <a:ext uri="{909E8E84-426E-40DD-AFC4-6F175D3DCCD1}">
              <a14:hiddenFill xmlns:a14="http://schemas.microsoft.com/office/drawing/2010/main">
                <a:solidFill>
                  <a:srgbClr val="FFFFFF"/>
                </a:solidFill>
              </a14:hiddenFill>
            </a:ext>
          </a:extLst>
        </p:spPr>
      </p:pic>
      <p:sp>
        <p:nvSpPr>
          <p:cNvPr id="20526" name="Line 46"/>
          <p:cNvSpPr>
            <a:spLocks noChangeShapeType="1"/>
          </p:cNvSpPr>
          <p:nvPr/>
        </p:nvSpPr>
        <p:spPr bwMode="auto">
          <a:xfrm flipH="1">
            <a:off x="6835775" y="3211513"/>
            <a:ext cx="0" cy="577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28" name="Line 56"/>
          <p:cNvSpPr>
            <a:spLocks noChangeShapeType="1"/>
          </p:cNvSpPr>
          <p:nvPr/>
        </p:nvSpPr>
        <p:spPr bwMode="auto">
          <a:xfrm>
            <a:off x="5762625" y="3190875"/>
            <a:ext cx="0" cy="598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29" name="Line 57"/>
          <p:cNvSpPr>
            <a:spLocks noChangeShapeType="1"/>
          </p:cNvSpPr>
          <p:nvPr/>
        </p:nvSpPr>
        <p:spPr bwMode="auto">
          <a:xfrm flipH="1">
            <a:off x="9105900" y="3941764"/>
            <a:ext cx="7938" cy="19129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30" name="Line 58"/>
          <p:cNvSpPr>
            <a:spLocks noChangeShapeType="1"/>
          </p:cNvSpPr>
          <p:nvPr/>
        </p:nvSpPr>
        <p:spPr bwMode="auto">
          <a:xfrm flipH="1">
            <a:off x="9117013" y="3206751"/>
            <a:ext cx="6350" cy="8366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grpSp>
        <p:nvGrpSpPr>
          <p:cNvPr id="20531" name="Group 70"/>
          <p:cNvGrpSpPr>
            <a:grpSpLocks/>
          </p:cNvGrpSpPr>
          <p:nvPr/>
        </p:nvGrpSpPr>
        <p:grpSpPr bwMode="auto">
          <a:xfrm>
            <a:off x="4746626" y="4165600"/>
            <a:ext cx="288925" cy="215900"/>
            <a:chOff x="2744" y="3793"/>
            <a:chExt cx="408" cy="227"/>
          </a:xfrm>
        </p:grpSpPr>
        <p:sp>
          <p:nvSpPr>
            <p:cNvPr id="20700" name="Rectangle 71"/>
            <p:cNvSpPr>
              <a:spLocks noChangeArrowheads="1"/>
            </p:cNvSpPr>
            <p:nvPr/>
          </p:nvSpPr>
          <p:spPr bwMode="auto">
            <a:xfrm>
              <a:off x="2744" y="3793"/>
              <a:ext cx="296" cy="2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701" name="Rectangle 72"/>
            <p:cNvSpPr>
              <a:spLocks noChangeArrowheads="1"/>
            </p:cNvSpPr>
            <p:nvPr/>
          </p:nvSpPr>
          <p:spPr bwMode="auto">
            <a:xfrm>
              <a:off x="2744" y="3793"/>
              <a:ext cx="137" cy="227"/>
            </a:xfrm>
            <a:prstGeom prst="rect">
              <a:avLst/>
            </a:prstGeom>
            <a:solidFill>
              <a:srgbClr val="003F8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702" name="Rectangle 73"/>
            <p:cNvSpPr>
              <a:spLocks noChangeArrowheads="1"/>
            </p:cNvSpPr>
            <p:nvPr/>
          </p:nvSpPr>
          <p:spPr bwMode="auto">
            <a:xfrm>
              <a:off x="3015" y="3793"/>
              <a:ext cx="137" cy="227"/>
            </a:xfrm>
            <a:prstGeom prst="rect">
              <a:avLst/>
            </a:prstGeom>
            <a:solidFill>
              <a:srgbClr val="EA3C1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703" name="Rectangle 74"/>
            <p:cNvSpPr>
              <a:spLocks noChangeArrowheads="1"/>
            </p:cNvSpPr>
            <p:nvPr/>
          </p:nvSpPr>
          <p:spPr bwMode="auto">
            <a:xfrm>
              <a:off x="2744" y="3793"/>
              <a:ext cx="408" cy="227"/>
            </a:xfrm>
            <a:prstGeom prst="rect">
              <a:avLst/>
            </a:prstGeom>
            <a:noFill/>
            <a:ln w="0">
              <a:solidFill>
                <a:srgbClr val="25221E"/>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grpSp>
      <p:pic>
        <p:nvPicPr>
          <p:cNvPr id="60" name="Picture 78" descr="United-Kingdom.gif"/>
          <p:cNvPicPr>
            <a:picLocks noChangeAspect="1" noChangeArrowheads="1"/>
          </p:cNvPicPr>
          <p:nvPr/>
        </p:nvPicPr>
        <p:blipFill>
          <a:blip r:embed="rId3"/>
          <a:srcRect/>
          <a:stretch>
            <a:fillRect/>
          </a:stretch>
        </p:blipFill>
        <p:spPr bwMode="auto">
          <a:xfrm>
            <a:off x="4757738" y="5121275"/>
            <a:ext cx="309562" cy="184150"/>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61" name="Picture 80" descr="United-Kingdom.gif"/>
          <p:cNvPicPr>
            <a:picLocks noChangeAspect="1" noChangeArrowheads="1"/>
          </p:cNvPicPr>
          <p:nvPr/>
        </p:nvPicPr>
        <p:blipFill>
          <a:blip r:embed="rId3"/>
          <a:srcRect/>
          <a:stretch>
            <a:fillRect/>
          </a:stretch>
        </p:blipFill>
        <p:spPr bwMode="auto">
          <a:xfrm>
            <a:off x="4727575" y="5418138"/>
            <a:ext cx="331788"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34" name="Line 160"/>
          <p:cNvSpPr>
            <a:spLocks noChangeShapeType="1"/>
          </p:cNvSpPr>
          <p:nvPr/>
        </p:nvSpPr>
        <p:spPr bwMode="auto">
          <a:xfrm flipH="1">
            <a:off x="10049425" y="3171031"/>
            <a:ext cx="33338" cy="2382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pic>
        <p:nvPicPr>
          <p:cNvPr id="63" name="Picture 170" descr="United-Kingdom.gif"/>
          <p:cNvPicPr>
            <a:picLocks noChangeAspect="1" noChangeArrowheads="1"/>
          </p:cNvPicPr>
          <p:nvPr/>
        </p:nvPicPr>
        <p:blipFill>
          <a:blip r:embed="rId3"/>
          <a:srcRect/>
          <a:stretch>
            <a:fillRect/>
          </a:stretch>
        </p:blipFill>
        <p:spPr bwMode="auto">
          <a:xfrm>
            <a:off x="5822950" y="4171950"/>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36" name="Line 187"/>
          <p:cNvSpPr>
            <a:spLocks noChangeShapeType="1"/>
          </p:cNvSpPr>
          <p:nvPr/>
        </p:nvSpPr>
        <p:spPr bwMode="auto">
          <a:xfrm flipH="1">
            <a:off x="3457576" y="3200401"/>
            <a:ext cx="3175" cy="588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537" name="Line 191"/>
          <p:cNvSpPr>
            <a:spLocks noChangeShapeType="1"/>
          </p:cNvSpPr>
          <p:nvPr/>
        </p:nvSpPr>
        <p:spPr bwMode="auto">
          <a:xfrm>
            <a:off x="8039101" y="3198813"/>
            <a:ext cx="4763" cy="279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pic>
        <p:nvPicPr>
          <p:cNvPr id="66" name="Picture 195" descr="United-Kingdom.gif"/>
          <p:cNvPicPr>
            <a:picLocks noChangeAspect="1" noChangeArrowheads="1"/>
          </p:cNvPicPr>
          <p:nvPr/>
        </p:nvPicPr>
        <p:blipFill>
          <a:blip r:embed="rId3"/>
          <a:srcRect/>
          <a:stretch>
            <a:fillRect/>
          </a:stretch>
        </p:blipFill>
        <p:spPr bwMode="auto">
          <a:xfrm>
            <a:off x="8131175" y="5191125"/>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67" name="Picture 197" descr="Italy.gif"/>
          <p:cNvPicPr>
            <a:picLocks noChangeAspect="1" noChangeArrowheads="1"/>
          </p:cNvPicPr>
          <p:nvPr/>
        </p:nvPicPr>
        <p:blipFill>
          <a:blip r:embed="rId5"/>
          <a:srcRect/>
          <a:stretch>
            <a:fillRect/>
          </a:stretch>
        </p:blipFill>
        <p:spPr bwMode="auto">
          <a:xfrm>
            <a:off x="8154988" y="4862513"/>
            <a:ext cx="298450" cy="177800"/>
          </a:xfrm>
          <a:prstGeom prst="rect">
            <a:avLst/>
          </a:prstGeom>
          <a:noFill/>
          <a:ln w="9525">
            <a:solidFill>
              <a:schemeClr val="tx1"/>
            </a:solidFill>
            <a:miter lim="800000"/>
            <a:headEnd/>
            <a:tailEnd/>
          </a:ln>
          <a:effectLst>
            <a:outerShdw blurRad="63500" dist="38099" dir="2700000" algn="ctr" rotWithShape="0">
              <a:srgbClr val="000000">
                <a:alpha val="74998"/>
              </a:srgbClr>
            </a:outerShdw>
          </a:effectLst>
        </p:spPr>
      </p:pic>
      <p:pic>
        <p:nvPicPr>
          <p:cNvPr id="68" name="Picture 199" descr="United-Kingdom.gif"/>
          <p:cNvPicPr>
            <a:picLocks noChangeAspect="1" noChangeArrowheads="1"/>
          </p:cNvPicPr>
          <p:nvPr/>
        </p:nvPicPr>
        <p:blipFill>
          <a:blip r:embed="rId3"/>
          <a:srcRect/>
          <a:stretch>
            <a:fillRect/>
          </a:stretch>
        </p:blipFill>
        <p:spPr bwMode="auto">
          <a:xfrm>
            <a:off x="8154988" y="5495925"/>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69" name="Picture 201" descr="United-Kingdom.gif"/>
          <p:cNvPicPr>
            <a:picLocks noChangeAspect="1" noChangeArrowheads="1"/>
          </p:cNvPicPr>
          <p:nvPr/>
        </p:nvPicPr>
        <p:blipFill>
          <a:blip r:embed="rId3"/>
          <a:srcRect/>
          <a:stretch>
            <a:fillRect/>
          </a:stretch>
        </p:blipFill>
        <p:spPr bwMode="auto">
          <a:xfrm>
            <a:off x="8166100" y="5838825"/>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70" name="Picture 211" descr="United-Kingdom.gif"/>
          <p:cNvPicPr>
            <a:picLocks noChangeAspect="1" noChangeArrowheads="1"/>
          </p:cNvPicPr>
          <p:nvPr/>
        </p:nvPicPr>
        <p:blipFill>
          <a:blip r:embed="rId3"/>
          <a:srcRect/>
          <a:stretch>
            <a:fillRect/>
          </a:stretch>
        </p:blipFill>
        <p:spPr bwMode="auto">
          <a:xfrm>
            <a:off x="4721226" y="6029326"/>
            <a:ext cx="315913" cy="168275"/>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543" name="Picture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220913" y="2717556"/>
            <a:ext cx="304800" cy="19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4" name="Picture 3"/>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6908801" y="4176714"/>
            <a:ext cx="3016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5" name="Picture 5"/>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093076" y="4554539"/>
            <a:ext cx="341313"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46" name="Rectangle 1"/>
          <p:cNvSpPr>
            <a:spLocks noChangeArrowheads="1"/>
          </p:cNvSpPr>
          <p:nvPr/>
        </p:nvSpPr>
        <p:spPr bwMode="auto">
          <a:xfrm>
            <a:off x="9698038" y="3777884"/>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47" name="Rectangle 260"/>
          <p:cNvSpPr>
            <a:spLocks noChangeArrowheads="1"/>
          </p:cNvSpPr>
          <p:nvPr/>
        </p:nvSpPr>
        <p:spPr bwMode="auto">
          <a:xfrm>
            <a:off x="4349751" y="4470400"/>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48" name="Rectangle 261"/>
          <p:cNvSpPr>
            <a:spLocks noChangeArrowheads="1"/>
          </p:cNvSpPr>
          <p:nvPr/>
        </p:nvSpPr>
        <p:spPr bwMode="auto">
          <a:xfrm>
            <a:off x="3133726" y="3786188"/>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49" name="Rectangle 262"/>
          <p:cNvSpPr>
            <a:spLocks noChangeArrowheads="1"/>
          </p:cNvSpPr>
          <p:nvPr/>
        </p:nvSpPr>
        <p:spPr bwMode="auto">
          <a:xfrm>
            <a:off x="4335463" y="3776663"/>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50" name="Rectangle 263"/>
          <p:cNvSpPr>
            <a:spLocks noChangeArrowheads="1"/>
          </p:cNvSpPr>
          <p:nvPr/>
        </p:nvSpPr>
        <p:spPr bwMode="auto">
          <a:xfrm>
            <a:off x="5419726" y="3784600"/>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51" name="Rectangle 264"/>
          <p:cNvSpPr>
            <a:spLocks noChangeArrowheads="1"/>
          </p:cNvSpPr>
          <p:nvPr/>
        </p:nvSpPr>
        <p:spPr bwMode="auto">
          <a:xfrm>
            <a:off x="6489701" y="3800475"/>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52" name="Rectangle 265"/>
          <p:cNvSpPr>
            <a:spLocks noChangeArrowheads="1"/>
          </p:cNvSpPr>
          <p:nvPr/>
        </p:nvSpPr>
        <p:spPr bwMode="auto">
          <a:xfrm>
            <a:off x="7705726" y="3768725"/>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53" name="Rectangle 266"/>
          <p:cNvSpPr>
            <a:spLocks noChangeArrowheads="1"/>
          </p:cNvSpPr>
          <p:nvPr/>
        </p:nvSpPr>
        <p:spPr bwMode="auto">
          <a:xfrm>
            <a:off x="8777288" y="3792538"/>
            <a:ext cx="665162" cy="215900"/>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a:solidFill>
                  <a:schemeClr val="bg1"/>
                </a:solidFill>
                <a:ea typeface="MS PGothic" pitchFamily="34" charset="-128"/>
              </a:rPr>
              <a:t>Ch ECMI</a:t>
            </a:r>
          </a:p>
        </p:txBody>
      </p:sp>
      <p:sp>
        <p:nvSpPr>
          <p:cNvPr id="20555" name="TextBox 4"/>
          <p:cNvSpPr txBox="1">
            <a:spLocks noChangeArrowheads="1"/>
          </p:cNvSpPr>
          <p:nvPr/>
        </p:nvSpPr>
        <p:spPr bwMode="auto">
          <a:xfrm>
            <a:off x="9720814" y="3807193"/>
            <a:ext cx="6572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DCOS </a:t>
            </a:r>
            <a:r>
              <a:rPr lang="en-GB" altLang="en-US" sz="800" dirty="0" err="1">
                <a:solidFill>
                  <a:schemeClr val="bg1"/>
                </a:solidFill>
                <a:ea typeface="MS PGothic" pitchFamily="34" charset="-128"/>
              </a:rPr>
              <a:t>Sp</a:t>
            </a:r>
            <a:endParaRPr lang="en-GB" altLang="en-US" sz="800" dirty="0">
              <a:solidFill>
                <a:schemeClr val="bg1"/>
              </a:solidFill>
              <a:ea typeface="MS PGothic" pitchFamily="34" charset="-128"/>
            </a:endParaRPr>
          </a:p>
        </p:txBody>
      </p:sp>
      <p:sp>
        <p:nvSpPr>
          <p:cNvPr id="20556" name="TextBox 269"/>
          <p:cNvSpPr txBox="1">
            <a:spLocks noChangeArrowheads="1"/>
          </p:cNvSpPr>
          <p:nvPr/>
        </p:nvSpPr>
        <p:spPr bwMode="auto">
          <a:xfrm>
            <a:off x="4233863" y="4497388"/>
            <a:ext cx="1020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rgbClr val="000000"/>
                </a:solidFill>
                <a:ea typeface="MS PGothic" pitchFamily="34" charset="-128"/>
              </a:rPr>
              <a:t>     </a:t>
            </a:r>
            <a:r>
              <a:rPr lang="en-GB" altLang="en-US" sz="800">
                <a:solidFill>
                  <a:schemeClr val="bg1"/>
                </a:solidFill>
                <a:ea typeface="MS PGothic" pitchFamily="34" charset="-128"/>
              </a:rPr>
              <a:t>G2</a:t>
            </a:r>
          </a:p>
        </p:txBody>
      </p:sp>
      <p:sp>
        <p:nvSpPr>
          <p:cNvPr id="20557" name="TextBox 270"/>
          <p:cNvSpPr txBox="1">
            <a:spLocks noChangeArrowheads="1"/>
          </p:cNvSpPr>
          <p:nvPr/>
        </p:nvSpPr>
        <p:spPr bwMode="auto">
          <a:xfrm>
            <a:off x="3217863" y="3803650"/>
            <a:ext cx="639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err="1">
                <a:solidFill>
                  <a:schemeClr val="bg1"/>
                </a:solidFill>
                <a:ea typeface="MS PGothic" pitchFamily="34" charset="-128"/>
              </a:rPr>
              <a:t>Ch</a:t>
            </a:r>
            <a:r>
              <a:rPr lang="en-GB" altLang="en-US" sz="800" dirty="0">
                <a:solidFill>
                  <a:schemeClr val="bg1"/>
                </a:solidFill>
                <a:ea typeface="MS PGothic" pitchFamily="34" charset="-128"/>
              </a:rPr>
              <a:t> G3</a:t>
            </a:r>
          </a:p>
        </p:txBody>
      </p:sp>
      <p:sp>
        <p:nvSpPr>
          <p:cNvPr id="20558" name="TextBox 271"/>
          <p:cNvSpPr txBox="1">
            <a:spLocks noChangeArrowheads="1"/>
          </p:cNvSpPr>
          <p:nvPr/>
        </p:nvSpPr>
        <p:spPr bwMode="auto">
          <a:xfrm>
            <a:off x="5497514" y="3813176"/>
            <a:ext cx="64452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Ch G6</a:t>
            </a:r>
          </a:p>
        </p:txBody>
      </p:sp>
      <p:sp>
        <p:nvSpPr>
          <p:cNvPr id="20559" name="TextBox 272"/>
          <p:cNvSpPr txBox="1">
            <a:spLocks noChangeArrowheads="1"/>
          </p:cNvSpPr>
          <p:nvPr/>
        </p:nvSpPr>
        <p:spPr bwMode="auto">
          <a:xfrm>
            <a:off x="4343401" y="3808413"/>
            <a:ext cx="1019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DCOS Ops</a:t>
            </a:r>
          </a:p>
        </p:txBody>
      </p:sp>
      <p:sp>
        <p:nvSpPr>
          <p:cNvPr id="20560" name="TextBox 273"/>
          <p:cNvSpPr txBox="1">
            <a:spLocks noChangeArrowheads="1"/>
          </p:cNvSpPr>
          <p:nvPr/>
        </p:nvSpPr>
        <p:spPr bwMode="auto">
          <a:xfrm>
            <a:off x="7818437" y="3803650"/>
            <a:ext cx="592138"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err="1">
                <a:solidFill>
                  <a:schemeClr val="bg1"/>
                </a:solidFill>
                <a:ea typeface="MS PGothic" pitchFamily="34" charset="-128"/>
              </a:rPr>
              <a:t>Ch</a:t>
            </a:r>
            <a:r>
              <a:rPr lang="en-GB" altLang="en-US" sz="800" dirty="0">
                <a:solidFill>
                  <a:schemeClr val="bg1"/>
                </a:solidFill>
                <a:ea typeface="MS PGothic" pitchFamily="34" charset="-128"/>
              </a:rPr>
              <a:t> JFI</a:t>
            </a:r>
          </a:p>
        </p:txBody>
      </p:sp>
      <p:sp>
        <p:nvSpPr>
          <p:cNvPr id="20561" name="TextBox 274"/>
          <p:cNvSpPr txBox="1">
            <a:spLocks noChangeArrowheads="1"/>
          </p:cNvSpPr>
          <p:nvPr/>
        </p:nvSpPr>
        <p:spPr bwMode="auto">
          <a:xfrm>
            <a:off x="6584951" y="3825021"/>
            <a:ext cx="6191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err="1">
                <a:solidFill>
                  <a:schemeClr val="bg1"/>
                </a:solidFill>
                <a:ea typeface="MS PGothic" pitchFamily="34" charset="-128"/>
              </a:rPr>
              <a:t>Ch</a:t>
            </a:r>
            <a:r>
              <a:rPr lang="en-GB" altLang="en-US" sz="800" dirty="0">
                <a:solidFill>
                  <a:schemeClr val="bg1"/>
                </a:solidFill>
                <a:ea typeface="MS PGothic" pitchFamily="34" charset="-128"/>
              </a:rPr>
              <a:t> G7</a:t>
            </a:r>
          </a:p>
        </p:txBody>
      </p:sp>
      <p:sp>
        <p:nvSpPr>
          <p:cNvPr id="20562" name="Rectangle 277"/>
          <p:cNvSpPr>
            <a:spLocks noChangeArrowheads="1"/>
          </p:cNvSpPr>
          <p:nvPr/>
        </p:nvSpPr>
        <p:spPr bwMode="auto">
          <a:xfrm>
            <a:off x="9707735" y="4144962"/>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63" name="Rectangle 279"/>
          <p:cNvSpPr>
            <a:spLocks noChangeArrowheads="1"/>
          </p:cNvSpPr>
          <p:nvPr/>
        </p:nvSpPr>
        <p:spPr bwMode="auto">
          <a:xfrm>
            <a:off x="3133726" y="4146550"/>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64" name="Rectangle 283"/>
          <p:cNvSpPr>
            <a:spLocks noChangeArrowheads="1"/>
          </p:cNvSpPr>
          <p:nvPr/>
        </p:nvSpPr>
        <p:spPr bwMode="auto">
          <a:xfrm>
            <a:off x="7705726" y="4129088"/>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65" name="Rectangle 284"/>
          <p:cNvSpPr>
            <a:spLocks noChangeArrowheads="1"/>
          </p:cNvSpPr>
          <p:nvPr/>
        </p:nvSpPr>
        <p:spPr bwMode="auto">
          <a:xfrm>
            <a:off x="8728076" y="4130675"/>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66" name="TextBox 286"/>
          <p:cNvSpPr txBox="1">
            <a:spLocks noChangeArrowheads="1"/>
          </p:cNvSpPr>
          <p:nvPr/>
        </p:nvSpPr>
        <p:spPr bwMode="auto">
          <a:xfrm>
            <a:off x="9694741" y="4158457"/>
            <a:ext cx="10207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Ops</a:t>
            </a:r>
          </a:p>
        </p:txBody>
      </p:sp>
      <p:sp>
        <p:nvSpPr>
          <p:cNvPr id="20567" name="TextBox 288"/>
          <p:cNvSpPr txBox="1">
            <a:spLocks noChangeArrowheads="1"/>
          </p:cNvSpPr>
          <p:nvPr/>
        </p:nvSpPr>
        <p:spPr bwMode="auto">
          <a:xfrm>
            <a:off x="3144838" y="4176713"/>
            <a:ext cx="1020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G3</a:t>
            </a:r>
          </a:p>
        </p:txBody>
      </p:sp>
      <p:sp>
        <p:nvSpPr>
          <p:cNvPr id="20568" name="TextBox 289"/>
          <p:cNvSpPr txBox="1">
            <a:spLocks noChangeArrowheads="1"/>
          </p:cNvSpPr>
          <p:nvPr/>
        </p:nvSpPr>
        <p:spPr bwMode="auto">
          <a:xfrm>
            <a:off x="5437188" y="4175125"/>
            <a:ext cx="7429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G6</a:t>
            </a:r>
          </a:p>
        </p:txBody>
      </p:sp>
      <p:sp>
        <p:nvSpPr>
          <p:cNvPr id="20569" name="TextBox 290"/>
          <p:cNvSpPr txBox="1">
            <a:spLocks noChangeArrowheads="1"/>
          </p:cNvSpPr>
          <p:nvPr/>
        </p:nvSpPr>
        <p:spPr bwMode="auto">
          <a:xfrm>
            <a:off x="4354514" y="4159250"/>
            <a:ext cx="1019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DOS</a:t>
            </a:r>
          </a:p>
        </p:txBody>
      </p:sp>
      <p:sp>
        <p:nvSpPr>
          <p:cNvPr id="20570" name="TextBox 291"/>
          <p:cNvSpPr txBox="1">
            <a:spLocks noChangeArrowheads="1"/>
          </p:cNvSpPr>
          <p:nvPr/>
        </p:nvSpPr>
        <p:spPr bwMode="auto">
          <a:xfrm>
            <a:off x="7708901" y="4117975"/>
            <a:ext cx="1019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PAO</a:t>
            </a:r>
          </a:p>
        </p:txBody>
      </p:sp>
      <p:sp>
        <p:nvSpPr>
          <p:cNvPr id="20571" name="TextBox 292"/>
          <p:cNvSpPr txBox="1">
            <a:spLocks noChangeArrowheads="1"/>
          </p:cNvSpPr>
          <p:nvPr/>
        </p:nvSpPr>
        <p:spPr bwMode="auto">
          <a:xfrm>
            <a:off x="6489700" y="4146550"/>
            <a:ext cx="3365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Trg </a:t>
            </a:r>
          </a:p>
        </p:txBody>
      </p:sp>
      <p:sp>
        <p:nvSpPr>
          <p:cNvPr id="20572" name="TextBox 293"/>
          <p:cNvSpPr txBox="1">
            <a:spLocks noChangeArrowheads="1"/>
          </p:cNvSpPr>
          <p:nvPr/>
        </p:nvSpPr>
        <p:spPr bwMode="auto">
          <a:xfrm>
            <a:off x="8716964" y="4154488"/>
            <a:ext cx="65563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CMI</a:t>
            </a:r>
          </a:p>
        </p:txBody>
      </p:sp>
      <p:pic>
        <p:nvPicPr>
          <p:cNvPr id="101" name="Picture 189" descr="United-Kingdom.gif"/>
          <p:cNvPicPr>
            <a:picLocks noChangeAspect="1" noChangeArrowheads="1"/>
          </p:cNvPicPr>
          <p:nvPr/>
        </p:nvPicPr>
        <p:blipFill>
          <a:blip r:embed="rId3"/>
          <a:srcRect/>
          <a:stretch>
            <a:fillRect/>
          </a:stretch>
        </p:blipFill>
        <p:spPr bwMode="auto">
          <a:xfrm>
            <a:off x="10133012" y="4176713"/>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574" name="Picture 4"/>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097963" y="4175126"/>
            <a:ext cx="322262"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 name="Picture 193" descr="United-Kingdom.gif"/>
          <p:cNvPicPr>
            <a:picLocks noChangeAspect="1" noChangeArrowheads="1"/>
          </p:cNvPicPr>
          <p:nvPr/>
        </p:nvPicPr>
        <p:blipFill>
          <a:blip r:embed="rId3"/>
          <a:srcRect/>
          <a:stretch>
            <a:fillRect/>
          </a:stretch>
        </p:blipFill>
        <p:spPr bwMode="auto">
          <a:xfrm>
            <a:off x="8128000" y="4159250"/>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76" name="Rectangle 295"/>
          <p:cNvSpPr>
            <a:spLocks noChangeArrowheads="1"/>
          </p:cNvSpPr>
          <p:nvPr/>
        </p:nvSpPr>
        <p:spPr bwMode="auto">
          <a:xfrm>
            <a:off x="9707562" y="4478338"/>
            <a:ext cx="723900"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77" name="Rectangle 297"/>
          <p:cNvSpPr>
            <a:spLocks noChangeArrowheads="1"/>
          </p:cNvSpPr>
          <p:nvPr/>
        </p:nvSpPr>
        <p:spPr bwMode="auto">
          <a:xfrm>
            <a:off x="3132139" y="4465638"/>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78" name="Rectangle 298"/>
          <p:cNvSpPr>
            <a:spLocks noChangeArrowheads="1"/>
          </p:cNvSpPr>
          <p:nvPr/>
        </p:nvSpPr>
        <p:spPr bwMode="auto">
          <a:xfrm>
            <a:off x="4346576" y="4764088"/>
            <a:ext cx="735013"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79" name="Rectangle 300"/>
          <p:cNvSpPr>
            <a:spLocks noChangeArrowheads="1"/>
          </p:cNvSpPr>
          <p:nvPr/>
        </p:nvSpPr>
        <p:spPr bwMode="auto">
          <a:xfrm>
            <a:off x="6507164" y="4478338"/>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80" name="Rectangle 301"/>
          <p:cNvSpPr>
            <a:spLocks noChangeArrowheads="1"/>
          </p:cNvSpPr>
          <p:nvPr/>
        </p:nvSpPr>
        <p:spPr bwMode="auto">
          <a:xfrm>
            <a:off x="7705726" y="4470400"/>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81" name="Rectangle 302"/>
          <p:cNvSpPr>
            <a:spLocks noChangeArrowheads="1"/>
          </p:cNvSpPr>
          <p:nvPr/>
        </p:nvSpPr>
        <p:spPr bwMode="auto">
          <a:xfrm>
            <a:off x="8729664" y="5829300"/>
            <a:ext cx="733425" cy="369332"/>
          </a:xfrm>
          <a:prstGeom prst="rect">
            <a:avLst/>
          </a:prstGeom>
          <a:solidFill>
            <a:srgbClr val="FF6699"/>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82" name="TextBox 304"/>
          <p:cNvSpPr txBox="1">
            <a:spLocks noChangeArrowheads="1"/>
          </p:cNvSpPr>
          <p:nvPr/>
        </p:nvSpPr>
        <p:spPr bwMode="auto">
          <a:xfrm>
            <a:off x="9707735" y="4513201"/>
            <a:ext cx="8032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Plans</a:t>
            </a:r>
          </a:p>
        </p:txBody>
      </p:sp>
      <p:sp>
        <p:nvSpPr>
          <p:cNvPr id="20583" name="TextBox 306"/>
          <p:cNvSpPr txBox="1">
            <a:spLocks noChangeArrowheads="1"/>
          </p:cNvSpPr>
          <p:nvPr/>
        </p:nvSpPr>
        <p:spPr bwMode="auto">
          <a:xfrm>
            <a:off x="3136900" y="4500564"/>
            <a:ext cx="7175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MP</a:t>
            </a:r>
          </a:p>
        </p:txBody>
      </p:sp>
      <p:sp>
        <p:nvSpPr>
          <p:cNvPr id="20584" name="TextBox 308"/>
          <p:cNvSpPr txBox="1">
            <a:spLocks noChangeArrowheads="1"/>
          </p:cNvSpPr>
          <p:nvPr/>
        </p:nvSpPr>
        <p:spPr bwMode="auto">
          <a:xfrm>
            <a:off x="4322764" y="4800601"/>
            <a:ext cx="75882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G35</a:t>
            </a:r>
          </a:p>
        </p:txBody>
      </p:sp>
      <p:sp>
        <p:nvSpPr>
          <p:cNvPr id="20585" name="TextBox 309"/>
          <p:cNvSpPr txBox="1">
            <a:spLocks noChangeArrowheads="1"/>
          </p:cNvSpPr>
          <p:nvPr/>
        </p:nvSpPr>
        <p:spPr bwMode="auto">
          <a:xfrm>
            <a:off x="7685089" y="4814888"/>
            <a:ext cx="56832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Jt Fires </a:t>
            </a:r>
          </a:p>
        </p:txBody>
      </p:sp>
      <p:sp>
        <p:nvSpPr>
          <p:cNvPr id="20586" name="TextBox 310"/>
          <p:cNvSpPr txBox="1">
            <a:spLocks noChangeArrowheads="1"/>
          </p:cNvSpPr>
          <p:nvPr/>
        </p:nvSpPr>
        <p:spPr bwMode="auto">
          <a:xfrm>
            <a:off x="13642888" y="3996746"/>
            <a:ext cx="1020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Dev </a:t>
            </a:r>
          </a:p>
        </p:txBody>
      </p:sp>
      <p:sp>
        <p:nvSpPr>
          <p:cNvPr id="20587" name="TextBox 311"/>
          <p:cNvSpPr txBox="1">
            <a:spLocks noChangeArrowheads="1"/>
          </p:cNvSpPr>
          <p:nvPr/>
        </p:nvSpPr>
        <p:spPr bwMode="auto">
          <a:xfrm>
            <a:off x="8699501" y="5862638"/>
            <a:ext cx="7604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Stab</a:t>
            </a:r>
          </a:p>
        </p:txBody>
      </p:sp>
      <p:pic>
        <p:nvPicPr>
          <p:cNvPr id="116" name="Picture 164" descr="Italy.gif"/>
          <p:cNvPicPr>
            <a:picLocks noChangeAspect="1" noChangeArrowheads="1"/>
          </p:cNvPicPr>
          <p:nvPr/>
        </p:nvPicPr>
        <p:blipFill>
          <a:blip r:embed="rId5"/>
          <a:srcRect/>
          <a:stretch>
            <a:fillRect/>
          </a:stretch>
        </p:blipFill>
        <p:spPr bwMode="auto">
          <a:xfrm>
            <a:off x="10140951" y="4528405"/>
            <a:ext cx="274637" cy="177800"/>
          </a:xfrm>
          <a:prstGeom prst="rect">
            <a:avLst/>
          </a:prstGeom>
          <a:noFill/>
          <a:ln w="9525">
            <a:solidFill>
              <a:schemeClr val="tx1"/>
            </a:solidFill>
            <a:miter lim="800000"/>
            <a:headEnd/>
            <a:tailEnd/>
          </a:ln>
          <a:effectLst>
            <a:outerShdw blurRad="63500" dist="38099" dir="2700000" algn="ctr" rotWithShape="0">
              <a:srgbClr val="000000">
                <a:alpha val="74998"/>
              </a:srgbClr>
            </a:outerShdw>
          </a:effectLst>
        </p:spPr>
      </p:pic>
      <p:pic>
        <p:nvPicPr>
          <p:cNvPr id="117" name="Picture 213" descr="United-Kingdom.gif"/>
          <p:cNvPicPr>
            <a:picLocks noChangeAspect="1" noChangeArrowheads="1"/>
          </p:cNvPicPr>
          <p:nvPr/>
        </p:nvPicPr>
        <p:blipFill>
          <a:blip r:embed="rId3"/>
          <a:srcRect/>
          <a:stretch>
            <a:fillRect/>
          </a:stretch>
        </p:blipFill>
        <p:spPr bwMode="auto">
          <a:xfrm>
            <a:off x="3511550" y="4516438"/>
            <a:ext cx="298450"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90" name="Rectangle 82"/>
          <p:cNvSpPr>
            <a:spLocks noChangeArrowheads="1"/>
          </p:cNvSpPr>
          <p:nvPr/>
        </p:nvSpPr>
        <p:spPr bwMode="auto">
          <a:xfrm>
            <a:off x="4745039" y="4787901"/>
            <a:ext cx="282575" cy="188913"/>
          </a:xfrm>
          <a:prstGeom prst="rect">
            <a:avLst/>
          </a:prstGeom>
          <a:solidFill>
            <a:srgbClr val="EB3D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91" name="Rectangle 83"/>
          <p:cNvSpPr>
            <a:spLocks noChangeArrowheads="1"/>
          </p:cNvSpPr>
          <p:nvPr/>
        </p:nvSpPr>
        <p:spPr bwMode="auto">
          <a:xfrm>
            <a:off x="4822826" y="4787901"/>
            <a:ext cx="130175" cy="1889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92" name="Freeform 85"/>
          <p:cNvSpPr>
            <a:spLocks/>
          </p:cNvSpPr>
          <p:nvPr/>
        </p:nvSpPr>
        <p:spPr bwMode="auto">
          <a:xfrm>
            <a:off x="4833939" y="4799013"/>
            <a:ext cx="104775" cy="131762"/>
          </a:xfrm>
          <a:custGeom>
            <a:avLst/>
            <a:gdLst>
              <a:gd name="T0" fmla="*/ 2147483647 w 36"/>
              <a:gd name="T1" fmla="*/ 2147483647 h 40"/>
              <a:gd name="T2" fmla="*/ 2147483647 w 36"/>
              <a:gd name="T3" fmla="*/ 2147483647 h 40"/>
              <a:gd name="T4" fmla="*/ 2147483647 w 36"/>
              <a:gd name="T5" fmla="*/ 2147483647 h 40"/>
              <a:gd name="T6" fmla="*/ 2147483647 w 36"/>
              <a:gd name="T7" fmla="*/ 2147483647 h 40"/>
              <a:gd name="T8" fmla="*/ 2147483647 w 36"/>
              <a:gd name="T9" fmla="*/ 2147483647 h 40"/>
              <a:gd name="T10" fmla="*/ 2147483647 w 36"/>
              <a:gd name="T11" fmla="*/ 2147483647 h 40"/>
              <a:gd name="T12" fmla="*/ 0 w 36"/>
              <a:gd name="T13" fmla="*/ 2147483647 h 40"/>
              <a:gd name="T14" fmla="*/ 2147483647 w 36"/>
              <a:gd name="T15" fmla="*/ 2147483647 h 40"/>
              <a:gd name="T16" fmla="*/ 2147483647 w 36"/>
              <a:gd name="T17" fmla="*/ 2147483647 h 40"/>
              <a:gd name="T18" fmla="*/ 2147483647 w 36"/>
              <a:gd name="T19" fmla="*/ 2147483647 h 40"/>
              <a:gd name="T20" fmla="*/ 2147483647 w 36"/>
              <a:gd name="T21" fmla="*/ 2147483647 h 40"/>
              <a:gd name="T22" fmla="*/ 2147483647 w 36"/>
              <a:gd name="T23" fmla="*/ 2147483647 h 40"/>
              <a:gd name="T24" fmla="*/ 2147483647 w 36"/>
              <a:gd name="T25" fmla="*/ 2147483647 h 40"/>
              <a:gd name="T26" fmla="*/ 2147483647 w 36"/>
              <a:gd name="T27" fmla="*/ 2147483647 h 40"/>
              <a:gd name="T28" fmla="*/ 2147483647 w 36"/>
              <a:gd name="T29" fmla="*/ 2147483647 h 40"/>
              <a:gd name="T30" fmla="*/ 2147483647 w 36"/>
              <a:gd name="T31" fmla="*/ 2147483647 h 40"/>
              <a:gd name="T32" fmla="*/ 2147483647 w 36"/>
              <a:gd name="T33" fmla="*/ 2147483647 h 40"/>
              <a:gd name="T34" fmla="*/ 2147483647 w 36"/>
              <a:gd name="T35" fmla="*/ 2147483647 h 40"/>
              <a:gd name="T36" fmla="*/ 2147483647 w 36"/>
              <a:gd name="T37" fmla="*/ 0 h 40"/>
              <a:gd name="T38" fmla="*/ 2147483647 w 36"/>
              <a:gd name="T39" fmla="*/ 2147483647 h 40"/>
              <a:gd name="T40" fmla="*/ 2147483647 w 36"/>
              <a:gd name="T41" fmla="*/ 2147483647 h 40"/>
              <a:gd name="T42" fmla="*/ 2147483647 w 36"/>
              <a:gd name="T43" fmla="*/ 2147483647 h 40"/>
              <a:gd name="T44" fmla="*/ 2147483647 w 36"/>
              <a:gd name="T45" fmla="*/ 2147483647 h 40"/>
              <a:gd name="T46" fmla="*/ 2147483647 w 36"/>
              <a:gd name="T47" fmla="*/ 2147483647 h 40"/>
              <a:gd name="T48" fmla="*/ 2147483647 w 36"/>
              <a:gd name="T49" fmla="*/ 2147483647 h 40"/>
              <a:gd name="T50" fmla="*/ 2147483647 w 36"/>
              <a:gd name="T51" fmla="*/ 2147483647 h 40"/>
              <a:gd name="T52" fmla="*/ 2147483647 w 36"/>
              <a:gd name="T53" fmla="*/ 2147483647 h 40"/>
              <a:gd name="T54" fmla="*/ 2147483647 w 36"/>
              <a:gd name="T55" fmla="*/ 2147483647 h 40"/>
              <a:gd name="T56" fmla="*/ 2147483647 w 36"/>
              <a:gd name="T57" fmla="*/ 2147483647 h 40"/>
              <a:gd name="T58" fmla="*/ 2147483647 w 36"/>
              <a:gd name="T59" fmla="*/ 2147483647 h 40"/>
              <a:gd name="T60" fmla="*/ 2147483647 w 36"/>
              <a:gd name="T61" fmla="*/ 2147483647 h 40"/>
              <a:gd name="T62" fmla="*/ 2147483647 w 36"/>
              <a:gd name="T63" fmla="*/ 2147483647 h 40"/>
              <a:gd name="T64" fmla="*/ 2147483647 w 36"/>
              <a:gd name="T65" fmla="*/ 2147483647 h 40"/>
              <a:gd name="T66" fmla="*/ 2147483647 w 36"/>
              <a:gd name="T67" fmla="*/ 2147483647 h 40"/>
              <a:gd name="T68" fmla="*/ 2147483647 w 36"/>
              <a:gd name="T69" fmla="*/ 2147483647 h 40"/>
              <a:gd name="T70" fmla="*/ 2147483647 w 36"/>
              <a:gd name="T71" fmla="*/ 2147483647 h 4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6"/>
              <a:gd name="T109" fmla="*/ 0 h 40"/>
              <a:gd name="T110" fmla="*/ 36 w 36"/>
              <a:gd name="T111" fmla="*/ 40 h 4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6" h="40">
                <a:moveTo>
                  <a:pt x="19" y="40"/>
                </a:moveTo>
                <a:lnTo>
                  <a:pt x="19" y="40"/>
                </a:lnTo>
                <a:lnTo>
                  <a:pt x="19" y="30"/>
                </a:lnTo>
                <a:lnTo>
                  <a:pt x="8" y="31"/>
                </a:lnTo>
                <a:lnTo>
                  <a:pt x="9" y="29"/>
                </a:lnTo>
                <a:cubicBezTo>
                  <a:pt x="9" y="28"/>
                  <a:pt x="9" y="28"/>
                  <a:pt x="9" y="28"/>
                </a:cubicBezTo>
                <a:lnTo>
                  <a:pt x="0" y="21"/>
                </a:lnTo>
                <a:lnTo>
                  <a:pt x="3" y="20"/>
                </a:lnTo>
                <a:cubicBezTo>
                  <a:pt x="3" y="20"/>
                  <a:pt x="4" y="20"/>
                  <a:pt x="3" y="19"/>
                </a:cubicBezTo>
                <a:lnTo>
                  <a:pt x="2" y="14"/>
                </a:lnTo>
                <a:lnTo>
                  <a:pt x="7" y="16"/>
                </a:lnTo>
                <a:cubicBezTo>
                  <a:pt x="7" y="16"/>
                  <a:pt x="7" y="16"/>
                  <a:pt x="7" y="16"/>
                </a:cubicBezTo>
                <a:lnTo>
                  <a:pt x="7" y="12"/>
                </a:lnTo>
                <a:lnTo>
                  <a:pt x="13" y="19"/>
                </a:lnTo>
                <a:cubicBezTo>
                  <a:pt x="14" y="19"/>
                  <a:pt x="14" y="18"/>
                  <a:pt x="13" y="18"/>
                </a:cubicBezTo>
                <a:lnTo>
                  <a:pt x="11" y="5"/>
                </a:lnTo>
                <a:lnTo>
                  <a:pt x="15" y="7"/>
                </a:lnTo>
                <a:cubicBezTo>
                  <a:pt x="16" y="7"/>
                  <a:pt x="16" y="7"/>
                  <a:pt x="16" y="7"/>
                </a:cubicBezTo>
                <a:lnTo>
                  <a:pt x="18" y="0"/>
                </a:lnTo>
                <a:lnTo>
                  <a:pt x="20" y="7"/>
                </a:lnTo>
                <a:cubicBezTo>
                  <a:pt x="21" y="7"/>
                  <a:pt x="21" y="7"/>
                  <a:pt x="21" y="7"/>
                </a:cubicBezTo>
                <a:lnTo>
                  <a:pt x="25" y="5"/>
                </a:lnTo>
                <a:lnTo>
                  <a:pt x="23" y="18"/>
                </a:lnTo>
                <a:cubicBezTo>
                  <a:pt x="23" y="18"/>
                  <a:pt x="23" y="19"/>
                  <a:pt x="23" y="19"/>
                </a:cubicBezTo>
                <a:lnTo>
                  <a:pt x="29" y="12"/>
                </a:lnTo>
                <a:lnTo>
                  <a:pt x="29" y="16"/>
                </a:lnTo>
                <a:cubicBezTo>
                  <a:pt x="29" y="16"/>
                  <a:pt x="30" y="16"/>
                  <a:pt x="30" y="16"/>
                </a:cubicBezTo>
                <a:lnTo>
                  <a:pt x="35" y="14"/>
                </a:lnTo>
                <a:lnTo>
                  <a:pt x="33" y="19"/>
                </a:lnTo>
                <a:cubicBezTo>
                  <a:pt x="33" y="20"/>
                  <a:pt x="33" y="20"/>
                  <a:pt x="33" y="20"/>
                </a:cubicBezTo>
                <a:lnTo>
                  <a:pt x="36" y="21"/>
                </a:lnTo>
                <a:lnTo>
                  <a:pt x="27" y="28"/>
                </a:lnTo>
                <a:cubicBezTo>
                  <a:pt x="27" y="28"/>
                  <a:pt x="27" y="28"/>
                  <a:pt x="27" y="29"/>
                </a:cubicBezTo>
                <a:lnTo>
                  <a:pt x="29" y="31"/>
                </a:lnTo>
                <a:lnTo>
                  <a:pt x="19" y="30"/>
                </a:lnTo>
                <a:lnTo>
                  <a:pt x="19" y="40"/>
                </a:lnTo>
              </a:path>
            </a:pathLst>
          </a:custGeom>
          <a:solidFill>
            <a:srgbClr val="EB3D00"/>
          </a:solidFill>
          <a:ln w="0">
            <a:solidFill>
              <a:srgbClr val="EB3D00"/>
            </a:solidFill>
            <a:round/>
            <a:headEnd/>
            <a:tailEnd/>
          </a:ln>
        </p:spPr>
        <p:txBody>
          <a:bodyPr/>
          <a:lstStyle/>
          <a:p>
            <a:endParaRPr lang="en-GB"/>
          </a:p>
        </p:txBody>
      </p:sp>
      <p:sp>
        <p:nvSpPr>
          <p:cNvPr id="20593" name="Rectangle 313"/>
          <p:cNvSpPr>
            <a:spLocks noChangeArrowheads="1"/>
          </p:cNvSpPr>
          <p:nvPr/>
        </p:nvSpPr>
        <p:spPr bwMode="auto">
          <a:xfrm>
            <a:off x="9707563" y="5132387"/>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594" name="TextBox 314"/>
          <p:cNvSpPr txBox="1">
            <a:spLocks noChangeArrowheads="1"/>
          </p:cNvSpPr>
          <p:nvPr/>
        </p:nvSpPr>
        <p:spPr bwMode="auto">
          <a:xfrm>
            <a:off x="9697000" y="5191064"/>
            <a:ext cx="7048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Med</a:t>
            </a:r>
          </a:p>
        </p:txBody>
      </p:sp>
      <p:pic>
        <p:nvPicPr>
          <p:cNvPr id="123" name="Picture 215" descr="United-Kingdom.gif"/>
          <p:cNvPicPr>
            <a:picLocks noChangeAspect="1" noChangeArrowheads="1"/>
          </p:cNvPicPr>
          <p:nvPr/>
        </p:nvPicPr>
        <p:blipFill>
          <a:blip r:embed="rId3"/>
          <a:srcRect/>
          <a:stretch>
            <a:fillRect/>
          </a:stretch>
        </p:blipFill>
        <p:spPr bwMode="auto">
          <a:xfrm>
            <a:off x="10112925" y="5185723"/>
            <a:ext cx="298450" cy="179387"/>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96" name="TextBox 316"/>
          <p:cNvSpPr txBox="1">
            <a:spLocks noChangeArrowheads="1"/>
          </p:cNvSpPr>
          <p:nvPr/>
        </p:nvSpPr>
        <p:spPr bwMode="auto">
          <a:xfrm>
            <a:off x="4365626" y="5121275"/>
            <a:ext cx="75882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G5</a:t>
            </a:r>
          </a:p>
        </p:txBody>
      </p:sp>
      <p:sp>
        <p:nvSpPr>
          <p:cNvPr id="20597" name="TextBox 322"/>
          <p:cNvSpPr txBox="1">
            <a:spLocks noChangeArrowheads="1"/>
          </p:cNvSpPr>
          <p:nvPr/>
        </p:nvSpPr>
        <p:spPr bwMode="auto">
          <a:xfrm>
            <a:off x="4344816" y="5402262"/>
            <a:ext cx="4111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rgbClr val="000000"/>
                </a:solidFill>
                <a:ea typeface="MS PGothic" pitchFamily="34" charset="-128"/>
              </a:rPr>
              <a:t>SOF</a:t>
            </a:r>
          </a:p>
        </p:txBody>
      </p:sp>
      <p:pic>
        <p:nvPicPr>
          <p:cNvPr id="126" name="Picture 89" descr="United-Kingdom.gif"/>
          <p:cNvPicPr>
            <a:picLocks noChangeAspect="1" noChangeArrowheads="1"/>
          </p:cNvPicPr>
          <p:nvPr/>
        </p:nvPicPr>
        <p:blipFill>
          <a:blip r:embed="rId3"/>
          <a:srcRect/>
          <a:stretch>
            <a:fillRect/>
          </a:stretch>
        </p:blipFill>
        <p:spPr bwMode="auto">
          <a:xfrm>
            <a:off x="6910388" y="4521200"/>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599" name="Rectangle 323"/>
          <p:cNvSpPr>
            <a:spLocks noChangeArrowheads="1"/>
          </p:cNvSpPr>
          <p:nvPr/>
        </p:nvSpPr>
        <p:spPr bwMode="auto">
          <a:xfrm>
            <a:off x="6499226" y="5152171"/>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20601" name="Picture 22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8188325" y="4511675"/>
            <a:ext cx="298450" cy="18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 name="Picture 209" descr="United-Kingdom.gif"/>
          <p:cNvPicPr>
            <a:picLocks noChangeAspect="1" noChangeArrowheads="1"/>
          </p:cNvPicPr>
          <p:nvPr/>
        </p:nvPicPr>
        <p:blipFill>
          <a:blip r:embed="rId3"/>
          <a:srcRect/>
          <a:stretch>
            <a:fillRect/>
          </a:stretch>
        </p:blipFill>
        <p:spPr bwMode="auto">
          <a:xfrm>
            <a:off x="9113838" y="5876925"/>
            <a:ext cx="298450"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03" name="TextBox 332"/>
          <p:cNvSpPr txBox="1">
            <a:spLocks noChangeArrowheads="1"/>
          </p:cNvSpPr>
          <p:nvPr/>
        </p:nvSpPr>
        <p:spPr bwMode="auto">
          <a:xfrm>
            <a:off x="7673976" y="4470401"/>
            <a:ext cx="6397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Influence </a:t>
            </a:r>
          </a:p>
        </p:txBody>
      </p:sp>
      <p:sp>
        <p:nvSpPr>
          <p:cNvPr id="20604" name="TextBox 333"/>
          <p:cNvSpPr txBox="1">
            <a:spLocks noChangeArrowheads="1"/>
          </p:cNvSpPr>
          <p:nvPr/>
        </p:nvSpPr>
        <p:spPr bwMode="auto">
          <a:xfrm>
            <a:off x="7691439" y="5457825"/>
            <a:ext cx="1019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GLE(A) </a:t>
            </a:r>
          </a:p>
        </p:txBody>
      </p:sp>
      <p:sp>
        <p:nvSpPr>
          <p:cNvPr id="20605" name="TextBox 335"/>
          <p:cNvSpPr txBox="1">
            <a:spLocks noChangeArrowheads="1"/>
          </p:cNvSpPr>
          <p:nvPr/>
        </p:nvSpPr>
        <p:spPr bwMode="auto">
          <a:xfrm>
            <a:off x="7716838" y="5181600"/>
            <a:ext cx="5969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rgbClr val="000000"/>
                </a:solidFill>
                <a:ea typeface="MS PGothic" pitchFamily="34" charset="-128"/>
              </a:rPr>
              <a:t>Air</a:t>
            </a:r>
          </a:p>
        </p:txBody>
      </p:sp>
      <p:sp>
        <p:nvSpPr>
          <p:cNvPr id="20606" name="TextBox 336"/>
          <p:cNvSpPr txBox="1">
            <a:spLocks noChangeArrowheads="1"/>
          </p:cNvSpPr>
          <p:nvPr/>
        </p:nvSpPr>
        <p:spPr bwMode="auto">
          <a:xfrm>
            <a:off x="7707313" y="5802313"/>
            <a:ext cx="10207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LEGAD </a:t>
            </a:r>
          </a:p>
        </p:txBody>
      </p:sp>
      <p:sp>
        <p:nvSpPr>
          <p:cNvPr id="20607" name="Rectangle 337"/>
          <p:cNvSpPr>
            <a:spLocks noChangeArrowheads="1"/>
          </p:cNvSpPr>
          <p:nvPr/>
        </p:nvSpPr>
        <p:spPr bwMode="auto">
          <a:xfrm>
            <a:off x="13740314" y="4104696"/>
            <a:ext cx="717550"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136" name="Picture 170" descr="United-Kingdom.gif"/>
          <p:cNvPicPr>
            <a:picLocks noChangeAspect="1" noChangeArrowheads="1"/>
          </p:cNvPicPr>
          <p:nvPr/>
        </p:nvPicPr>
        <p:blipFill>
          <a:blip r:embed="rId3"/>
          <a:srcRect/>
          <a:stretch>
            <a:fillRect/>
          </a:stretch>
        </p:blipFill>
        <p:spPr bwMode="auto">
          <a:xfrm>
            <a:off x="6884988" y="5176837"/>
            <a:ext cx="298450" cy="179387"/>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09" name="TextBox 339"/>
          <p:cNvSpPr txBox="1">
            <a:spLocks noChangeArrowheads="1"/>
          </p:cNvSpPr>
          <p:nvPr/>
        </p:nvSpPr>
        <p:spPr bwMode="auto">
          <a:xfrm>
            <a:off x="6491288" y="5164261"/>
            <a:ext cx="452438"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G8</a:t>
            </a:r>
          </a:p>
        </p:txBody>
      </p:sp>
      <p:sp>
        <p:nvSpPr>
          <p:cNvPr id="20610" name="Oval 1"/>
          <p:cNvSpPr>
            <a:spLocks noChangeArrowheads="1"/>
          </p:cNvSpPr>
          <p:nvPr/>
        </p:nvSpPr>
        <p:spPr bwMode="auto">
          <a:xfrm>
            <a:off x="2914651" y="2871789"/>
            <a:ext cx="1374775" cy="519351"/>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11" name="Oval 2"/>
          <p:cNvSpPr>
            <a:spLocks noChangeArrowheads="1"/>
          </p:cNvSpPr>
          <p:nvPr/>
        </p:nvSpPr>
        <p:spPr bwMode="auto">
          <a:xfrm>
            <a:off x="3068638" y="2593976"/>
            <a:ext cx="2093912" cy="51911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endParaRPr lang="en-GB" altLang="en-US" sz="1800">
              <a:solidFill>
                <a:srgbClr val="000000"/>
              </a:solidFill>
              <a:ea typeface="MS PGothic" pitchFamily="34" charset="-128"/>
            </a:endParaRPr>
          </a:p>
        </p:txBody>
      </p:sp>
      <p:sp>
        <p:nvSpPr>
          <p:cNvPr id="20612" name="Rectangle 1"/>
          <p:cNvSpPr>
            <a:spLocks noChangeArrowheads="1"/>
          </p:cNvSpPr>
          <p:nvPr/>
        </p:nvSpPr>
        <p:spPr bwMode="auto">
          <a:xfrm>
            <a:off x="3348039" y="2230438"/>
            <a:ext cx="466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742950" indent="-285750"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600200" indent="-228600"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US" altLang="en-US" sz="1800" b="1">
              <a:solidFill>
                <a:srgbClr val="000000"/>
              </a:solidFill>
              <a:ea typeface="MS PGothic" pitchFamily="34" charset="-128"/>
            </a:endParaRPr>
          </a:p>
        </p:txBody>
      </p:sp>
      <p:pic>
        <p:nvPicPr>
          <p:cNvPr id="20614" name="Picture 2"/>
          <p:cNvPicPr>
            <a:picLocks noChangeAspect="1"/>
          </p:cNvPicPr>
          <p:nvPr/>
        </p:nvPicPr>
        <p:blipFill>
          <a:blip r:embed="rId11">
            <a:extLst>
              <a:ext uri="{28A0092B-C50C-407E-A947-70E740481C1C}">
                <a14:useLocalDpi xmlns:a14="http://schemas.microsoft.com/office/drawing/2010/main" val="0"/>
              </a:ext>
            </a:extLst>
          </a:blip>
          <a:srcRect t="-2"/>
          <a:stretch>
            <a:fillRect/>
          </a:stretch>
        </p:blipFill>
        <p:spPr bwMode="auto">
          <a:xfrm>
            <a:off x="3500438" y="4210050"/>
            <a:ext cx="290512" cy="177800"/>
          </a:xfrm>
          <a:prstGeom prst="rect">
            <a:avLst/>
          </a:prstGeom>
          <a:noFill/>
          <a:ln w="31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0615" name="Rectangle 337"/>
          <p:cNvSpPr>
            <a:spLocks noChangeArrowheads="1"/>
          </p:cNvSpPr>
          <p:nvPr/>
        </p:nvSpPr>
        <p:spPr bwMode="auto">
          <a:xfrm>
            <a:off x="9716771" y="5497512"/>
            <a:ext cx="717550"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147" name="Picture 170" descr="United-Kingdom.gif"/>
          <p:cNvPicPr>
            <a:picLocks noChangeAspect="1" noChangeArrowheads="1"/>
          </p:cNvPicPr>
          <p:nvPr/>
        </p:nvPicPr>
        <p:blipFill>
          <a:blip r:embed="rId3"/>
          <a:srcRect/>
          <a:stretch>
            <a:fillRect/>
          </a:stretch>
        </p:blipFill>
        <p:spPr bwMode="auto">
          <a:xfrm>
            <a:off x="10140096" y="5543488"/>
            <a:ext cx="298450" cy="179387"/>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17" name="TextBox 339"/>
          <p:cNvSpPr txBox="1">
            <a:spLocks noChangeArrowheads="1"/>
          </p:cNvSpPr>
          <p:nvPr/>
        </p:nvSpPr>
        <p:spPr bwMode="auto">
          <a:xfrm>
            <a:off x="9719715" y="5510213"/>
            <a:ext cx="45243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G1</a:t>
            </a:r>
          </a:p>
        </p:txBody>
      </p:sp>
      <p:sp>
        <p:nvSpPr>
          <p:cNvPr id="20619" name="Rectangle 281"/>
          <p:cNvSpPr>
            <a:spLocks noChangeArrowheads="1"/>
          </p:cNvSpPr>
          <p:nvPr/>
        </p:nvSpPr>
        <p:spPr bwMode="auto">
          <a:xfrm>
            <a:off x="4349751" y="5676900"/>
            <a:ext cx="733425" cy="369332"/>
          </a:xfrm>
          <a:prstGeom prst="rect">
            <a:avLst/>
          </a:prstGeom>
          <a:solidFill>
            <a:srgbClr val="00206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151" name="Picture 80" descr="United-Kingdom.gif"/>
          <p:cNvPicPr>
            <a:picLocks noChangeAspect="1" noChangeArrowheads="1"/>
          </p:cNvPicPr>
          <p:nvPr/>
        </p:nvPicPr>
        <p:blipFill>
          <a:blip r:embed="rId3"/>
          <a:srcRect/>
          <a:stretch>
            <a:fillRect/>
          </a:stretch>
        </p:blipFill>
        <p:spPr bwMode="auto">
          <a:xfrm>
            <a:off x="4730750" y="5715000"/>
            <a:ext cx="331788"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21" name="TextBox 322"/>
          <p:cNvSpPr txBox="1">
            <a:spLocks noChangeArrowheads="1"/>
          </p:cNvSpPr>
          <p:nvPr/>
        </p:nvSpPr>
        <p:spPr bwMode="auto">
          <a:xfrm>
            <a:off x="4332288" y="5702300"/>
            <a:ext cx="4111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rgbClr val="FAF8F4"/>
                </a:solidFill>
                <a:ea typeface="MS PGothic" pitchFamily="34" charset="-128"/>
              </a:rPr>
              <a:t>MAR</a:t>
            </a:r>
          </a:p>
        </p:txBody>
      </p:sp>
      <p:pic>
        <p:nvPicPr>
          <p:cNvPr id="153" name="Picture 80" descr="United-Kingdom.gif"/>
          <p:cNvPicPr>
            <a:picLocks noChangeAspect="1" noChangeArrowheads="1"/>
          </p:cNvPicPr>
          <p:nvPr/>
        </p:nvPicPr>
        <p:blipFill>
          <a:blip r:embed="rId3"/>
          <a:srcRect/>
          <a:stretch>
            <a:fillRect/>
          </a:stretch>
        </p:blipFill>
        <p:spPr bwMode="auto">
          <a:xfrm>
            <a:off x="2298702" y="3460967"/>
            <a:ext cx="366527" cy="196416"/>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154" name="Text Box 40"/>
          <p:cNvSpPr txBox="1">
            <a:spLocks noChangeArrowheads="1"/>
          </p:cNvSpPr>
          <p:nvPr/>
        </p:nvSpPr>
        <p:spPr bwMode="auto">
          <a:xfrm>
            <a:off x="4065588" y="1757363"/>
            <a:ext cx="1008062" cy="455612"/>
          </a:xfrm>
          <a:prstGeom prst="rect">
            <a:avLst/>
          </a:prstGeom>
          <a:solidFill>
            <a:srgbClr val="008000"/>
          </a:solidFill>
          <a:ln w="9525">
            <a:solidFill>
              <a:schemeClr val="tx1"/>
            </a:solidFill>
            <a:miter lim="800000"/>
            <a:headEnd/>
            <a:tailEnd/>
          </a:ln>
          <a:effectLst>
            <a:outerShdw dist="35921" dir="2700000" algn="ctr" rotWithShape="0">
              <a:schemeClr val="bg2"/>
            </a:outerShdw>
          </a:effectLst>
        </p:spPr>
        <p:txBody>
          <a:bodyPr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nSpc>
                <a:spcPct val="90000"/>
              </a:lnSpc>
              <a:spcBef>
                <a:spcPct val="20000"/>
              </a:spcBef>
              <a:defRPr/>
            </a:pPr>
            <a:r>
              <a:rPr lang="en-GB" altLang="en-US" sz="1300" dirty="0">
                <a:solidFill>
                  <a:schemeClr val="bg1"/>
                </a:solidFill>
              </a:rPr>
              <a:t>Comd SM</a:t>
            </a:r>
          </a:p>
          <a:p>
            <a:pPr>
              <a:lnSpc>
                <a:spcPct val="90000"/>
              </a:lnSpc>
              <a:spcBef>
                <a:spcPct val="20000"/>
              </a:spcBef>
              <a:defRPr/>
            </a:pPr>
            <a:endParaRPr lang="en-GB" altLang="en-US" sz="1050" b="0" dirty="0">
              <a:solidFill>
                <a:srgbClr val="000000"/>
              </a:solidFill>
              <a:effectLst>
                <a:outerShdw blurRad="38100" dist="38100" dir="2700000" algn="tl">
                  <a:srgbClr val="FFFFFF"/>
                </a:outerShdw>
              </a:effectLst>
            </a:endParaRPr>
          </a:p>
        </p:txBody>
      </p:sp>
      <p:sp>
        <p:nvSpPr>
          <p:cNvPr id="20624" name="Line 3"/>
          <p:cNvSpPr>
            <a:spLocks noChangeShapeType="1"/>
          </p:cNvSpPr>
          <p:nvPr/>
        </p:nvSpPr>
        <p:spPr bwMode="auto">
          <a:xfrm flipH="1" flipV="1">
            <a:off x="5059363" y="1959015"/>
            <a:ext cx="1036637"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pic>
        <p:nvPicPr>
          <p:cNvPr id="156" name="Picture 18" descr="United-Kingdom.gif"/>
          <p:cNvPicPr>
            <a:picLocks noChangeAspect="1" noChangeArrowheads="1"/>
          </p:cNvPicPr>
          <p:nvPr/>
        </p:nvPicPr>
        <p:blipFill>
          <a:blip r:embed="rId3"/>
          <a:srcRect/>
          <a:stretch>
            <a:fillRect/>
          </a:stretch>
        </p:blipFill>
        <p:spPr bwMode="auto">
          <a:xfrm>
            <a:off x="4421188" y="2000250"/>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157" name="Picture 211" descr="United-Kingdom.gif"/>
          <p:cNvPicPr>
            <a:picLocks noChangeAspect="1" noChangeArrowheads="1"/>
          </p:cNvPicPr>
          <p:nvPr/>
        </p:nvPicPr>
        <p:blipFill>
          <a:blip r:embed="rId3"/>
          <a:srcRect/>
          <a:stretch>
            <a:fillRect/>
          </a:stretch>
        </p:blipFill>
        <p:spPr bwMode="auto">
          <a:xfrm>
            <a:off x="4722813" y="4521201"/>
            <a:ext cx="315912" cy="168275"/>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27" name="TextBox 292"/>
          <p:cNvSpPr txBox="1">
            <a:spLocks noChangeArrowheads="1"/>
          </p:cNvSpPr>
          <p:nvPr/>
        </p:nvSpPr>
        <p:spPr bwMode="auto">
          <a:xfrm>
            <a:off x="13778780" y="3731359"/>
            <a:ext cx="384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Dev </a:t>
            </a:r>
          </a:p>
        </p:txBody>
      </p:sp>
      <p:sp>
        <p:nvSpPr>
          <p:cNvPr id="20628" name="Rectangle 267"/>
          <p:cNvSpPr>
            <a:spLocks noChangeArrowheads="1"/>
          </p:cNvSpPr>
          <p:nvPr/>
        </p:nvSpPr>
        <p:spPr bwMode="auto">
          <a:xfrm>
            <a:off x="8745539" y="5129213"/>
            <a:ext cx="71437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FFFFFF"/>
              </a:solidFill>
              <a:ea typeface="MS PGothic" pitchFamily="34" charset="-128"/>
            </a:endParaRPr>
          </a:p>
        </p:txBody>
      </p:sp>
      <p:sp>
        <p:nvSpPr>
          <p:cNvPr id="20629" name="Rectangle 331"/>
          <p:cNvSpPr>
            <a:spLocks noChangeArrowheads="1"/>
          </p:cNvSpPr>
          <p:nvPr/>
        </p:nvSpPr>
        <p:spPr bwMode="auto">
          <a:xfrm>
            <a:off x="8739188" y="4454525"/>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30" name="TextBox 336"/>
          <p:cNvSpPr txBox="1">
            <a:spLocks noChangeArrowheads="1"/>
          </p:cNvSpPr>
          <p:nvPr/>
        </p:nvSpPr>
        <p:spPr bwMode="auto">
          <a:xfrm>
            <a:off x="8707438" y="4471988"/>
            <a:ext cx="102076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Engr </a:t>
            </a:r>
          </a:p>
        </p:txBody>
      </p:sp>
      <p:grpSp>
        <p:nvGrpSpPr>
          <p:cNvPr id="20631" name="Group 161"/>
          <p:cNvGrpSpPr>
            <a:grpSpLocks/>
          </p:cNvGrpSpPr>
          <p:nvPr/>
        </p:nvGrpSpPr>
        <p:grpSpPr bwMode="auto">
          <a:xfrm>
            <a:off x="8707438" y="5491163"/>
            <a:ext cx="1020762" cy="369332"/>
            <a:chOff x="7734026" y="1611983"/>
            <a:chExt cx="1020763" cy="369332"/>
          </a:xfrm>
        </p:grpSpPr>
        <p:sp>
          <p:nvSpPr>
            <p:cNvPr id="20694" name="Rectangle 331"/>
            <p:cNvSpPr>
              <a:spLocks noChangeArrowheads="1"/>
            </p:cNvSpPr>
            <p:nvPr/>
          </p:nvSpPr>
          <p:spPr bwMode="auto">
            <a:xfrm>
              <a:off x="7753548" y="1611983"/>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95" name="TextBox 336"/>
            <p:cNvSpPr txBox="1">
              <a:spLocks noChangeArrowheads="1"/>
            </p:cNvSpPr>
            <p:nvPr/>
          </p:nvSpPr>
          <p:spPr bwMode="auto">
            <a:xfrm>
              <a:off x="7734026" y="1629445"/>
              <a:ext cx="10207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Infra </a:t>
              </a:r>
            </a:p>
          </p:txBody>
        </p:sp>
        <p:pic>
          <p:nvPicPr>
            <p:cNvPr id="165" name="Picture 209" descr="United-Kingdom.gif"/>
            <p:cNvPicPr>
              <a:picLocks noChangeAspect="1" noChangeArrowheads="1"/>
            </p:cNvPicPr>
            <p:nvPr/>
          </p:nvPicPr>
          <p:blipFill>
            <a:blip r:embed="rId12"/>
            <a:srcRect/>
            <a:stretch>
              <a:fillRect/>
            </a:stretch>
          </p:blipFill>
          <p:spPr bwMode="auto">
            <a:xfrm>
              <a:off x="8132488" y="1667545"/>
              <a:ext cx="298450" cy="177800"/>
            </a:xfrm>
            <a:prstGeom prst="rect">
              <a:avLst/>
            </a:prstGeom>
            <a:noFill/>
            <a:ln w="9525">
              <a:noFill/>
              <a:miter lim="800000"/>
              <a:headEnd/>
              <a:tailEnd/>
            </a:ln>
            <a:effectLst>
              <a:outerShdw blurRad="63500" dist="38099" dir="2700000" algn="ctr" rotWithShape="0">
                <a:srgbClr val="000000">
                  <a:alpha val="74998"/>
                </a:srgbClr>
              </a:outerShdw>
            </a:effectLst>
          </p:spPr>
        </p:pic>
      </p:grpSp>
      <p:grpSp>
        <p:nvGrpSpPr>
          <p:cNvPr id="20632" name="Group 165"/>
          <p:cNvGrpSpPr>
            <a:grpSpLocks/>
          </p:cNvGrpSpPr>
          <p:nvPr/>
        </p:nvGrpSpPr>
        <p:grpSpPr bwMode="auto">
          <a:xfrm>
            <a:off x="8716963" y="4779963"/>
            <a:ext cx="1020762" cy="369332"/>
            <a:chOff x="7903690" y="2283496"/>
            <a:chExt cx="1020763" cy="369332"/>
          </a:xfrm>
        </p:grpSpPr>
        <p:sp>
          <p:nvSpPr>
            <p:cNvPr id="20691" name="Rectangle 331"/>
            <p:cNvSpPr>
              <a:spLocks noChangeArrowheads="1"/>
            </p:cNvSpPr>
            <p:nvPr/>
          </p:nvSpPr>
          <p:spPr bwMode="auto">
            <a:xfrm>
              <a:off x="7923212" y="2283496"/>
              <a:ext cx="735012"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92" name="TextBox 336"/>
            <p:cNvSpPr txBox="1">
              <a:spLocks noChangeArrowheads="1"/>
            </p:cNvSpPr>
            <p:nvPr/>
          </p:nvSpPr>
          <p:spPr bwMode="auto">
            <a:xfrm>
              <a:off x="7903690" y="2300958"/>
              <a:ext cx="10207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EOD </a:t>
              </a:r>
            </a:p>
          </p:txBody>
        </p:sp>
        <p:pic>
          <p:nvPicPr>
            <p:cNvPr id="169" name="Picture 209" descr="United-Kingdom.gif"/>
            <p:cNvPicPr>
              <a:picLocks noChangeAspect="1" noChangeArrowheads="1"/>
            </p:cNvPicPr>
            <p:nvPr/>
          </p:nvPicPr>
          <p:blipFill>
            <a:blip r:embed="rId12"/>
            <a:srcRect/>
            <a:stretch>
              <a:fillRect/>
            </a:stretch>
          </p:blipFill>
          <p:spPr bwMode="auto">
            <a:xfrm>
              <a:off x="8294215" y="2327946"/>
              <a:ext cx="298450" cy="177800"/>
            </a:xfrm>
            <a:prstGeom prst="rect">
              <a:avLst/>
            </a:prstGeom>
            <a:noFill/>
            <a:ln w="9525">
              <a:noFill/>
              <a:miter lim="800000"/>
              <a:headEnd/>
              <a:tailEnd/>
            </a:ln>
            <a:effectLst>
              <a:outerShdw blurRad="63500" dist="38099" dir="2700000" algn="ctr" rotWithShape="0">
                <a:srgbClr val="000000">
                  <a:alpha val="74998"/>
                </a:srgbClr>
              </a:outerShdw>
            </a:effectLst>
          </p:spPr>
        </p:pic>
      </p:grpSp>
      <p:sp>
        <p:nvSpPr>
          <p:cNvPr id="20633" name="TextBox 336"/>
          <p:cNvSpPr txBox="1">
            <a:spLocks noChangeArrowheads="1"/>
          </p:cNvSpPr>
          <p:nvPr/>
        </p:nvSpPr>
        <p:spPr bwMode="auto">
          <a:xfrm>
            <a:off x="8739189" y="5160963"/>
            <a:ext cx="511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chemeClr val="bg1"/>
                </a:solidFill>
                <a:ea typeface="MS PGothic" pitchFamily="34" charset="-128"/>
              </a:rPr>
              <a:t>Geo </a:t>
            </a:r>
          </a:p>
        </p:txBody>
      </p:sp>
      <p:pic>
        <p:nvPicPr>
          <p:cNvPr id="171" name="Picture 209" descr="United-Kingdom.gif"/>
          <p:cNvPicPr>
            <a:picLocks noChangeAspect="1" noChangeArrowheads="1"/>
          </p:cNvPicPr>
          <p:nvPr/>
        </p:nvPicPr>
        <p:blipFill>
          <a:blip r:embed="rId12"/>
          <a:srcRect/>
          <a:stretch>
            <a:fillRect/>
          </a:stretch>
        </p:blipFill>
        <p:spPr bwMode="auto">
          <a:xfrm>
            <a:off x="9110663" y="5183188"/>
            <a:ext cx="298450" cy="177800"/>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172" name="Text Box 40"/>
          <p:cNvSpPr txBox="1">
            <a:spLocks noChangeArrowheads="1"/>
          </p:cNvSpPr>
          <p:nvPr/>
        </p:nvSpPr>
        <p:spPr bwMode="auto">
          <a:xfrm>
            <a:off x="3000376" y="1752601"/>
            <a:ext cx="1006475" cy="455613"/>
          </a:xfrm>
          <a:prstGeom prst="rect">
            <a:avLst/>
          </a:prstGeom>
          <a:solidFill>
            <a:srgbClr val="FF6699"/>
          </a:solidFill>
          <a:ln w="9525">
            <a:solidFill>
              <a:schemeClr val="tx1"/>
            </a:solidFill>
            <a:miter lim="800000"/>
            <a:headEnd/>
            <a:tailEnd/>
          </a:ln>
          <a:effectLst>
            <a:outerShdw dist="35921" dir="2700000" algn="ctr" rotWithShape="0">
              <a:schemeClr val="bg2"/>
            </a:outerShdw>
          </a:effectLst>
        </p:spPr>
        <p:txBody>
          <a:bodyPr lIns="96447" tIns="48224" rIns="96447" bIns="48224">
            <a:spAutoFit/>
          </a:bodyPr>
          <a:lstStyle>
            <a:lvl1pPr defTabSz="957263" eaLnBrk="0" hangingPunct="0">
              <a:defRPr sz="2400" b="1">
                <a:solidFill>
                  <a:schemeClr val="tx1"/>
                </a:solidFill>
                <a:latin typeface="Arial" charset="0"/>
                <a:ea typeface="ＭＳ Ｐゴシック" pitchFamily="34" charset="-128"/>
              </a:defRPr>
            </a:lvl1pPr>
            <a:lvl2pPr marL="37931725" indent="-37474525" defTabSz="957263" eaLnBrk="0" hangingPunct="0">
              <a:defRPr sz="2400" b="1">
                <a:solidFill>
                  <a:schemeClr val="tx1"/>
                </a:solidFill>
                <a:latin typeface="Arial" charset="0"/>
                <a:ea typeface="ＭＳ Ｐゴシック" pitchFamily="34" charset="-128"/>
              </a:defRPr>
            </a:lvl2pPr>
            <a:lvl3pPr eaLnBrk="0" hangingPunct="0">
              <a:defRPr sz="2400" b="1">
                <a:solidFill>
                  <a:schemeClr val="tx1"/>
                </a:solidFill>
                <a:latin typeface="Arial" charset="0"/>
                <a:ea typeface="ＭＳ Ｐゴシック" pitchFamily="34" charset="-128"/>
              </a:defRPr>
            </a:lvl3pPr>
            <a:lvl4pPr eaLnBrk="0" hangingPunct="0">
              <a:defRPr sz="2400" b="1">
                <a:solidFill>
                  <a:schemeClr val="tx1"/>
                </a:solidFill>
                <a:latin typeface="Arial" charset="0"/>
                <a:ea typeface="ＭＳ Ｐゴシック" pitchFamily="34" charset="-128"/>
              </a:defRPr>
            </a:lvl4pPr>
            <a:lvl5pPr eaLnBrk="0" hangingPunct="0">
              <a:defRPr sz="2400" b="1">
                <a:solidFill>
                  <a:schemeClr val="tx1"/>
                </a:solidFill>
                <a:latin typeface="Arial" charset="0"/>
                <a:ea typeface="ＭＳ Ｐゴシック" pitchFamily="34" charset="-128"/>
              </a:defRPr>
            </a:lvl5pPr>
            <a:lvl6pPr marL="457200" eaLnBrk="0" fontAlgn="base" hangingPunct="0">
              <a:spcBef>
                <a:spcPct val="0"/>
              </a:spcBef>
              <a:spcAft>
                <a:spcPct val="0"/>
              </a:spcAft>
              <a:defRPr sz="2400" b="1">
                <a:solidFill>
                  <a:schemeClr val="tx1"/>
                </a:solidFill>
                <a:latin typeface="Arial" charset="0"/>
                <a:ea typeface="ＭＳ Ｐゴシック" pitchFamily="34" charset="-128"/>
              </a:defRPr>
            </a:lvl6pPr>
            <a:lvl7pPr marL="914400" eaLnBrk="0" fontAlgn="base" hangingPunct="0">
              <a:spcBef>
                <a:spcPct val="0"/>
              </a:spcBef>
              <a:spcAft>
                <a:spcPct val="0"/>
              </a:spcAft>
              <a:defRPr sz="2400" b="1">
                <a:solidFill>
                  <a:schemeClr val="tx1"/>
                </a:solidFill>
                <a:latin typeface="Arial" charset="0"/>
                <a:ea typeface="ＭＳ Ｐゴシック" pitchFamily="34" charset="-128"/>
              </a:defRPr>
            </a:lvl7pPr>
            <a:lvl8pPr marL="1371600" eaLnBrk="0" fontAlgn="base" hangingPunct="0">
              <a:spcBef>
                <a:spcPct val="0"/>
              </a:spcBef>
              <a:spcAft>
                <a:spcPct val="0"/>
              </a:spcAft>
              <a:defRPr sz="2400" b="1">
                <a:solidFill>
                  <a:schemeClr val="tx1"/>
                </a:solidFill>
                <a:latin typeface="Arial" charset="0"/>
                <a:ea typeface="ＭＳ Ｐゴシック" pitchFamily="34" charset="-128"/>
              </a:defRPr>
            </a:lvl8pPr>
            <a:lvl9pPr marL="1828800" eaLnBrk="0" fontAlgn="base" hangingPunct="0">
              <a:spcBef>
                <a:spcPct val="0"/>
              </a:spcBef>
              <a:spcAft>
                <a:spcPct val="0"/>
              </a:spcAft>
              <a:defRPr sz="2400" b="1">
                <a:solidFill>
                  <a:schemeClr val="tx1"/>
                </a:solidFill>
                <a:latin typeface="Arial" charset="0"/>
                <a:ea typeface="ＭＳ Ｐゴシック" pitchFamily="34" charset="-128"/>
              </a:defRPr>
            </a:lvl9pPr>
          </a:lstStyle>
          <a:p>
            <a:pPr algn="ctr">
              <a:lnSpc>
                <a:spcPct val="90000"/>
              </a:lnSpc>
              <a:spcBef>
                <a:spcPct val="20000"/>
              </a:spcBef>
              <a:defRPr/>
            </a:pPr>
            <a:r>
              <a:rPr lang="en-GB" altLang="en-US" sz="1300" dirty="0">
                <a:solidFill>
                  <a:schemeClr val="bg1"/>
                </a:solidFill>
              </a:rPr>
              <a:t>POLAD</a:t>
            </a:r>
          </a:p>
          <a:p>
            <a:pPr>
              <a:lnSpc>
                <a:spcPct val="90000"/>
              </a:lnSpc>
              <a:spcBef>
                <a:spcPct val="20000"/>
              </a:spcBef>
              <a:defRPr/>
            </a:pPr>
            <a:endParaRPr lang="en-GB" altLang="en-US" sz="1050" b="0" dirty="0">
              <a:solidFill>
                <a:srgbClr val="000000"/>
              </a:solidFill>
              <a:effectLst>
                <a:outerShdw blurRad="38100" dist="38100" dir="2700000" algn="tl">
                  <a:srgbClr val="FFFFFF"/>
                </a:outerShdw>
              </a:effectLst>
            </a:endParaRPr>
          </a:p>
        </p:txBody>
      </p:sp>
      <p:pic>
        <p:nvPicPr>
          <p:cNvPr id="173" name="Picture 172" descr="United-Kingdom.gif"/>
          <p:cNvPicPr>
            <a:picLocks noChangeAspect="1" noChangeArrowheads="1"/>
          </p:cNvPicPr>
          <p:nvPr/>
        </p:nvPicPr>
        <p:blipFill>
          <a:blip r:embed="rId3"/>
          <a:srcRect/>
          <a:stretch>
            <a:fillRect/>
          </a:stretch>
        </p:blipFill>
        <p:spPr bwMode="auto">
          <a:xfrm>
            <a:off x="3302000" y="2003425"/>
            <a:ext cx="300038"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37" name="TextBox 321"/>
          <p:cNvSpPr txBox="1">
            <a:spLocks noChangeArrowheads="1"/>
          </p:cNvSpPr>
          <p:nvPr/>
        </p:nvSpPr>
        <p:spPr bwMode="auto">
          <a:xfrm>
            <a:off x="4325939" y="6005513"/>
            <a:ext cx="51593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a:solidFill>
                  <a:srgbClr val="000000"/>
                </a:solidFill>
                <a:ea typeface="MS PGothic" pitchFamily="34" charset="-128"/>
              </a:rPr>
              <a:t>OARB</a:t>
            </a:r>
          </a:p>
        </p:txBody>
      </p:sp>
      <p:sp>
        <p:nvSpPr>
          <p:cNvPr id="20638" name="AutoShape 64"/>
          <p:cNvSpPr>
            <a:spLocks noChangeArrowheads="1"/>
          </p:cNvSpPr>
          <p:nvPr/>
        </p:nvSpPr>
        <p:spPr bwMode="auto">
          <a:xfrm>
            <a:off x="9001125" y="3070225"/>
            <a:ext cx="153988" cy="152400"/>
          </a:xfrm>
          <a:custGeom>
            <a:avLst/>
            <a:gdLst>
              <a:gd name="T0" fmla="*/ 0 w 153987"/>
              <a:gd name="T1" fmla="*/ 58211 h 152400"/>
              <a:gd name="T2" fmla="*/ 58818 w 153987"/>
              <a:gd name="T3" fmla="*/ 58212 h 152400"/>
              <a:gd name="T4" fmla="*/ 77007 w 153987"/>
              <a:gd name="T5" fmla="*/ 0 h 152400"/>
              <a:gd name="T6" fmla="*/ 95182 w 153987"/>
              <a:gd name="T7" fmla="*/ 58212 h 152400"/>
              <a:gd name="T8" fmla="*/ 154000 w 153987"/>
              <a:gd name="T9" fmla="*/ 58211 h 152400"/>
              <a:gd name="T10" fmla="*/ 106415 w 153987"/>
              <a:gd name="T11" fmla="*/ 94188 h 152400"/>
              <a:gd name="T12" fmla="*/ 124591 w 153987"/>
              <a:gd name="T13" fmla="*/ 152400 h 152400"/>
              <a:gd name="T14" fmla="*/ 77007 w 153987"/>
              <a:gd name="T15" fmla="*/ 116422 h 152400"/>
              <a:gd name="T16" fmla="*/ 29409 w 153987"/>
              <a:gd name="T17" fmla="*/ 152400 h 152400"/>
              <a:gd name="T18" fmla="*/ 47585 w 153987"/>
              <a:gd name="T19" fmla="*/ 94188 h 152400"/>
              <a:gd name="T20" fmla="*/ 0 w 153987"/>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3987"/>
              <a:gd name="T34" fmla="*/ 0 h 152400"/>
              <a:gd name="T35" fmla="*/ 153987 w 153987"/>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3987" h="152400">
                <a:moveTo>
                  <a:pt x="0" y="58211"/>
                </a:moveTo>
                <a:lnTo>
                  <a:pt x="58818" y="58212"/>
                </a:lnTo>
                <a:lnTo>
                  <a:pt x="76994" y="0"/>
                </a:lnTo>
                <a:lnTo>
                  <a:pt x="95169" y="58212"/>
                </a:lnTo>
                <a:lnTo>
                  <a:pt x="153987" y="58211"/>
                </a:lnTo>
                <a:lnTo>
                  <a:pt x="106402" y="94188"/>
                </a:lnTo>
                <a:lnTo>
                  <a:pt x="124578" y="152400"/>
                </a:lnTo>
                <a:lnTo>
                  <a:pt x="76994" y="116422"/>
                </a:lnTo>
                <a:lnTo>
                  <a:pt x="29409" y="152400"/>
                </a:lnTo>
                <a:lnTo>
                  <a:pt x="4758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39" name="AutoShape 86"/>
          <p:cNvSpPr>
            <a:spLocks noChangeArrowheads="1"/>
          </p:cNvSpPr>
          <p:nvPr/>
        </p:nvSpPr>
        <p:spPr bwMode="auto">
          <a:xfrm>
            <a:off x="4622800" y="306705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0" name="AutoShape 159"/>
          <p:cNvSpPr>
            <a:spLocks noChangeArrowheads="1"/>
          </p:cNvSpPr>
          <p:nvPr/>
        </p:nvSpPr>
        <p:spPr bwMode="auto">
          <a:xfrm>
            <a:off x="6751638" y="306070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1" name="AutoShape 167"/>
          <p:cNvSpPr>
            <a:spLocks noChangeArrowheads="1"/>
          </p:cNvSpPr>
          <p:nvPr/>
        </p:nvSpPr>
        <p:spPr bwMode="auto">
          <a:xfrm>
            <a:off x="9980613" y="306815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2" name="AutoShape 174"/>
          <p:cNvSpPr>
            <a:spLocks noChangeArrowheads="1"/>
          </p:cNvSpPr>
          <p:nvPr/>
        </p:nvSpPr>
        <p:spPr bwMode="auto">
          <a:xfrm>
            <a:off x="5688013" y="3059113"/>
            <a:ext cx="150812" cy="152400"/>
          </a:xfrm>
          <a:custGeom>
            <a:avLst/>
            <a:gdLst>
              <a:gd name="T0" fmla="*/ 0 w 150813"/>
              <a:gd name="T1" fmla="*/ 58211 h 152400"/>
              <a:gd name="T2" fmla="*/ 57606 w 150813"/>
              <a:gd name="T3" fmla="*/ 58212 h 152400"/>
              <a:gd name="T4" fmla="*/ 75406 w 150813"/>
              <a:gd name="T5" fmla="*/ 0 h 152400"/>
              <a:gd name="T6" fmla="*/ 93194 w 150813"/>
              <a:gd name="T7" fmla="*/ 58212 h 152400"/>
              <a:gd name="T8" fmla="*/ 150800 w 150813"/>
              <a:gd name="T9" fmla="*/ 58211 h 152400"/>
              <a:gd name="T10" fmla="*/ 104196 w 150813"/>
              <a:gd name="T11" fmla="*/ 94188 h 152400"/>
              <a:gd name="T12" fmla="*/ 121997 w 150813"/>
              <a:gd name="T13" fmla="*/ 152400 h 152400"/>
              <a:gd name="T14" fmla="*/ 75406 w 150813"/>
              <a:gd name="T15" fmla="*/ 116422 h 152400"/>
              <a:gd name="T16" fmla="*/ 28803 w 150813"/>
              <a:gd name="T17" fmla="*/ 152400 h 152400"/>
              <a:gd name="T18" fmla="*/ 46604 w 150813"/>
              <a:gd name="T19" fmla="*/ 94188 h 152400"/>
              <a:gd name="T20" fmla="*/ 0 w 150813"/>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0813"/>
              <a:gd name="T34" fmla="*/ 0 h 152400"/>
              <a:gd name="T35" fmla="*/ 150813 w 150813"/>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0813" h="152400">
                <a:moveTo>
                  <a:pt x="0" y="58211"/>
                </a:moveTo>
                <a:lnTo>
                  <a:pt x="57606" y="58212"/>
                </a:lnTo>
                <a:lnTo>
                  <a:pt x="75407" y="0"/>
                </a:lnTo>
                <a:lnTo>
                  <a:pt x="93207" y="58212"/>
                </a:lnTo>
                <a:lnTo>
                  <a:pt x="150813" y="58211"/>
                </a:lnTo>
                <a:lnTo>
                  <a:pt x="104209" y="94188"/>
                </a:lnTo>
                <a:lnTo>
                  <a:pt x="122010" y="152400"/>
                </a:lnTo>
                <a:lnTo>
                  <a:pt x="75407" y="116422"/>
                </a:lnTo>
                <a:lnTo>
                  <a:pt x="28803" y="152400"/>
                </a:lnTo>
                <a:lnTo>
                  <a:pt x="46604"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4" name="AutoShape 188"/>
          <p:cNvSpPr>
            <a:spLocks noChangeArrowheads="1"/>
          </p:cNvSpPr>
          <p:nvPr/>
        </p:nvSpPr>
        <p:spPr bwMode="auto">
          <a:xfrm>
            <a:off x="3417888" y="3081338"/>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5" name="AutoShape 205"/>
          <p:cNvSpPr>
            <a:spLocks noChangeArrowheads="1"/>
          </p:cNvSpPr>
          <p:nvPr/>
        </p:nvSpPr>
        <p:spPr bwMode="auto">
          <a:xfrm>
            <a:off x="8010525" y="3067050"/>
            <a:ext cx="152400" cy="152400"/>
          </a:xfrm>
          <a:custGeom>
            <a:avLst/>
            <a:gdLst>
              <a:gd name="T0" fmla="*/ 0 w 152400"/>
              <a:gd name="T1" fmla="*/ 58211 h 152400"/>
              <a:gd name="T2" fmla="*/ 58212 w 152400"/>
              <a:gd name="T3" fmla="*/ 58212 h 152400"/>
              <a:gd name="T4" fmla="*/ 76200 w 152400"/>
              <a:gd name="T5" fmla="*/ 0 h 152400"/>
              <a:gd name="T6" fmla="*/ 94188 w 152400"/>
              <a:gd name="T7" fmla="*/ 58212 h 152400"/>
              <a:gd name="T8" fmla="*/ 152400 w 152400"/>
              <a:gd name="T9" fmla="*/ 58211 h 152400"/>
              <a:gd name="T10" fmla="*/ 105305 w 152400"/>
              <a:gd name="T11" fmla="*/ 94188 h 152400"/>
              <a:gd name="T12" fmla="*/ 123294 w 152400"/>
              <a:gd name="T13" fmla="*/ 152400 h 152400"/>
              <a:gd name="T14" fmla="*/ 76200 w 152400"/>
              <a:gd name="T15" fmla="*/ 116422 h 152400"/>
              <a:gd name="T16" fmla="*/ 29106 w 152400"/>
              <a:gd name="T17" fmla="*/ 152400 h 152400"/>
              <a:gd name="T18" fmla="*/ 47095 w 152400"/>
              <a:gd name="T19" fmla="*/ 94188 h 152400"/>
              <a:gd name="T20" fmla="*/ 0 w 152400"/>
              <a:gd name="T21" fmla="*/ 58211 h 1524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2400"/>
              <a:gd name="T34" fmla="*/ 0 h 152400"/>
              <a:gd name="T35" fmla="*/ 152400 w 152400"/>
              <a:gd name="T36" fmla="*/ 152400 h 1524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2400" h="152400">
                <a:moveTo>
                  <a:pt x="0" y="58211"/>
                </a:moveTo>
                <a:lnTo>
                  <a:pt x="58212" y="58212"/>
                </a:lnTo>
                <a:lnTo>
                  <a:pt x="76200" y="0"/>
                </a:lnTo>
                <a:lnTo>
                  <a:pt x="94188" y="58212"/>
                </a:lnTo>
                <a:lnTo>
                  <a:pt x="152400" y="58211"/>
                </a:lnTo>
                <a:lnTo>
                  <a:pt x="105305" y="94188"/>
                </a:lnTo>
                <a:lnTo>
                  <a:pt x="123294" y="152400"/>
                </a:lnTo>
                <a:lnTo>
                  <a:pt x="76200" y="116422"/>
                </a:lnTo>
                <a:lnTo>
                  <a:pt x="29106" y="152400"/>
                </a:lnTo>
                <a:lnTo>
                  <a:pt x="47095" y="94188"/>
                </a:lnTo>
                <a:lnTo>
                  <a:pt x="0" y="58211"/>
                </a:lnTo>
                <a:close/>
              </a:path>
            </a:pathLst>
          </a:custGeom>
          <a:gradFill rotWithShape="0">
            <a:gsLst>
              <a:gs pos="0">
                <a:srgbClr val="FF0000"/>
              </a:gs>
              <a:gs pos="100000">
                <a:srgbClr val="FFCC00"/>
              </a:gs>
            </a:gsLst>
            <a:path path="rect">
              <a:fillToRect l="50000" t="50000" r="50000" b="50000"/>
            </a:path>
          </a:gradFill>
          <a:ln w="9525">
            <a:solidFill>
              <a:schemeClr val="tx1"/>
            </a:solidFill>
            <a:miter lim="800000"/>
            <a:headEnd/>
            <a:tailEnd/>
          </a:ln>
          <a:effectLst>
            <a:outerShdw dist="35921" dir="2700000" algn="ctr" rotWithShape="0">
              <a:schemeClr val="bg2"/>
            </a:outerShdw>
          </a:effectLst>
        </p:spPr>
        <p:txBody>
          <a:bodyPr wrap="none" anchor="ctr"/>
          <a:lstStyle/>
          <a:p>
            <a:endParaRPr lang="en-GB"/>
          </a:p>
        </p:txBody>
      </p:sp>
      <p:sp>
        <p:nvSpPr>
          <p:cNvPr id="20646" name="Rectangle 2"/>
          <p:cNvSpPr>
            <a:spLocks noChangeArrowheads="1"/>
          </p:cNvSpPr>
          <p:nvPr/>
        </p:nvSpPr>
        <p:spPr bwMode="auto">
          <a:xfrm>
            <a:off x="9698039" y="3238012"/>
            <a:ext cx="733425"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47" name="Rectangle 226"/>
          <p:cNvSpPr>
            <a:spLocks noChangeArrowheads="1"/>
          </p:cNvSpPr>
          <p:nvPr/>
        </p:nvSpPr>
        <p:spPr bwMode="auto">
          <a:xfrm>
            <a:off x="4343401" y="3211513"/>
            <a:ext cx="733425"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48" name="Rectangle 227"/>
          <p:cNvSpPr>
            <a:spLocks noChangeArrowheads="1"/>
          </p:cNvSpPr>
          <p:nvPr/>
        </p:nvSpPr>
        <p:spPr bwMode="auto">
          <a:xfrm>
            <a:off x="5413376" y="3221038"/>
            <a:ext cx="735013"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49" name="Rectangle 228"/>
          <p:cNvSpPr>
            <a:spLocks noChangeArrowheads="1"/>
          </p:cNvSpPr>
          <p:nvPr/>
        </p:nvSpPr>
        <p:spPr bwMode="auto">
          <a:xfrm>
            <a:off x="6492876" y="3219450"/>
            <a:ext cx="733425"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50" name="Rectangle 229"/>
          <p:cNvSpPr>
            <a:spLocks noChangeArrowheads="1"/>
          </p:cNvSpPr>
          <p:nvPr/>
        </p:nvSpPr>
        <p:spPr bwMode="auto">
          <a:xfrm>
            <a:off x="7710488" y="3230563"/>
            <a:ext cx="735012"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51" name="Rectangle 230"/>
          <p:cNvSpPr>
            <a:spLocks noChangeArrowheads="1"/>
          </p:cNvSpPr>
          <p:nvPr/>
        </p:nvSpPr>
        <p:spPr bwMode="auto">
          <a:xfrm>
            <a:off x="8704263" y="3230563"/>
            <a:ext cx="735012"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53" name="TextBox 235"/>
          <p:cNvSpPr txBox="1">
            <a:spLocks noChangeArrowheads="1"/>
          </p:cNvSpPr>
          <p:nvPr/>
        </p:nvSpPr>
        <p:spPr bwMode="auto">
          <a:xfrm>
            <a:off x="3995738" y="3221038"/>
            <a:ext cx="1454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Phil</a:t>
            </a:r>
          </a:p>
          <a:p>
            <a:pPr algn="ctr" eaLnBrk="1" hangingPunct="1">
              <a:spcBef>
                <a:spcPct val="0"/>
              </a:spcBef>
              <a:buFontTx/>
              <a:buNone/>
            </a:pPr>
            <a:r>
              <a:rPr lang="en-GB" altLang="en-US" sz="800" dirty="0">
                <a:solidFill>
                  <a:srgbClr val="000000"/>
                </a:solidFill>
                <a:ea typeface="MS PGothic" pitchFamily="34" charset="-128"/>
              </a:rPr>
              <a:t>Brooks</a:t>
            </a:r>
          </a:p>
        </p:txBody>
      </p:sp>
      <p:sp>
        <p:nvSpPr>
          <p:cNvPr id="20654" name="TextBox 236"/>
          <p:cNvSpPr txBox="1">
            <a:spLocks noChangeArrowheads="1"/>
          </p:cNvSpPr>
          <p:nvPr/>
        </p:nvSpPr>
        <p:spPr bwMode="auto">
          <a:xfrm>
            <a:off x="5049838" y="3230563"/>
            <a:ext cx="1452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Phil</a:t>
            </a:r>
          </a:p>
          <a:p>
            <a:pPr algn="ctr" eaLnBrk="1" hangingPunct="1">
              <a:spcBef>
                <a:spcPct val="0"/>
              </a:spcBef>
              <a:buFontTx/>
              <a:buNone/>
            </a:pPr>
            <a:r>
              <a:rPr lang="en-GB" altLang="en-US" sz="800" dirty="0">
                <a:solidFill>
                  <a:srgbClr val="000000"/>
                </a:solidFill>
                <a:ea typeface="MS PGothic" pitchFamily="34" charset="-128"/>
              </a:rPr>
              <a:t>Muir</a:t>
            </a:r>
          </a:p>
        </p:txBody>
      </p:sp>
      <p:sp>
        <p:nvSpPr>
          <p:cNvPr id="20655" name="TextBox 237"/>
          <p:cNvSpPr txBox="1">
            <a:spLocks noChangeArrowheads="1"/>
          </p:cNvSpPr>
          <p:nvPr/>
        </p:nvSpPr>
        <p:spPr bwMode="auto">
          <a:xfrm>
            <a:off x="6145213" y="3211514"/>
            <a:ext cx="1454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Adam </a:t>
            </a:r>
          </a:p>
          <a:p>
            <a:pPr algn="ctr" eaLnBrk="1" hangingPunct="1">
              <a:spcBef>
                <a:spcPct val="0"/>
              </a:spcBef>
              <a:buFontTx/>
              <a:buNone/>
            </a:pPr>
            <a:r>
              <a:rPr lang="en-GB" altLang="en-US" sz="800" dirty="0">
                <a:solidFill>
                  <a:srgbClr val="000000"/>
                </a:solidFill>
                <a:ea typeface="MS PGothic" pitchFamily="34" charset="-128"/>
              </a:rPr>
              <a:t>Griffiths</a:t>
            </a:r>
          </a:p>
        </p:txBody>
      </p:sp>
      <p:sp>
        <p:nvSpPr>
          <p:cNvPr id="20656" name="TextBox 238"/>
          <p:cNvSpPr txBox="1">
            <a:spLocks noChangeArrowheads="1"/>
          </p:cNvSpPr>
          <p:nvPr/>
        </p:nvSpPr>
        <p:spPr bwMode="auto">
          <a:xfrm>
            <a:off x="7621589" y="3221038"/>
            <a:ext cx="9556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Matt</a:t>
            </a:r>
          </a:p>
          <a:p>
            <a:pPr algn="ctr" eaLnBrk="1" hangingPunct="1">
              <a:spcBef>
                <a:spcPct val="0"/>
              </a:spcBef>
              <a:buFontTx/>
              <a:buNone/>
            </a:pPr>
            <a:r>
              <a:rPr lang="en-GB" altLang="en-US" sz="800" dirty="0">
                <a:solidFill>
                  <a:srgbClr val="000000"/>
                </a:solidFill>
                <a:ea typeface="MS PGothic" pitchFamily="34" charset="-128"/>
              </a:rPr>
              <a:t>Birch</a:t>
            </a:r>
          </a:p>
        </p:txBody>
      </p:sp>
      <p:sp>
        <p:nvSpPr>
          <p:cNvPr id="20657" name="TextBox 239"/>
          <p:cNvSpPr txBox="1">
            <a:spLocks noChangeArrowheads="1"/>
          </p:cNvSpPr>
          <p:nvPr/>
        </p:nvSpPr>
        <p:spPr bwMode="auto">
          <a:xfrm>
            <a:off x="8366126" y="3221038"/>
            <a:ext cx="14525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Chas </a:t>
            </a:r>
          </a:p>
          <a:p>
            <a:pPr algn="ctr" eaLnBrk="1" hangingPunct="1">
              <a:spcBef>
                <a:spcPct val="0"/>
              </a:spcBef>
              <a:buFontTx/>
              <a:buNone/>
            </a:pPr>
            <a:r>
              <a:rPr lang="en-GB" altLang="en-US" sz="800" dirty="0">
                <a:solidFill>
                  <a:srgbClr val="000000"/>
                </a:solidFill>
                <a:ea typeface="MS PGothic" pitchFamily="34" charset="-128"/>
              </a:rPr>
              <a:t>Story</a:t>
            </a:r>
          </a:p>
        </p:txBody>
      </p:sp>
      <p:sp>
        <p:nvSpPr>
          <p:cNvPr id="20659" name="TextBox 240"/>
          <p:cNvSpPr txBox="1">
            <a:spLocks noChangeArrowheads="1"/>
          </p:cNvSpPr>
          <p:nvPr/>
        </p:nvSpPr>
        <p:spPr bwMode="auto">
          <a:xfrm>
            <a:off x="9505157" y="3242212"/>
            <a:ext cx="11033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Victor </a:t>
            </a:r>
          </a:p>
          <a:p>
            <a:pPr algn="ctr" eaLnBrk="1" hangingPunct="1">
              <a:spcBef>
                <a:spcPct val="0"/>
              </a:spcBef>
              <a:buFontTx/>
              <a:buNone/>
            </a:pPr>
            <a:r>
              <a:rPr lang="en-GB" altLang="en-US" sz="800" dirty="0">
                <a:solidFill>
                  <a:srgbClr val="000000"/>
                </a:solidFill>
                <a:ea typeface="MS PGothic" pitchFamily="34" charset="-128"/>
              </a:rPr>
              <a:t>Bados</a:t>
            </a:r>
          </a:p>
        </p:txBody>
      </p:sp>
      <p:pic>
        <p:nvPicPr>
          <p:cNvPr id="197" name="Picture 165" descr="United-Kingdom.gif"/>
          <p:cNvPicPr>
            <a:picLocks noChangeAspect="1" noChangeArrowheads="1"/>
          </p:cNvPicPr>
          <p:nvPr/>
        </p:nvPicPr>
        <p:blipFill>
          <a:blip r:embed="rId3"/>
          <a:srcRect/>
          <a:stretch>
            <a:fillRect/>
          </a:stretch>
        </p:blipFill>
        <p:spPr bwMode="auto">
          <a:xfrm>
            <a:off x="13452648" y="3501233"/>
            <a:ext cx="192804" cy="115887"/>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61" name="Rectangle 225"/>
          <p:cNvSpPr>
            <a:spLocks noChangeArrowheads="1"/>
          </p:cNvSpPr>
          <p:nvPr/>
        </p:nvSpPr>
        <p:spPr bwMode="auto">
          <a:xfrm>
            <a:off x="3128963" y="3221038"/>
            <a:ext cx="735012" cy="369332"/>
          </a:xfrm>
          <a:prstGeom prst="rect">
            <a:avLst/>
          </a:prstGeom>
          <a:solidFill>
            <a:srgbClr val="FFFF00"/>
          </a:solidFill>
          <a:ln w="9525">
            <a:solidFill>
              <a:srgbClr val="FF0000"/>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62" name="TextBox 234"/>
          <p:cNvSpPr txBox="1">
            <a:spLocks noChangeArrowheads="1"/>
          </p:cNvSpPr>
          <p:nvPr/>
        </p:nvSpPr>
        <p:spPr bwMode="auto">
          <a:xfrm>
            <a:off x="3092450" y="3190875"/>
            <a:ext cx="8445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BG Antoine</a:t>
            </a:r>
          </a:p>
          <a:p>
            <a:pPr algn="ctr" eaLnBrk="1" hangingPunct="1">
              <a:spcBef>
                <a:spcPct val="0"/>
              </a:spcBef>
              <a:buFontTx/>
              <a:buNone/>
            </a:pPr>
            <a:r>
              <a:rPr lang="en-GB" altLang="en-US" sz="800" dirty="0">
                <a:solidFill>
                  <a:srgbClr val="000000"/>
                </a:solidFill>
                <a:ea typeface="MS PGothic" pitchFamily="34" charset="-128"/>
              </a:rPr>
              <a:t>De </a:t>
            </a:r>
            <a:r>
              <a:rPr lang="en-GB" altLang="en-US" sz="800" dirty="0" err="1">
                <a:solidFill>
                  <a:srgbClr val="000000"/>
                </a:solidFill>
                <a:ea typeface="MS PGothic" pitchFamily="34" charset="-128"/>
              </a:rPr>
              <a:t>Loustal</a:t>
            </a:r>
            <a:endParaRPr lang="en-GB" altLang="en-US" sz="800" dirty="0">
              <a:solidFill>
                <a:srgbClr val="000000"/>
              </a:solidFill>
              <a:ea typeface="MS PGothic" pitchFamily="34" charset="-128"/>
            </a:endParaRPr>
          </a:p>
        </p:txBody>
      </p:sp>
      <p:grpSp>
        <p:nvGrpSpPr>
          <p:cNvPr id="20663" name="Group 182"/>
          <p:cNvGrpSpPr>
            <a:grpSpLocks/>
          </p:cNvGrpSpPr>
          <p:nvPr/>
        </p:nvGrpSpPr>
        <p:grpSpPr bwMode="auto">
          <a:xfrm>
            <a:off x="3325814" y="3554414"/>
            <a:ext cx="300037" cy="192087"/>
            <a:chOff x="2744" y="3793"/>
            <a:chExt cx="408" cy="227"/>
          </a:xfrm>
        </p:grpSpPr>
        <p:sp>
          <p:nvSpPr>
            <p:cNvPr id="20687" name="Rectangle 183"/>
            <p:cNvSpPr>
              <a:spLocks noChangeArrowheads="1"/>
            </p:cNvSpPr>
            <p:nvPr/>
          </p:nvSpPr>
          <p:spPr bwMode="auto">
            <a:xfrm>
              <a:off x="2852" y="3793"/>
              <a:ext cx="298" cy="22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88" name="Rectangle 184"/>
            <p:cNvSpPr>
              <a:spLocks noChangeArrowheads="1"/>
            </p:cNvSpPr>
            <p:nvPr/>
          </p:nvSpPr>
          <p:spPr bwMode="auto">
            <a:xfrm>
              <a:off x="2744" y="3793"/>
              <a:ext cx="136" cy="227"/>
            </a:xfrm>
            <a:prstGeom prst="rect">
              <a:avLst/>
            </a:prstGeom>
            <a:solidFill>
              <a:srgbClr val="003F8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89" name="Rectangle 185"/>
            <p:cNvSpPr>
              <a:spLocks noChangeArrowheads="1"/>
            </p:cNvSpPr>
            <p:nvPr/>
          </p:nvSpPr>
          <p:spPr bwMode="auto">
            <a:xfrm>
              <a:off x="3016" y="3793"/>
              <a:ext cx="136" cy="227"/>
            </a:xfrm>
            <a:prstGeom prst="rect">
              <a:avLst/>
            </a:prstGeom>
            <a:solidFill>
              <a:srgbClr val="EA3C1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sp>
          <p:nvSpPr>
            <p:cNvPr id="20690" name="Rectangle 186"/>
            <p:cNvSpPr>
              <a:spLocks noChangeArrowheads="1"/>
            </p:cNvSpPr>
            <p:nvPr/>
          </p:nvSpPr>
          <p:spPr bwMode="auto">
            <a:xfrm>
              <a:off x="2744" y="3793"/>
              <a:ext cx="408" cy="227"/>
            </a:xfrm>
            <a:prstGeom prst="rect">
              <a:avLst/>
            </a:prstGeom>
            <a:noFill/>
            <a:ln w="0">
              <a:solidFill>
                <a:srgbClr val="25221E"/>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grpSp>
      <p:pic>
        <p:nvPicPr>
          <p:cNvPr id="205" name="Picture 92" descr="United-Kingdom.gif"/>
          <p:cNvPicPr>
            <a:picLocks noChangeAspect="1" noChangeArrowheads="1"/>
          </p:cNvPicPr>
          <p:nvPr/>
        </p:nvPicPr>
        <p:blipFill>
          <a:blip r:embed="rId3"/>
          <a:srcRect/>
          <a:stretch>
            <a:fillRect/>
          </a:stretch>
        </p:blipFill>
        <p:spPr bwMode="auto">
          <a:xfrm>
            <a:off x="6705600" y="3554414"/>
            <a:ext cx="298450" cy="179387"/>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6" name="Picture 172" descr="United-Kingdom.gif"/>
          <p:cNvPicPr>
            <a:picLocks noChangeAspect="1" noChangeArrowheads="1"/>
          </p:cNvPicPr>
          <p:nvPr/>
        </p:nvPicPr>
        <p:blipFill>
          <a:blip r:embed="rId3"/>
          <a:srcRect/>
          <a:stretch>
            <a:fillRect/>
          </a:stretch>
        </p:blipFill>
        <p:spPr bwMode="auto">
          <a:xfrm>
            <a:off x="5627689" y="3552825"/>
            <a:ext cx="300037"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666" name="Picture 222"/>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4583113" y="3554414"/>
            <a:ext cx="298450"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8" name="Picture 203" descr="United-Kingdom.gif"/>
          <p:cNvPicPr>
            <a:picLocks noChangeAspect="1" noChangeArrowheads="1"/>
          </p:cNvPicPr>
          <p:nvPr/>
        </p:nvPicPr>
        <p:blipFill>
          <a:blip r:embed="rId3"/>
          <a:srcRect/>
          <a:stretch>
            <a:fillRect/>
          </a:stretch>
        </p:blipFill>
        <p:spPr bwMode="auto">
          <a:xfrm>
            <a:off x="7908925" y="3527425"/>
            <a:ext cx="300038" cy="179388"/>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9" name="Picture 60" descr="United-Kingdom.gif"/>
          <p:cNvPicPr>
            <a:picLocks noChangeAspect="1" noChangeArrowheads="1"/>
          </p:cNvPicPr>
          <p:nvPr/>
        </p:nvPicPr>
        <p:blipFill>
          <a:blip r:embed="rId3"/>
          <a:srcRect/>
          <a:stretch>
            <a:fillRect/>
          </a:stretch>
        </p:blipFill>
        <p:spPr bwMode="auto">
          <a:xfrm>
            <a:off x="8945563" y="3540125"/>
            <a:ext cx="296862" cy="177800"/>
          </a:xfrm>
          <a:prstGeom prst="rect">
            <a:avLst/>
          </a:prstGeom>
          <a:noFill/>
          <a:ln w="9525">
            <a:noFill/>
            <a:miter lim="800000"/>
            <a:headEnd/>
            <a:tailEnd/>
          </a:ln>
          <a:effectLst>
            <a:outerShdw blurRad="63500" dist="38099" dir="2700000" algn="ctr" rotWithShape="0">
              <a:srgbClr val="000000">
                <a:alpha val="74998"/>
              </a:srgbClr>
            </a:outerShdw>
          </a:effectLst>
        </p:spPr>
      </p:pic>
      <p:pic>
        <p:nvPicPr>
          <p:cNvPr id="20669" name="Picture 209"/>
          <p:cNvPicPr>
            <a:picLocks noChangeAspect="1" noChangeArrowheads="1"/>
          </p:cNvPicPr>
          <p:nvPr/>
        </p:nvPicPr>
        <p:blipFill>
          <a:blip r:embed="rId13">
            <a:extLst>
              <a:ext uri="{28A0092B-C50C-407E-A947-70E740481C1C}">
                <a14:useLocalDpi xmlns:a14="http://schemas.microsoft.com/office/drawing/2010/main" val="0"/>
              </a:ext>
            </a:extLst>
          </a:blip>
          <a:srcRect t="-15952" b="2"/>
          <a:stretch>
            <a:fillRect/>
          </a:stretch>
        </p:blipFill>
        <p:spPr bwMode="auto">
          <a:xfrm>
            <a:off x="9946444" y="3519951"/>
            <a:ext cx="242960" cy="217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1" name="Text Box 24"/>
          <p:cNvSpPr txBox="1">
            <a:spLocks noChangeArrowheads="1"/>
          </p:cNvSpPr>
          <p:nvPr/>
        </p:nvSpPr>
        <p:spPr bwMode="auto">
          <a:xfrm>
            <a:off x="1702678" y="3059114"/>
            <a:ext cx="921199" cy="342939"/>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lvl1pPr defTabSz="957263">
              <a:defRPr>
                <a:solidFill>
                  <a:schemeClr val="tx1"/>
                </a:solidFill>
                <a:latin typeface="Arial" pitchFamily="34" charset="0"/>
              </a:defRPr>
            </a:lvl1pPr>
            <a:lvl2pPr marL="479425" defTabSz="957263">
              <a:defRPr>
                <a:solidFill>
                  <a:schemeClr val="tx1"/>
                </a:solidFill>
                <a:latin typeface="Arial" pitchFamily="34" charset="0"/>
              </a:defRPr>
            </a:lvl2pPr>
            <a:lvl3pPr marL="957263" defTabSz="957263">
              <a:defRPr>
                <a:solidFill>
                  <a:schemeClr val="tx1"/>
                </a:solidFill>
                <a:latin typeface="Arial" pitchFamily="34" charset="0"/>
              </a:defRPr>
            </a:lvl3pPr>
            <a:lvl4pPr marL="1436688" defTabSz="957263">
              <a:defRPr>
                <a:solidFill>
                  <a:schemeClr val="tx1"/>
                </a:solidFill>
                <a:latin typeface="Arial" pitchFamily="34" charset="0"/>
              </a:defRPr>
            </a:lvl4pPr>
            <a:lvl5pPr marL="1916113" defTabSz="957263">
              <a:defRPr>
                <a:solidFill>
                  <a:schemeClr val="tx1"/>
                </a:solidFill>
                <a:latin typeface="Arial" pitchFamily="34" charset="0"/>
              </a:defRPr>
            </a:lvl5pPr>
            <a:lvl6pPr marL="2373313" defTabSz="957263" fontAlgn="base">
              <a:spcBef>
                <a:spcPct val="0"/>
              </a:spcBef>
              <a:spcAft>
                <a:spcPct val="0"/>
              </a:spcAft>
              <a:defRPr>
                <a:solidFill>
                  <a:schemeClr val="tx1"/>
                </a:solidFill>
                <a:latin typeface="Arial" pitchFamily="34" charset="0"/>
              </a:defRPr>
            </a:lvl6pPr>
            <a:lvl7pPr marL="2830513" defTabSz="957263" fontAlgn="base">
              <a:spcBef>
                <a:spcPct val="0"/>
              </a:spcBef>
              <a:spcAft>
                <a:spcPct val="0"/>
              </a:spcAft>
              <a:defRPr>
                <a:solidFill>
                  <a:schemeClr val="tx1"/>
                </a:solidFill>
                <a:latin typeface="Arial" pitchFamily="34" charset="0"/>
              </a:defRPr>
            </a:lvl7pPr>
            <a:lvl8pPr marL="3287713" defTabSz="957263" fontAlgn="base">
              <a:spcBef>
                <a:spcPct val="0"/>
              </a:spcBef>
              <a:spcAft>
                <a:spcPct val="0"/>
              </a:spcAft>
              <a:defRPr>
                <a:solidFill>
                  <a:schemeClr val="tx1"/>
                </a:solidFill>
                <a:latin typeface="Arial" pitchFamily="34" charset="0"/>
              </a:defRPr>
            </a:lvl8pPr>
            <a:lvl9pPr marL="3744913" defTabSz="957263" fontAlgn="base">
              <a:spcBef>
                <a:spcPct val="0"/>
              </a:spcBef>
              <a:spcAft>
                <a:spcPct val="0"/>
              </a:spcAft>
              <a:defRPr>
                <a:solidFill>
                  <a:schemeClr val="tx1"/>
                </a:solidFill>
                <a:latin typeface="Arial" pitchFamily="34" charset="0"/>
              </a:defRPr>
            </a:lvl9pPr>
          </a:lstStyle>
          <a:p>
            <a:pPr algn="ctr">
              <a:defRPr/>
            </a:pPr>
            <a:r>
              <a:rPr lang="en-US" sz="800" dirty="0">
                <a:solidFill>
                  <a:srgbClr val="000000"/>
                </a:solidFill>
                <a:effectLst>
                  <a:outerShdw blurRad="38100" dist="38100" dir="2700000" algn="tl">
                    <a:srgbClr val="FFFFFF"/>
                  </a:outerShdw>
                </a:effectLst>
              </a:rPr>
              <a:t>Gp </a:t>
            </a:r>
            <a:r>
              <a:rPr lang="en-US" sz="800" dirty="0" err="1">
                <a:solidFill>
                  <a:srgbClr val="000000"/>
                </a:solidFill>
                <a:effectLst>
                  <a:outerShdw blurRad="38100" dist="38100" dir="2700000" algn="tl">
                    <a:srgbClr val="FFFFFF"/>
                  </a:outerShdw>
                </a:effectLst>
              </a:rPr>
              <a:t>Capt</a:t>
            </a:r>
            <a:r>
              <a:rPr lang="en-US" sz="800" dirty="0">
                <a:solidFill>
                  <a:srgbClr val="000000"/>
                </a:solidFill>
                <a:effectLst>
                  <a:outerShdw blurRad="38100" dist="38100" dir="2700000" algn="tl">
                    <a:srgbClr val="FFFFFF"/>
                  </a:outerShdw>
                </a:effectLst>
              </a:rPr>
              <a:t> Martin </a:t>
            </a:r>
          </a:p>
          <a:p>
            <a:pPr algn="ctr">
              <a:defRPr/>
            </a:pPr>
            <a:r>
              <a:rPr lang="en-US" sz="800" dirty="0">
                <a:solidFill>
                  <a:srgbClr val="000000"/>
                </a:solidFill>
                <a:effectLst>
                  <a:outerShdw blurRad="38100" dist="38100" dir="2700000" algn="tl">
                    <a:srgbClr val="FFFFFF"/>
                  </a:outerShdw>
                </a:effectLst>
              </a:rPr>
              <a:t>Cunningham </a:t>
            </a:r>
          </a:p>
        </p:txBody>
      </p:sp>
      <p:sp>
        <p:nvSpPr>
          <p:cNvPr id="20671" name="Text Box 25"/>
          <p:cNvSpPr txBox="1">
            <a:spLocks noChangeArrowheads="1"/>
          </p:cNvSpPr>
          <p:nvPr/>
        </p:nvSpPr>
        <p:spPr bwMode="auto">
          <a:xfrm>
            <a:off x="13740680" y="2657476"/>
            <a:ext cx="427473" cy="21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782" tIns="47891" rIns="95782" bIns="47891">
            <a:spAutoFit/>
          </a:bodyPr>
          <a:lstStyle>
            <a:lvl1pPr defTabSz="957263" eaLnBrk="0" hangingPunct="0">
              <a:spcBef>
                <a:spcPct val="20000"/>
              </a:spcBef>
              <a:buFont typeface="Arial" charset="0"/>
              <a:buChar char="•"/>
              <a:defRPr sz="2800">
                <a:solidFill>
                  <a:schemeClr val="tx1"/>
                </a:solidFill>
                <a:latin typeface="Arial" charset="0"/>
                <a:cs typeface="Arial" charset="0"/>
              </a:defRPr>
            </a:lvl1pPr>
            <a:lvl2pPr marL="37931725" indent="-37474525" defTabSz="957263" eaLnBrk="0" hangingPunct="0">
              <a:spcBef>
                <a:spcPct val="20000"/>
              </a:spcBef>
              <a:buFont typeface="Arial" charset="0"/>
              <a:buChar char="–"/>
              <a:defRPr sz="2400">
                <a:solidFill>
                  <a:schemeClr val="tx1"/>
                </a:solidFill>
                <a:latin typeface="Arial" charset="0"/>
                <a:cs typeface="Arial" charset="0"/>
              </a:defRPr>
            </a:lvl2pPr>
            <a:lvl3pPr marL="1143000" indent="-228600" defTabSz="957263" eaLnBrk="0" hangingPunct="0">
              <a:spcBef>
                <a:spcPct val="20000"/>
              </a:spcBef>
              <a:buFont typeface="Arial" charset="0"/>
              <a:buChar char="•"/>
              <a:defRPr sz="2000">
                <a:solidFill>
                  <a:schemeClr val="tx1"/>
                </a:solidFill>
                <a:latin typeface="Arial" charset="0"/>
                <a:cs typeface="Arial" charset="0"/>
              </a:defRPr>
            </a:lvl3pPr>
            <a:lvl4pPr marL="1598613" indent="-230188" defTabSz="957263" eaLnBrk="0" hangingPunct="0">
              <a:spcBef>
                <a:spcPct val="20000"/>
              </a:spcBef>
              <a:buFont typeface="Arial" charset="0"/>
              <a:buChar char="–"/>
              <a:defRPr>
                <a:solidFill>
                  <a:schemeClr val="tx1"/>
                </a:solidFill>
                <a:latin typeface="Arial" charset="0"/>
                <a:cs typeface="Arial" charset="0"/>
              </a:defRPr>
            </a:lvl4pPr>
            <a:lvl5pPr marL="2057400" indent="-228600" defTabSz="957263" eaLnBrk="0" hangingPunct="0">
              <a:spcBef>
                <a:spcPct val="20000"/>
              </a:spcBef>
              <a:buFont typeface="Arial" charset="0"/>
              <a:buChar char="»"/>
              <a:defRPr>
                <a:solidFill>
                  <a:schemeClr val="tx1"/>
                </a:solidFill>
                <a:latin typeface="Arial" charset="0"/>
                <a:cs typeface="Arial" charset="0"/>
              </a:defRPr>
            </a:lvl5pPr>
            <a:lvl6pPr marL="25146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b="1" dirty="0">
                <a:solidFill>
                  <a:srgbClr val="000000"/>
                </a:solidFill>
                <a:ea typeface="MS PGothic" pitchFamily="34" charset="-128"/>
              </a:rPr>
              <a:t>OF-5</a:t>
            </a:r>
          </a:p>
        </p:txBody>
      </p:sp>
      <p:sp>
        <p:nvSpPr>
          <p:cNvPr id="20672" name="Rectangle 226"/>
          <p:cNvSpPr>
            <a:spLocks noChangeArrowheads="1"/>
          </p:cNvSpPr>
          <p:nvPr/>
        </p:nvSpPr>
        <p:spPr bwMode="auto">
          <a:xfrm>
            <a:off x="3027363" y="1467078"/>
            <a:ext cx="952500" cy="215444"/>
          </a:xfrm>
          <a:prstGeom prst="rect">
            <a:avLst/>
          </a:prstGeom>
          <a:solidFill>
            <a:srgbClr val="FFFF00"/>
          </a:solidFill>
          <a:ln w="9525">
            <a:solidFill>
              <a:srgbClr val="FF0000"/>
            </a:solidFill>
            <a:miter lim="800000"/>
            <a:headEnd/>
            <a:tailEnd/>
          </a:ln>
        </p:spPr>
        <p:txBody>
          <a:bodyPr anchor="ct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800" dirty="0">
                <a:solidFill>
                  <a:srgbClr val="000000"/>
                </a:solidFill>
                <a:ea typeface="MS PGothic" pitchFamily="34" charset="-128"/>
              </a:rPr>
              <a:t>GAPPED</a:t>
            </a:r>
          </a:p>
        </p:txBody>
      </p:sp>
      <p:sp>
        <p:nvSpPr>
          <p:cNvPr id="214" name="Text Box 24"/>
          <p:cNvSpPr txBox="1">
            <a:spLocks noChangeArrowheads="1"/>
          </p:cNvSpPr>
          <p:nvPr/>
        </p:nvSpPr>
        <p:spPr bwMode="auto">
          <a:xfrm>
            <a:off x="4096079" y="1385889"/>
            <a:ext cx="970892" cy="342939"/>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lvl1pPr defTabSz="957263">
              <a:defRPr>
                <a:solidFill>
                  <a:schemeClr val="tx1"/>
                </a:solidFill>
                <a:latin typeface="Arial" pitchFamily="34" charset="0"/>
              </a:defRPr>
            </a:lvl1pPr>
            <a:lvl2pPr marL="479425" defTabSz="957263">
              <a:defRPr>
                <a:solidFill>
                  <a:schemeClr val="tx1"/>
                </a:solidFill>
                <a:latin typeface="Arial" pitchFamily="34" charset="0"/>
              </a:defRPr>
            </a:lvl2pPr>
            <a:lvl3pPr marL="957263" defTabSz="957263">
              <a:defRPr>
                <a:solidFill>
                  <a:schemeClr val="tx1"/>
                </a:solidFill>
                <a:latin typeface="Arial" pitchFamily="34" charset="0"/>
              </a:defRPr>
            </a:lvl3pPr>
            <a:lvl4pPr marL="1436688" defTabSz="957263">
              <a:defRPr>
                <a:solidFill>
                  <a:schemeClr val="tx1"/>
                </a:solidFill>
                <a:latin typeface="Arial" pitchFamily="34" charset="0"/>
              </a:defRPr>
            </a:lvl4pPr>
            <a:lvl5pPr marL="1916113" defTabSz="957263">
              <a:defRPr>
                <a:solidFill>
                  <a:schemeClr val="tx1"/>
                </a:solidFill>
                <a:latin typeface="Arial" pitchFamily="34" charset="0"/>
              </a:defRPr>
            </a:lvl5pPr>
            <a:lvl6pPr marL="2373313" defTabSz="957263" fontAlgn="base">
              <a:spcBef>
                <a:spcPct val="0"/>
              </a:spcBef>
              <a:spcAft>
                <a:spcPct val="0"/>
              </a:spcAft>
              <a:defRPr>
                <a:solidFill>
                  <a:schemeClr val="tx1"/>
                </a:solidFill>
                <a:latin typeface="Arial" pitchFamily="34" charset="0"/>
              </a:defRPr>
            </a:lvl6pPr>
            <a:lvl7pPr marL="2830513" defTabSz="957263" fontAlgn="base">
              <a:spcBef>
                <a:spcPct val="0"/>
              </a:spcBef>
              <a:spcAft>
                <a:spcPct val="0"/>
              </a:spcAft>
              <a:defRPr>
                <a:solidFill>
                  <a:schemeClr val="tx1"/>
                </a:solidFill>
                <a:latin typeface="Arial" pitchFamily="34" charset="0"/>
              </a:defRPr>
            </a:lvl7pPr>
            <a:lvl8pPr marL="3287713" defTabSz="957263" fontAlgn="base">
              <a:spcBef>
                <a:spcPct val="0"/>
              </a:spcBef>
              <a:spcAft>
                <a:spcPct val="0"/>
              </a:spcAft>
              <a:defRPr>
                <a:solidFill>
                  <a:schemeClr val="tx1"/>
                </a:solidFill>
                <a:latin typeface="Arial" pitchFamily="34" charset="0"/>
              </a:defRPr>
            </a:lvl8pPr>
            <a:lvl9pPr marL="3744913" defTabSz="957263" fontAlgn="base">
              <a:spcBef>
                <a:spcPct val="0"/>
              </a:spcBef>
              <a:spcAft>
                <a:spcPct val="0"/>
              </a:spcAft>
              <a:defRPr>
                <a:solidFill>
                  <a:schemeClr val="tx1"/>
                </a:solidFill>
                <a:latin typeface="Arial" pitchFamily="34" charset="0"/>
              </a:defRPr>
            </a:lvl9pPr>
          </a:lstStyle>
          <a:p>
            <a:pPr algn="ctr">
              <a:defRPr/>
            </a:pPr>
            <a:r>
              <a:rPr lang="en-US" sz="800" dirty="0">
                <a:solidFill>
                  <a:srgbClr val="000000"/>
                </a:solidFill>
                <a:effectLst>
                  <a:outerShdw blurRad="38100" dist="38100" dir="2700000" algn="tl">
                    <a:srgbClr val="FFFFFF"/>
                  </a:outerShdw>
                </a:effectLst>
              </a:rPr>
              <a:t>Comd SM</a:t>
            </a:r>
          </a:p>
          <a:p>
            <a:pPr algn="ctr">
              <a:defRPr/>
            </a:pPr>
            <a:r>
              <a:rPr lang="en-US" sz="800" dirty="0">
                <a:solidFill>
                  <a:srgbClr val="000000"/>
                </a:solidFill>
                <a:effectLst>
                  <a:outerShdw blurRad="38100" dist="38100" dir="2700000" algn="tl">
                    <a:srgbClr val="FFFFFF"/>
                  </a:outerShdw>
                </a:effectLst>
              </a:rPr>
              <a:t>Andrew Morrison</a:t>
            </a:r>
          </a:p>
        </p:txBody>
      </p:sp>
      <p:sp>
        <p:nvSpPr>
          <p:cNvPr id="215" name="Text Box 19"/>
          <p:cNvSpPr txBox="1">
            <a:spLocks noChangeArrowheads="1"/>
          </p:cNvSpPr>
          <p:nvPr/>
        </p:nvSpPr>
        <p:spPr bwMode="auto">
          <a:xfrm>
            <a:off x="5576167" y="2201060"/>
            <a:ext cx="1023790" cy="219828"/>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lvl1pPr defTabSz="957263">
              <a:defRPr>
                <a:solidFill>
                  <a:schemeClr val="tx1"/>
                </a:solidFill>
                <a:latin typeface="Arial" pitchFamily="34" charset="0"/>
              </a:defRPr>
            </a:lvl1pPr>
            <a:lvl2pPr marL="479425" defTabSz="957263">
              <a:defRPr>
                <a:solidFill>
                  <a:schemeClr val="tx1"/>
                </a:solidFill>
                <a:latin typeface="Arial" pitchFamily="34" charset="0"/>
              </a:defRPr>
            </a:lvl2pPr>
            <a:lvl3pPr marL="957263" defTabSz="957263">
              <a:defRPr>
                <a:solidFill>
                  <a:schemeClr val="tx1"/>
                </a:solidFill>
                <a:latin typeface="Arial" pitchFamily="34" charset="0"/>
              </a:defRPr>
            </a:lvl3pPr>
            <a:lvl4pPr marL="1436688" defTabSz="957263">
              <a:defRPr>
                <a:solidFill>
                  <a:schemeClr val="tx1"/>
                </a:solidFill>
                <a:latin typeface="Arial" pitchFamily="34" charset="0"/>
              </a:defRPr>
            </a:lvl4pPr>
            <a:lvl5pPr marL="1916113" defTabSz="957263">
              <a:defRPr>
                <a:solidFill>
                  <a:schemeClr val="tx1"/>
                </a:solidFill>
                <a:latin typeface="Arial" pitchFamily="34" charset="0"/>
              </a:defRPr>
            </a:lvl5pPr>
            <a:lvl6pPr marL="2373313" defTabSz="957263" fontAlgn="base">
              <a:spcBef>
                <a:spcPct val="0"/>
              </a:spcBef>
              <a:spcAft>
                <a:spcPct val="0"/>
              </a:spcAft>
              <a:defRPr>
                <a:solidFill>
                  <a:schemeClr val="tx1"/>
                </a:solidFill>
                <a:latin typeface="Arial" pitchFamily="34" charset="0"/>
              </a:defRPr>
            </a:lvl6pPr>
            <a:lvl7pPr marL="2830513" defTabSz="957263" fontAlgn="base">
              <a:spcBef>
                <a:spcPct val="0"/>
              </a:spcBef>
              <a:spcAft>
                <a:spcPct val="0"/>
              </a:spcAft>
              <a:defRPr>
                <a:solidFill>
                  <a:schemeClr val="tx1"/>
                </a:solidFill>
                <a:latin typeface="Arial" pitchFamily="34" charset="0"/>
              </a:defRPr>
            </a:lvl7pPr>
            <a:lvl8pPr marL="3287713" defTabSz="957263" fontAlgn="base">
              <a:spcBef>
                <a:spcPct val="0"/>
              </a:spcBef>
              <a:spcAft>
                <a:spcPct val="0"/>
              </a:spcAft>
              <a:defRPr>
                <a:solidFill>
                  <a:schemeClr val="tx1"/>
                </a:solidFill>
                <a:latin typeface="Arial" pitchFamily="34" charset="0"/>
              </a:defRPr>
            </a:lvl8pPr>
            <a:lvl9pPr marL="3744913" defTabSz="957263" fontAlgn="base">
              <a:spcBef>
                <a:spcPct val="0"/>
              </a:spcBef>
              <a:spcAft>
                <a:spcPct val="0"/>
              </a:spcAft>
              <a:defRPr>
                <a:solidFill>
                  <a:schemeClr val="tx1"/>
                </a:solidFill>
                <a:latin typeface="Arial" pitchFamily="34" charset="0"/>
              </a:defRPr>
            </a:lvl9pPr>
          </a:lstStyle>
          <a:p>
            <a:pPr algn="ctr">
              <a:defRPr/>
            </a:pPr>
            <a:r>
              <a:rPr lang="en-GB" sz="800" dirty="0">
                <a:solidFill>
                  <a:srgbClr val="000000"/>
                </a:solidFill>
                <a:effectLst>
                  <a:outerShdw blurRad="38100" dist="38100" dir="2700000" algn="tl">
                    <a:srgbClr val="FFFFFF"/>
                  </a:outerShdw>
                </a:effectLst>
              </a:rPr>
              <a:t>MG Kevin </a:t>
            </a:r>
            <a:r>
              <a:rPr lang="en-GB" sz="800" dirty="0" err="1">
                <a:solidFill>
                  <a:srgbClr val="000000"/>
                </a:solidFill>
                <a:effectLst>
                  <a:outerShdw blurRad="38100" dist="38100" dir="2700000" algn="tl">
                    <a:srgbClr val="FFFFFF"/>
                  </a:outerShdw>
                </a:effectLst>
              </a:rPr>
              <a:t>Copsey</a:t>
            </a:r>
            <a:endParaRPr lang="en-GB" sz="800" dirty="0">
              <a:solidFill>
                <a:srgbClr val="000000"/>
              </a:solidFill>
              <a:effectLst>
                <a:outerShdw blurRad="38100" dist="38100" dir="2700000" algn="tl">
                  <a:srgbClr val="FFFFFF"/>
                </a:outerShdw>
              </a:effectLst>
            </a:endParaRPr>
          </a:p>
        </p:txBody>
      </p:sp>
      <p:sp>
        <p:nvSpPr>
          <p:cNvPr id="20675" name="Text Box 28"/>
          <p:cNvSpPr txBox="1">
            <a:spLocks noChangeArrowheads="1"/>
          </p:cNvSpPr>
          <p:nvPr/>
        </p:nvSpPr>
        <p:spPr bwMode="auto">
          <a:xfrm>
            <a:off x="13740680" y="2439988"/>
            <a:ext cx="427473" cy="219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782" tIns="47891" rIns="95782" bIns="47891">
            <a:spAutoFit/>
          </a:bodyPr>
          <a:lstStyle>
            <a:lvl1pPr defTabSz="957263" eaLnBrk="0" hangingPunct="0">
              <a:spcBef>
                <a:spcPct val="20000"/>
              </a:spcBef>
              <a:buFont typeface="Arial" charset="0"/>
              <a:buChar char="•"/>
              <a:defRPr sz="2800">
                <a:solidFill>
                  <a:schemeClr val="tx1"/>
                </a:solidFill>
                <a:latin typeface="Arial" charset="0"/>
                <a:cs typeface="Arial" charset="0"/>
              </a:defRPr>
            </a:lvl1pPr>
            <a:lvl2pPr marL="37931725" indent="-37474525" defTabSz="957263" eaLnBrk="0" hangingPunct="0">
              <a:spcBef>
                <a:spcPct val="20000"/>
              </a:spcBef>
              <a:buFont typeface="Arial" charset="0"/>
              <a:buChar char="–"/>
              <a:defRPr sz="2400">
                <a:solidFill>
                  <a:schemeClr val="tx1"/>
                </a:solidFill>
                <a:latin typeface="Arial" charset="0"/>
                <a:cs typeface="Arial" charset="0"/>
              </a:defRPr>
            </a:lvl2pPr>
            <a:lvl3pPr marL="1143000" indent="-228600" defTabSz="957263" eaLnBrk="0" hangingPunct="0">
              <a:spcBef>
                <a:spcPct val="20000"/>
              </a:spcBef>
              <a:buFont typeface="Arial" charset="0"/>
              <a:buChar char="•"/>
              <a:defRPr sz="2000">
                <a:solidFill>
                  <a:schemeClr val="tx1"/>
                </a:solidFill>
                <a:latin typeface="Arial" charset="0"/>
                <a:cs typeface="Arial" charset="0"/>
              </a:defRPr>
            </a:lvl3pPr>
            <a:lvl4pPr marL="1598613" indent="-230188" defTabSz="957263" eaLnBrk="0" hangingPunct="0">
              <a:spcBef>
                <a:spcPct val="20000"/>
              </a:spcBef>
              <a:buFont typeface="Arial" charset="0"/>
              <a:buChar char="–"/>
              <a:defRPr>
                <a:solidFill>
                  <a:schemeClr val="tx1"/>
                </a:solidFill>
                <a:latin typeface="Arial" charset="0"/>
                <a:cs typeface="Arial" charset="0"/>
              </a:defRPr>
            </a:lvl4pPr>
            <a:lvl5pPr marL="2057400" indent="-228600" defTabSz="957263" eaLnBrk="0" hangingPunct="0">
              <a:spcBef>
                <a:spcPct val="20000"/>
              </a:spcBef>
              <a:buFont typeface="Arial" charset="0"/>
              <a:buChar char="»"/>
              <a:defRPr>
                <a:solidFill>
                  <a:schemeClr val="tx1"/>
                </a:solidFill>
                <a:latin typeface="Arial" charset="0"/>
                <a:cs typeface="Arial" charset="0"/>
              </a:defRPr>
            </a:lvl5pPr>
            <a:lvl6pPr marL="25146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defTabSz="957263"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b="1" dirty="0">
                <a:solidFill>
                  <a:srgbClr val="000000"/>
                </a:solidFill>
                <a:ea typeface="MS PGothic" pitchFamily="34" charset="-128"/>
              </a:rPr>
              <a:t>OF-5</a:t>
            </a:r>
          </a:p>
        </p:txBody>
      </p:sp>
      <p:sp>
        <p:nvSpPr>
          <p:cNvPr id="217" name="Text Box 29"/>
          <p:cNvSpPr txBox="1">
            <a:spLocks noChangeArrowheads="1"/>
          </p:cNvSpPr>
          <p:nvPr/>
        </p:nvSpPr>
        <p:spPr bwMode="auto">
          <a:xfrm>
            <a:off x="1700142" y="2250383"/>
            <a:ext cx="772119" cy="342939"/>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lvl1pPr defTabSz="957263">
              <a:defRPr>
                <a:solidFill>
                  <a:schemeClr val="tx1"/>
                </a:solidFill>
                <a:latin typeface="Arial" pitchFamily="34" charset="0"/>
              </a:defRPr>
            </a:lvl1pPr>
            <a:lvl2pPr marL="479425" defTabSz="957263">
              <a:defRPr>
                <a:solidFill>
                  <a:schemeClr val="tx1"/>
                </a:solidFill>
                <a:latin typeface="Arial" pitchFamily="34" charset="0"/>
              </a:defRPr>
            </a:lvl2pPr>
            <a:lvl3pPr marL="957263" defTabSz="957263">
              <a:defRPr>
                <a:solidFill>
                  <a:schemeClr val="tx1"/>
                </a:solidFill>
                <a:latin typeface="Arial" pitchFamily="34" charset="0"/>
              </a:defRPr>
            </a:lvl3pPr>
            <a:lvl4pPr marL="1436688" defTabSz="957263">
              <a:defRPr>
                <a:solidFill>
                  <a:schemeClr val="tx1"/>
                </a:solidFill>
                <a:latin typeface="Arial" pitchFamily="34" charset="0"/>
              </a:defRPr>
            </a:lvl4pPr>
            <a:lvl5pPr marL="1916113" defTabSz="957263">
              <a:defRPr>
                <a:solidFill>
                  <a:schemeClr val="tx1"/>
                </a:solidFill>
                <a:latin typeface="Arial" pitchFamily="34" charset="0"/>
              </a:defRPr>
            </a:lvl5pPr>
            <a:lvl6pPr marL="2373313" defTabSz="957263" fontAlgn="base">
              <a:spcBef>
                <a:spcPct val="0"/>
              </a:spcBef>
              <a:spcAft>
                <a:spcPct val="0"/>
              </a:spcAft>
              <a:defRPr>
                <a:solidFill>
                  <a:schemeClr val="tx1"/>
                </a:solidFill>
                <a:latin typeface="Arial" pitchFamily="34" charset="0"/>
              </a:defRPr>
            </a:lvl6pPr>
            <a:lvl7pPr marL="2830513" defTabSz="957263" fontAlgn="base">
              <a:spcBef>
                <a:spcPct val="0"/>
              </a:spcBef>
              <a:spcAft>
                <a:spcPct val="0"/>
              </a:spcAft>
              <a:defRPr>
                <a:solidFill>
                  <a:schemeClr val="tx1"/>
                </a:solidFill>
                <a:latin typeface="Arial" pitchFamily="34" charset="0"/>
              </a:defRPr>
            </a:lvl7pPr>
            <a:lvl8pPr marL="3287713" defTabSz="957263" fontAlgn="base">
              <a:spcBef>
                <a:spcPct val="0"/>
              </a:spcBef>
              <a:spcAft>
                <a:spcPct val="0"/>
              </a:spcAft>
              <a:defRPr>
                <a:solidFill>
                  <a:schemeClr val="tx1"/>
                </a:solidFill>
                <a:latin typeface="Arial" pitchFamily="34" charset="0"/>
              </a:defRPr>
            </a:lvl8pPr>
            <a:lvl9pPr marL="3744913" defTabSz="957263" fontAlgn="base">
              <a:spcBef>
                <a:spcPct val="0"/>
              </a:spcBef>
              <a:spcAft>
                <a:spcPct val="0"/>
              </a:spcAft>
              <a:defRPr>
                <a:solidFill>
                  <a:schemeClr val="tx1"/>
                </a:solidFill>
                <a:latin typeface="Arial" pitchFamily="34" charset="0"/>
              </a:defRPr>
            </a:lvl9pPr>
          </a:lstStyle>
          <a:p>
            <a:pPr algn="ctr">
              <a:defRPr/>
            </a:pPr>
            <a:r>
              <a:rPr lang="en-GB" sz="800" dirty="0">
                <a:solidFill>
                  <a:srgbClr val="000000"/>
                </a:solidFill>
                <a:effectLst>
                  <a:outerShdw blurRad="38100" dist="38100" dir="2700000" algn="tl">
                    <a:srgbClr val="FFFFFF"/>
                  </a:outerShdw>
                </a:effectLst>
              </a:rPr>
              <a:t>Col </a:t>
            </a:r>
            <a:r>
              <a:rPr lang="en-GB" sz="800" dirty="0" err="1">
                <a:solidFill>
                  <a:srgbClr val="000000"/>
                </a:solidFill>
                <a:effectLst>
                  <a:outerShdw blurRad="38100" dist="38100" dir="2700000" algn="tl">
                    <a:srgbClr val="FFFFFF"/>
                  </a:outerShdw>
                </a:effectLst>
              </a:rPr>
              <a:t>Keld</a:t>
            </a:r>
            <a:r>
              <a:rPr lang="en-GB" sz="800" dirty="0">
                <a:solidFill>
                  <a:srgbClr val="000000"/>
                </a:solidFill>
                <a:effectLst>
                  <a:outerShdw blurRad="38100" dist="38100" dir="2700000" algn="tl">
                    <a:srgbClr val="FFFFFF"/>
                  </a:outerShdw>
                </a:effectLst>
              </a:rPr>
              <a:t> </a:t>
            </a:r>
          </a:p>
          <a:p>
            <a:pPr algn="ctr">
              <a:defRPr/>
            </a:pPr>
            <a:r>
              <a:rPr lang="en-GB" sz="800" dirty="0">
                <a:solidFill>
                  <a:srgbClr val="000000"/>
                </a:solidFill>
                <a:effectLst>
                  <a:outerShdw blurRad="38100" dist="38100" dir="2700000" algn="tl">
                    <a:srgbClr val="FFFFFF"/>
                  </a:outerShdw>
                </a:effectLst>
              </a:rPr>
              <a:t>Christensen </a:t>
            </a:r>
          </a:p>
        </p:txBody>
      </p:sp>
      <p:sp>
        <p:nvSpPr>
          <p:cNvPr id="218" name="Text Box 42"/>
          <p:cNvSpPr txBox="1">
            <a:spLocks noChangeArrowheads="1"/>
          </p:cNvSpPr>
          <p:nvPr/>
        </p:nvSpPr>
        <p:spPr bwMode="auto">
          <a:xfrm>
            <a:off x="7395584" y="1439590"/>
            <a:ext cx="1068674" cy="219828"/>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lvl1pPr defTabSz="957263">
              <a:defRPr>
                <a:solidFill>
                  <a:schemeClr val="tx1"/>
                </a:solidFill>
                <a:latin typeface="Arial" pitchFamily="34" charset="0"/>
              </a:defRPr>
            </a:lvl1pPr>
            <a:lvl2pPr marL="479425" defTabSz="957263">
              <a:defRPr>
                <a:solidFill>
                  <a:schemeClr val="tx1"/>
                </a:solidFill>
                <a:latin typeface="Arial" pitchFamily="34" charset="0"/>
              </a:defRPr>
            </a:lvl2pPr>
            <a:lvl3pPr marL="957263" defTabSz="957263">
              <a:defRPr>
                <a:solidFill>
                  <a:schemeClr val="tx1"/>
                </a:solidFill>
                <a:latin typeface="Arial" pitchFamily="34" charset="0"/>
              </a:defRPr>
            </a:lvl3pPr>
            <a:lvl4pPr marL="1436688" defTabSz="957263">
              <a:defRPr>
                <a:solidFill>
                  <a:schemeClr val="tx1"/>
                </a:solidFill>
                <a:latin typeface="Arial" pitchFamily="34" charset="0"/>
              </a:defRPr>
            </a:lvl4pPr>
            <a:lvl5pPr marL="1916113" defTabSz="957263">
              <a:defRPr>
                <a:solidFill>
                  <a:schemeClr val="tx1"/>
                </a:solidFill>
                <a:latin typeface="Arial" pitchFamily="34" charset="0"/>
              </a:defRPr>
            </a:lvl5pPr>
            <a:lvl6pPr marL="2373313" defTabSz="957263" fontAlgn="base">
              <a:spcBef>
                <a:spcPct val="0"/>
              </a:spcBef>
              <a:spcAft>
                <a:spcPct val="0"/>
              </a:spcAft>
              <a:defRPr>
                <a:solidFill>
                  <a:schemeClr val="tx1"/>
                </a:solidFill>
                <a:latin typeface="Arial" pitchFamily="34" charset="0"/>
              </a:defRPr>
            </a:lvl6pPr>
            <a:lvl7pPr marL="2830513" defTabSz="957263" fontAlgn="base">
              <a:spcBef>
                <a:spcPct val="0"/>
              </a:spcBef>
              <a:spcAft>
                <a:spcPct val="0"/>
              </a:spcAft>
              <a:defRPr>
                <a:solidFill>
                  <a:schemeClr val="tx1"/>
                </a:solidFill>
                <a:latin typeface="Arial" pitchFamily="34" charset="0"/>
              </a:defRPr>
            </a:lvl7pPr>
            <a:lvl8pPr marL="3287713" defTabSz="957263" fontAlgn="base">
              <a:spcBef>
                <a:spcPct val="0"/>
              </a:spcBef>
              <a:spcAft>
                <a:spcPct val="0"/>
              </a:spcAft>
              <a:defRPr>
                <a:solidFill>
                  <a:schemeClr val="tx1"/>
                </a:solidFill>
                <a:latin typeface="Arial" pitchFamily="34" charset="0"/>
              </a:defRPr>
            </a:lvl8pPr>
            <a:lvl9pPr marL="3744913" defTabSz="957263" fontAlgn="base">
              <a:spcBef>
                <a:spcPct val="0"/>
              </a:spcBef>
              <a:spcAft>
                <a:spcPct val="0"/>
              </a:spcAft>
              <a:defRPr>
                <a:solidFill>
                  <a:schemeClr val="tx1"/>
                </a:solidFill>
                <a:latin typeface="Arial" pitchFamily="34" charset="0"/>
              </a:defRPr>
            </a:lvl9pPr>
          </a:lstStyle>
          <a:p>
            <a:pPr>
              <a:defRPr/>
            </a:pPr>
            <a:r>
              <a:rPr lang="en-GB" sz="800" dirty="0"/>
              <a:t>MG Gianluca Carai</a:t>
            </a:r>
            <a:endParaRPr lang="en-GB" sz="800" dirty="0">
              <a:solidFill>
                <a:srgbClr val="000000"/>
              </a:solidFill>
              <a:effectLst>
                <a:outerShdw blurRad="38100" dist="38100" dir="2700000" algn="tl">
                  <a:srgbClr val="FFFFFF"/>
                </a:outerShdw>
              </a:effectLst>
            </a:endParaRPr>
          </a:p>
        </p:txBody>
      </p:sp>
      <p:sp>
        <p:nvSpPr>
          <p:cNvPr id="219" name="Text Box 34"/>
          <p:cNvSpPr txBox="1">
            <a:spLocks noChangeArrowheads="1"/>
          </p:cNvSpPr>
          <p:nvPr/>
        </p:nvSpPr>
        <p:spPr bwMode="auto">
          <a:xfrm>
            <a:off x="5591944" y="1052736"/>
            <a:ext cx="954862" cy="219828"/>
          </a:xfrm>
          <a:prstGeom prst="rect">
            <a:avLst/>
          </a:prstGeom>
          <a:solidFill>
            <a:srgbClr val="FFFF00"/>
          </a:solidFill>
          <a:ln w="9525">
            <a:solidFill>
              <a:srgbClr val="FF0000"/>
            </a:solidFill>
            <a:miter lim="800000"/>
            <a:headEnd/>
            <a:tailEnd/>
          </a:ln>
          <a:effectLst>
            <a:outerShdw dist="35921" dir="2700000" algn="ctr" rotWithShape="0">
              <a:schemeClr val="bg2"/>
            </a:outerShdw>
          </a:effectLst>
        </p:spPr>
        <p:txBody>
          <a:bodyPr wrap="none" lIns="95782" tIns="47891" rIns="95782" bIns="47891">
            <a:spAutoFit/>
          </a:bodyPr>
          <a:lstStyle/>
          <a:p>
            <a:pPr defTabSz="957263">
              <a:defRPr/>
            </a:pPr>
            <a:r>
              <a:rPr lang="en-GB" sz="800" dirty="0">
                <a:solidFill>
                  <a:srgbClr val="000000"/>
                </a:solidFill>
                <a:effectLst>
                  <a:outerShdw blurRad="38100" dist="38100" dir="2700000" algn="tl">
                    <a:srgbClr val="FFFFFF"/>
                  </a:outerShdw>
                </a:effectLst>
                <a:latin typeface="Arial" panose="020B0604020202020204" pitchFamily="34" charset="0"/>
                <a:cs typeface="Arial" panose="020B0604020202020204" pitchFamily="34" charset="0"/>
              </a:rPr>
              <a:t>LTG </a:t>
            </a:r>
            <a:r>
              <a:rPr lang="en-GB" sz="800" dirty="0">
                <a:latin typeface="Arial" panose="020B0604020202020204" pitchFamily="34" charset="0"/>
                <a:cs typeface="Arial" panose="020B0604020202020204" pitchFamily="34" charset="0"/>
              </a:rPr>
              <a:t>Nick Borton</a:t>
            </a:r>
            <a:endParaRPr lang="en-GB" sz="800" dirty="0">
              <a:solidFill>
                <a:srgbClr val="000000"/>
              </a:solidFill>
              <a:effectLst>
                <a:outerShdw blurRad="38100" dist="38100" dir="2700000" algn="tl">
                  <a:srgbClr val="FFFFFF"/>
                </a:outerShdw>
              </a:effectLst>
              <a:latin typeface="Arial" pitchFamily="34" charset="0"/>
              <a:cs typeface="Arial" panose="020B0604020202020204" pitchFamily="34" charset="0"/>
            </a:endParaRPr>
          </a:p>
        </p:txBody>
      </p:sp>
      <p:sp>
        <p:nvSpPr>
          <p:cNvPr id="20679" name="Rectangle 300"/>
          <p:cNvSpPr>
            <a:spLocks noChangeArrowheads="1"/>
          </p:cNvSpPr>
          <p:nvPr/>
        </p:nvSpPr>
        <p:spPr bwMode="auto">
          <a:xfrm>
            <a:off x="6492510" y="4816108"/>
            <a:ext cx="733425"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221" name="Picture 89" descr="United-Kingdom.gif"/>
          <p:cNvPicPr>
            <a:picLocks noChangeAspect="1" noChangeArrowheads="1"/>
          </p:cNvPicPr>
          <p:nvPr/>
        </p:nvPicPr>
        <p:blipFill>
          <a:blip r:embed="rId3"/>
          <a:srcRect/>
          <a:stretch>
            <a:fillRect/>
          </a:stretch>
        </p:blipFill>
        <p:spPr bwMode="auto">
          <a:xfrm>
            <a:off x="13950573" y="3410207"/>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81" name="TextBox 292"/>
          <p:cNvSpPr txBox="1">
            <a:spLocks noChangeArrowheads="1"/>
          </p:cNvSpPr>
          <p:nvPr/>
        </p:nvSpPr>
        <p:spPr bwMode="auto">
          <a:xfrm>
            <a:off x="6494464" y="4499830"/>
            <a:ext cx="384175"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Pol </a:t>
            </a:r>
          </a:p>
        </p:txBody>
      </p:sp>
      <p:pic>
        <p:nvPicPr>
          <p:cNvPr id="223" name="Picture 197" descr="Italy.gif"/>
          <p:cNvPicPr>
            <a:picLocks noChangeAspect="1" noChangeArrowheads="1"/>
          </p:cNvPicPr>
          <p:nvPr/>
        </p:nvPicPr>
        <p:blipFill>
          <a:blip r:embed="rId5"/>
          <a:srcRect/>
          <a:stretch>
            <a:fillRect/>
          </a:stretch>
        </p:blipFill>
        <p:spPr bwMode="auto">
          <a:xfrm>
            <a:off x="9121775" y="4494213"/>
            <a:ext cx="298450" cy="177800"/>
          </a:xfrm>
          <a:prstGeom prst="rect">
            <a:avLst/>
          </a:prstGeom>
          <a:noFill/>
          <a:ln w="9525">
            <a:solidFill>
              <a:schemeClr val="tx1"/>
            </a:solidFill>
            <a:miter lim="800000"/>
            <a:headEnd/>
            <a:tailEnd/>
          </a:ln>
          <a:effectLst>
            <a:outerShdw blurRad="63500" dist="38099" dir="2700000" algn="ctr" rotWithShape="0">
              <a:srgbClr val="000000">
                <a:alpha val="74998"/>
              </a:srgbClr>
            </a:outerShdw>
          </a:effectLst>
        </p:spPr>
      </p:pic>
      <p:sp>
        <p:nvSpPr>
          <p:cNvPr id="20683" name="Rectangle 337"/>
          <p:cNvSpPr>
            <a:spLocks noChangeArrowheads="1"/>
          </p:cNvSpPr>
          <p:nvPr/>
        </p:nvSpPr>
        <p:spPr bwMode="auto">
          <a:xfrm>
            <a:off x="9709394" y="4779962"/>
            <a:ext cx="717550" cy="369332"/>
          </a:xfrm>
          <a:prstGeom prst="rect">
            <a:avLst/>
          </a:prstGeom>
          <a:solidFill>
            <a:srgbClr val="008000"/>
          </a:solidFill>
          <a:ln w="9525">
            <a:solidFill>
              <a:schemeClr val="tx2"/>
            </a:solidFill>
            <a:miter lim="800000"/>
            <a:headEnd/>
            <a:tailEnd/>
          </a:ln>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endParaRPr lang="en-GB" altLang="en-US" sz="1800">
              <a:solidFill>
                <a:srgbClr val="000000"/>
              </a:solidFill>
              <a:ea typeface="MS PGothic" pitchFamily="34" charset="-128"/>
            </a:endParaRPr>
          </a:p>
        </p:txBody>
      </p:sp>
      <p:pic>
        <p:nvPicPr>
          <p:cNvPr id="225" name="Picture 170" descr="United-Kingdom.gif"/>
          <p:cNvPicPr>
            <a:picLocks noChangeAspect="1" noChangeArrowheads="1"/>
          </p:cNvPicPr>
          <p:nvPr/>
        </p:nvPicPr>
        <p:blipFill>
          <a:blip r:embed="rId3"/>
          <a:srcRect/>
          <a:stretch>
            <a:fillRect/>
          </a:stretch>
        </p:blipFill>
        <p:spPr bwMode="auto">
          <a:xfrm>
            <a:off x="10130048" y="4822825"/>
            <a:ext cx="298450" cy="179388"/>
          </a:xfrm>
          <a:prstGeom prst="rect">
            <a:avLst/>
          </a:prstGeom>
          <a:noFill/>
          <a:ln w="9525">
            <a:noFill/>
            <a:miter lim="800000"/>
            <a:headEnd/>
            <a:tailEnd/>
          </a:ln>
          <a:effectLst>
            <a:outerShdw blurRad="63500" dist="38099" dir="2700000" algn="ctr" rotWithShape="0">
              <a:srgbClr val="000000">
                <a:alpha val="74998"/>
              </a:srgbClr>
            </a:outerShdw>
          </a:effectLst>
        </p:spPr>
      </p:pic>
      <p:sp>
        <p:nvSpPr>
          <p:cNvPr id="20685" name="TextBox 339"/>
          <p:cNvSpPr txBox="1">
            <a:spLocks noChangeArrowheads="1"/>
          </p:cNvSpPr>
          <p:nvPr/>
        </p:nvSpPr>
        <p:spPr bwMode="auto">
          <a:xfrm>
            <a:off x="9673904" y="4827067"/>
            <a:ext cx="677863"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Sustain</a:t>
            </a:r>
          </a:p>
        </p:txBody>
      </p:sp>
      <p:sp>
        <p:nvSpPr>
          <p:cNvPr id="20686" name="Title 1"/>
          <p:cNvSpPr txBox="1">
            <a:spLocks/>
          </p:cNvSpPr>
          <p:nvPr/>
        </p:nvSpPr>
        <p:spPr bwMode="auto">
          <a:xfrm>
            <a:off x="1905000" y="269876"/>
            <a:ext cx="8284404"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8525" eaLnBrk="0" hangingPunct="0">
              <a:spcBef>
                <a:spcPct val="20000"/>
              </a:spcBef>
              <a:buFont typeface="Arial" charset="0"/>
              <a:buChar char="•"/>
              <a:defRPr sz="2800">
                <a:solidFill>
                  <a:schemeClr val="tx1"/>
                </a:solidFill>
                <a:latin typeface="Arial" charset="0"/>
                <a:cs typeface="Arial" charset="0"/>
              </a:defRPr>
            </a:lvl1pPr>
            <a:lvl2pPr marL="742950" indent="-285750" defTabSz="898525" eaLnBrk="0" hangingPunct="0">
              <a:spcBef>
                <a:spcPct val="20000"/>
              </a:spcBef>
              <a:buFont typeface="Arial" charset="0"/>
              <a:buChar char="–"/>
              <a:defRPr sz="2400">
                <a:solidFill>
                  <a:schemeClr val="tx1"/>
                </a:solidFill>
                <a:latin typeface="Arial" charset="0"/>
                <a:cs typeface="Arial" charset="0"/>
              </a:defRPr>
            </a:lvl2pPr>
            <a:lvl3pPr marL="1143000" indent="-228600" defTabSz="898525" eaLnBrk="0" hangingPunct="0">
              <a:spcBef>
                <a:spcPct val="20000"/>
              </a:spcBef>
              <a:buFont typeface="Arial" charset="0"/>
              <a:buChar char="•"/>
              <a:defRPr sz="2000">
                <a:solidFill>
                  <a:schemeClr val="tx1"/>
                </a:solidFill>
                <a:latin typeface="Arial" charset="0"/>
                <a:cs typeface="Arial" charset="0"/>
              </a:defRPr>
            </a:lvl3pPr>
            <a:lvl4pPr marL="1600200" indent="-228600" defTabSz="898525" eaLnBrk="0" hangingPunct="0">
              <a:spcBef>
                <a:spcPct val="20000"/>
              </a:spcBef>
              <a:buFont typeface="Arial" charset="0"/>
              <a:buChar char="–"/>
              <a:defRPr>
                <a:solidFill>
                  <a:schemeClr val="tx1"/>
                </a:solidFill>
                <a:latin typeface="Arial" charset="0"/>
                <a:cs typeface="Arial" charset="0"/>
              </a:defRPr>
            </a:lvl4pPr>
            <a:lvl5pPr marL="2057400" indent="-228600" defTabSz="898525" eaLnBrk="0" hangingPunct="0">
              <a:spcBef>
                <a:spcPct val="20000"/>
              </a:spcBef>
              <a:buFont typeface="Arial" charset="0"/>
              <a:buChar char="»"/>
              <a:defRPr>
                <a:solidFill>
                  <a:schemeClr val="tx1"/>
                </a:solidFill>
                <a:latin typeface="Arial" charset="0"/>
                <a:cs typeface="Arial" charset="0"/>
              </a:defRPr>
            </a:lvl5pPr>
            <a:lvl6pPr marL="2514600" indent="-228600" defTabSz="898525"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defTabSz="898525"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defTabSz="898525"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defTabSz="898525"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algn="ctr" eaLnBrk="1" hangingPunct="1">
              <a:spcBef>
                <a:spcPct val="0"/>
              </a:spcBef>
              <a:buFontTx/>
              <a:buNone/>
            </a:pPr>
            <a:r>
              <a:rPr lang="en-GB" altLang="en-US" sz="3200" b="1" dirty="0"/>
              <a:t>HQ ARRC C2 Structure</a:t>
            </a:r>
          </a:p>
        </p:txBody>
      </p:sp>
      <p:sp>
        <p:nvSpPr>
          <p:cNvPr id="224" name="Line 10"/>
          <p:cNvSpPr>
            <a:spLocks noChangeShapeType="1"/>
          </p:cNvSpPr>
          <p:nvPr/>
        </p:nvSpPr>
        <p:spPr bwMode="auto">
          <a:xfrm>
            <a:off x="2803525" y="2439988"/>
            <a:ext cx="0" cy="755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0600" name="TextBox 5"/>
          <p:cNvSpPr txBox="1">
            <a:spLocks noChangeArrowheads="1"/>
          </p:cNvSpPr>
          <p:nvPr/>
        </p:nvSpPr>
        <p:spPr bwMode="auto">
          <a:xfrm>
            <a:off x="6497637" y="4834916"/>
            <a:ext cx="3746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800">
                <a:solidFill>
                  <a:schemeClr val="tx1"/>
                </a:solidFill>
                <a:latin typeface="Arial" charset="0"/>
                <a:cs typeface="Arial" charset="0"/>
              </a:defRPr>
            </a:lvl1pPr>
            <a:lvl2pPr marL="37931725" indent="-37474525" eaLnBrk="0" hangingPunct="0">
              <a:spcBef>
                <a:spcPct val="20000"/>
              </a:spcBef>
              <a:buFont typeface="Arial" charset="0"/>
              <a:buChar char="–"/>
              <a:defRPr sz="2400">
                <a:solidFill>
                  <a:schemeClr val="tx1"/>
                </a:solidFill>
                <a:latin typeface="Arial" charset="0"/>
                <a:cs typeface="Arial" charset="0"/>
              </a:defRPr>
            </a:lvl2pPr>
            <a:lvl3pPr marL="1143000" indent="-228600" eaLnBrk="0" hangingPunct="0">
              <a:spcBef>
                <a:spcPct val="20000"/>
              </a:spcBef>
              <a:buFont typeface="Arial" charset="0"/>
              <a:buChar char="•"/>
              <a:defRPr sz="2000">
                <a:solidFill>
                  <a:schemeClr val="tx1"/>
                </a:solidFill>
                <a:latin typeface="Arial" charset="0"/>
                <a:cs typeface="Arial" charset="0"/>
              </a:defRPr>
            </a:lvl3pPr>
            <a:lvl4pPr marL="1598613" indent="-230188" eaLnBrk="0" hangingPunct="0">
              <a:spcBef>
                <a:spcPct val="20000"/>
              </a:spcBef>
              <a:buFont typeface="Arial" charset="0"/>
              <a:buChar char="–"/>
              <a:defRPr>
                <a:solidFill>
                  <a:schemeClr val="tx1"/>
                </a:solidFill>
                <a:latin typeface="Arial" charset="0"/>
                <a:cs typeface="Arial" charset="0"/>
              </a:defRPr>
            </a:lvl4pPr>
            <a:lvl5pPr marL="2057400" indent="-228600" eaLnBrk="0" hangingPunct="0">
              <a:spcBef>
                <a:spcPct val="20000"/>
              </a:spcBef>
              <a:buFont typeface="Arial" charset="0"/>
              <a:buChar char="»"/>
              <a:defRPr>
                <a:solidFill>
                  <a:schemeClr val="tx1"/>
                </a:solidFill>
                <a:latin typeface="Arial" charset="0"/>
                <a:cs typeface="Arial" charset="0"/>
              </a:defRPr>
            </a:lvl5pPr>
            <a:lvl6pPr marL="2514600" indent="-228600" eaLnBrk="0" fontAlgn="base" hangingPunct="0">
              <a:spcBef>
                <a:spcPct val="20000"/>
              </a:spcBef>
              <a:spcAft>
                <a:spcPct val="0"/>
              </a:spcAft>
              <a:buFont typeface="Arial" charset="0"/>
              <a:buChar char="»"/>
              <a:defRPr>
                <a:solidFill>
                  <a:schemeClr val="tx1"/>
                </a:solidFill>
                <a:latin typeface="Arial" charset="0"/>
                <a:cs typeface="Arial" charset="0"/>
              </a:defRPr>
            </a:lvl6pPr>
            <a:lvl7pPr marL="2971800" indent="-228600" eaLnBrk="0" fontAlgn="base" hangingPunct="0">
              <a:spcBef>
                <a:spcPct val="20000"/>
              </a:spcBef>
              <a:spcAft>
                <a:spcPct val="0"/>
              </a:spcAft>
              <a:buFont typeface="Arial" charset="0"/>
              <a:buChar char="»"/>
              <a:defRPr>
                <a:solidFill>
                  <a:schemeClr val="tx1"/>
                </a:solidFill>
                <a:latin typeface="Arial" charset="0"/>
                <a:cs typeface="Arial" charset="0"/>
              </a:defRPr>
            </a:lvl7pPr>
            <a:lvl8pPr marL="3429000" indent="-228600" eaLnBrk="0" fontAlgn="base" hangingPunct="0">
              <a:spcBef>
                <a:spcPct val="20000"/>
              </a:spcBef>
              <a:spcAft>
                <a:spcPct val="0"/>
              </a:spcAft>
              <a:buFont typeface="Arial" charset="0"/>
              <a:buChar char="»"/>
              <a:defRPr>
                <a:solidFill>
                  <a:schemeClr val="tx1"/>
                </a:solidFill>
                <a:latin typeface="Arial" charset="0"/>
                <a:cs typeface="Arial" charset="0"/>
              </a:defRPr>
            </a:lvl8pPr>
            <a:lvl9pPr marL="3886200" indent="-228600" eaLnBrk="0" fontAlgn="base" hangingPunct="0">
              <a:spcBef>
                <a:spcPct val="20000"/>
              </a:spcBef>
              <a:spcAft>
                <a:spcPct val="0"/>
              </a:spcAft>
              <a:buFont typeface="Arial" charset="0"/>
              <a:buChar char="»"/>
              <a:defRPr>
                <a:solidFill>
                  <a:schemeClr val="tx1"/>
                </a:solidFill>
                <a:latin typeface="Arial" charset="0"/>
                <a:cs typeface="Arial" charset="0"/>
              </a:defRPr>
            </a:lvl9pPr>
          </a:lstStyle>
          <a:p>
            <a:pPr eaLnBrk="1" hangingPunct="1">
              <a:spcBef>
                <a:spcPct val="0"/>
              </a:spcBef>
              <a:buFontTx/>
              <a:buNone/>
            </a:pPr>
            <a:r>
              <a:rPr lang="en-GB" altLang="en-US" sz="800" dirty="0">
                <a:solidFill>
                  <a:schemeClr val="bg1"/>
                </a:solidFill>
                <a:ea typeface="MS PGothic" pitchFamily="34" charset="-128"/>
              </a:rPr>
              <a:t>LL</a:t>
            </a:r>
          </a:p>
        </p:txBody>
      </p:sp>
      <p:pic>
        <p:nvPicPr>
          <p:cNvPr id="227" name="Picture 2" descr="C:\Users\G7TrgSO3\Pictures\Picture2.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943380" y="206694"/>
            <a:ext cx="1764271" cy="2343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15"/>
          <a:stretch>
            <a:fillRect/>
          </a:stretch>
        </p:blipFill>
        <p:spPr>
          <a:xfrm>
            <a:off x="6887413" y="4876791"/>
            <a:ext cx="280815" cy="188673"/>
          </a:xfrm>
          <a:prstGeom prst="rect">
            <a:avLst/>
          </a:prstGeom>
        </p:spPr>
      </p:pic>
    </p:spTree>
    <p:extLst>
      <p:ext uri="{BB962C8B-B14F-4D97-AF65-F5344CB8AC3E}">
        <p14:creationId xmlns:p14="http://schemas.microsoft.com/office/powerpoint/2010/main" val="288376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AEAACA-42E2-4571-B2E1-15B5227A2122}"/>
              </a:ext>
            </a:extLst>
          </p:cNvPr>
          <p:cNvPicPr>
            <a:picLocks noChangeAspect="1"/>
          </p:cNvPicPr>
          <p:nvPr/>
        </p:nvPicPr>
        <p:blipFill>
          <a:blip r:embed="rId3"/>
          <a:stretch>
            <a:fillRect/>
          </a:stretch>
        </p:blipFill>
        <p:spPr>
          <a:xfrm>
            <a:off x="3154108" y="2308330"/>
            <a:ext cx="3589331" cy="2066723"/>
          </a:xfrm>
          <a:prstGeom prst="rect">
            <a:avLst/>
          </a:prstGeom>
        </p:spPr>
      </p:pic>
      <p:graphicFrame>
        <p:nvGraphicFramePr>
          <p:cNvPr id="5" name="Chart 4">
            <a:extLst>
              <a:ext uri="{FF2B5EF4-FFF2-40B4-BE49-F238E27FC236}">
                <a16:creationId xmlns:a16="http://schemas.microsoft.com/office/drawing/2014/main" id="{F00E3443-097F-4040-8B23-5B587AB3DBC4}"/>
              </a:ext>
            </a:extLst>
          </p:cNvPr>
          <p:cNvGraphicFramePr>
            <a:graphicFrameLocks/>
          </p:cNvGraphicFramePr>
          <p:nvPr>
            <p:extLst>
              <p:ext uri="{D42A27DB-BD31-4B8C-83A1-F6EECF244321}">
                <p14:modId xmlns:p14="http://schemas.microsoft.com/office/powerpoint/2010/main" val="1129476705"/>
              </p:ext>
            </p:extLst>
          </p:nvPr>
        </p:nvGraphicFramePr>
        <p:xfrm>
          <a:off x="2741242" y="2338009"/>
          <a:ext cx="4363823" cy="2338022"/>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5">
            <a:extLst>
              <a:ext uri="{FF2B5EF4-FFF2-40B4-BE49-F238E27FC236}">
                <a16:creationId xmlns:a16="http://schemas.microsoft.com/office/drawing/2014/main" id="{3DC6ED43-592D-4182-991C-F5AD8D1F671C}"/>
              </a:ext>
            </a:extLst>
          </p:cNvPr>
          <p:cNvSpPr txBox="1">
            <a:spLocks noChangeArrowheads="1"/>
          </p:cNvSpPr>
          <p:nvPr/>
        </p:nvSpPr>
        <p:spPr bwMode="auto">
          <a:xfrm>
            <a:off x="4604145" y="3430187"/>
            <a:ext cx="1161512" cy="484748"/>
          </a:xfrm>
          <a:prstGeom prst="rect">
            <a:avLst/>
          </a:prstGeom>
          <a:solidFill>
            <a:schemeClr val="bg1"/>
          </a:solidFill>
          <a:ln w="12700">
            <a:solidFill>
              <a:schemeClr val="tx1"/>
            </a:solidFill>
            <a:headEnd/>
            <a:tailEnd/>
          </a:ln>
        </p:spPr>
        <p:style>
          <a:lnRef idx="0">
            <a:schemeClr val="accent3"/>
          </a:lnRef>
          <a:fillRef idx="3">
            <a:schemeClr val="accent3"/>
          </a:fillRef>
          <a:effectRef idx="3">
            <a:schemeClr val="accent3"/>
          </a:effectRef>
          <a:fontRef idx="minor">
            <a:schemeClr val="lt1"/>
          </a:fontRef>
        </p:style>
        <p:txBody>
          <a:bodyPr lIns="68580" tIns="34290" rIns="68580" bIns="34290" anchor="t">
            <a:spAutoFit/>
          </a:bodyPr>
          <a:lstStyle>
            <a:lvl1pPr eaLnBrk="0" hangingPunct="0">
              <a:spcBef>
                <a:spcPct val="20000"/>
              </a:spcBef>
              <a:buFont typeface="Arial" pitchFamily="34" charset="0"/>
              <a:buChar char="•"/>
              <a:defRPr sz="3200">
                <a:solidFill>
                  <a:schemeClr val="tx1"/>
                </a:solidFill>
                <a:latin typeface="Calibri" pitchFamily="34" charset="0"/>
              </a:defRPr>
            </a:lvl1pPr>
            <a:lvl2pPr marL="742950" indent="-285750" eaLnBrk="0" hangingPunct="0">
              <a:spcBef>
                <a:spcPct val="20000"/>
              </a:spcBef>
              <a:buFont typeface="Arial" pitchFamily="34" charset="0"/>
              <a:buChar char="–"/>
              <a:defRPr sz="2800">
                <a:solidFill>
                  <a:schemeClr val="tx1"/>
                </a:solidFill>
                <a:latin typeface="Calibri" pitchFamily="34" charset="0"/>
              </a:defRPr>
            </a:lvl2pPr>
            <a:lvl3pPr marL="1143000" indent="-228600" eaLnBrk="0" hangingPunct="0">
              <a:spcBef>
                <a:spcPct val="20000"/>
              </a:spcBef>
              <a:buFont typeface="Arial" pitchFamily="34" charset="0"/>
              <a:buChar char="•"/>
              <a:defRPr sz="2400">
                <a:solidFill>
                  <a:schemeClr val="tx1"/>
                </a:solidFill>
                <a:latin typeface="Calibri" pitchFamily="34" charset="0"/>
              </a:defRPr>
            </a:lvl3pPr>
            <a:lvl4pPr marL="1600200" indent="-228600" eaLnBrk="0" hangingPunct="0">
              <a:spcBef>
                <a:spcPct val="20000"/>
              </a:spcBef>
              <a:buFont typeface="Arial" pitchFamily="34" charset="0"/>
              <a:buChar char="–"/>
              <a:defRPr sz="2000">
                <a:solidFill>
                  <a:schemeClr val="tx1"/>
                </a:solidFill>
                <a:latin typeface="Calibri" pitchFamily="34" charset="0"/>
              </a:defRPr>
            </a:lvl4pPr>
            <a:lvl5pPr marL="2057400" indent="-228600" eaLnBrk="0" hangingPunct="0">
              <a:spcBef>
                <a:spcPct val="20000"/>
              </a:spcBef>
              <a:buFont typeface="Arial" pitchFamily="34"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Calibri" pitchFamily="34" charset="0"/>
              </a:defRPr>
            </a:lvl9pPr>
          </a:lstStyle>
          <a:p>
            <a:pPr algn="ctr" defTabSz="685800" eaLnBrk="1" hangingPunct="1">
              <a:spcBef>
                <a:spcPct val="0"/>
              </a:spcBef>
              <a:buNone/>
              <a:defRPr/>
            </a:pPr>
            <a:r>
              <a:rPr lang="en-GB" altLang="en-US" sz="1350" b="1">
                <a:solidFill>
                  <a:srgbClr val="0D0D0D"/>
                </a:solidFill>
                <a:latin typeface="Arial"/>
                <a:cs typeface="Arial"/>
              </a:rPr>
              <a:t>20 Nations represented</a:t>
            </a:r>
          </a:p>
        </p:txBody>
      </p:sp>
      <p:sp>
        <p:nvSpPr>
          <p:cNvPr id="9" name="TextBox 8">
            <a:extLst>
              <a:ext uri="{FF2B5EF4-FFF2-40B4-BE49-F238E27FC236}">
                <a16:creationId xmlns:a16="http://schemas.microsoft.com/office/drawing/2014/main" id="{F1ABC2C2-1BAF-4C8E-98D0-C0D4F6D3C2B5}"/>
              </a:ext>
            </a:extLst>
          </p:cNvPr>
          <p:cNvSpPr txBox="1">
            <a:spLocks noChangeArrowheads="1"/>
          </p:cNvSpPr>
          <p:nvPr/>
        </p:nvSpPr>
        <p:spPr bwMode="auto">
          <a:xfrm>
            <a:off x="3733784" y="2705019"/>
            <a:ext cx="685800" cy="685800"/>
          </a:xfrm>
          <a:prstGeom prst="rect">
            <a:avLst/>
          </a:prstGeom>
          <a:noFill/>
          <a:ln w="9525">
            <a:noFill/>
            <a:miter lim="800000"/>
            <a:headEnd/>
            <a:tailEnd/>
          </a:ln>
        </p:spPr>
        <p:txBody>
          <a:bodyPr wrap="none"/>
          <a:lstStyle/>
          <a:p>
            <a:pPr algn="ctr" defTabSz="685800"/>
            <a:r>
              <a:rPr lang="en-GB" altLang="en-US" sz="2400" dirty="0">
                <a:solidFill>
                  <a:srgbClr val="F7F4ED"/>
                </a:solidFill>
                <a:latin typeface="Calibri" panose="020F0502020204030204"/>
              </a:rPr>
              <a:t>33%</a:t>
            </a:r>
          </a:p>
          <a:p>
            <a:pPr algn="ctr" defTabSz="685800"/>
            <a:endParaRPr lang="en-GB" altLang="en-US" sz="1350" dirty="0">
              <a:solidFill>
                <a:srgbClr val="F7F4ED"/>
              </a:solidFill>
              <a:latin typeface="Calibri" panose="020F0502020204030204"/>
            </a:endParaRPr>
          </a:p>
        </p:txBody>
      </p:sp>
      <p:sp>
        <p:nvSpPr>
          <p:cNvPr id="11" name="Title 2">
            <a:extLst>
              <a:ext uri="{FF2B5EF4-FFF2-40B4-BE49-F238E27FC236}">
                <a16:creationId xmlns:a16="http://schemas.microsoft.com/office/drawing/2014/main" id="{AED0A9FC-20E7-49D8-A27D-0CCAFAF972DF}"/>
              </a:ext>
            </a:extLst>
          </p:cNvPr>
          <p:cNvSpPr txBox="1">
            <a:spLocks/>
          </p:cNvSpPr>
          <p:nvPr/>
        </p:nvSpPr>
        <p:spPr>
          <a:xfrm>
            <a:off x="3355143" y="710512"/>
            <a:ext cx="5347097" cy="485775"/>
          </a:xfrm>
          <a:prstGeom prst="rect">
            <a:avLst/>
          </a:prstGeom>
        </p:spPr>
        <p:txBody>
          <a:bodyPr vert="horz" lIns="67409" tIns="33758" rIns="67409" bIns="33758" rtlCol="0" anchor="ctr">
            <a:normAutofit/>
          </a:bodyPr>
          <a:lstStyle>
            <a:lvl1pPr algn="ctr" defTabSz="898934" rtl="0" eaLnBrk="1" latinLnBrk="0" hangingPunct="1">
              <a:spcBef>
                <a:spcPct val="0"/>
              </a:spcBef>
              <a:buNone/>
              <a:defRPr sz="3600" b="1" kern="1200">
                <a:solidFill>
                  <a:schemeClr val="tx1"/>
                </a:solidFill>
                <a:latin typeface="Arial" panose="020B0604020202020204" pitchFamily="34" charset="0"/>
                <a:ea typeface="+mj-ea"/>
                <a:cs typeface="Arial" panose="020B0604020202020204" pitchFamily="34" charset="0"/>
              </a:defRPr>
            </a:lvl1pPr>
          </a:lstStyle>
          <a:p>
            <a:pPr defTabSz="674201"/>
            <a:r>
              <a:rPr lang="en-GB" altLang="en-US" sz="2700" dirty="0">
                <a:latin typeface="Arial" charset="0"/>
                <a:cs typeface="Arial" charset="0"/>
              </a:rPr>
              <a:t>Multinational by Design - Staff</a:t>
            </a:r>
          </a:p>
        </p:txBody>
      </p:sp>
      <p:pic>
        <p:nvPicPr>
          <p:cNvPr id="13" name="Picture 7" descr="A picture containing text&#10;&#10;Description automatically generated">
            <a:extLst>
              <a:ext uri="{FF2B5EF4-FFF2-40B4-BE49-F238E27FC236}">
                <a16:creationId xmlns:a16="http://schemas.microsoft.com/office/drawing/2014/main" id="{5E9D3ED4-D424-4D72-8BEE-3DD77B01FE82}"/>
              </a:ext>
            </a:extLst>
          </p:cNvPr>
          <p:cNvPicPr>
            <a:picLocks noChangeAspect="1"/>
          </p:cNvPicPr>
          <p:nvPr/>
        </p:nvPicPr>
        <p:blipFill>
          <a:blip r:embed="rId5" cstate="print"/>
          <a:srcRect/>
          <a:stretch>
            <a:fillRect/>
          </a:stretch>
        </p:blipFill>
        <p:spPr bwMode="auto">
          <a:xfrm>
            <a:off x="5394958" y="5013176"/>
            <a:ext cx="1579851" cy="1089170"/>
          </a:xfrm>
          <a:prstGeom prst="rect">
            <a:avLst/>
          </a:prstGeom>
          <a:ln>
            <a:noFill/>
          </a:ln>
          <a:effectLst>
            <a:softEdge rad="112500"/>
          </a:effectLst>
        </p:spPr>
      </p:pic>
      <p:pic>
        <p:nvPicPr>
          <p:cNvPr id="15" name="Picture 9" descr="A picture containing indoor, person&#10;&#10;Description automatically generated">
            <a:extLst>
              <a:ext uri="{FF2B5EF4-FFF2-40B4-BE49-F238E27FC236}">
                <a16:creationId xmlns:a16="http://schemas.microsoft.com/office/drawing/2014/main" id="{68CCDD7C-5D44-49A1-B7B8-64FC9839E981}"/>
              </a:ext>
            </a:extLst>
          </p:cNvPr>
          <p:cNvPicPr>
            <a:picLocks noChangeAspect="1"/>
          </p:cNvPicPr>
          <p:nvPr/>
        </p:nvPicPr>
        <p:blipFill>
          <a:blip r:embed="rId6" cstate="print"/>
          <a:srcRect/>
          <a:stretch>
            <a:fillRect/>
          </a:stretch>
        </p:blipFill>
        <p:spPr bwMode="auto">
          <a:xfrm>
            <a:off x="8023126" y="5045121"/>
            <a:ext cx="1575566" cy="1048473"/>
          </a:xfrm>
          <a:prstGeom prst="rect">
            <a:avLst/>
          </a:prstGeom>
          <a:ln>
            <a:noFill/>
          </a:ln>
          <a:effectLst>
            <a:softEdge rad="112500"/>
          </a:effectLst>
        </p:spPr>
      </p:pic>
      <p:pic>
        <p:nvPicPr>
          <p:cNvPr id="17" name="Picture 13">
            <a:extLst>
              <a:ext uri="{FF2B5EF4-FFF2-40B4-BE49-F238E27FC236}">
                <a16:creationId xmlns:a16="http://schemas.microsoft.com/office/drawing/2014/main" id="{72F581D8-82E3-43AE-AF40-1527A1DC2A6E}"/>
              </a:ext>
            </a:extLst>
          </p:cNvPr>
          <p:cNvPicPr>
            <a:picLocks noChangeAspect="1"/>
          </p:cNvPicPr>
          <p:nvPr/>
        </p:nvPicPr>
        <p:blipFill>
          <a:blip r:embed="rId7" cstate="print"/>
          <a:srcRect/>
          <a:stretch>
            <a:fillRect/>
          </a:stretch>
        </p:blipFill>
        <p:spPr bwMode="auto">
          <a:xfrm>
            <a:off x="2437984" y="4988234"/>
            <a:ext cx="1584137" cy="1087041"/>
          </a:xfrm>
          <a:prstGeom prst="rect">
            <a:avLst/>
          </a:prstGeom>
          <a:ln>
            <a:noFill/>
          </a:ln>
          <a:effectLst>
            <a:softEdge rad="112500"/>
          </a:effectLst>
        </p:spPr>
      </p:pic>
      <p:grpSp>
        <p:nvGrpSpPr>
          <p:cNvPr id="43" name="Group 12">
            <a:extLst>
              <a:ext uri="{FF2B5EF4-FFF2-40B4-BE49-F238E27FC236}">
                <a16:creationId xmlns:a16="http://schemas.microsoft.com/office/drawing/2014/main" id="{F77D7BCD-A714-4E14-9833-6ED469D32C53}"/>
              </a:ext>
            </a:extLst>
          </p:cNvPr>
          <p:cNvGrpSpPr>
            <a:grpSpLocks/>
          </p:cNvGrpSpPr>
          <p:nvPr/>
        </p:nvGrpSpPr>
        <p:grpSpPr bwMode="auto">
          <a:xfrm>
            <a:off x="2927648" y="1916832"/>
            <a:ext cx="3748942" cy="447602"/>
            <a:chOff x="656431" y="1472361"/>
            <a:chExt cx="4997878" cy="596014"/>
          </a:xfrm>
        </p:grpSpPr>
        <p:grpSp>
          <p:nvGrpSpPr>
            <p:cNvPr id="23" name="Group 9">
              <a:extLst>
                <a:ext uri="{FF2B5EF4-FFF2-40B4-BE49-F238E27FC236}">
                  <a16:creationId xmlns:a16="http://schemas.microsoft.com/office/drawing/2014/main" id="{98E137D6-4E4F-4160-8C8F-8CC36A17F059}"/>
                </a:ext>
              </a:extLst>
            </p:cNvPr>
            <p:cNvGrpSpPr>
              <a:grpSpLocks/>
            </p:cNvGrpSpPr>
            <p:nvPr/>
          </p:nvGrpSpPr>
          <p:grpSpPr bwMode="auto">
            <a:xfrm>
              <a:off x="1360230" y="1472361"/>
              <a:ext cx="4294079" cy="596014"/>
              <a:chOff x="790318" y="1631905"/>
              <a:chExt cx="4294079" cy="596014"/>
            </a:xfrm>
          </p:grpSpPr>
          <p:sp>
            <p:nvSpPr>
              <p:cNvPr id="27" name="Text Box 24">
                <a:extLst>
                  <a:ext uri="{FF2B5EF4-FFF2-40B4-BE49-F238E27FC236}">
                    <a16:creationId xmlns:a16="http://schemas.microsoft.com/office/drawing/2014/main" id="{AAD9F6B0-DB58-454B-A808-287250501256}"/>
                  </a:ext>
                </a:extLst>
              </p:cNvPr>
              <p:cNvSpPr txBox="1">
                <a:spLocks noChangeArrowheads="1"/>
              </p:cNvSpPr>
              <p:nvPr/>
            </p:nvSpPr>
            <p:spPr bwMode="auto">
              <a:xfrm>
                <a:off x="790318" y="1982042"/>
                <a:ext cx="808214" cy="245877"/>
              </a:xfrm>
              <a:prstGeom prst="rect">
                <a:avLst/>
              </a:prstGeom>
              <a:noFill/>
              <a:ln w="9525">
                <a:noFill/>
                <a:miter lim="800000"/>
                <a:headEnd/>
                <a:tailEnd/>
              </a:ln>
            </p:spPr>
            <p:txBody>
              <a:bodyPr wrap="square" lIns="68566" tIns="34283" rIns="68566" bIns="34283" anchor="t">
                <a:spAutoFit/>
              </a:bodyPr>
              <a:lstStyle/>
              <a:p>
                <a:pPr algn="ctr" defTabSz="571500">
                  <a:spcBef>
                    <a:spcPct val="50000"/>
                  </a:spcBef>
                </a:pPr>
                <a:r>
                  <a:rPr lang="en-GB" altLang="en-US" sz="750" b="1" dirty="0">
                    <a:solidFill>
                      <a:srgbClr val="000000"/>
                    </a:solidFill>
                    <a:latin typeface="Arial"/>
                    <a:cs typeface="Arial"/>
                  </a:rPr>
                  <a:t>NLD 6     </a:t>
                </a:r>
                <a:endParaRPr lang="en-GB" altLang="en-US" sz="750" b="1" dirty="0">
                  <a:solidFill>
                    <a:srgbClr val="000000"/>
                  </a:solidFill>
                  <a:latin typeface="Calibri" panose="020F0502020204030204"/>
                </a:endParaRPr>
              </a:p>
            </p:txBody>
          </p:sp>
          <p:sp>
            <p:nvSpPr>
              <p:cNvPr id="28" name="Rectangle 36">
                <a:extLst>
                  <a:ext uri="{FF2B5EF4-FFF2-40B4-BE49-F238E27FC236}">
                    <a16:creationId xmlns:a16="http://schemas.microsoft.com/office/drawing/2014/main" id="{FC8B9478-F2FC-43EC-B04E-D2D8887FB8F8}"/>
                  </a:ext>
                </a:extLst>
              </p:cNvPr>
              <p:cNvSpPr>
                <a:spLocks noChangeArrowheads="1"/>
              </p:cNvSpPr>
              <p:nvPr/>
            </p:nvSpPr>
            <p:spPr bwMode="auto">
              <a:xfrm>
                <a:off x="1385276" y="2028135"/>
                <a:ext cx="856897" cy="153685"/>
              </a:xfrm>
              <a:prstGeom prst="rect">
                <a:avLst/>
              </a:prstGeom>
              <a:noFill/>
              <a:ln w="9525">
                <a:noFill/>
                <a:miter lim="800000"/>
                <a:headEnd/>
                <a:tailEnd/>
              </a:ln>
            </p:spPr>
            <p:txBody>
              <a:bodyPr wrap="square" lIns="0" tIns="0" rIns="0" bIns="0" anchor="t">
                <a:spAutoFit/>
              </a:bodyPr>
              <a:lstStyle/>
              <a:p>
                <a:pPr algn="ctr" defTabSz="571500"/>
                <a:r>
                  <a:rPr lang="en-GB" altLang="en-US" sz="750" b="1" dirty="0">
                    <a:solidFill>
                      <a:srgbClr val="000000"/>
                    </a:solidFill>
                    <a:latin typeface="Arial"/>
                    <a:cs typeface="Arial"/>
                  </a:rPr>
                  <a:t>TUR 6    </a:t>
                </a:r>
                <a:endParaRPr lang="en-GB" altLang="en-US" sz="1350" b="1" dirty="0">
                  <a:solidFill>
                    <a:srgbClr val="000000"/>
                  </a:solidFill>
                  <a:latin typeface="Calibri" panose="020F0502020204030204"/>
                </a:endParaRPr>
              </a:p>
            </p:txBody>
          </p:sp>
          <p:sp>
            <p:nvSpPr>
              <p:cNvPr id="29" name="Rectangle 40">
                <a:extLst>
                  <a:ext uri="{FF2B5EF4-FFF2-40B4-BE49-F238E27FC236}">
                    <a16:creationId xmlns:a16="http://schemas.microsoft.com/office/drawing/2014/main" id="{77310DFF-EB05-4CBB-B3FC-9EFCD80D9EBA}"/>
                  </a:ext>
                </a:extLst>
              </p:cNvPr>
              <p:cNvSpPr>
                <a:spLocks noChangeArrowheads="1"/>
              </p:cNvSpPr>
              <p:nvPr/>
            </p:nvSpPr>
            <p:spPr bwMode="auto">
              <a:xfrm>
                <a:off x="4029850" y="1981067"/>
                <a:ext cx="429544" cy="153685"/>
              </a:xfrm>
              <a:prstGeom prst="rect">
                <a:avLst/>
              </a:prstGeom>
              <a:noFill/>
              <a:ln w="9525">
                <a:noFill/>
                <a:miter lim="800000"/>
                <a:headEnd/>
                <a:tailEnd/>
              </a:ln>
            </p:spPr>
            <p:txBody>
              <a:bodyPr wrap="none" lIns="0" tIns="0" rIns="0" bIns="0" anchor="t">
                <a:spAutoFit/>
              </a:bodyPr>
              <a:lstStyle/>
              <a:p>
                <a:pPr algn="ctr" defTabSz="571500"/>
                <a:r>
                  <a:rPr lang="en-GB" altLang="en-US" sz="750" b="1" dirty="0">
                    <a:solidFill>
                      <a:srgbClr val="000000"/>
                    </a:solidFill>
                    <a:latin typeface="Arial"/>
                    <a:cs typeface="Arial"/>
                  </a:rPr>
                  <a:t>LTU 2  </a:t>
                </a:r>
                <a:endParaRPr lang="en-GB" altLang="en-US" sz="1350" b="1" dirty="0">
                  <a:solidFill>
                    <a:srgbClr val="000000"/>
                  </a:solidFill>
                  <a:latin typeface="Calibri" panose="020F0502020204030204"/>
                </a:endParaRPr>
              </a:p>
            </p:txBody>
          </p:sp>
          <p:sp>
            <p:nvSpPr>
              <p:cNvPr id="31" name="Rectangle 60">
                <a:extLst>
                  <a:ext uri="{FF2B5EF4-FFF2-40B4-BE49-F238E27FC236}">
                    <a16:creationId xmlns:a16="http://schemas.microsoft.com/office/drawing/2014/main" id="{64A6D044-D40C-488F-B8E9-AC965101BF2F}"/>
                  </a:ext>
                </a:extLst>
              </p:cNvPr>
              <p:cNvSpPr>
                <a:spLocks noChangeArrowheads="1"/>
              </p:cNvSpPr>
              <p:nvPr/>
            </p:nvSpPr>
            <p:spPr bwMode="auto">
              <a:xfrm>
                <a:off x="3341983" y="1961749"/>
                <a:ext cx="504825" cy="153685"/>
              </a:xfrm>
              <a:prstGeom prst="rect">
                <a:avLst/>
              </a:prstGeom>
              <a:noFill/>
              <a:ln w="9525">
                <a:noFill/>
                <a:miter lim="800000"/>
                <a:headEnd/>
                <a:tailEnd/>
              </a:ln>
            </p:spPr>
            <p:txBody>
              <a:bodyPr lIns="0" tIns="0" rIns="0" bIns="0">
                <a:spAutoFit/>
              </a:bodyPr>
              <a:lstStyle/>
              <a:p>
                <a:pPr algn="ctr" defTabSz="571500"/>
                <a:r>
                  <a:rPr lang="en-GB" altLang="en-US" sz="750" b="1" dirty="0">
                    <a:solidFill>
                      <a:srgbClr val="000000"/>
                    </a:solidFill>
                    <a:latin typeface="Calibri" panose="020F0502020204030204"/>
                  </a:rPr>
                  <a:t>GRC  2  </a:t>
                </a:r>
              </a:p>
            </p:txBody>
          </p:sp>
          <p:sp>
            <p:nvSpPr>
              <p:cNvPr id="32" name="Rectangle 63">
                <a:extLst>
                  <a:ext uri="{FF2B5EF4-FFF2-40B4-BE49-F238E27FC236}">
                    <a16:creationId xmlns:a16="http://schemas.microsoft.com/office/drawing/2014/main" id="{0389108B-C108-4BB5-B6F1-7E6498C3A0A4}"/>
                  </a:ext>
                </a:extLst>
              </p:cNvPr>
              <p:cNvSpPr>
                <a:spLocks noChangeArrowheads="1"/>
              </p:cNvSpPr>
              <p:nvPr/>
            </p:nvSpPr>
            <p:spPr bwMode="auto">
              <a:xfrm>
                <a:off x="2723291" y="1991361"/>
                <a:ext cx="547689" cy="153685"/>
              </a:xfrm>
              <a:prstGeom prst="rect">
                <a:avLst/>
              </a:prstGeom>
              <a:noFill/>
              <a:ln w="9525">
                <a:noFill/>
                <a:miter lim="800000"/>
                <a:headEnd/>
                <a:tailEnd/>
              </a:ln>
            </p:spPr>
            <p:txBody>
              <a:bodyPr lIns="0" tIns="0" rIns="0" bIns="0">
                <a:spAutoFit/>
              </a:bodyPr>
              <a:lstStyle/>
              <a:p>
                <a:pPr algn="ctr" defTabSz="571500"/>
                <a:r>
                  <a:rPr lang="en-GB" altLang="en-US" sz="750" b="1" dirty="0">
                    <a:solidFill>
                      <a:srgbClr val="000000"/>
                    </a:solidFill>
                    <a:latin typeface="Calibri" panose="020F0502020204030204"/>
                  </a:rPr>
                  <a:t>CZE  2   </a:t>
                </a:r>
                <a:endParaRPr lang="en-GB" altLang="en-US" sz="1350" b="1" dirty="0">
                  <a:solidFill>
                    <a:srgbClr val="000000"/>
                  </a:solidFill>
                  <a:latin typeface="Calibri" panose="020F0502020204030204"/>
                </a:endParaRPr>
              </a:p>
            </p:txBody>
          </p:sp>
          <p:sp>
            <p:nvSpPr>
              <p:cNvPr id="33" name="Rectangle 70">
                <a:extLst>
                  <a:ext uri="{FF2B5EF4-FFF2-40B4-BE49-F238E27FC236}">
                    <a16:creationId xmlns:a16="http://schemas.microsoft.com/office/drawing/2014/main" id="{D6EE4F52-42D3-4E18-B7AD-BB746DE21256}"/>
                  </a:ext>
                </a:extLst>
              </p:cNvPr>
              <p:cNvSpPr>
                <a:spLocks noChangeArrowheads="1"/>
              </p:cNvSpPr>
              <p:nvPr/>
            </p:nvSpPr>
            <p:spPr bwMode="auto">
              <a:xfrm>
                <a:off x="4595784" y="1992313"/>
                <a:ext cx="363298" cy="153685"/>
              </a:xfrm>
              <a:prstGeom prst="rect">
                <a:avLst/>
              </a:prstGeom>
              <a:noFill/>
              <a:ln w="9525">
                <a:noFill/>
                <a:miter lim="800000"/>
                <a:headEnd/>
                <a:tailEnd/>
              </a:ln>
            </p:spPr>
            <p:txBody>
              <a:bodyPr wrap="none" lIns="0" tIns="0" rIns="0" bIns="0">
                <a:spAutoFit/>
              </a:bodyPr>
              <a:lstStyle/>
              <a:p>
                <a:pPr algn="ctr" defTabSz="571500"/>
                <a:r>
                  <a:rPr lang="en-GB" altLang="en-US" sz="750" b="1">
                    <a:solidFill>
                      <a:srgbClr val="000000"/>
                    </a:solidFill>
                    <a:latin typeface="Calibri" panose="020F0502020204030204"/>
                  </a:rPr>
                  <a:t>POL  2 </a:t>
                </a:r>
                <a:endParaRPr lang="en-GB" altLang="en-US" sz="1350" b="1">
                  <a:solidFill>
                    <a:srgbClr val="000000"/>
                  </a:solidFill>
                  <a:latin typeface="Calibri" panose="020F0502020204030204"/>
                </a:endParaRPr>
              </a:p>
            </p:txBody>
          </p:sp>
          <p:pic>
            <p:nvPicPr>
              <p:cNvPr id="34" name="Picture 89">
                <a:extLst>
                  <a:ext uri="{FF2B5EF4-FFF2-40B4-BE49-F238E27FC236}">
                    <a16:creationId xmlns:a16="http://schemas.microsoft.com/office/drawing/2014/main" id="{4AD1AFF5-B2CA-473A-B162-CDCBF672A3AF}"/>
                  </a:ext>
                </a:extLst>
              </p:cNvPr>
              <p:cNvPicPr>
                <a:picLocks noChangeArrowheads="1"/>
              </p:cNvPicPr>
              <p:nvPr/>
            </p:nvPicPr>
            <p:blipFill>
              <a:blip r:embed="rId8" cstate="print"/>
              <a:srcRect/>
              <a:stretch>
                <a:fillRect/>
              </a:stretch>
            </p:blipFill>
            <p:spPr bwMode="auto">
              <a:xfrm>
                <a:off x="2719643" y="1684193"/>
                <a:ext cx="473008" cy="299641"/>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 name="Picture 95">
                <a:extLst>
                  <a:ext uri="{FF2B5EF4-FFF2-40B4-BE49-F238E27FC236}">
                    <a16:creationId xmlns:a16="http://schemas.microsoft.com/office/drawing/2014/main" id="{4856D427-E163-4C5F-94A2-935C8E29B18A}"/>
                  </a:ext>
                </a:extLst>
              </p:cNvPr>
              <p:cNvPicPr>
                <a:picLocks noChangeArrowheads="1"/>
              </p:cNvPicPr>
              <p:nvPr/>
            </p:nvPicPr>
            <p:blipFill>
              <a:blip r:embed="rId9" cstate="print"/>
              <a:srcRect/>
              <a:stretch>
                <a:fillRect/>
              </a:stretch>
            </p:blipFill>
            <p:spPr bwMode="auto">
              <a:xfrm>
                <a:off x="841077" y="1672958"/>
                <a:ext cx="492055" cy="30915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94">
                <a:extLst>
                  <a:ext uri="{FF2B5EF4-FFF2-40B4-BE49-F238E27FC236}">
                    <a16:creationId xmlns:a16="http://schemas.microsoft.com/office/drawing/2014/main" id="{9F9357F8-099C-419A-98FF-CED3818F5EE1}"/>
                  </a:ext>
                </a:extLst>
              </p:cNvPr>
              <p:cNvPicPr>
                <a:picLocks noChangeArrowheads="1"/>
              </p:cNvPicPr>
              <p:nvPr/>
            </p:nvPicPr>
            <p:blipFill>
              <a:blip r:embed="rId10" cstate="print"/>
              <a:srcRect/>
              <a:stretch>
                <a:fillRect/>
              </a:stretch>
            </p:blipFill>
            <p:spPr bwMode="auto">
              <a:xfrm>
                <a:off x="3322735" y="1672017"/>
                <a:ext cx="458723" cy="294884"/>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98">
                <a:extLst>
                  <a:ext uri="{FF2B5EF4-FFF2-40B4-BE49-F238E27FC236}">
                    <a16:creationId xmlns:a16="http://schemas.microsoft.com/office/drawing/2014/main" id="{F6CFEDB1-7C51-4DC2-8460-E882DE8C2FAE}"/>
                  </a:ext>
                </a:extLst>
              </p:cNvPr>
              <p:cNvPicPr>
                <a:picLocks noChangeArrowheads="1"/>
              </p:cNvPicPr>
              <p:nvPr/>
            </p:nvPicPr>
            <p:blipFill>
              <a:blip r:embed="rId11" cstate="print"/>
              <a:srcRect/>
              <a:stretch>
                <a:fillRect/>
              </a:stretch>
            </p:blipFill>
            <p:spPr bwMode="auto">
              <a:xfrm>
                <a:off x="3920989" y="1662208"/>
                <a:ext cx="469833" cy="302811"/>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Rectangle 55">
                <a:extLst>
                  <a:ext uri="{FF2B5EF4-FFF2-40B4-BE49-F238E27FC236}">
                    <a16:creationId xmlns:a16="http://schemas.microsoft.com/office/drawing/2014/main" id="{2AAA0AF9-ED3E-47D0-8F85-B0B5F96B299A}"/>
                  </a:ext>
                </a:extLst>
              </p:cNvPr>
              <p:cNvSpPr>
                <a:spLocks noChangeArrowheads="1"/>
              </p:cNvSpPr>
              <p:nvPr/>
            </p:nvSpPr>
            <p:spPr bwMode="auto">
              <a:xfrm>
                <a:off x="2130424" y="1995488"/>
                <a:ext cx="472285" cy="153685"/>
              </a:xfrm>
              <a:prstGeom prst="rect">
                <a:avLst/>
              </a:prstGeom>
              <a:noFill/>
              <a:ln w="9525">
                <a:noFill/>
                <a:miter lim="800000"/>
                <a:headEnd/>
                <a:tailEnd/>
              </a:ln>
            </p:spPr>
            <p:txBody>
              <a:bodyPr wrap="none" lIns="0" tIns="0" rIns="0" bIns="0" anchor="t">
                <a:spAutoFit/>
              </a:bodyPr>
              <a:lstStyle/>
              <a:p>
                <a:pPr defTabSz="685800"/>
                <a:r>
                  <a:rPr lang="en-GB" altLang="en-US" sz="750" b="1" dirty="0">
                    <a:solidFill>
                      <a:srgbClr val="000000"/>
                    </a:solidFill>
                    <a:latin typeface="Arial"/>
                    <a:cs typeface="Arial"/>
                  </a:rPr>
                  <a:t>ESP  4  </a:t>
                </a:r>
                <a:endParaRPr lang="en-GB" altLang="en-US" sz="1350" b="1" dirty="0">
                  <a:solidFill>
                    <a:srgbClr val="000000"/>
                  </a:solidFill>
                  <a:latin typeface="Calibri" panose="020F0502020204030204"/>
                </a:endParaRPr>
              </a:p>
            </p:txBody>
          </p:sp>
          <p:pic>
            <p:nvPicPr>
              <p:cNvPr id="40" name="Picture 15">
                <a:extLst>
                  <a:ext uri="{FF2B5EF4-FFF2-40B4-BE49-F238E27FC236}">
                    <a16:creationId xmlns:a16="http://schemas.microsoft.com/office/drawing/2014/main" id="{DB1A7E42-2036-45CE-82B7-C3A71CF3CF01}"/>
                  </a:ext>
                </a:extLst>
              </p:cNvPr>
              <p:cNvPicPr>
                <a:picLocks noChangeAspect="1"/>
              </p:cNvPicPr>
              <p:nvPr/>
            </p:nvPicPr>
            <p:blipFill>
              <a:blip r:embed="rId12" cstate="print"/>
              <a:srcRect/>
              <a:stretch>
                <a:fillRect/>
              </a:stretch>
            </p:blipFill>
            <p:spPr bwMode="auto">
              <a:xfrm>
                <a:off x="2104356" y="1666533"/>
                <a:ext cx="506412" cy="334963"/>
              </a:xfrm>
              <a:prstGeom prst="rect">
                <a:avLst/>
              </a:prstGeom>
              <a:noFill/>
              <a:ln w="9525">
                <a:noFill/>
                <a:miter lim="800000"/>
                <a:headEnd/>
                <a:tailEnd/>
              </a:ln>
            </p:spPr>
          </p:pic>
          <p:pic>
            <p:nvPicPr>
              <p:cNvPr id="41" name="Picture 17">
                <a:extLst>
                  <a:ext uri="{FF2B5EF4-FFF2-40B4-BE49-F238E27FC236}">
                    <a16:creationId xmlns:a16="http://schemas.microsoft.com/office/drawing/2014/main" id="{E78A6AE2-962D-49D8-A4EE-1B551006E780}"/>
                  </a:ext>
                </a:extLst>
              </p:cNvPr>
              <p:cNvPicPr>
                <a:picLocks noChangeAspect="1"/>
              </p:cNvPicPr>
              <p:nvPr/>
            </p:nvPicPr>
            <p:blipFill>
              <a:blip r:embed="rId13" cstate="print"/>
              <a:srcRect/>
              <a:stretch>
                <a:fillRect/>
              </a:stretch>
            </p:blipFill>
            <p:spPr bwMode="auto">
              <a:xfrm>
                <a:off x="4571634" y="1631905"/>
                <a:ext cx="512763" cy="327025"/>
              </a:xfrm>
              <a:prstGeom prst="rect">
                <a:avLst/>
              </a:prstGeom>
              <a:noFill/>
              <a:ln w="9525">
                <a:noFill/>
                <a:miter lim="800000"/>
                <a:headEnd/>
                <a:tailEnd/>
              </a:ln>
            </p:spPr>
          </p:pic>
          <p:pic>
            <p:nvPicPr>
              <p:cNvPr id="42" name="Picture 27">
                <a:extLst>
                  <a:ext uri="{FF2B5EF4-FFF2-40B4-BE49-F238E27FC236}">
                    <a16:creationId xmlns:a16="http://schemas.microsoft.com/office/drawing/2014/main" id="{3DA0517F-FD45-4AB0-92E3-46052EED6D73}"/>
                  </a:ext>
                </a:extLst>
              </p:cNvPr>
              <p:cNvPicPr>
                <a:picLocks noChangeAspect="1"/>
              </p:cNvPicPr>
              <p:nvPr/>
            </p:nvPicPr>
            <p:blipFill>
              <a:blip r:embed="rId14" cstate="print"/>
              <a:srcRect/>
              <a:stretch>
                <a:fillRect/>
              </a:stretch>
            </p:blipFill>
            <p:spPr bwMode="auto">
              <a:xfrm>
                <a:off x="1445246" y="1654226"/>
                <a:ext cx="569912" cy="360362"/>
              </a:xfrm>
              <a:prstGeom prst="rect">
                <a:avLst/>
              </a:prstGeom>
              <a:noFill/>
              <a:ln w="9525">
                <a:noFill/>
                <a:miter lim="800000"/>
                <a:headEnd/>
                <a:tailEnd/>
              </a:ln>
            </p:spPr>
          </p:pic>
        </p:grpSp>
        <p:grpSp>
          <p:nvGrpSpPr>
            <p:cNvPr id="24" name="Group 10">
              <a:extLst>
                <a:ext uri="{FF2B5EF4-FFF2-40B4-BE49-F238E27FC236}">
                  <a16:creationId xmlns:a16="http://schemas.microsoft.com/office/drawing/2014/main" id="{3D2908AF-EE1F-4F32-95F4-92A65CE34B19}"/>
                </a:ext>
              </a:extLst>
            </p:cNvPr>
            <p:cNvGrpSpPr>
              <a:grpSpLocks/>
            </p:cNvGrpSpPr>
            <p:nvPr/>
          </p:nvGrpSpPr>
          <p:grpSpPr bwMode="auto">
            <a:xfrm>
              <a:off x="656431" y="1498599"/>
              <a:ext cx="569912" cy="563260"/>
              <a:chOff x="204788" y="2206625"/>
              <a:chExt cx="569912" cy="563260"/>
            </a:xfrm>
          </p:grpSpPr>
          <p:sp>
            <p:nvSpPr>
              <p:cNvPr id="25" name="Rectangle 32">
                <a:extLst>
                  <a:ext uri="{FF2B5EF4-FFF2-40B4-BE49-F238E27FC236}">
                    <a16:creationId xmlns:a16="http://schemas.microsoft.com/office/drawing/2014/main" id="{9B36DF3D-B8C8-409F-AFD7-3BB65DFDC61E}"/>
                  </a:ext>
                </a:extLst>
              </p:cNvPr>
              <p:cNvSpPr>
                <a:spLocks noChangeArrowheads="1"/>
              </p:cNvSpPr>
              <p:nvPr/>
            </p:nvSpPr>
            <p:spPr bwMode="auto">
              <a:xfrm>
                <a:off x="291977" y="2616200"/>
                <a:ext cx="414585" cy="153685"/>
              </a:xfrm>
              <a:prstGeom prst="rect">
                <a:avLst/>
              </a:prstGeom>
              <a:noFill/>
              <a:ln w="9525">
                <a:noFill/>
                <a:miter lim="800000"/>
                <a:headEnd/>
                <a:tailEnd/>
              </a:ln>
            </p:spPr>
            <p:txBody>
              <a:bodyPr wrap="none" lIns="0" tIns="0" rIns="0" bIns="0">
                <a:spAutoFit/>
              </a:bodyPr>
              <a:lstStyle/>
              <a:p>
                <a:pPr algn="ctr" defTabSz="571500"/>
                <a:r>
                  <a:rPr lang="en-GB" altLang="en-US" sz="750" b="1" dirty="0">
                    <a:solidFill>
                      <a:srgbClr val="000000"/>
                    </a:solidFill>
                    <a:latin typeface="Calibri" panose="020F0502020204030204"/>
                  </a:rPr>
                  <a:t>CAN 8   </a:t>
                </a:r>
                <a:endParaRPr lang="en-GB" altLang="en-US" sz="1350" b="1" dirty="0">
                  <a:solidFill>
                    <a:srgbClr val="000000"/>
                  </a:solidFill>
                  <a:latin typeface="Calibri" panose="020F0502020204030204"/>
                </a:endParaRPr>
              </a:p>
            </p:txBody>
          </p:sp>
          <p:pic>
            <p:nvPicPr>
              <p:cNvPr id="26" name="Picture 256031">
                <a:extLst>
                  <a:ext uri="{FF2B5EF4-FFF2-40B4-BE49-F238E27FC236}">
                    <a16:creationId xmlns:a16="http://schemas.microsoft.com/office/drawing/2014/main" id="{DC1AAB4F-D15D-4B2D-A298-C1D55489D6B3}"/>
                  </a:ext>
                </a:extLst>
              </p:cNvPr>
              <p:cNvPicPr>
                <a:picLocks noChangeAspect="1"/>
              </p:cNvPicPr>
              <p:nvPr/>
            </p:nvPicPr>
            <p:blipFill>
              <a:blip r:embed="rId15" cstate="print"/>
              <a:srcRect/>
              <a:stretch>
                <a:fillRect/>
              </a:stretch>
            </p:blipFill>
            <p:spPr bwMode="auto">
              <a:xfrm>
                <a:off x="204788" y="2206625"/>
                <a:ext cx="569912" cy="346075"/>
              </a:xfrm>
              <a:prstGeom prst="rect">
                <a:avLst/>
              </a:prstGeom>
              <a:noFill/>
              <a:ln w="9525">
                <a:noFill/>
                <a:miter lim="800000"/>
                <a:headEnd/>
                <a:tailEnd/>
              </a:ln>
            </p:spPr>
          </p:pic>
        </p:grpSp>
      </p:grpSp>
      <p:grpSp>
        <p:nvGrpSpPr>
          <p:cNvPr id="2" name="Group 1">
            <a:extLst>
              <a:ext uri="{FF2B5EF4-FFF2-40B4-BE49-F238E27FC236}">
                <a16:creationId xmlns:a16="http://schemas.microsoft.com/office/drawing/2014/main" id="{ABAFA884-0199-4359-94EF-3E184D4ADD69}"/>
              </a:ext>
            </a:extLst>
          </p:cNvPr>
          <p:cNvGrpSpPr/>
          <p:nvPr/>
        </p:nvGrpSpPr>
        <p:grpSpPr>
          <a:xfrm>
            <a:off x="6792847" y="1915076"/>
            <a:ext cx="437230" cy="2593106"/>
            <a:chOff x="6390465" y="1925638"/>
            <a:chExt cx="582973" cy="3457475"/>
          </a:xfrm>
        </p:grpSpPr>
        <p:grpSp>
          <p:nvGrpSpPr>
            <p:cNvPr id="21" name="Group 8">
              <a:extLst>
                <a:ext uri="{FF2B5EF4-FFF2-40B4-BE49-F238E27FC236}">
                  <a16:creationId xmlns:a16="http://schemas.microsoft.com/office/drawing/2014/main" id="{1B563C48-6E20-452C-B566-FE956BAE8116}"/>
                </a:ext>
              </a:extLst>
            </p:cNvPr>
            <p:cNvGrpSpPr>
              <a:grpSpLocks/>
            </p:cNvGrpSpPr>
            <p:nvPr/>
          </p:nvGrpSpPr>
          <p:grpSpPr bwMode="auto">
            <a:xfrm>
              <a:off x="6390465" y="1925638"/>
              <a:ext cx="481822" cy="501550"/>
              <a:chOff x="6412706" y="1641475"/>
              <a:chExt cx="482600" cy="501550"/>
            </a:xfrm>
          </p:grpSpPr>
          <p:sp>
            <p:nvSpPr>
              <p:cNvPr id="19" name="Rectangle 52">
                <a:extLst>
                  <a:ext uri="{FF2B5EF4-FFF2-40B4-BE49-F238E27FC236}">
                    <a16:creationId xmlns:a16="http://schemas.microsoft.com/office/drawing/2014/main" id="{193DFC45-CC02-4E7B-898D-B35D6F346459}"/>
                  </a:ext>
                </a:extLst>
              </p:cNvPr>
              <p:cNvSpPr>
                <a:spLocks noChangeArrowheads="1"/>
              </p:cNvSpPr>
              <p:nvPr/>
            </p:nvSpPr>
            <p:spPr bwMode="auto">
              <a:xfrm>
                <a:off x="6443319" y="1989137"/>
                <a:ext cx="389624" cy="153888"/>
              </a:xfrm>
              <a:prstGeom prst="rect">
                <a:avLst/>
              </a:prstGeom>
              <a:noFill/>
              <a:ln w="9525">
                <a:noFill/>
                <a:miter lim="800000"/>
                <a:headEnd/>
                <a:tailEnd/>
              </a:ln>
            </p:spPr>
            <p:txBody>
              <a:bodyPr wrap="none" lIns="0" tIns="0" rIns="0" bIns="0">
                <a:spAutoFit/>
              </a:bodyPr>
              <a:lstStyle/>
              <a:p>
                <a:pPr algn="ctr" defTabSz="571500"/>
                <a:r>
                  <a:rPr lang="en-GB" altLang="en-US" sz="750" b="1">
                    <a:solidFill>
                      <a:srgbClr val="000000"/>
                    </a:solidFill>
                    <a:latin typeface="Calibri" panose="020F0502020204030204"/>
                  </a:rPr>
                  <a:t>PRT 2   </a:t>
                </a:r>
                <a:endParaRPr lang="en-GB" altLang="en-US" sz="1350" b="1">
                  <a:solidFill>
                    <a:srgbClr val="000000"/>
                  </a:solidFill>
                  <a:latin typeface="Calibri" panose="020F0502020204030204"/>
                </a:endParaRPr>
              </a:p>
            </p:txBody>
          </p:sp>
          <p:pic>
            <p:nvPicPr>
              <p:cNvPr id="20" name="Picture 19">
                <a:extLst>
                  <a:ext uri="{FF2B5EF4-FFF2-40B4-BE49-F238E27FC236}">
                    <a16:creationId xmlns:a16="http://schemas.microsoft.com/office/drawing/2014/main" id="{A8C217D2-BCC3-464A-8A4B-71D44F27C8C6}"/>
                  </a:ext>
                </a:extLst>
              </p:cNvPr>
              <p:cNvPicPr>
                <a:picLocks noChangeAspect="1"/>
              </p:cNvPicPr>
              <p:nvPr/>
            </p:nvPicPr>
            <p:blipFill>
              <a:blip r:embed="rId16" cstate="print"/>
              <a:srcRect/>
              <a:stretch>
                <a:fillRect/>
              </a:stretch>
            </p:blipFill>
            <p:spPr bwMode="auto">
              <a:xfrm>
                <a:off x="6412706" y="1641475"/>
                <a:ext cx="482600" cy="327025"/>
              </a:xfrm>
              <a:prstGeom prst="rect">
                <a:avLst/>
              </a:prstGeom>
              <a:noFill/>
              <a:ln w="9525">
                <a:noFill/>
                <a:miter lim="800000"/>
                <a:headEnd/>
                <a:tailEnd/>
              </a:ln>
            </p:spPr>
          </p:pic>
        </p:grpSp>
        <p:grpSp>
          <p:nvGrpSpPr>
            <p:cNvPr id="47" name="Group 3">
              <a:extLst>
                <a:ext uri="{FF2B5EF4-FFF2-40B4-BE49-F238E27FC236}">
                  <a16:creationId xmlns:a16="http://schemas.microsoft.com/office/drawing/2014/main" id="{669C9366-34A1-4724-BD81-0F8A3304E7E6}"/>
                </a:ext>
              </a:extLst>
            </p:cNvPr>
            <p:cNvGrpSpPr>
              <a:grpSpLocks/>
            </p:cNvGrpSpPr>
            <p:nvPr/>
          </p:nvGrpSpPr>
          <p:grpSpPr bwMode="auto">
            <a:xfrm>
              <a:off x="6464300" y="4902200"/>
              <a:ext cx="509138" cy="480913"/>
              <a:chOff x="6453188" y="4438650"/>
              <a:chExt cx="509137" cy="480913"/>
            </a:xfrm>
          </p:grpSpPr>
          <p:sp>
            <p:nvSpPr>
              <p:cNvPr id="45" name="Rectangle 56">
                <a:extLst>
                  <a:ext uri="{FF2B5EF4-FFF2-40B4-BE49-F238E27FC236}">
                    <a16:creationId xmlns:a16="http://schemas.microsoft.com/office/drawing/2014/main" id="{A8391686-E2FD-4402-84B4-0196CC709543}"/>
                  </a:ext>
                </a:extLst>
              </p:cNvPr>
              <p:cNvSpPr>
                <a:spLocks noChangeArrowheads="1"/>
              </p:cNvSpPr>
              <p:nvPr/>
            </p:nvSpPr>
            <p:spPr bwMode="auto">
              <a:xfrm>
                <a:off x="6453639" y="4765675"/>
                <a:ext cx="508686" cy="153888"/>
              </a:xfrm>
              <a:prstGeom prst="rect">
                <a:avLst/>
              </a:prstGeom>
              <a:noFill/>
              <a:ln w="9525">
                <a:noFill/>
                <a:miter lim="800000"/>
                <a:headEnd/>
                <a:tailEnd/>
              </a:ln>
            </p:spPr>
            <p:txBody>
              <a:bodyPr wrap="none" lIns="0" tIns="0" rIns="0" bIns="0" anchor="t">
                <a:spAutoFit/>
              </a:bodyPr>
              <a:lstStyle/>
              <a:p>
                <a:pPr algn="ctr" defTabSz="571500"/>
                <a:r>
                  <a:rPr lang="en-GB" altLang="en-US" sz="750" b="1" dirty="0">
                    <a:solidFill>
                      <a:srgbClr val="000000"/>
                    </a:solidFill>
                    <a:latin typeface="Arial"/>
                    <a:cs typeface="Arial"/>
                  </a:rPr>
                  <a:t>LVA  1   </a:t>
                </a:r>
                <a:endParaRPr lang="en-GB" altLang="en-US" sz="1350" b="1" dirty="0">
                  <a:solidFill>
                    <a:srgbClr val="000000"/>
                  </a:solidFill>
                  <a:latin typeface="Calibri" panose="020F0502020204030204"/>
                </a:endParaRPr>
              </a:p>
            </p:txBody>
          </p:sp>
          <p:pic>
            <p:nvPicPr>
              <p:cNvPr id="46" name="Picture 97">
                <a:extLst>
                  <a:ext uri="{FF2B5EF4-FFF2-40B4-BE49-F238E27FC236}">
                    <a16:creationId xmlns:a16="http://schemas.microsoft.com/office/drawing/2014/main" id="{7695564E-51D8-42CE-AFD1-421E49D1E630}"/>
                  </a:ext>
                </a:extLst>
              </p:cNvPr>
              <p:cNvPicPr>
                <a:picLocks noChangeArrowheads="1"/>
              </p:cNvPicPr>
              <p:nvPr/>
            </p:nvPicPr>
            <p:blipFill>
              <a:blip r:embed="rId17" cstate="print"/>
              <a:srcRect/>
              <a:stretch>
                <a:fillRect/>
              </a:stretch>
            </p:blipFill>
            <p:spPr bwMode="auto">
              <a:xfrm>
                <a:off x="6453188" y="4438650"/>
                <a:ext cx="463549" cy="2984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51" name="Group 5">
              <a:extLst>
                <a:ext uri="{FF2B5EF4-FFF2-40B4-BE49-F238E27FC236}">
                  <a16:creationId xmlns:a16="http://schemas.microsoft.com/office/drawing/2014/main" id="{F580E3A3-2546-466F-9069-7030806EAA63}"/>
                </a:ext>
              </a:extLst>
            </p:cNvPr>
            <p:cNvGrpSpPr>
              <a:grpSpLocks/>
            </p:cNvGrpSpPr>
            <p:nvPr/>
          </p:nvGrpSpPr>
          <p:grpSpPr bwMode="auto">
            <a:xfrm>
              <a:off x="6427788" y="3759200"/>
              <a:ext cx="487363" cy="506313"/>
              <a:chOff x="6419850" y="3317875"/>
              <a:chExt cx="487363" cy="506313"/>
            </a:xfrm>
          </p:grpSpPr>
          <p:sp>
            <p:nvSpPr>
              <p:cNvPr id="49" name="Rectangle 70">
                <a:extLst>
                  <a:ext uri="{FF2B5EF4-FFF2-40B4-BE49-F238E27FC236}">
                    <a16:creationId xmlns:a16="http://schemas.microsoft.com/office/drawing/2014/main" id="{29DF81EF-1935-4EB3-B5BE-8113E36BA862}"/>
                  </a:ext>
                </a:extLst>
              </p:cNvPr>
              <p:cNvSpPr>
                <a:spLocks noChangeArrowheads="1"/>
              </p:cNvSpPr>
              <p:nvPr/>
            </p:nvSpPr>
            <p:spPr bwMode="auto">
              <a:xfrm>
                <a:off x="6465215" y="3670300"/>
                <a:ext cx="412507" cy="153888"/>
              </a:xfrm>
              <a:prstGeom prst="rect">
                <a:avLst/>
              </a:prstGeom>
              <a:noFill/>
              <a:ln w="9525">
                <a:noFill/>
                <a:miter lim="800000"/>
                <a:headEnd/>
                <a:tailEnd/>
              </a:ln>
            </p:spPr>
            <p:txBody>
              <a:bodyPr wrap="none" lIns="0" tIns="0" rIns="0" bIns="0">
                <a:spAutoFit/>
              </a:bodyPr>
              <a:lstStyle/>
              <a:p>
                <a:pPr algn="ctr" defTabSz="571500"/>
                <a:r>
                  <a:rPr lang="en-GB" altLang="en-US" sz="750" b="1">
                    <a:solidFill>
                      <a:srgbClr val="000000"/>
                    </a:solidFill>
                    <a:latin typeface="Calibri" panose="020F0502020204030204"/>
                  </a:rPr>
                  <a:t>HRV 1   </a:t>
                </a:r>
                <a:endParaRPr lang="en-GB" altLang="en-US" sz="1350" b="1">
                  <a:solidFill>
                    <a:srgbClr val="000000"/>
                  </a:solidFill>
                  <a:latin typeface="Calibri" panose="020F0502020204030204"/>
                </a:endParaRPr>
              </a:p>
            </p:txBody>
          </p:sp>
          <p:pic>
            <p:nvPicPr>
              <p:cNvPr id="50" name="Picture 23">
                <a:extLst>
                  <a:ext uri="{FF2B5EF4-FFF2-40B4-BE49-F238E27FC236}">
                    <a16:creationId xmlns:a16="http://schemas.microsoft.com/office/drawing/2014/main" id="{861EBB70-16B6-4E7E-83E9-C73656913E49}"/>
                  </a:ext>
                </a:extLst>
              </p:cNvPr>
              <p:cNvPicPr>
                <a:picLocks noChangeAspect="1"/>
              </p:cNvPicPr>
              <p:nvPr/>
            </p:nvPicPr>
            <p:blipFill>
              <a:blip r:embed="rId18" cstate="print"/>
              <a:srcRect/>
              <a:stretch>
                <a:fillRect/>
              </a:stretch>
            </p:blipFill>
            <p:spPr bwMode="auto">
              <a:xfrm>
                <a:off x="6419850" y="3317875"/>
                <a:ext cx="487363" cy="298450"/>
              </a:xfrm>
              <a:prstGeom prst="rect">
                <a:avLst/>
              </a:prstGeom>
              <a:noFill/>
              <a:ln w="9525">
                <a:noFill/>
                <a:miter lim="800000"/>
                <a:headEnd/>
                <a:tailEnd/>
              </a:ln>
            </p:spPr>
          </p:pic>
        </p:grpSp>
        <p:grpSp>
          <p:nvGrpSpPr>
            <p:cNvPr id="55" name="Group 7">
              <a:extLst>
                <a:ext uri="{FF2B5EF4-FFF2-40B4-BE49-F238E27FC236}">
                  <a16:creationId xmlns:a16="http://schemas.microsoft.com/office/drawing/2014/main" id="{4AB1682F-173D-4E80-B2B8-432C07853D8D}"/>
                </a:ext>
              </a:extLst>
            </p:cNvPr>
            <p:cNvGrpSpPr>
              <a:grpSpLocks/>
            </p:cNvGrpSpPr>
            <p:nvPr/>
          </p:nvGrpSpPr>
          <p:grpSpPr bwMode="auto">
            <a:xfrm>
              <a:off x="6411913" y="2493963"/>
              <a:ext cx="539750" cy="531713"/>
              <a:chOff x="6373812" y="2151063"/>
              <a:chExt cx="538163" cy="531713"/>
            </a:xfrm>
          </p:grpSpPr>
          <p:sp>
            <p:nvSpPr>
              <p:cNvPr id="53" name="Rectangle 57">
                <a:extLst>
                  <a:ext uri="{FF2B5EF4-FFF2-40B4-BE49-F238E27FC236}">
                    <a16:creationId xmlns:a16="http://schemas.microsoft.com/office/drawing/2014/main" id="{74314002-2E3D-4B2B-AC38-7227D334AFEF}"/>
                  </a:ext>
                </a:extLst>
              </p:cNvPr>
              <p:cNvSpPr>
                <a:spLocks noChangeArrowheads="1"/>
              </p:cNvSpPr>
              <p:nvPr/>
            </p:nvSpPr>
            <p:spPr bwMode="auto">
              <a:xfrm>
                <a:off x="6455930" y="2528888"/>
                <a:ext cx="456045" cy="153888"/>
              </a:xfrm>
              <a:prstGeom prst="rect">
                <a:avLst/>
              </a:prstGeom>
              <a:noFill/>
              <a:ln w="9525">
                <a:noFill/>
                <a:miter lim="800000"/>
                <a:headEnd/>
                <a:tailEnd/>
              </a:ln>
            </p:spPr>
            <p:txBody>
              <a:bodyPr wrap="none" lIns="0" tIns="0" rIns="0" bIns="0">
                <a:spAutoFit/>
              </a:bodyPr>
              <a:lstStyle/>
              <a:p>
                <a:pPr algn="r" defTabSz="685800"/>
                <a:r>
                  <a:rPr lang="en-GB" altLang="en-US" sz="750" b="1">
                    <a:solidFill>
                      <a:srgbClr val="000000"/>
                    </a:solidFill>
                    <a:latin typeface="Calibri" panose="020F0502020204030204"/>
                  </a:rPr>
                  <a:t>ROU 2    </a:t>
                </a:r>
                <a:endParaRPr lang="en-GB" altLang="en-US" sz="1350" b="1">
                  <a:solidFill>
                    <a:srgbClr val="000000"/>
                  </a:solidFill>
                  <a:latin typeface="Calibri" panose="020F0502020204030204"/>
                </a:endParaRPr>
              </a:p>
            </p:txBody>
          </p:sp>
          <p:pic>
            <p:nvPicPr>
              <p:cNvPr id="54" name="Picture 21">
                <a:extLst>
                  <a:ext uri="{FF2B5EF4-FFF2-40B4-BE49-F238E27FC236}">
                    <a16:creationId xmlns:a16="http://schemas.microsoft.com/office/drawing/2014/main" id="{320CC48F-44BC-4F8D-80A7-150996A2D6AF}"/>
                  </a:ext>
                </a:extLst>
              </p:cNvPr>
              <p:cNvPicPr>
                <a:picLocks noChangeAspect="1"/>
              </p:cNvPicPr>
              <p:nvPr/>
            </p:nvPicPr>
            <p:blipFill>
              <a:blip r:embed="rId19" cstate="print"/>
              <a:srcRect/>
              <a:stretch>
                <a:fillRect/>
              </a:stretch>
            </p:blipFill>
            <p:spPr bwMode="auto">
              <a:xfrm>
                <a:off x="6373812" y="2151063"/>
                <a:ext cx="519113" cy="349250"/>
              </a:xfrm>
              <a:prstGeom prst="rect">
                <a:avLst/>
              </a:prstGeom>
              <a:noFill/>
              <a:ln w="9525">
                <a:noFill/>
                <a:miter lim="800000"/>
                <a:headEnd/>
                <a:tailEnd/>
              </a:ln>
            </p:spPr>
          </p:pic>
        </p:grpSp>
        <p:grpSp>
          <p:nvGrpSpPr>
            <p:cNvPr id="59" name="Group 6">
              <a:extLst>
                <a:ext uri="{FF2B5EF4-FFF2-40B4-BE49-F238E27FC236}">
                  <a16:creationId xmlns:a16="http://schemas.microsoft.com/office/drawing/2014/main" id="{CA05C07B-FA91-4938-8B41-F71FBAA9C7B4}"/>
                </a:ext>
              </a:extLst>
            </p:cNvPr>
            <p:cNvGrpSpPr>
              <a:grpSpLocks/>
            </p:cNvGrpSpPr>
            <p:nvPr/>
          </p:nvGrpSpPr>
          <p:grpSpPr bwMode="auto">
            <a:xfrm>
              <a:off x="6445682" y="3152781"/>
              <a:ext cx="479424" cy="516076"/>
              <a:chOff x="6446377" y="2713038"/>
              <a:chExt cx="477838" cy="516867"/>
            </a:xfrm>
          </p:grpSpPr>
          <p:sp>
            <p:nvSpPr>
              <p:cNvPr id="57" name="Rectangle 52">
                <a:extLst>
                  <a:ext uri="{FF2B5EF4-FFF2-40B4-BE49-F238E27FC236}">
                    <a16:creationId xmlns:a16="http://schemas.microsoft.com/office/drawing/2014/main" id="{CDAC3A3D-1849-41E3-BA44-F05CE7CDE432}"/>
                  </a:ext>
                </a:extLst>
              </p:cNvPr>
              <p:cNvSpPr>
                <a:spLocks noChangeArrowheads="1"/>
              </p:cNvSpPr>
              <p:nvPr/>
            </p:nvSpPr>
            <p:spPr bwMode="auto">
              <a:xfrm>
                <a:off x="6453864" y="3075781"/>
                <a:ext cx="368537" cy="154124"/>
              </a:xfrm>
              <a:prstGeom prst="rect">
                <a:avLst/>
              </a:prstGeom>
              <a:noFill/>
              <a:ln w="9525">
                <a:noFill/>
                <a:miter lim="800000"/>
                <a:headEnd/>
                <a:tailEnd/>
              </a:ln>
            </p:spPr>
            <p:txBody>
              <a:bodyPr wrap="none" lIns="0" tIns="0" rIns="0" bIns="0" anchor="t">
                <a:spAutoFit/>
              </a:bodyPr>
              <a:lstStyle/>
              <a:p>
                <a:pPr algn="ctr" defTabSz="571500"/>
                <a:r>
                  <a:rPr lang="en-GB" altLang="en-US" sz="750" b="1" dirty="0">
                    <a:solidFill>
                      <a:srgbClr val="000000"/>
                    </a:solidFill>
                    <a:latin typeface="Arial"/>
                    <a:cs typeface="Arial"/>
                  </a:rPr>
                  <a:t>ALB 1</a:t>
                </a:r>
                <a:endParaRPr lang="en-GB" altLang="en-US" sz="1350" b="1" dirty="0">
                  <a:solidFill>
                    <a:srgbClr val="000000"/>
                  </a:solidFill>
                  <a:latin typeface="Arial"/>
                  <a:cs typeface="Arial"/>
                </a:endParaRPr>
              </a:p>
            </p:txBody>
          </p:sp>
          <p:pic>
            <p:nvPicPr>
              <p:cNvPr id="58" name="Picture 29">
                <a:extLst>
                  <a:ext uri="{FF2B5EF4-FFF2-40B4-BE49-F238E27FC236}">
                    <a16:creationId xmlns:a16="http://schemas.microsoft.com/office/drawing/2014/main" id="{738443BB-428E-4FDD-81DA-3ECBCDF31F62}"/>
                  </a:ext>
                </a:extLst>
              </p:cNvPr>
              <p:cNvPicPr>
                <a:picLocks noChangeAspect="1"/>
              </p:cNvPicPr>
              <p:nvPr/>
            </p:nvPicPr>
            <p:blipFill>
              <a:blip r:embed="rId20" cstate="print"/>
              <a:srcRect/>
              <a:stretch>
                <a:fillRect/>
              </a:stretch>
            </p:blipFill>
            <p:spPr bwMode="auto">
              <a:xfrm>
                <a:off x="6446377" y="2713038"/>
                <a:ext cx="477838" cy="330200"/>
              </a:xfrm>
              <a:prstGeom prst="rect">
                <a:avLst/>
              </a:prstGeom>
              <a:noFill/>
              <a:ln w="9525">
                <a:noFill/>
                <a:miter lim="800000"/>
                <a:headEnd/>
                <a:tailEnd/>
              </a:ln>
            </p:spPr>
          </p:pic>
        </p:grpSp>
        <p:grpSp>
          <p:nvGrpSpPr>
            <p:cNvPr id="63" name="Group 4">
              <a:extLst>
                <a:ext uri="{FF2B5EF4-FFF2-40B4-BE49-F238E27FC236}">
                  <a16:creationId xmlns:a16="http://schemas.microsoft.com/office/drawing/2014/main" id="{8E807352-94A7-4F5D-9938-0213491A9F78}"/>
                </a:ext>
              </a:extLst>
            </p:cNvPr>
            <p:cNvGrpSpPr>
              <a:grpSpLocks/>
            </p:cNvGrpSpPr>
            <p:nvPr/>
          </p:nvGrpSpPr>
          <p:grpSpPr bwMode="auto">
            <a:xfrm>
              <a:off x="6419850" y="4325938"/>
              <a:ext cx="504825" cy="511076"/>
              <a:chOff x="6419850" y="3892550"/>
              <a:chExt cx="504825" cy="511076"/>
            </a:xfrm>
          </p:grpSpPr>
          <p:sp>
            <p:nvSpPr>
              <p:cNvPr id="61" name="Rectangle 70">
                <a:extLst>
                  <a:ext uri="{FF2B5EF4-FFF2-40B4-BE49-F238E27FC236}">
                    <a16:creationId xmlns:a16="http://schemas.microsoft.com/office/drawing/2014/main" id="{EF330694-CEB4-4C3D-9F38-1863C090CC88}"/>
                  </a:ext>
                </a:extLst>
              </p:cNvPr>
              <p:cNvSpPr>
                <a:spLocks noChangeArrowheads="1"/>
              </p:cNvSpPr>
              <p:nvPr/>
            </p:nvSpPr>
            <p:spPr bwMode="auto">
              <a:xfrm>
                <a:off x="6509609" y="4249738"/>
                <a:ext cx="369760" cy="153888"/>
              </a:xfrm>
              <a:prstGeom prst="rect">
                <a:avLst/>
              </a:prstGeom>
              <a:noFill/>
              <a:ln w="9525">
                <a:noFill/>
                <a:miter lim="800000"/>
                <a:headEnd/>
                <a:tailEnd/>
              </a:ln>
            </p:spPr>
            <p:txBody>
              <a:bodyPr wrap="none" lIns="0" tIns="0" rIns="0" bIns="0">
                <a:spAutoFit/>
              </a:bodyPr>
              <a:lstStyle/>
              <a:p>
                <a:pPr algn="ctr" defTabSz="571500"/>
                <a:r>
                  <a:rPr lang="en-GB" altLang="en-US" sz="750" b="1" dirty="0">
                    <a:solidFill>
                      <a:srgbClr val="000000"/>
                    </a:solidFill>
                    <a:latin typeface="Calibri" panose="020F0502020204030204"/>
                  </a:rPr>
                  <a:t>EST  1  </a:t>
                </a:r>
                <a:endParaRPr lang="en-GB" altLang="en-US" sz="1350" b="1" dirty="0">
                  <a:solidFill>
                    <a:srgbClr val="000000"/>
                  </a:solidFill>
                  <a:latin typeface="Calibri" panose="020F0502020204030204"/>
                </a:endParaRPr>
              </a:p>
            </p:txBody>
          </p:sp>
          <p:pic>
            <p:nvPicPr>
              <p:cNvPr id="62" name="Picture 256033">
                <a:extLst>
                  <a:ext uri="{FF2B5EF4-FFF2-40B4-BE49-F238E27FC236}">
                    <a16:creationId xmlns:a16="http://schemas.microsoft.com/office/drawing/2014/main" id="{FB8AD882-3911-4C92-9D9C-BABD6A1C63AF}"/>
                  </a:ext>
                </a:extLst>
              </p:cNvPr>
              <p:cNvPicPr>
                <a:picLocks noChangeAspect="1"/>
              </p:cNvPicPr>
              <p:nvPr/>
            </p:nvPicPr>
            <p:blipFill>
              <a:blip r:embed="rId21" cstate="print"/>
              <a:srcRect/>
              <a:stretch>
                <a:fillRect/>
              </a:stretch>
            </p:blipFill>
            <p:spPr bwMode="auto">
              <a:xfrm>
                <a:off x="6419850" y="3892550"/>
                <a:ext cx="504825" cy="327025"/>
              </a:xfrm>
              <a:prstGeom prst="rect">
                <a:avLst/>
              </a:prstGeom>
              <a:noFill/>
              <a:ln w="9525">
                <a:noFill/>
                <a:miter lim="800000"/>
                <a:headEnd/>
                <a:tailEnd/>
              </a:ln>
            </p:spPr>
          </p:pic>
        </p:grpSp>
      </p:grpSp>
      <p:sp>
        <p:nvSpPr>
          <p:cNvPr id="67" name="65 CuadroTexto">
            <a:extLst>
              <a:ext uri="{FF2B5EF4-FFF2-40B4-BE49-F238E27FC236}">
                <a16:creationId xmlns:a16="http://schemas.microsoft.com/office/drawing/2014/main" id="{666F6F3E-D51A-4A88-93B6-F22291999477}"/>
              </a:ext>
            </a:extLst>
          </p:cNvPr>
          <p:cNvSpPr txBox="1"/>
          <p:nvPr/>
        </p:nvSpPr>
        <p:spPr>
          <a:xfrm>
            <a:off x="2587779" y="1565965"/>
            <a:ext cx="2562305" cy="276999"/>
          </a:xfrm>
          <a:prstGeom prst="rect">
            <a:avLst/>
          </a:prstGeom>
          <a:noFill/>
        </p:spPr>
        <p:txBody>
          <a:bodyPr wrap="none" lIns="68580" tIns="34290" rIns="68580" bIns="34290" rtlCol="0" anchor="t">
            <a:spAutoFit/>
          </a:bodyPr>
          <a:lstStyle/>
          <a:p>
            <a:pPr defTabSz="685800"/>
            <a:r>
              <a:rPr lang="en-GB" sz="1350" dirty="0">
                <a:solidFill>
                  <a:srgbClr val="0D0D0D"/>
                </a:solidFill>
                <a:latin typeface="Arial"/>
                <a:cs typeface="Arial"/>
              </a:rPr>
              <a:t>Total PE 429 / filled 404 (</a:t>
            </a:r>
            <a:r>
              <a:rPr lang="en-GB" sz="1350">
                <a:solidFill>
                  <a:srgbClr val="0D0D0D"/>
                </a:solidFill>
                <a:latin typeface="Arial"/>
                <a:cs typeface="Arial"/>
              </a:rPr>
              <a:t>94%)</a:t>
            </a:r>
            <a:endParaRPr lang="es-ES" sz="1350" dirty="0">
              <a:solidFill>
                <a:srgbClr val="0D0D0D"/>
              </a:solidFill>
              <a:latin typeface="Arial"/>
              <a:cs typeface="Arial"/>
            </a:endParaRPr>
          </a:p>
        </p:txBody>
      </p:sp>
      <p:grpSp>
        <p:nvGrpSpPr>
          <p:cNvPr id="48" name="Group 11">
            <a:extLst>
              <a:ext uri="{FF2B5EF4-FFF2-40B4-BE49-F238E27FC236}">
                <a16:creationId xmlns:a16="http://schemas.microsoft.com/office/drawing/2014/main" id="{36230DB6-B581-40D1-8ADE-94B440FFB902}"/>
              </a:ext>
            </a:extLst>
          </p:cNvPr>
          <p:cNvGrpSpPr>
            <a:grpSpLocks/>
          </p:cNvGrpSpPr>
          <p:nvPr/>
        </p:nvGrpSpPr>
        <p:grpSpPr bwMode="auto">
          <a:xfrm>
            <a:off x="2291728" y="1945994"/>
            <a:ext cx="567929" cy="2493556"/>
            <a:chOff x="136525" y="2840038"/>
            <a:chExt cx="757238" cy="3324740"/>
          </a:xfrm>
        </p:grpSpPr>
        <p:sp>
          <p:nvSpPr>
            <p:cNvPr id="52" name="Rectangle 5">
              <a:extLst>
                <a:ext uri="{FF2B5EF4-FFF2-40B4-BE49-F238E27FC236}">
                  <a16:creationId xmlns:a16="http://schemas.microsoft.com/office/drawing/2014/main" id="{4BAA3D8F-5404-4D96-BB17-340EB065B727}"/>
                </a:ext>
              </a:extLst>
            </p:cNvPr>
            <p:cNvSpPr>
              <a:spLocks noChangeArrowheads="1"/>
            </p:cNvSpPr>
            <p:nvPr/>
          </p:nvSpPr>
          <p:spPr bwMode="auto">
            <a:xfrm>
              <a:off x="149225" y="5980113"/>
              <a:ext cx="633413" cy="184665"/>
            </a:xfrm>
            <a:prstGeom prst="rect">
              <a:avLst/>
            </a:prstGeom>
            <a:noFill/>
            <a:ln w="9525">
              <a:noFill/>
              <a:miter lim="800000"/>
              <a:headEnd/>
              <a:tailEnd/>
            </a:ln>
          </p:spPr>
          <p:txBody>
            <a:bodyPr lIns="0" tIns="0" rIns="0" bIns="0">
              <a:spAutoFit/>
            </a:bodyPr>
            <a:lstStyle/>
            <a:p>
              <a:pPr algn="ctr" defTabSz="685800"/>
              <a:r>
                <a:rPr lang="en-GB" altLang="en-US" sz="750" b="1" dirty="0">
                  <a:solidFill>
                    <a:srgbClr val="000000"/>
                  </a:solidFill>
                  <a:latin typeface="Calibri" panose="020F0502020204030204"/>
                </a:rPr>
                <a:t>GBR 288</a:t>
              </a:r>
              <a:r>
                <a:rPr lang="en-GB" altLang="en-US" sz="900" b="1" dirty="0">
                  <a:solidFill>
                    <a:srgbClr val="000000"/>
                  </a:solidFill>
                  <a:latin typeface="Calibri" panose="020F0502020204030204"/>
                </a:rPr>
                <a:t>  </a:t>
              </a:r>
              <a:endParaRPr lang="en-GB" altLang="en-US" sz="2250" b="1" dirty="0">
                <a:solidFill>
                  <a:srgbClr val="000000"/>
                </a:solidFill>
                <a:latin typeface="Calibri" panose="020F0502020204030204"/>
              </a:endParaRPr>
            </a:p>
          </p:txBody>
        </p:sp>
        <p:sp>
          <p:nvSpPr>
            <p:cNvPr id="56" name="Rectangle 11">
              <a:extLst>
                <a:ext uri="{FF2B5EF4-FFF2-40B4-BE49-F238E27FC236}">
                  <a16:creationId xmlns:a16="http://schemas.microsoft.com/office/drawing/2014/main" id="{448BB391-4093-400C-A85F-09E31504E7DB}"/>
                </a:ext>
              </a:extLst>
            </p:cNvPr>
            <p:cNvSpPr>
              <a:spLocks noChangeArrowheads="1"/>
            </p:cNvSpPr>
            <p:nvPr/>
          </p:nvSpPr>
          <p:spPr bwMode="auto">
            <a:xfrm>
              <a:off x="233364" y="4902200"/>
              <a:ext cx="463550" cy="153888"/>
            </a:xfrm>
            <a:prstGeom prst="rect">
              <a:avLst/>
            </a:prstGeom>
            <a:noFill/>
            <a:ln w="9525">
              <a:noFill/>
              <a:miter lim="800000"/>
              <a:headEnd/>
              <a:tailEnd/>
            </a:ln>
          </p:spPr>
          <p:txBody>
            <a:bodyPr lIns="0" tIns="0" rIns="0" bIns="0">
              <a:spAutoFit/>
            </a:bodyPr>
            <a:lstStyle/>
            <a:p>
              <a:pPr algn="ctr" defTabSz="571500"/>
              <a:r>
                <a:rPr lang="en-GB" altLang="en-US" sz="750" b="1" dirty="0">
                  <a:solidFill>
                    <a:srgbClr val="000000"/>
                  </a:solidFill>
                  <a:latin typeface="Calibri" panose="020F0502020204030204"/>
                </a:rPr>
                <a:t>ITA 33  </a:t>
              </a:r>
              <a:endParaRPr lang="en-GB" altLang="en-US" sz="1350" b="1" dirty="0">
                <a:solidFill>
                  <a:srgbClr val="000000"/>
                </a:solidFill>
                <a:latin typeface="Calibri" panose="020F0502020204030204"/>
              </a:endParaRPr>
            </a:p>
          </p:txBody>
        </p:sp>
        <p:sp>
          <p:nvSpPr>
            <p:cNvPr id="60" name="Text Box 16">
              <a:extLst>
                <a:ext uri="{FF2B5EF4-FFF2-40B4-BE49-F238E27FC236}">
                  <a16:creationId xmlns:a16="http://schemas.microsoft.com/office/drawing/2014/main" id="{43B9C309-6C7F-48E8-AE4B-B8240AE14D93}"/>
                </a:ext>
              </a:extLst>
            </p:cNvPr>
            <p:cNvSpPr txBox="1">
              <a:spLocks noChangeArrowheads="1"/>
            </p:cNvSpPr>
            <p:nvPr/>
          </p:nvSpPr>
          <p:spPr bwMode="auto">
            <a:xfrm>
              <a:off x="146050" y="5408613"/>
              <a:ext cx="747713" cy="246203"/>
            </a:xfrm>
            <a:prstGeom prst="rect">
              <a:avLst/>
            </a:prstGeom>
            <a:noFill/>
            <a:ln w="9525">
              <a:noFill/>
              <a:miter lim="800000"/>
              <a:headEnd/>
              <a:tailEnd/>
            </a:ln>
          </p:spPr>
          <p:txBody>
            <a:bodyPr lIns="68566" tIns="34283" rIns="68566" bIns="34283">
              <a:spAutoFit/>
            </a:bodyPr>
            <a:lstStyle/>
            <a:p>
              <a:pPr algn="ctr" defTabSz="571500">
                <a:spcBef>
                  <a:spcPct val="50000"/>
                </a:spcBef>
              </a:pPr>
              <a:r>
                <a:rPr lang="en-GB" altLang="en-US" sz="750" b="1" dirty="0">
                  <a:solidFill>
                    <a:srgbClr val="000000"/>
                  </a:solidFill>
                  <a:latin typeface="Calibri" panose="020F0502020204030204"/>
                </a:rPr>
                <a:t>USA 34  </a:t>
              </a:r>
            </a:p>
          </p:txBody>
        </p:sp>
        <p:sp>
          <p:nvSpPr>
            <p:cNvPr id="64" name="Text Box 20">
              <a:extLst>
                <a:ext uri="{FF2B5EF4-FFF2-40B4-BE49-F238E27FC236}">
                  <a16:creationId xmlns:a16="http://schemas.microsoft.com/office/drawing/2014/main" id="{E2A10B42-9B6E-4647-B35C-995D82E55846}"/>
                </a:ext>
              </a:extLst>
            </p:cNvPr>
            <p:cNvSpPr txBox="1">
              <a:spLocks noChangeArrowheads="1"/>
            </p:cNvSpPr>
            <p:nvPr/>
          </p:nvSpPr>
          <p:spPr bwMode="auto">
            <a:xfrm>
              <a:off x="136525" y="4279900"/>
              <a:ext cx="744538" cy="246203"/>
            </a:xfrm>
            <a:prstGeom prst="rect">
              <a:avLst/>
            </a:prstGeom>
            <a:noFill/>
            <a:ln w="9525">
              <a:noFill/>
              <a:miter lim="800000"/>
              <a:headEnd/>
              <a:tailEnd/>
            </a:ln>
          </p:spPr>
          <p:txBody>
            <a:bodyPr lIns="68566" tIns="34283" rIns="68566" bIns="34283">
              <a:spAutoFit/>
            </a:bodyPr>
            <a:lstStyle/>
            <a:p>
              <a:pPr algn="ctr" defTabSz="571500">
                <a:spcBef>
                  <a:spcPct val="50000"/>
                </a:spcBef>
              </a:pPr>
              <a:r>
                <a:rPr lang="en-GB" altLang="en-US" sz="750" b="1" dirty="0">
                  <a:solidFill>
                    <a:srgbClr val="000000"/>
                  </a:solidFill>
                  <a:latin typeface="Calibri" panose="020F0502020204030204"/>
                </a:rPr>
                <a:t>DEU 14  </a:t>
              </a:r>
            </a:p>
          </p:txBody>
        </p:sp>
        <p:sp>
          <p:nvSpPr>
            <p:cNvPr id="66" name="Rectangle 28">
              <a:extLst>
                <a:ext uri="{FF2B5EF4-FFF2-40B4-BE49-F238E27FC236}">
                  <a16:creationId xmlns:a16="http://schemas.microsoft.com/office/drawing/2014/main" id="{0EA4EA1D-96D7-452F-8DDF-97B628C577CE}"/>
                </a:ext>
              </a:extLst>
            </p:cNvPr>
            <p:cNvSpPr>
              <a:spLocks noChangeArrowheads="1"/>
            </p:cNvSpPr>
            <p:nvPr/>
          </p:nvSpPr>
          <p:spPr bwMode="auto">
            <a:xfrm>
              <a:off x="294177" y="3744914"/>
              <a:ext cx="391133" cy="153888"/>
            </a:xfrm>
            <a:prstGeom prst="rect">
              <a:avLst/>
            </a:prstGeom>
            <a:noFill/>
            <a:ln w="9525">
              <a:noFill/>
              <a:miter lim="800000"/>
              <a:headEnd/>
              <a:tailEnd/>
            </a:ln>
          </p:spPr>
          <p:txBody>
            <a:bodyPr wrap="none" lIns="0" tIns="0" rIns="0" bIns="0">
              <a:spAutoFit/>
            </a:bodyPr>
            <a:lstStyle/>
            <a:p>
              <a:pPr algn="ctr" defTabSz="571500"/>
              <a:r>
                <a:rPr lang="en-GB" altLang="en-US" sz="750" b="1" dirty="0">
                  <a:solidFill>
                    <a:srgbClr val="000000"/>
                  </a:solidFill>
                  <a:latin typeface="Calibri" panose="020F0502020204030204"/>
                </a:rPr>
                <a:t>DNK 9  </a:t>
              </a:r>
              <a:endParaRPr lang="en-GB" altLang="en-US" sz="1350" b="1" dirty="0">
                <a:solidFill>
                  <a:srgbClr val="000000"/>
                </a:solidFill>
                <a:latin typeface="Calibri" panose="020F0502020204030204"/>
              </a:endParaRPr>
            </a:p>
          </p:txBody>
        </p:sp>
        <p:sp>
          <p:nvSpPr>
            <p:cNvPr id="68" name="Rectangle 44">
              <a:extLst>
                <a:ext uri="{FF2B5EF4-FFF2-40B4-BE49-F238E27FC236}">
                  <a16:creationId xmlns:a16="http://schemas.microsoft.com/office/drawing/2014/main" id="{AB8795F9-C17E-47FF-B57C-583357352E56}"/>
                </a:ext>
              </a:extLst>
            </p:cNvPr>
            <p:cNvSpPr>
              <a:spLocks noChangeArrowheads="1"/>
            </p:cNvSpPr>
            <p:nvPr/>
          </p:nvSpPr>
          <p:spPr bwMode="auto">
            <a:xfrm>
              <a:off x="285654" y="3187701"/>
              <a:ext cx="457390" cy="153888"/>
            </a:xfrm>
            <a:prstGeom prst="rect">
              <a:avLst/>
            </a:prstGeom>
            <a:noFill/>
            <a:ln w="9525">
              <a:noFill/>
              <a:miter lim="800000"/>
              <a:headEnd/>
              <a:tailEnd/>
            </a:ln>
          </p:spPr>
          <p:txBody>
            <a:bodyPr wrap="none" lIns="0" tIns="0" rIns="0" bIns="0">
              <a:spAutoFit/>
            </a:bodyPr>
            <a:lstStyle/>
            <a:p>
              <a:pPr algn="ctr" defTabSz="571500"/>
              <a:r>
                <a:rPr lang="en-GB" altLang="en-US" sz="750" b="1" dirty="0">
                  <a:solidFill>
                    <a:srgbClr val="000000"/>
                  </a:solidFill>
                  <a:latin typeface="Calibri" panose="020F0502020204030204"/>
                </a:rPr>
                <a:t>FRA 10   </a:t>
              </a:r>
              <a:endParaRPr lang="en-GB" altLang="en-US" sz="1350" b="1" dirty="0">
                <a:solidFill>
                  <a:srgbClr val="000000"/>
                </a:solidFill>
                <a:latin typeface="Calibri" panose="020F0502020204030204"/>
              </a:endParaRPr>
            </a:p>
          </p:txBody>
        </p:sp>
        <p:pic>
          <p:nvPicPr>
            <p:cNvPr id="69" name="Picture 85">
              <a:extLst>
                <a:ext uri="{FF2B5EF4-FFF2-40B4-BE49-F238E27FC236}">
                  <a16:creationId xmlns:a16="http://schemas.microsoft.com/office/drawing/2014/main" id="{3867BF94-DD91-4220-8071-4AB3B2E40E00}"/>
                </a:ext>
              </a:extLst>
            </p:cNvPr>
            <p:cNvPicPr>
              <a:picLocks noChangeArrowheads="1"/>
            </p:cNvPicPr>
            <p:nvPr/>
          </p:nvPicPr>
          <p:blipFill>
            <a:blip r:embed="rId22" cstate="print"/>
            <a:srcRect/>
            <a:stretch>
              <a:fillRect/>
            </a:stretch>
          </p:blipFill>
          <p:spPr bwMode="auto">
            <a:xfrm>
              <a:off x="220663" y="5688012"/>
              <a:ext cx="487362" cy="27305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0" name="Picture 90">
              <a:extLst>
                <a:ext uri="{FF2B5EF4-FFF2-40B4-BE49-F238E27FC236}">
                  <a16:creationId xmlns:a16="http://schemas.microsoft.com/office/drawing/2014/main" id="{BB75E9D9-BBFC-47F6-A291-C49A1D39E649}"/>
                </a:ext>
              </a:extLst>
            </p:cNvPr>
            <p:cNvPicPr>
              <a:picLocks noChangeArrowheads="1"/>
            </p:cNvPicPr>
            <p:nvPr/>
          </p:nvPicPr>
          <p:blipFill>
            <a:blip r:embed="rId23" cstate="print"/>
            <a:srcRect/>
            <a:stretch>
              <a:fillRect/>
            </a:stretch>
          </p:blipFill>
          <p:spPr bwMode="auto">
            <a:xfrm>
              <a:off x="246063" y="3432176"/>
              <a:ext cx="468312" cy="27781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92">
              <a:extLst>
                <a:ext uri="{FF2B5EF4-FFF2-40B4-BE49-F238E27FC236}">
                  <a16:creationId xmlns:a16="http://schemas.microsoft.com/office/drawing/2014/main" id="{666EC503-E3F0-48BC-866B-E509E8BC139A}"/>
                </a:ext>
              </a:extLst>
            </p:cNvPr>
            <p:cNvPicPr>
              <a:picLocks noChangeArrowheads="1"/>
            </p:cNvPicPr>
            <p:nvPr/>
          </p:nvPicPr>
          <p:blipFill>
            <a:blip r:embed="rId24" cstate="print"/>
            <a:srcRect/>
            <a:stretch>
              <a:fillRect/>
            </a:stretch>
          </p:blipFill>
          <p:spPr bwMode="auto">
            <a:xfrm>
              <a:off x="242888" y="2840038"/>
              <a:ext cx="496887" cy="322263"/>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2" name="Picture 93">
              <a:extLst>
                <a:ext uri="{FF2B5EF4-FFF2-40B4-BE49-F238E27FC236}">
                  <a16:creationId xmlns:a16="http://schemas.microsoft.com/office/drawing/2014/main" id="{C976C319-BD77-4984-86BE-AD139D1EE9DF}"/>
                </a:ext>
              </a:extLst>
            </p:cNvPr>
            <p:cNvPicPr>
              <a:picLocks noChangeArrowheads="1"/>
            </p:cNvPicPr>
            <p:nvPr/>
          </p:nvPicPr>
          <p:blipFill>
            <a:blip r:embed="rId25" cstate="print"/>
            <a:srcRect/>
            <a:stretch>
              <a:fillRect/>
            </a:stretch>
          </p:blipFill>
          <p:spPr bwMode="auto">
            <a:xfrm>
              <a:off x="228600" y="3960813"/>
              <a:ext cx="479425" cy="307975"/>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3" name="Picture 96">
              <a:extLst>
                <a:ext uri="{FF2B5EF4-FFF2-40B4-BE49-F238E27FC236}">
                  <a16:creationId xmlns:a16="http://schemas.microsoft.com/office/drawing/2014/main" id="{B207C5A9-17FC-40D6-B1C6-4F0AF1D64F7E}"/>
                </a:ext>
              </a:extLst>
            </p:cNvPr>
            <p:cNvPicPr>
              <a:picLocks noChangeArrowheads="1"/>
            </p:cNvPicPr>
            <p:nvPr/>
          </p:nvPicPr>
          <p:blipFill>
            <a:blip r:embed="rId26" cstate="print"/>
            <a:srcRect/>
            <a:stretch>
              <a:fillRect/>
            </a:stretch>
          </p:blipFill>
          <p:spPr bwMode="auto">
            <a:xfrm>
              <a:off x="230188" y="4548187"/>
              <a:ext cx="477837" cy="314325"/>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4" name="Picture 25">
              <a:extLst>
                <a:ext uri="{FF2B5EF4-FFF2-40B4-BE49-F238E27FC236}">
                  <a16:creationId xmlns:a16="http://schemas.microsoft.com/office/drawing/2014/main" id="{E0162B2B-5B60-4F0C-8691-E4334B35C994}"/>
                </a:ext>
              </a:extLst>
            </p:cNvPr>
            <p:cNvPicPr>
              <a:picLocks noChangeAspect="1"/>
            </p:cNvPicPr>
            <p:nvPr/>
          </p:nvPicPr>
          <p:blipFill>
            <a:blip r:embed="rId27" cstate="print"/>
            <a:srcRect/>
            <a:stretch>
              <a:fillRect/>
            </a:stretch>
          </p:blipFill>
          <p:spPr bwMode="auto">
            <a:xfrm>
              <a:off x="220663" y="5119688"/>
              <a:ext cx="487362" cy="276225"/>
            </a:xfrm>
            <a:prstGeom prst="rect">
              <a:avLst/>
            </a:prstGeom>
            <a:noFill/>
            <a:ln w="9525">
              <a:noFill/>
              <a:miter lim="800000"/>
              <a:headEnd/>
              <a:tailEnd/>
            </a:ln>
          </p:spPr>
        </p:pic>
      </p:grpSp>
      <p:pic>
        <p:nvPicPr>
          <p:cNvPr id="1025" name="Picture 1">
            <a:extLst>
              <a:ext uri="{FF2B5EF4-FFF2-40B4-BE49-F238E27FC236}">
                <a16:creationId xmlns:a16="http://schemas.microsoft.com/office/drawing/2014/main" id="{29586E30-02BD-4001-BCCC-DD5729EF1A1B}"/>
              </a:ext>
            </a:extLst>
          </p:cNvPr>
          <p:cNvPicPr>
            <a:picLocks noChangeAspect="1" noChangeArrowheads="1"/>
          </p:cNvPicPr>
          <p:nvPr/>
        </p:nvPicPr>
        <p:blipFill rotWithShape="1">
          <a:blip r:embed="rId28">
            <a:extLst>
              <a:ext uri="{28A0092B-C50C-407E-A947-70E740481C1C}">
                <a14:useLocalDpi xmlns:a14="http://schemas.microsoft.com/office/drawing/2010/main" val="0"/>
              </a:ext>
            </a:extLst>
          </a:blip>
          <a:srcRect l="17723" t="1414" r="21747" b="7531"/>
          <a:stretch/>
        </p:blipFill>
        <p:spPr bwMode="auto">
          <a:xfrm>
            <a:off x="7526749" y="1946981"/>
            <a:ext cx="2590704" cy="2344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174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2946401" y="49213"/>
            <a:ext cx="6602413" cy="1035050"/>
          </a:xfrm>
          <a:prstGeom prst="rect">
            <a:avLst/>
          </a:prstGeom>
        </p:spPr>
        <p:txBody>
          <a:bodyPr lIns="91429" tIns="45715" rIns="91429" bIns="45715"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endParaRPr lang="en-GB" altLang="en-US" sz="3400" b="1" dirty="0">
              <a:ln w="1905"/>
              <a:solidFill>
                <a:srgbClr val="FFCC00"/>
              </a:solidFill>
              <a:effectLst>
                <a:innerShdw blurRad="69850" dist="43180" dir="5400000">
                  <a:srgbClr val="000000">
                    <a:alpha val="65000"/>
                  </a:srgbClr>
                </a:innerShdw>
              </a:effectLst>
              <a:ea typeface="MS PGothic" pitchFamily="34" charset="-128"/>
            </a:endParaRPr>
          </a:p>
        </p:txBody>
      </p:sp>
      <p:sp>
        <p:nvSpPr>
          <p:cNvPr id="43011" name="Rectangle 3"/>
          <p:cNvSpPr txBox="1">
            <a:spLocks noChangeArrowheads="1"/>
          </p:cNvSpPr>
          <p:nvPr/>
        </p:nvSpPr>
        <p:spPr bwMode="auto">
          <a:xfrm>
            <a:off x="1900238" y="1916114"/>
            <a:ext cx="8659812" cy="225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5" rIns="91410" bIns="45705"/>
          <a:lstStyle>
            <a:lvl1pPr eaLnBrk="0" hangingPunct="0">
              <a:spcBef>
                <a:spcPct val="20000"/>
              </a:spcBef>
              <a:buFont typeface="Arial" charset="0"/>
              <a:buChar char="•"/>
              <a:defRPr sz="3200">
                <a:solidFill>
                  <a:schemeClr val="tx1"/>
                </a:solidFill>
                <a:latin typeface="Calibri" pitchFamily="34" charset="0"/>
              </a:defRPr>
            </a:lvl1pPr>
            <a:lvl2pPr marL="500063"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indent="9524" defTabSz="788893">
              <a:buNone/>
              <a:defRPr/>
            </a:pPr>
            <a:r>
              <a:rPr lang="en-US" altLang="en-US" sz="2400" b="1" dirty="0">
                <a:solidFill>
                  <a:srgbClr val="4D4D4D"/>
                </a:solidFill>
              </a:rPr>
              <a:t>HQ ARRC is to be prepared to deploy:</a:t>
            </a:r>
          </a:p>
          <a:p>
            <a:pPr indent="9524" defTabSz="788893">
              <a:buNone/>
              <a:defRPr/>
            </a:pPr>
            <a:endParaRPr lang="en-US" altLang="en-US" sz="2400" b="1" dirty="0">
              <a:solidFill>
                <a:srgbClr val="4D4D4D"/>
              </a:solidFill>
            </a:endParaRPr>
          </a:p>
          <a:p>
            <a:pPr lvl="1" defTabSz="788893">
              <a:defRPr/>
            </a:pPr>
            <a:r>
              <a:rPr lang="en-US" altLang="en-US" sz="2400" dirty="0">
                <a:solidFill>
                  <a:srgbClr val="4D4D4D"/>
                </a:solidFill>
                <a:ea typeface="MS PGothic" pitchFamily="34" charset="-128"/>
              </a:rPr>
              <a:t>As a </a:t>
            </a:r>
            <a:r>
              <a:rPr lang="en-US" altLang="en-US" sz="2400" b="1" dirty="0">
                <a:solidFill>
                  <a:srgbClr val="FF0000"/>
                </a:solidFill>
                <a:ea typeface="MS PGothic" pitchFamily="34" charset="-128"/>
              </a:rPr>
              <a:t>Warfighting</a:t>
            </a:r>
            <a:r>
              <a:rPr lang="en-US" altLang="en-US" sz="2400" b="1" dirty="0">
                <a:solidFill>
                  <a:srgbClr val="4D4D4D"/>
                </a:solidFill>
                <a:ea typeface="MS PGothic" pitchFamily="34" charset="-128"/>
              </a:rPr>
              <a:t> </a:t>
            </a:r>
            <a:r>
              <a:rPr lang="en-US" altLang="en-US" sz="2400" b="1" dirty="0">
                <a:solidFill>
                  <a:srgbClr val="FF0000"/>
                </a:solidFill>
                <a:ea typeface="MS PGothic" pitchFamily="34" charset="-128"/>
              </a:rPr>
              <a:t>Corps HQ</a:t>
            </a:r>
          </a:p>
          <a:p>
            <a:pPr lvl="1" defTabSz="788893">
              <a:defRPr/>
            </a:pPr>
            <a:r>
              <a:rPr lang="en-US" altLang="en-US" sz="2400" dirty="0">
                <a:solidFill>
                  <a:schemeClr val="tx1">
                    <a:lumMod val="65000"/>
                    <a:lumOff val="35000"/>
                  </a:schemeClr>
                </a:solidFill>
                <a:ea typeface="MS PGothic" pitchFamily="34" charset="-128"/>
              </a:rPr>
              <a:t>As a </a:t>
            </a:r>
            <a:r>
              <a:rPr lang="en-US" altLang="en-US" sz="2400" b="1" dirty="0">
                <a:solidFill>
                  <a:srgbClr val="FF0000"/>
                </a:solidFill>
                <a:ea typeface="MS PGothic" pitchFamily="34" charset="-128"/>
              </a:rPr>
              <a:t>Multi Corps Land Component Command </a:t>
            </a:r>
          </a:p>
          <a:p>
            <a:pPr lvl="1" defTabSz="788893">
              <a:defRPr/>
            </a:pPr>
            <a:r>
              <a:rPr lang="en-US" altLang="en-US" sz="2400" dirty="0">
                <a:solidFill>
                  <a:srgbClr val="4D4D4D"/>
                </a:solidFill>
                <a:ea typeface="MS PGothic" pitchFamily="34" charset="-128"/>
              </a:rPr>
              <a:t>As a </a:t>
            </a:r>
            <a:r>
              <a:rPr lang="en-US" altLang="en-US" sz="2400" b="1" dirty="0">
                <a:solidFill>
                  <a:srgbClr val="FF0000"/>
                </a:solidFill>
                <a:ea typeface="MS PGothic" pitchFamily="34" charset="-128"/>
              </a:rPr>
              <a:t>NRF Land Component Command</a:t>
            </a:r>
          </a:p>
          <a:p>
            <a:pPr lvl="1" defTabSz="788893">
              <a:defRPr/>
            </a:pPr>
            <a:r>
              <a:rPr lang="en-US" altLang="en-US" sz="2400" dirty="0">
                <a:solidFill>
                  <a:srgbClr val="4D4D4D"/>
                </a:solidFill>
                <a:ea typeface="MS PGothic" pitchFamily="34" charset="-128"/>
              </a:rPr>
              <a:t>As a </a:t>
            </a:r>
            <a:r>
              <a:rPr lang="en-US" altLang="en-US" sz="2400" b="1" dirty="0">
                <a:solidFill>
                  <a:srgbClr val="FF0000"/>
                </a:solidFill>
                <a:ea typeface="MS PGothic" pitchFamily="34" charset="-128"/>
              </a:rPr>
              <a:t>Joint Task Force HQ</a:t>
            </a:r>
          </a:p>
          <a:p>
            <a:pPr defTabSz="788893">
              <a:buNone/>
              <a:defRPr/>
            </a:pPr>
            <a:endParaRPr lang="en-US" altLang="en-US" sz="2400" dirty="0">
              <a:solidFill>
                <a:srgbClr val="4D4D4D"/>
              </a:solidFill>
              <a:ea typeface="MS PGothic" pitchFamily="34" charset="-128"/>
            </a:endParaRPr>
          </a:p>
          <a:p>
            <a:pPr defTabSz="788893">
              <a:buNone/>
              <a:defRPr/>
            </a:pPr>
            <a:r>
              <a:rPr lang="en-US" altLang="en-US" sz="2400" dirty="0">
                <a:solidFill>
                  <a:srgbClr val="4D4D4D"/>
                </a:solidFill>
                <a:ea typeface="MS PGothic" pitchFamily="34" charset="-128"/>
              </a:rPr>
              <a:t>HQ ARRC will fulfil these roles on a rotational basis in accordance with the Long Term Commitment Plan (LTCP).</a:t>
            </a:r>
            <a:endParaRPr lang="en-GB" altLang="en-US" sz="2400" b="1" dirty="0">
              <a:solidFill>
                <a:srgbClr val="000000"/>
              </a:solidFill>
              <a:latin typeface="Arial" panose="020B0604020202020204" pitchFamily="34" charset="0"/>
            </a:endParaRPr>
          </a:p>
          <a:p>
            <a:pPr>
              <a:buNone/>
              <a:defRPr/>
            </a:pPr>
            <a:endParaRPr lang="en-GB" altLang="en-US" sz="2400" b="1" dirty="0">
              <a:solidFill>
                <a:srgbClr val="000000"/>
              </a:solidFill>
              <a:latin typeface="Arial" panose="020B0604020202020204" pitchFamily="34" charset="0"/>
            </a:endParaRPr>
          </a:p>
        </p:txBody>
      </p:sp>
      <p:sp>
        <p:nvSpPr>
          <p:cNvPr id="14340" name="Rectangle 5"/>
          <p:cNvSpPr>
            <a:spLocks noChangeArrowheads="1"/>
          </p:cNvSpPr>
          <p:nvPr/>
        </p:nvSpPr>
        <p:spPr bwMode="auto">
          <a:xfrm>
            <a:off x="4223792" y="915423"/>
            <a:ext cx="2372743"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9" tIns="45715" rIns="91429" bIns="45715">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GB" altLang="en-US" sz="3200" b="1" dirty="0">
                <a:solidFill>
                  <a:srgbClr val="221C0F"/>
                </a:solidFill>
                <a:latin typeface="Arial" charset="0"/>
              </a:rPr>
              <a:t>ARRC Role</a:t>
            </a:r>
            <a:endParaRPr lang="en-GB" altLang="en-US" sz="3200" b="1" dirty="0">
              <a:solidFill>
                <a:srgbClr val="FF0000"/>
              </a:solidFill>
            </a:endParaRPr>
          </a:p>
        </p:txBody>
      </p:sp>
    </p:spTree>
    <p:extLst>
      <p:ext uri="{BB962C8B-B14F-4D97-AF65-F5344CB8AC3E}">
        <p14:creationId xmlns:p14="http://schemas.microsoft.com/office/powerpoint/2010/main" val="2285954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985148" y="586704"/>
            <a:ext cx="7808288" cy="6480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9174" tIns="44660" rIns="89174" bIns="44660" rtlCol="0" anchor="ctr"/>
          <a:lstStyle/>
          <a:p>
            <a:pPr algn="ctr" defTabSz="891415"/>
            <a:r>
              <a:rPr lang="en-GB" sz="2800" b="1" dirty="0">
                <a:solidFill>
                  <a:prstClr val="black"/>
                </a:solidFill>
                <a:latin typeface="Arial" panose="020B0604020202020204" pitchFamily="34" charset="0"/>
                <a:cs typeface="Arial" panose="020B0604020202020204" pitchFamily="34" charset="0"/>
              </a:rPr>
              <a:t>ARRC Training programme 2021 - 2026</a:t>
            </a:r>
          </a:p>
        </p:txBody>
      </p:sp>
      <p:grpSp>
        <p:nvGrpSpPr>
          <p:cNvPr id="11" name="Group 10"/>
          <p:cNvGrpSpPr/>
          <p:nvPr/>
        </p:nvGrpSpPr>
        <p:grpSpPr>
          <a:xfrm>
            <a:off x="1919536" y="1474676"/>
            <a:ext cx="8493088" cy="5383324"/>
            <a:chOff x="1997940" y="1062836"/>
            <a:chExt cx="8493088" cy="5383324"/>
          </a:xfrm>
        </p:grpSpPr>
        <p:sp>
          <p:nvSpPr>
            <p:cNvPr id="41" name="Curved Left Arrow 40"/>
            <p:cNvSpPr/>
            <p:nvPr/>
          </p:nvSpPr>
          <p:spPr>
            <a:xfrm rot="17323394">
              <a:off x="6475682" y="-825951"/>
              <a:ext cx="1201383" cy="5382809"/>
            </a:xfrm>
            <a:prstGeom prst="curved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Curved Left Arrow 3"/>
            <p:cNvSpPr/>
            <p:nvPr/>
          </p:nvSpPr>
          <p:spPr>
            <a:xfrm rot="5400000">
              <a:off x="4919927" y="1045985"/>
              <a:ext cx="1656228" cy="7368976"/>
            </a:xfrm>
            <a:prstGeom prst="curved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TextBox 5"/>
            <p:cNvSpPr txBox="1"/>
            <p:nvPr/>
          </p:nvSpPr>
          <p:spPr>
            <a:xfrm>
              <a:off x="1997940" y="2913704"/>
              <a:ext cx="713685" cy="310509"/>
            </a:xfrm>
            <a:prstGeom prst="rect">
              <a:avLst/>
            </a:prstGeom>
            <a:noFill/>
          </p:spPr>
          <p:txBody>
            <a:bodyPr wrap="square" lIns="63742" tIns="31833" rIns="63742" bIns="31833" rtlCol="0">
              <a:spAutoFit/>
            </a:bodyPr>
            <a:lstStyle/>
            <a:p>
              <a:pPr algn="ctr" defTabSz="892057"/>
              <a:r>
                <a:rPr lang="en-GB" sz="1600" b="1" dirty="0">
                  <a:solidFill>
                    <a:srgbClr val="0070C0"/>
                  </a:solidFill>
                  <a:latin typeface="Arial" panose="020B0604020202020204" pitchFamily="34" charset="0"/>
                  <a:cs typeface="Arial" panose="020B0604020202020204" pitchFamily="34" charset="0"/>
                </a:rPr>
                <a:t>2026</a:t>
              </a:r>
            </a:p>
          </p:txBody>
        </p:sp>
        <p:sp>
          <p:nvSpPr>
            <p:cNvPr id="7" name="TextBox 6"/>
            <p:cNvSpPr txBox="1"/>
            <p:nvPr/>
          </p:nvSpPr>
          <p:spPr>
            <a:xfrm>
              <a:off x="7411601" y="1062836"/>
              <a:ext cx="668646" cy="310509"/>
            </a:xfrm>
            <a:prstGeom prst="rect">
              <a:avLst/>
            </a:prstGeom>
            <a:noFill/>
          </p:spPr>
          <p:txBody>
            <a:bodyPr wrap="square" lIns="63742" tIns="31833" rIns="63742" bIns="31833" rtlCol="0">
              <a:spAutoFit/>
            </a:bodyPr>
            <a:lstStyle/>
            <a:p>
              <a:pPr algn="ctr" defTabSz="892057"/>
              <a:r>
                <a:rPr lang="en-GB" sz="1600" b="1" dirty="0">
                  <a:solidFill>
                    <a:srgbClr val="0070C0"/>
                  </a:solidFill>
                  <a:latin typeface="Arial" panose="020B0604020202020204" pitchFamily="34" charset="0"/>
                  <a:cs typeface="Arial" panose="020B0604020202020204" pitchFamily="34" charset="0"/>
                </a:rPr>
                <a:t>2022</a:t>
              </a:r>
            </a:p>
          </p:txBody>
        </p:sp>
        <p:sp>
          <p:nvSpPr>
            <p:cNvPr id="8" name="TextBox 7"/>
            <p:cNvSpPr txBox="1"/>
            <p:nvPr/>
          </p:nvSpPr>
          <p:spPr>
            <a:xfrm>
              <a:off x="8384168" y="2913705"/>
              <a:ext cx="668646" cy="310509"/>
            </a:xfrm>
            <a:prstGeom prst="rect">
              <a:avLst/>
            </a:prstGeom>
            <a:noFill/>
          </p:spPr>
          <p:txBody>
            <a:bodyPr wrap="square" lIns="63742" tIns="31833" rIns="63742" bIns="31833" rtlCol="0">
              <a:spAutoFit/>
            </a:bodyPr>
            <a:lstStyle/>
            <a:p>
              <a:pPr algn="ctr" defTabSz="892057"/>
              <a:r>
                <a:rPr lang="en-GB" sz="1600" b="1" dirty="0">
                  <a:solidFill>
                    <a:srgbClr val="0070C0"/>
                  </a:solidFill>
                  <a:latin typeface="Arial" panose="020B0604020202020204" pitchFamily="34" charset="0"/>
                  <a:cs typeface="Arial" panose="020B0604020202020204" pitchFamily="34" charset="0"/>
                </a:rPr>
                <a:t>2023</a:t>
              </a:r>
            </a:p>
          </p:txBody>
        </p:sp>
        <p:sp>
          <p:nvSpPr>
            <p:cNvPr id="9" name="TextBox 8"/>
            <p:cNvSpPr txBox="1"/>
            <p:nvPr/>
          </p:nvSpPr>
          <p:spPr>
            <a:xfrm>
              <a:off x="7176120" y="4630660"/>
              <a:ext cx="668646" cy="310509"/>
            </a:xfrm>
            <a:prstGeom prst="rect">
              <a:avLst/>
            </a:prstGeom>
            <a:noFill/>
          </p:spPr>
          <p:txBody>
            <a:bodyPr wrap="square" lIns="63742" tIns="31833" rIns="63742" bIns="31833" rtlCol="0">
              <a:spAutoFit/>
            </a:bodyPr>
            <a:lstStyle/>
            <a:p>
              <a:pPr algn="ctr" defTabSz="892057"/>
              <a:r>
                <a:rPr lang="en-GB" sz="1600" b="1" dirty="0">
                  <a:solidFill>
                    <a:srgbClr val="0070C0"/>
                  </a:solidFill>
                  <a:latin typeface="Arial" panose="020B0604020202020204" pitchFamily="34" charset="0"/>
                  <a:cs typeface="Arial" panose="020B0604020202020204" pitchFamily="34" charset="0"/>
                </a:rPr>
                <a:t>2024</a:t>
              </a:r>
            </a:p>
          </p:txBody>
        </p:sp>
        <p:sp>
          <p:nvSpPr>
            <p:cNvPr id="10" name="TextBox 9"/>
            <p:cNvSpPr txBox="1"/>
            <p:nvPr/>
          </p:nvSpPr>
          <p:spPr>
            <a:xfrm>
              <a:off x="3123098" y="4686148"/>
              <a:ext cx="668646" cy="310509"/>
            </a:xfrm>
            <a:prstGeom prst="rect">
              <a:avLst/>
            </a:prstGeom>
            <a:noFill/>
          </p:spPr>
          <p:txBody>
            <a:bodyPr wrap="square" lIns="63742" tIns="31833" rIns="63742" bIns="31833" rtlCol="0">
              <a:spAutoFit/>
            </a:bodyPr>
            <a:lstStyle/>
            <a:p>
              <a:pPr algn="ctr" defTabSz="892057"/>
              <a:r>
                <a:rPr lang="en-GB" sz="1600" b="1" dirty="0">
                  <a:solidFill>
                    <a:srgbClr val="0070C0"/>
                  </a:solidFill>
                  <a:latin typeface="Arial" panose="020B0604020202020204" pitchFamily="34" charset="0"/>
                  <a:cs typeface="Arial" panose="020B0604020202020204" pitchFamily="34" charset="0"/>
                </a:rPr>
                <a:t>2025</a:t>
              </a:r>
            </a:p>
          </p:txBody>
        </p:sp>
        <p:sp>
          <p:nvSpPr>
            <p:cNvPr id="2" name="TextBox 1"/>
            <p:cNvSpPr txBox="1"/>
            <p:nvPr/>
          </p:nvSpPr>
          <p:spPr>
            <a:xfrm>
              <a:off x="7149538" y="2229713"/>
              <a:ext cx="1664238" cy="553998"/>
            </a:xfrm>
            <a:prstGeom prst="rect">
              <a:avLst/>
            </a:prstGeom>
            <a:noFill/>
            <a:ln>
              <a:noFill/>
            </a:ln>
          </p:spPr>
          <p:txBody>
            <a:bodyPr wrap="none" rtlCol="0">
              <a:spAutoFit/>
            </a:bodyPr>
            <a:lstStyle/>
            <a:p>
              <a:pPr algn="ctr"/>
              <a:r>
                <a:rPr lang="en-GB" sz="1000" b="1" dirty="0">
                  <a:solidFill>
                    <a:prstClr val="black"/>
                  </a:solidFill>
                  <a:latin typeface="Arial" panose="020B0604020202020204" pitchFamily="34" charset="0"/>
                  <a:cs typeface="Arial" panose="020B0604020202020204" pitchFamily="34" charset="0"/>
                </a:rPr>
                <a:t>DEFENDER 22 M3 CPX</a:t>
              </a:r>
            </a:p>
            <a:p>
              <a:pPr algn="ctr"/>
              <a:r>
                <a:rPr lang="en-GB" sz="1000" b="1" dirty="0">
                  <a:solidFill>
                    <a:prstClr val="black"/>
                  </a:solidFill>
                  <a:latin typeface="Arial" panose="020B0604020202020204" pitchFamily="34" charset="0"/>
                  <a:cs typeface="Arial" panose="020B0604020202020204" pitchFamily="34" charset="0"/>
                </a:rPr>
                <a:t>SIDECON to US V Corps</a:t>
              </a:r>
            </a:p>
            <a:p>
              <a:endParaRPr lang="en-GB" sz="1000" b="1" dirty="0">
                <a:solidFill>
                  <a:prstClr val="black"/>
                </a:solidFill>
                <a:latin typeface="Arial" panose="020B0604020202020204" pitchFamily="34" charset="0"/>
                <a:cs typeface="Arial" panose="020B0604020202020204" pitchFamily="34" charset="0"/>
              </a:endParaRPr>
            </a:p>
          </p:txBody>
        </p:sp>
        <p:sp>
          <p:nvSpPr>
            <p:cNvPr id="13" name="TextBox 12"/>
            <p:cNvSpPr txBox="1"/>
            <p:nvPr/>
          </p:nvSpPr>
          <p:spPr>
            <a:xfrm>
              <a:off x="8442437" y="3990279"/>
              <a:ext cx="1705916" cy="553998"/>
            </a:xfrm>
            <a:prstGeom prst="rect">
              <a:avLst/>
            </a:prstGeom>
            <a:noFill/>
          </p:spPr>
          <p:txBody>
            <a:bodyPr wrap="none" rtlCol="0">
              <a:spAutoFit/>
            </a:bodyPr>
            <a:lstStyle/>
            <a:p>
              <a:r>
                <a:rPr lang="en-GB" sz="1000" b="1" dirty="0">
                  <a:solidFill>
                    <a:prstClr val="black"/>
                  </a:solidFill>
                  <a:latin typeface="Arial" panose="020B0604020202020204" pitchFamily="34" charset="0"/>
                  <a:cs typeface="Arial" panose="020B0604020202020204" pitchFamily="34" charset="0"/>
                </a:rPr>
                <a:t>STEADFAST JUPITER 23</a:t>
              </a:r>
            </a:p>
            <a:p>
              <a:pPr algn="ctr"/>
              <a:r>
                <a:rPr lang="en-GB" sz="1000" b="1" dirty="0">
                  <a:solidFill>
                    <a:prstClr val="black"/>
                  </a:solidFill>
                  <a:latin typeface="Arial" panose="020B0604020202020204" pitchFamily="34" charset="0"/>
                  <a:cs typeface="Arial" panose="020B0604020202020204" pitchFamily="34" charset="0"/>
                </a:rPr>
                <a:t>NRF-LCC</a:t>
              </a:r>
            </a:p>
            <a:p>
              <a:pPr algn="ctr"/>
              <a:r>
                <a:rPr lang="en-GB" sz="1000" b="1" dirty="0">
                  <a:solidFill>
                    <a:prstClr val="black"/>
                  </a:solidFill>
                  <a:latin typeface="Arial" panose="020B0604020202020204" pitchFamily="34" charset="0"/>
                  <a:cs typeface="Arial" panose="020B0604020202020204" pitchFamily="34" charset="0"/>
                </a:rPr>
                <a:t>PTA (CERT)</a:t>
              </a:r>
            </a:p>
          </p:txBody>
        </p:sp>
        <p:sp>
          <p:nvSpPr>
            <p:cNvPr id="15" name="TextBox 14"/>
            <p:cNvSpPr txBox="1"/>
            <p:nvPr/>
          </p:nvSpPr>
          <p:spPr>
            <a:xfrm>
              <a:off x="3058509" y="5806181"/>
              <a:ext cx="1984839" cy="400110"/>
            </a:xfrm>
            <a:prstGeom prst="rect">
              <a:avLst/>
            </a:prstGeom>
            <a:noFill/>
          </p:spPr>
          <p:txBody>
            <a:bodyPr wrap="none" rtlCol="0">
              <a:spAutoFit/>
            </a:bodyPr>
            <a:lstStyle/>
            <a:p>
              <a:r>
                <a:rPr lang="en-GB" sz="1000" b="1" dirty="0">
                  <a:solidFill>
                    <a:prstClr val="black"/>
                  </a:solidFill>
                  <a:latin typeface="Arial" panose="020B0604020202020204" pitchFamily="34" charset="0"/>
                  <a:cs typeface="Arial" panose="020B0604020202020204" pitchFamily="34" charset="0"/>
                </a:rPr>
                <a:t>TBD based on updated LTCP </a:t>
              </a:r>
            </a:p>
            <a:p>
              <a:pPr algn="ctr"/>
              <a:r>
                <a:rPr lang="en-GB" sz="1000" b="1" dirty="0">
                  <a:solidFill>
                    <a:prstClr val="black"/>
                  </a:solidFill>
                  <a:latin typeface="Arial" panose="020B0604020202020204" pitchFamily="34" charset="0"/>
                  <a:cs typeface="Arial" panose="020B0604020202020204" pitchFamily="34" charset="0"/>
                </a:rPr>
                <a:t>S/PTA (CERT)</a:t>
              </a:r>
            </a:p>
          </p:txBody>
        </p:sp>
        <p:sp>
          <p:nvSpPr>
            <p:cNvPr id="34" name="TextBox 33"/>
            <p:cNvSpPr txBox="1"/>
            <p:nvPr/>
          </p:nvSpPr>
          <p:spPr>
            <a:xfrm>
              <a:off x="3123099" y="1148366"/>
              <a:ext cx="1416169" cy="310509"/>
            </a:xfrm>
            <a:prstGeom prst="rect">
              <a:avLst/>
            </a:prstGeom>
            <a:noFill/>
          </p:spPr>
          <p:txBody>
            <a:bodyPr wrap="square" lIns="63742" tIns="31833" rIns="63742" bIns="31833" rtlCol="0">
              <a:spAutoFit/>
            </a:bodyPr>
            <a:lstStyle/>
            <a:p>
              <a:pPr defTabSz="892057"/>
              <a:r>
                <a:rPr lang="en-GB" sz="1600" b="1" dirty="0">
                  <a:solidFill>
                    <a:srgbClr val="0070C0"/>
                  </a:solidFill>
                  <a:latin typeface="Arial" panose="020B0604020202020204" pitchFamily="34" charset="0"/>
                  <a:cs typeface="Arial" panose="020B0604020202020204" pitchFamily="34" charset="0"/>
                </a:rPr>
                <a:t>2021</a:t>
              </a:r>
            </a:p>
          </p:txBody>
        </p:sp>
        <p:sp>
          <p:nvSpPr>
            <p:cNvPr id="27" name="TextBox 26"/>
            <p:cNvSpPr txBox="1"/>
            <p:nvPr/>
          </p:nvSpPr>
          <p:spPr>
            <a:xfrm>
              <a:off x="9052814" y="1570338"/>
              <a:ext cx="1438214" cy="246221"/>
            </a:xfrm>
            <a:prstGeom prst="rect">
              <a:avLst/>
            </a:prstGeom>
            <a:noFill/>
            <a:ln cmpd="sng">
              <a:solidFill>
                <a:srgbClr val="FF0000"/>
              </a:solidFill>
              <a:prstDash val="solid"/>
            </a:ln>
          </p:spPr>
          <p:txBody>
            <a:bodyPr wrap="none" rtlCol="0">
              <a:spAutoFit/>
            </a:bodyPr>
            <a:lstStyle/>
            <a:p>
              <a:pPr algn="ctr"/>
              <a:r>
                <a:rPr lang="en-GB" sz="1000" b="1" dirty="0">
                  <a:solidFill>
                    <a:srgbClr val="FF0000"/>
                  </a:solidFill>
                  <a:latin typeface="Arial" panose="020B0604020202020204" pitchFamily="34" charset="0"/>
                  <a:cs typeface="Arial" panose="020B0604020202020204" pitchFamily="34" charset="0"/>
                </a:rPr>
                <a:t>DYNAMIC FRONT 22</a:t>
              </a:r>
            </a:p>
          </p:txBody>
        </p:sp>
        <p:sp>
          <p:nvSpPr>
            <p:cNvPr id="28" name="TextBox 27"/>
            <p:cNvSpPr txBox="1"/>
            <p:nvPr/>
          </p:nvSpPr>
          <p:spPr>
            <a:xfrm>
              <a:off x="4913321" y="1623243"/>
              <a:ext cx="1641796" cy="246221"/>
            </a:xfrm>
            <a:prstGeom prst="rect">
              <a:avLst/>
            </a:prstGeom>
            <a:noFill/>
            <a:ln cmpd="sng">
              <a:solidFill>
                <a:srgbClr val="FF0000"/>
              </a:solidFill>
              <a:prstDash val="solid"/>
            </a:ln>
          </p:spPr>
          <p:txBody>
            <a:bodyPr wrap="none" rtlCol="0">
              <a:spAutoFit/>
            </a:bodyPr>
            <a:lstStyle/>
            <a:p>
              <a:pPr algn="ctr"/>
              <a:r>
                <a:rPr lang="en-GB" sz="1000" b="1" dirty="0">
                  <a:solidFill>
                    <a:srgbClr val="FF0000"/>
                  </a:solidFill>
                  <a:latin typeface="Arial" panose="020B0604020202020204" pitchFamily="34" charset="0"/>
                  <a:cs typeface="Arial" panose="020B0604020202020204" pitchFamily="34" charset="0"/>
                </a:rPr>
                <a:t>DEFENDER EUROPE 21</a:t>
              </a:r>
            </a:p>
          </p:txBody>
        </p:sp>
        <p:sp>
          <p:nvSpPr>
            <p:cNvPr id="35" name="TextBox 34"/>
            <p:cNvSpPr txBox="1"/>
            <p:nvPr/>
          </p:nvSpPr>
          <p:spPr>
            <a:xfrm>
              <a:off x="3128112" y="2207386"/>
              <a:ext cx="1515158" cy="523220"/>
            </a:xfrm>
            <a:prstGeom prst="rect">
              <a:avLst/>
            </a:prstGeom>
            <a:noFill/>
            <a:ln>
              <a:noFill/>
            </a:ln>
          </p:spPr>
          <p:txBody>
            <a:bodyPr wrap="none" rtlCol="0">
              <a:spAutoFit/>
            </a:bodyPr>
            <a:lstStyle/>
            <a:p>
              <a:pPr algn="ctr"/>
              <a:r>
                <a:rPr lang="en-GB" sz="1000" b="1" dirty="0">
                  <a:solidFill>
                    <a:prstClr val="black"/>
                  </a:solidFill>
                  <a:latin typeface="Arial" panose="020B0604020202020204" pitchFamily="34" charset="0"/>
                  <a:cs typeface="Arial" panose="020B0604020202020204" pitchFamily="34" charset="0"/>
                </a:rPr>
                <a:t>STEADFAST LEDA 21</a:t>
              </a:r>
            </a:p>
            <a:p>
              <a:pPr algn="ctr"/>
              <a:r>
                <a:rPr lang="en-GB" sz="1000" b="1" dirty="0">
                  <a:solidFill>
                    <a:prstClr val="black"/>
                  </a:solidFill>
                  <a:latin typeface="Arial" panose="020B0604020202020204" pitchFamily="34" charset="0"/>
                  <a:cs typeface="Arial" panose="020B0604020202020204" pitchFamily="34" charset="0"/>
                </a:rPr>
                <a:t>STA Corps HQ</a:t>
              </a:r>
            </a:p>
            <a:p>
              <a:pPr algn="ctr"/>
              <a:endParaRPr lang="en-GB" sz="800" b="1" i="1" dirty="0">
                <a:solidFill>
                  <a:prstClr val="black"/>
                </a:solidFill>
                <a:latin typeface="Arial" panose="020B0604020202020204" pitchFamily="34" charset="0"/>
                <a:cs typeface="Arial" panose="020B0604020202020204" pitchFamily="34" charset="0"/>
              </a:endParaRPr>
            </a:p>
          </p:txBody>
        </p:sp>
        <p:sp>
          <p:nvSpPr>
            <p:cNvPr id="32" name="Rounded Rectangle 31"/>
            <p:cNvSpPr/>
            <p:nvPr/>
          </p:nvSpPr>
          <p:spPr>
            <a:xfrm>
              <a:off x="2063552" y="3254285"/>
              <a:ext cx="1728192" cy="648072"/>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36" name="TextBox 35"/>
            <p:cNvSpPr txBox="1"/>
            <p:nvPr/>
          </p:nvSpPr>
          <p:spPr>
            <a:xfrm>
              <a:off x="2189971" y="3266661"/>
              <a:ext cx="1440160" cy="584775"/>
            </a:xfrm>
            <a:prstGeom prst="rect">
              <a:avLst/>
            </a:prstGeom>
            <a:noFill/>
          </p:spPr>
          <p:txBody>
            <a:bodyPr wrap="square" rtlCol="0">
              <a:spAutoFit/>
            </a:bodyPr>
            <a:lstStyle/>
            <a:p>
              <a:pPr algn="ctr"/>
              <a:r>
                <a:rPr lang="en-GB" sz="1600" b="1" dirty="0">
                  <a:solidFill>
                    <a:prstClr val="white"/>
                  </a:solidFill>
                </a:rPr>
                <a:t>Awaiting LTCP</a:t>
              </a:r>
            </a:p>
            <a:p>
              <a:pPr algn="ctr"/>
              <a:r>
                <a:rPr lang="en-GB" sz="1600" b="1" dirty="0">
                  <a:solidFill>
                    <a:prstClr val="white"/>
                  </a:solidFill>
                </a:rPr>
                <a:t>Direction</a:t>
              </a:r>
            </a:p>
          </p:txBody>
        </p:sp>
        <p:sp>
          <p:nvSpPr>
            <p:cNvPr id="37" name="Rounded Rectangle 36"/>
            <p:cNvSpPr/>
            <p:nvPr/>
          </p:nvSpPr>
          <p:spPr>
            <a:xfrm>
              <a:off x="3071664" y="1532190"/>
              <a:ext cx="1728192" cy="648072"/>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38" name="TextBox 37"/>
            <p:cNvSpPr txBox="1"/>
            <p:nvPr/>
          </p:nvSpPr>
          <p:spPr>
            <a:xfrm>
              <a:off x="3215680" y="1557619"/>
              <a:ext cx="1440160" cy="584775"/>
            </a:xfrm>
            <a:prstGeom prst="rect">
              <a:avLst/>
            </a:prstGeom>
            <a:noFill/>
          </p:spPr>
          <p:txBody>
            <a:bodyPr wrap="square" rtlCol="0">
              <a:spAutoFit/>
            </a:bodyPr>
            <a:lstStyle/>
            <a:p>
              <a:pPr algn="ctr"/>
              <a:r>
                <a:rPr lang="en-GB" sz="1600" b="1" dirty="0">
                  <a:solidFill>
                    <a:prstClr val="white"/>
                  </a:solidFill>
                </a:rPr>
                <a:t>Warfighting Corps HQ</a:t>
              </a:r>
            </a:p>
          </p:txBody>
        </p:sp>
        <p:sp>
          <p:nvSpPr>
            <p:cNvPr id="45" name="Rounded Rectangle 44"/>
            <p:cNvSpPr/>
            <p:nvPr/>
          </p:nvSpPr>
          <p:spPr>
            <a:xfrm>
              <a:off x="6960096" y="1370555"/>
              <a:ext cx="2016224" cy="803486"/>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47" name="Rounded Rectangle 46"/>
            <p:cNvSpPr/>
            <p:nvPr/>
          </p:nvSpPr>
          <p:spPr>
            <a:xfrm>
              <a:off x="7176120" y="4986656"/>
              <a:ext cx="1728192" cy="648072"/>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48" name="TextBox 47"/>
            <p:cNvSpPr txBox="1"/>
            <p:nvPr/>
          </p:nvSpPr>
          <p:spPr>
            <a:xfrm>
              <a:off x="7320136" y="5155445"/>
              <a:ext cx="1440160" cy="338554"/>
            </a:xfrm>
            <a:prstGeom prst="rect">
              <a:avLst/>
            </a:prstGeom>
            <a:noFill/>
          </p:spPr>
          <p:txBody>
            <a:bodyPr wrap="square" rtlCol="0">
              <a:spAutoFit/>
            </a:bodyPr>
            <a:lstStyle/>
            <a:p>
              <a:pPr algn="ctr"/>
              <a:r>
                <a:rPr lang="en-GB" sz="1600" b="1" dirty="0">
                  <a:solidFill>
                    <a:prstClr val="white"/>
                  </a:solidFill>
                </a:rPr>
                <a:t>NRF-LCC</a:t>
              </a:r>
            </a:p>
          </p:txBody>
        </p:sp>
        <p:sp>
          <p:nvSpPr>
            <p:cNvPr id="49" name="Rounded Rectangle 48"/>
            <p:cNvSpPr/>
            <p:nvPr/>
          </p:nvSpPr>
          <p:spPr>
            <a:xfrm>
              <a:off x="8400256" y="3272857"/>
              <a:ext cx="1728192" cy="648072"/>
            </a:xfrm>
            <a:prstGeom prst="roundRect">
              <a:avLst/>
            </a:prstGeom>
            <a:solidFill>
              <a:schemeClr val="bg1"/>
            </a:solidFill>
            <a:ln>
              <a:solidFill>
                <a:srgbClr val="56A1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0" name="TextBox 49"/>
            <p:cNvSpPr txBox="1"/>
            <p:nvPr/>
          </p:nvSpPr>
          <p:spPr>
            <a:xfrm>
              <a:off x="8535888" y="3348281"/>
              <a:ext cx="1440160" cy="523220"/>
            </a:xfrm>
            <a:prstGeom prst="rect">
              <a:avLst/>
            </a:prstGeom>
            <a:noFill/>
          </p:spPr>
          <p:txBody>
            <a:bodyPr wrap="square" rtlCol="0">
              <a:spAutoFit/>
            </a:bodyPr>
            <a:lstStyle/>
            <a:p>
              <a:pPr algn="ctr"/>
              <a:r>
                <a:rPr lang="en-GB" sz="1400" b="1" dirty="0">
                  <a:solidFill>
                    <a:prstClr val="black"/>
                  </a:solidFill>
                </a:rPr>
                <a:t>Transition / Stand Up year</a:t>
              </a:r>
            </a:p>
          </p:txBody>
        </p:sp>
        <p:sp>
          <p:nvSpPr>
            <p:cNvPr id="51" name="Rounded Rectangle 50"/>
            <p:cNvSpPr/>
            <p:nvPr/>
          </p:nvSpPr>
          <p:spPr>
            <a:xfrm>
              <a:off x="3143672" y="5064949"/>
              <a:ext cx="1728192" cy="648072"/>
            </a:xfrm>
            <a:prstGeom prst="roundRect">
              <a:avLst/>
            </a:prstGeom>
            <a:solidFill>
              <a:schemeClr val="bg1"/>
            </a:solidFill>
            <a:ln>
              <a:solidFill>
                <a:srgbClr val="56A1B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52" name="TextBox 51"/>
            <p:cNvSpPr txBox="1"/>
            <p:nvPr/>
          </p:nvSpPr>
          <p:spPr>
            <a:xfrm>
              <a:off x="3269936" y="5128246"/>
              <a:ext cx="1440160" cy="523220"/>
            </a:xfrm>
            <a:prstGeom prst="rect">
              <a:avLst/>
            </a:prstGeom>
            <a:noFill/>
          </p:spPr>
          <p:txBody>
            <a:bodyPr wrap="square" rtlCol="0">
              <a:spAutoFit/>
            </a:bodyPr>
            <a:lstStyle/>
            <a:p>
              <a:pPr algn="ctr"/>
              <a:r>
                <a:rPr lang="en-GB" sz="1400" b="1" dirty="0">
                  <a:solidFill>
                    <a:prstClr val="black"/>
                  </a:solidFill>
                </a:rPr>
                <a:t>Transition / Stand Up year</a:t>
              </a:r>
            </a:p>
          </p:txBody>
        </p:sp>
        <p:sp>
          <p:nvSpPr>
            <p:cNvPr id="42" name="TextBox 41">
              <a:extLst>
                <a:ext uri="{FF2B5EF4-FFF2-40B4-BE49-F238E27FC236}">
                  <a16:creationId xmlns:a16="http://schemas.microsoft.com/office/drawing/2014/main" id="{C22A8744-750F-4824-9D15-480757260DC0}"/>
                </a:ext>
              </a:extLst>
            </p:cNvPr>
            <p:cNvSpPr txBox="1"/>
            <p:nvPr/>
          </p:nvSpPr>
          <p:spPr>
            <a:xfrm>
              <a:off x="6820866" y="3455211"/>
              <a:ext cx="1523174" cy="246221"/>
            </a:xfrm>
            <a:prstGeom prst="rect">
              <a:avLst/>
            </a:prstGeom>
            <a:noFill/>
            <a:ln cmpd="sng">
              <a:solidFill>
                <a:srgbClr val="00B050"/>
              </a:solidFill>
              <a:prstDash val="dash"/>
            </a:ln>
          </p:spPr>
          <p:txBody>
            <a:bodyPr wrap="none" rtlCol="0">
              <a:spAutoFit/>
            </a:bodyPr>
            <a:lstStyle/>
            <a:p>
              <a:pPr algn="ctr"/>
              <a:r>
                <a:rPr lang="en-GB" sz="1000" b="1" dirty="0">
                  <a:solidFill>
                    <a:srgbClr val="00B050"/>
                  </a:solidFill>
                  <a:latin typeface="Arial" panose="020B0604020202020204" pitchFamily="34" charset="0"/>
                  <a:cs typeface="Arial" panose="020B0604020202020204" pitchFamily="34" charset="0"/>
                </a:rPr>
                <a:t>ARRCADE FUSION 23</a:t>
              </a:r>
            </a:p>
          </p:txBody>
        </p:sp>
        <p:sp>
          <p:nvSpPr>
            <p:cNvPr id="33" name="TextBox 32"/>
            <p:cNvSpPr txBox="1"/>
            <p:nvPr/>
          </p:nvSpPr>
          <p:spPr>
            <a:xfrm>
              <a:off x="7129012" y="1376134"/>
              <a:ext cx="1678392" cy="830997"/>
            </a:xfrm>
            <a:prstGeom prst="rect">
              <a:avLst/>
            </a:prstGeom>
            <a:noFill/>
          </p:spPr>
          <p:txBody>
            <a:bodyPr wrap="square" rtlCol="0">
              <a:spAutoFit/>
            </a:bodyPr>
            <a:lstStyle/>
            <a:p>
              <a:pPr algn="ctr"/>
              <a:r>
                <a:rPr lang="en-GB" sz="1600" b="1" dirty="0">
                  <a:solidFill>
                    <a:prstClr val="white"/>
                  </a:solidFill>
                </a:rPr>
                <a:t>Warfighting Corps HQ</a:t>
              </a:r>
            </a:p>
            <a:p>
              <a:pPr algn="ctr"/>
              <a:r>
                <a:rPr lang="en-GB" sz="1400" b="1" dirty="0">
                  <a:solidFill>
                    <a:prstClr val="white"/>
                  </a:solidFill>
                </a:rPr>
                <a:t>(not at Readiness</a:t>
              </a:r>
              <a:r>
                <a:rPr lang="en-GB" sz="1600" b="1" dirty="0">
                  <a:solidFill>
                    <a:prstClr val="white"/>
                  </a:solidFill>
                </a:rPr>
                <a:t>)</a:t>
              </a:r>
            </a:p>
          </p:txBody>
        </p:sp>
        <p:sp>
          <p:nvSpPr>
            <p:cNvPr id="39" name="TextBox 38">
              <a:extLst>
                <a:ext uri="{FF2B5EF4-FFF2-40B4-BE49-F238E27FC236}">
                  <a16:creationId xmlns:a16="http://schemas.microsoft.com/office/drawing/2014/main" id="{C22A8744-750F-4824-9D15-480757260DC0}"/>
                </a:ext>
              </a:extLst>
            </p:cNvPr>
            <p:cNvSpPr txBox="1"/>
            <p:nvPr/>
          </p:nvSpPr>
          <p:spPr>
            <a:xfrm>
              <a:off x="4924842" y="5155446"/>
              <a:ext cx="1523174" cy="246221"/>
            </a:xfrm>
            <a:prstGeom prst="rect">
              <a:avLst/>
            </a:prstGeom>
            <a:noFill/>
            <a:ln cmpd="sng">
              <a:solidFill>
                <a:srgbClr val="00B050"/>
              </a:solidFill>
              <a:prstDash val="dash"/>
            </a:ln>
          </p:spPr>
          <p:txBody>
            <a:bodyPr wrap="square" rtlCol="0">
              <a:spAutoFit/>
            </a:bodyPr>
            <a:lstStyle/>
            <a:p>
              <a:pPr algn="ctr"/>
              <a:r>
                <a:rPr lang="en-GB" sz="1000" b="1" dirty="0">
                  <a:solidFill>
                    <a:srgbClr val="00B050"/>
                  </a:solidFill>
                  <a:latin typeface="Arial" panose="020B0604020202020204" pitchFamily="34" charset="0"/>
                  <a:cs typeface="Arial" panose="020B0604020202020204" pitchFamily="34" charset="0"/>
                </a:rPr>
                <a:t>ARRCADE FUSION 25</a:t>
              </a:r>
            </a:p>
          </p:txBody>
        </p:sp>
        <p:sp>
          <p:nvSpPr>
            <p:cNvPr id="40" name="TextBox 39"/>
            <p:cNvSpPr txBox="1"/>
            <p:nvPr/>
          </p:nvSpPr>
          <p:spPr>
            <a:xfrm>
              <a:off x="6906348" y="5738274"/>
              <a:ext cx="2267737" cy="707886"/>
            </a:xfrm>
            <a:prstGeom prst="rect">
              <a:avLst/>
            </a:prstGeom>
            <a:noFill/>
            <a:ln>
              <a:noFill/>
            </a:ln>
          </p:spPr>
          <p:txBody>
            <a:bodyPr wrap="none" rtlCol="0">
              <a:spAutoFit/>
            </a:bodyPr>
            <a:lstStyle/>
            <a:p>
              <a:pPr algn="ctr"/>
              <a:r>
                <a:rPr lang="en-GB" sz="1000" b="1" dirty="0">
                  <a:solidFill>
                    <a:prstClr val="black"/>
                  </a:solidFill>
                  <a:latin typeface="Arial" panose="020B0604020202020204" pitchFamily="34" charset="0"/>
                  <a:cs typeface="Arial" panose="020B0604020202020204" pitchFamily="34" charset="0"/>
                </a:rPr>
                <a:t>STEADFAST DEFENDER 24 (TBC)</a:t>
              </a:r>
            </a:p>
            <a:p>
              <a:pPr algn="ctr"/>
              <a:r>
                <a:rPr lang="en-GB" sz="1000" b="1" dirty="0">
                  <a:solidFill>
                    <a:prstClr val="black"/>
                  </a:solidFill>
                  <a:latin typeface="Arial" panose="020B0604020202020204" pitchFamily="34" charset="0"/>
                  <a:cs typeface="Arial" panose="020B0604020202020204" pitchFamily="34" charset="0"/>
                </a:rPr>
                <a:t>NRF-LCC </a:t>
              </a:r>
            </a:p>
            <a:p>
              <a:pPr algn="ctr"/>
              <a:r>
                <a:rPr lang="en-GB" sz="1000" b="1" dirty="0">
                  <a:solidFill>
                    <a:prstClr val="black"/>
                  </a:solidFill>
                  <a:latin typeface="Arial" panose="020B0604020202020204" pitchFamily="34" charset="0"/>
                  <a:cs typeface="Arial" panose="020B0604020202020204" pitchFamily="34" charset="0"/>
                </a:rPr>
                <a:t>POLISH DRAGON (TBC)</a:t>
              </a:r>
            </a:p>
            <a:p>
              <a:endParaRPr lang="en-GB" sz="1000" b="1" dirty="0">
                <a:solidFill>
                  <a:prstClr val="black"/>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C22A8744-750F-4824-9D15-480757260DC0}"/>
                </a:ext>
              </a:extLst>
            </p:cNvPr>
            <p:cNvSpPr txBox="1"/>
            <p:nvPr/>
          </p:nvSpPr>
          <p:spPr>
            <a:xfrm>
              <a:off x="9052815" y="1933539"/>
              <a:ext cx="1438213" cy="246221"/>
            </a:xfrm>
            <a:prstGeom prst="rect">
              <a:avLst/>
            </a:prstGeom>
            <a:noFill/>
            <a:ln cmpd="sng">
              <a:solidFill>
                <a:srgbClr val="00B050"/>
              </a:solidFill>
              <a:prstDash val="solid"/>
            </a:ln>
          </p:spPr>
          <p:txBody>
            <a:bodyPr wrap="square" rtlCol="0">
              <a:spAutoFit/>
            </a:bodyPr>
            <a:lstStyle/>
            <a:p>
              <a:pPr algn="ctr"/>
              <a:r>
                <a:rPr lang="en-GB" sz="1000" b="1" dirty="0">
                  <a:solidFill>
                    <a:srgbClr val="00B050"/>
                  </a:solidFill>
                  <a:latin typeface="Arial" panose="020B0604020202020204" pitchFamily="34" charset="0"/>
                  <a:cs typeface="Arial" panose="020B0604020202020204" pitchFamily="34" charset="0"/>
                </a:rPr>
                <a:t>CERBERUS 22</a:t>
              </a:r>
            </a:p>
          </p:txBody>
        </p:sp>
        <p:sp>
          <p:nvSpPr>
            <p:cNvPr id="3" name="TextBox 2"/>
            <p:cNvSpPr txBox="1"/>
            <p:nvPr/>
          </p:nvSpPr>
          <p:spPr bwMode="auto">
            <a:xfrm>
              <a:off x="7419487" y="3463207"/>
              <a:ext cx="360040" cy="5724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rtlCol="0" anchor="ctr">
              <a:spAutoFit/>
            </a:bodyPr>
            <a:lstStyle/>
            <a:p>
              <a:pPr algn="l" eaLnBrk="1" hangingPunct="1">
                <a:lnSpc>
                  <a:spcPct val="130000"/>
                </a:lnSpc>
              </a:pPr>
              <a:r>
                <a:rPr lang="en-GB" sz="2400" b="1" i="0" dirty="0">
                  <a:solidFill>
                    <a:srgbClr val="FF0000"/>
                  </a:solidFill>
                  <a:latin typeface="Noto Sans" panose="020B0502040504020204" pitchFamily="34" charset="0"/>
                  <a:ea typeface="Noto Sans" panose="020B0502040504020204" pitchFamily="34" charset="0"/>
                  <a:cs typeface="Noto Sans" panose="020B0502040504020204" pitchFamily="34" charset="0"/>
                </a:rPr>
                <a:t>?</a:t>
              </a:r>
            </a:p>
          </p:txBody>
        </p:sp>
      </p:grpSp>
    </p:spTree>
    <p:extLst>
      <p:ext uri="{BB962C8B-B14F-4D97-AF65-F5344CB8AC3E}">
        <p14:creationId xmlns:p14="http://schemas.microsoft.com/office/powerpoint/2010/main" val="922394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0160000" y="4551736"/>
            <a:ext cx="343062" cy="264477"/>
          </a:xfrm>
          <a:prstGeom prst="rect">
            <a:avLst/>
          </a:prstGeom>
        </p:spPr>
      </p:pic>
      <p:pic>
        <p:nvPicPr>
          <p:cNvPr id="17" name="Imagen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8865968" y="4533270"/>
            <a:ext cx="343062" cy="264477"/>
          </a:xfrm>
          <a:prstGeom prst="rect">
            <a:avLst/>
          </a:prstGeom>
        </p:spPr>
      </p:pic>
      <p:pic>
        <p:nvPicPr>
          <p:cNvPr id="18" name="Imagen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7658205" y="4522924"/>
            <a:ext cx="343062" cy="264477"/>
          </a:xfrm>
          <a:prstGeom prst="rect">
            <a:avLst/>
          </a:prstGeom>
        </p:spPr>
      </p:pic>
      <p:pic>
        <p:nvPicPr>
          <p:cNvPr id="21" name="Imagen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6432297" y="4524534"/>
            <a:ext cx="343062" cy="264477"/>
          </a:xfrm>
          <a:prstGeom prst="rect">
            <a:avLst/>
          </a:prstGeom>
        </p:spPr>
      </p:pic>
      <p:pic>
        <p:nvPicPr>
          <p:cNvPr id="22" name="Imagen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5186839" y="4554996"/>
            <a:ext cx="343062" cy="264477"/>
          </a:xfrm>
          <a:prstGeom prst="rect">
            <a:avLst/>
          </a:prstGeom>
        </p:spPr>
      </p:pic>
      <p:pic>
        <p:nvPicPr>
          <p:cNvPr id="23" name="Imagen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3856949" y="4551736"/>
            <a:ext cx="343062" cy="264477"/>
          </a:xfrm>
          <a:prstGeom prst="rect">
            <a:avLst/>
          </a:prstGeom>
        </p:spPr>
      </p:pic>
      <p:pic>
        <p:nvPicPr>
          <p:cNvPr id="24" name="Imagen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2592970" y="4539825"/>
            <a:ext cx="343062" cy="264477"/>
          </a:xfrm>
          <a:prstGeom prst="rect">
            <a:avLst/>
          </a:prstGeom>
        </p:spPr>
      </p:pic>
      <p:pic>
        <p:nvPicPr>
          <p:cNvPr id="25" name="Imagen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322188" y="4519664"/>
            <a:ext cx="343062" cy="264477"/>
          </a:xfrm>
          <a:prstGeom prst="rect">
            <a:avLst/>
          </a:prstGeom>
        </p:spPr>
      </p:pic>
      <p:sp>
        <p:nvSpPr>
          <p:cNvPr id="2" name="Marcador de pie de página 1"/>
          <p:cNvSpPr>
            <a:spLocks noGrp="1"/>
          </p:cNvSpPr>
          <p:nvPr>
            <p:ph type="ftr" sz="quarter" idx="11"/>
          </p:nvPr>
        </p:nvSpPr>
        <p:spPr/>
        <p:txBody>
          <a:bodyPr/>
          <a:lstStyle/>
          <a:p>
            <a:r>
              <a:rPr lang="en-GB">
                <a:solidFill>
                  <a:prstClr val="black">
                    <a:tint val="75000"/>
                  </a:prstClr>
                </a:solidFill>
              </a:rPr>
              <a:t>NATO UNCLASSIFIED</a:t>
            </a:r>
          </a:p>
        </p:txBody>
      </p:sp>
      <p:sp>
        <p:nvSpPr>
          <p:cNvPr id="3" name="Marcador de número de diapositiva 2"/>
          <p:cNvSpPr>
            <a:spLocks noGrp="1"/>
          </p:cNvSpPr>
          <p:nvPr>
            <p:ph type="sldNum" sz="quarter" idx="12"/>
          </p:nvPr>
        </p:nvSpPr>
        <p:spPr/>
        <p:txBody>
          <a:bodyPr/>
          <a:lstStyle/>
          <a:p>
            <a:fld id="{A6D5C6AE-2A07-427F-9E07-C5D0DEC4862E}" type="slidenum">
              <a:rPr lang="en-GB" smtClean="0">
                <a:solidFill>
                  <a:prstClr val="black">
                    <a:tint val="75000"/>
                  </a:prstClr>
                </a:solidFill>
              </a:rPr>
              <a:pPr/>
              <a:t>14</a:t>
            </a:fld>
            <a:endParaRPr lang="en-GB">
              <a:solidFill>
                <a:prstClr val="black">
                  <a:tint val="75000"/>
                </a:prstClr>
              </a:solidFill>
            </a:endParaRPr>
          </a:p>
        </p:txBody>
      </p:sp>
      <p:graphicFrame>
        <p:nvGraphicFramePr>
          <p:cNvPr id="4" name="Diagrama 3"/>
          <p:cNvGraphicFramePr/>
          <p:nvPr/>
        </p:nvGraphicFramePr>
        <p:xfrm>
          <a:off x="767408" y="719667"/>
          <a:ext cx="10081120" cy="32133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a 4"/>
          <p:cNvGraphicFramePr/>
          <p:nvPr/>
        </p:nvGraphicFramePr>
        <p:xfrm>
          <a:off x="335360" y="3368020"/>
          <a:ext cx="3528392" cy="18971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6" name="Diagrama 5"/>
          <p:cNvGraphicFramePr/>
          <p:nvPr/>
        </p:nvGraphicFramePr>
        <p:xfrm>
          <a:off x="4193208" y="3368020"/>
          <a:ext cx="3528392" cy="189718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7" name="Diagrama 6"/>
          <p:cNvGraphicFramePr/>
          <p:nvPr/>
        </p:nvGraphicFramePr>
        <p:xfrm>
          <a:off x="7896200" y="3368020"/>
          <a:ext cx="3528392" cy="1897184"/>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cxnSp>
        <p:nvCxnSpPr>
          <p:cNvPr id="9" name="Conector recto 8"/>
          <p:cNvCxnSpPr/>
          <p:nvPr/>
        </p:nvCxnSpPr>
        <p:spPr>
          <a:xfrm>
            <a:off x="5807968" y="2326362"/>
            <a:ext cx="288032" cy="0"/>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10" name="Imagen 9"/>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6686366" y="908720"/>
            <a:ext cx="1019127" cy="315003"/>
          </a:xfrm>
          <a:prstGeom prst="rect">
            <a:avLst/>
          </a:prstGeom>
        </p:spPr>
      </p:pic>
      <p:pic>
        <p:nvPicPr>
          <p:cNvPr id="11" name="Imagen 10"/>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3128620" y="3346895"/>
            <a:ext cx="839684" cy="389308"/>
          </a:xfrm>
          <a:prstGeom prst="rect">
            <a:avLst/>
          </a:prstGeom>
        </p:spPr>
      </p:pic>
      <p:pic>
        <p:nvPicPr>
          <p:cNvPr id="12" name="Imagen 11"/>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6776087" y="3368020"/>
            <a:ext cx="839684" cy="389308"/>
          </a:xfrm>
          <a:prstGeom prst="rect">
            <a:avLst/>
          </a:prstGeom>
        </p:spPr>
      </p:pic>
      <p:pic>
        <p:nvPicPr>
          <p:cNvPr id="13" name="Imagen 12"/>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0603286" y="3340831"/>
            <a:ext cx="839684" cy="389308"/>
          </a:xfrm>
          <a:prstGeom prst="rect">
            <a:avLst/>
          </a:prstGeom>
        </p:spPr>
      </p:pic>
      <p:sp>
        <p:nvSpPr>
          <p:cNvPr id="15" name="CuadroTexto 14"/>
          <p:cNvSpPr txBox="1"/>
          <p:nvPr/>
        </p:nvSpPr>
        <p:spPr bwMode="auto">
          <a:xfrm>
            <a:off x="8130602" y="529826"/>
            <a:ext cx="3312368" cy="1052596"/>
          </a:xfrm>
          <a:prstGeom prst="rect">
            <a:avLst/>
          </a:prstGeom>
          <a:solidFill>
            <a:srgbClr val="FF00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WHAT´S AN ARMY CORPS</a:t>
            </a: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a:t>
            </a:r>
          </a:p>
        </p:txBody>
      </p:sp>
      <p:sp>
        <p:nvSpPr>
          <p:cNvPr id="16" name="CuadroTexto 15"/>
          <p:cNvSpPr txBox="1"/>
          <p:nvPr/>
        </p:nvSpPr>
        <p:spPr bwMode="auto">
          <a:xfrm>
            <a:off x="2207568" y="5146914"/>
            <a:ext cx="7704856" cy="1532727"/>
          </a:xfrm>
          <a:prstGeom prst="rect">
            <a:avLst/>
          </a:prstGeom>
          <a:solidFill>
            <a:srgbClr val="FF00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marL="342900" indent="-342900" eaLnBrk="1" hangingPunct="1">
              <a:lnSpc>
                <a:spcPct val="130000"/>
              </a:lnSpc>
              <a:buFont typeface="Wingdings" panose="05000000000000000000" pitchFamily="2" charset="2"/>
              <a:buChar char="Ø"/>
            </a:pP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BRIGADE: 3/5.000 </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TROOPS</a:t>
            </a:r>
            <a:endPar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marL="342900" indent="-342900" eaLnBrk="1" hangingPunct="1">
              <a:lnSpc>
                <a:spcPct val="130000"/>
              </a:lnSpc>
              <a:buFont typeface="Wingdings" panose="05000000000000000000" pitchFamily="2" charset="2"/>
              <a:buChar char="Ø"/>
            </a:pP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DIVISION: 20/25.000 TROOPS</a:t>
            </a:r>
          </a:p>
          <a:p>
            <a:pPr marL="342900" indent="-342900" eaLnBrk="1" hangingPunct="1">
              <a:lnSpc>
                <a:spcPct val="130000"/>
              </a:lnSpc>
              <a:buFont typeface="Wingdings" panose="05000000000000000000" pitchFamily="2" charset="2"/>
              <a:buChar char="Ø"/>
            </a:pP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ARMY CORPS</a:t>
            </a: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 </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UP TO 125</a:t>
            </a: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.000 TROOPS</a:t>
            </a:r>
          </a:p>
        </p:txBody>
      </p:sp>
      <p:pic>
        <p:nvPicPr>
          <p:cNvPr id="19" name="Imagen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1446259" y="4533269"/>
            <a:ext cx="343062" cy="264477"/>
          </a:xfrm>
          <a:prstGeom prst="rect">
            <a:avLst/>
          </a:prstGeom>
        </p:spPr>
      </p:pic>
      <p:sp>
        <p:nvSpPr>
          <p:cNvPr id="26" name="Llamada rectangular 25"/>
          <p:cNvSpPr/>
          <p:nvPr/>
        </p:nvSpPr>
        <p:spPr>
          <a:xfrm>
            <a:off x="8026400" y="2326362"/>
            <a:ext cx="2822128" cy="45719"/>
          </a:xfrm>
          <a:prstGeom prst="wedgeRectCallou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Llamada rectangular 26"/>
          <p:cNvSpPr/>
          <p:nvPr/>
        </p:nvSpPr>
        <p:spPr>
          <a:xfrm>
            <a:off x="8191601" y="1864667"/>
            <a:ext cx="3936798" cy="757188"/>
          </a:xfrm>
          <a:prstGeom prst="wedgeRectCallout">
            <a:avLst>
              <a:gd name="adj1" fmla="val -63415"/>
              <a:gd name="adj2" fmla="val -278"/>
            </a:avLst>
          </a:prstGeom>
          <a:solidFill>
            <a:srgbClr val="FFFF00"/>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dirty="0">
                <a:solidFill>
                  <a:schemeClr val="tx1"/>
                </a:solidFill>
              </a:rPr>
              <a:t>COMBAT SUPPORT (FIELD ARTILLERY, AIR DEFENCE, ENGINEERS…) &amp; COMBAT SERVICE SUPPORT (LOGISTICS)</a:t>
            </a:r>
          </a:p>
        </p:txBody>
      </p:sp>
      <p:sp>
        <p:nvSpPr>
          <p:cNvPr id="8" name="CuadroTexto 7"/>
          <p:cNvSpPr txBox="1"/>
          <p:nvPr/>
        </p:nvSpPr>
        <p:spPr bwMode="auto">
          <a:xfrm>
            <a:off x="5446703" y="318601"/>
            <a:ext cx="1152128" cy="492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20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XXX</a:t>
            </a:r>
          </a:p>
        </p:txBody>
      </p:sp>
      <p:sp>
        <p:nvSpPr>
          <p:cNvPr id="31" name="CuadroTexto 30"/>
          <p:cNvSpPr txBox="1"/>
          <p:nvPr/>
        </p:nvSpPr>
        <p:spPr bwMode="auto">
          <a:xfrm>
            <a:off x="1841458" y="2808944"/>
            <a:ext cx="732220"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 </a:t>
            </a:r>
            <a:r>
              <a:rPr lang="es-ES" sz="1600" b="1" dirty="0" err="1">
                <a:solidFill>
                  <a:srgbClr val="545454"/>
                </a:solidFill>
                <a:latin typeface="Arial Black" panose="020B0A04020102020204" pitchFamily="34" charset="0"/>
                <a:ea typeface="Noto Sans" panose="020B0502040504020204" pitchFamily="34" charset="0"/>
                <a:cs typeface="Noto Sans" panose="020B0502040504020204" pitchFamily="34" charset="0"/>
              </a:rPr>
              <a:t>X</a:t>
            </a:r>
            <a:endPar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endParaRPr>
          </a:p>
        </p:txBody>
      </p:sp>
      <p:sp>
        <p:nvSpPr>
          <p:cNvPr id="34" name="CuadroTexto 33"/>
          <p:cNvSpPr txBox="1"/>
          <p:nvPr/>
        </p:nvSpPr>
        <p:spPr bwMode="auto">
          <a:xfrm>
            <a:off x="5529901" y="2797347"/>
            <a:ext cx="732220"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 </a:t>
            </a:r>
            <a:r>
              <a:rPr lang="es-ES" sz="1600" b="1" dirty="0" err="1">
                <a:solidFill>
                  <a:srgbClr val="545454"/>
                </a:solidFill>
                <a:latin typeface="Arial Black" panose="020B0A04020102020204" pitchFamily="34" charset="0"/>
                <a:ea typeface="Noto Sans" panose="020B0502040504020204" pitchFamily="34" charset="0"/>
                <a:cs typeface="Noto Sans" panose="020B0502040504020204" pitchFamily="34" charset="0"/>
              </a:rPr>
              <a:t>X</a:t>
            </a:r>
            <a:endPar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endParaRPr>
          </a:p>
        </p:txBody>
      </p:sp>
      <p:sp>
        <p:nvSpPr>
          <p:cNvPr id="35" name="CuadroTexto 34"/>
          <p:cNvSpPr txBox="1"/>
          <p:nvPr/>
        </p:nvSpPr>
        <p:spPr bwMode="auto">
          <a:xfrm>
            <a:off x="9375709" y="2811696"/>
            <a:ext cx="732220"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 </a:t>
            </a:r>
            <a:r>
              <a:rPr lang="es-ES" sz="1600" b="1" dirty="0" err="1">
                <a:solidFill>
                  <a:srgbClr val="545454"/>
                </a:solidFill>
                <a:latin typeface="Arial Black" panose="020B0A04020102020204" pitchFamily="34" charset="0"/>
                <a:ea typeface="Noto Sans" panose="020B0502040504020204" pitchFamily="34" charset="0"/>
                <a:cs typeface="Noto Sans" panose="020B0502040504020204" pitchFamily="34" charset="0"/>
              </a:rPr>
              <a:t>X</a:t>
            </a:r>
            <a:endPar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endParaRPr>
          </a:p>
        </p:txBody>
      </p:sp>
      <p:sp>
        <p:nvSpPr>
          <p:cNvPr id="30" name="CuadroTexto 29"/>
          <p:cNvSpPr txBox="1"/>
          <p:nvPr/>
        </p:nvSpPr>
        <p:spPr bwMode="auto">
          <a:xfrm>
            <a:off x="699580" y="4120847"/>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33" name="CuadroTexto 32"/>
          <p:cNvSpPr txBox="1"/>
          <p:nvPr/>
        </p:nvSpPr>
        <p:spPr bwMode="auto">
          <a:xfrm>
            <a:off x="1955720" y="4138147"/>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36" name="CuadroTexto 35"/>
          <p:cNvSpPr txBox="1"/>
          <p:nvPr/>
        </p:nvSpPr>
        <p:spPr bwMode="auto">
          <a:xfrm>
            <a:off x="3167779" y="4138148"/>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37" name="CuadroTexto 36"/>
          <p:cNvSpPr txBox="1"/>
          <p:nvPr/>
        </p:nvSpPr>
        <p:spPr bwMode="auto">
          <a:xfrm>
            <a:off x="4554238" y="4151107"/>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38" name="CuadroTexto 37"/>
          <p:cNvSpPr txBox="1"/>
          <p:nvPr/>
        </p:nvSpPr>
        <p:spPr bwMode="auto">
          <a:xfrm>
            <a:off x="5813068" y="4138149"/>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39" name="CuadroTexto 38"/>
          <p:cNvSpPr txBox="1"/>
          <p:nvPr/>
        </p:nvSpPr>
        <p:spPr bwMode="auto">
          <a:xfrm>
            <a:off x="7056054" y="4139315"/>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40" name="CuadroTexto 39"/>
          <p:cNvSpPr txBox="1"/>
          <p:nvPr/>
        </p:nvSpPr>
        <p:spPr bwMode="auto">
          <a:xfrm>
            <a:off x="8232019" y="4151107"/>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41" name="CuadroTexto 40"/>
          <p:cNvSpPr txBox="1"/>
          <p:nvPr/>
        </p:nvSpPr>
        <p:spPr bwMode="auto">
          <a:xfrm>
            <a:off x="9499668" y="4138149"/>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
        <p:nvSpPr>
          <p:cNvPr id="42" name="CuadroTexto 41"/>
          <p:cNvSpPr txBox="1"/>
          <p:nvPr/>
        </p:nvSpPr>
        <p:spPr bwMode="auto">
          <a:xfrm>
            <a:off x="10803099" y="4120848"/>
            <a:ext cx="321456" cy="4124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s-ES" sz="1600" b="1" dirty="0">
                <a:solidFill>
                  <a:srgbClr val="545454"/>
                </a:solidFill>
                <a:latin typeface="Arial Black" panose="020B0A04020102020204" pitchFamily="34" charset="0"/>
                <a:ea typeface="Noto Sans" panose="020B0502040504020204" pitchFamily="34" charset="0"/>
                <a:cs typeface="Noto Sans" panose="020B0502040504020204" pitchFamily="34" charset="0"/>
              </a:rPr>
              <a:t>X</a:t>
            </a:r>
          </a:p>
        </p:txBody>
      </p:sp>
    </p:spTree>
    <p:extLst>
      <p:ext uri="{BB962C8B-B14F-4D97-AF65-F5344CB8AC3E}">
        <p14:creationId xmlns:p14="http://schemas.microsoft.com/office/powerpoint/2010/main" val="3570479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3" name="Picture 972"/>
          <p:cNvPicPr>
            <a:picLocks noChangeAspect="1"/>
          </p:cNvPicPr>
          <p:nvPr/>
        </p:nvPicPr>
        <p:blipFill rotWithShape="1">
          <a:blip r:embed="rId3"/>
          <a:srcRect r="4494" b="1429"/>
          <a:stretch/>
        </p:blipFill>
        <p:spPr>
          <a:xfrm>
            <a:off x="2639616" y="1412776"/>
            <a:ext cx="6663892" cy="5181387"/>
          </a:xfrm>
          <a:prstGeom prst="rect">
            <a:avLst/>
          </a:prstGeom>
        </p:spPr>
      </p:pic>
      <p:sp>
        <p:nvSpPr>
          <p:cNvPr id="5" name="CuadroTexto 14">
            <a:extLst>
              <a:ext uri="{FF2B5EF4-FFF2-40B4-BE49-F238E27FC236}">
                <a16:creationId xmlns:a16="http://schemas.microsoft.com/office/drawing/2014/main" id="{48F97C01-AEF3-4A5F-A6CA-6AC49BED295D}"/>
              </a:ext>
            </a:extLst>
          </p:cNvPr>
          <p:cNvSpPr txBox="1"/>
          <p:nvPr/>
        </p:nvSpPr>
        <p:spPr bwMode="auto">
          <a:xfrm>
            <a:off x="2495600" y="764704"/>
            <a:ext cx="8011266" cy="531877"/>
          </a:xfrm>
          <a:prstGeom prst="rect">
            <a:avLst/>
          </a:prstGeom>
          <a:solidFill>
            <a:srgbClr val="FF00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EXAMPLE: </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STEADFAST LEDA 21</a:t>
            </a:r>
            <a:endPar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385139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F66605-5044-44BE-BA60-160E2556597A}"/>
              </a:ext>
            </a:extLst>
          </p:cNvPr>
          <p:cNvPicPr>
            <a:picLocks noChangeAspect="1"/>
          </p:cNvPicPr>
          <p:nvPr/>
        </p:nvPicPr>
        <p:blipFill>
          <a:blip r:embed="rId2"/>
          <a:stretch>
            <a:fillRect/>
          </a:stretch>
        </p:blipFill>
        <p:spPr>
          <a:xfrm>
            <a:off x="2190163" y="2438256"/>
            <a:ext cx="7167152" cy="3691082"/>
          </a:xfrm>
          <a:prstGeom prst="rect">
            <a:avLst/>
          </a:prstGeom>
          <a:noFill/>
        </p:spPr>
      </p:pic>
      <p:sp>
        <p:nvSpPr>
          <p:cNvPr id="5" name="Title 1">
            <a:extLst>
              <a:ext uri="{FF2B5EF4-FFF2-40B4-BE49-F238E27FC236}">
                <a16:creationId xmlns:a16="http://schemas.microsoft.com/office/drawing/2014/main" id="{C1E718B4-AA73-4364-98B1-539D16CEAF40}"/>
              </a:ext>
            </a:extLst>
          </p:cNvPr>
          <p:cNvSpPr>
            <a:spLocks noGrp="1"/>
          </p:cNvSpPr>
          <p:nvPr>
            <p:ph type="title"/>
          </p:nvPr>
        </p:nvSpPr>
        <p:spPr>
          <a:xfrm>
            <a:off x="1957315" y="1268760"/>
            <a:ext cx="7632848" cy="850106"/>
          </a:xfrm>
        </p:spPr>
        <p:txBody>
          <a:bodyPr/>
          <a:lstStyle/>
          <a:p>
            <a:r>
              <a:rPr lang="en-GB" dirty="0"/>
              <a:t>BATTLESPACE: REAR, CLOSE, DEEP AREAS</a:t>
            </a:r>
          </a:p>
        </p:txBody>
      </p:sp>
    </p:spTree>
    <p:extLst>
      <p:ext uri="{BB962C8B-B14F-4D97-AF65-F5344CB8AC3E}">
        <p14:creationId xmlns:p14="http://schemas.microsoft.com/office/powerpoint/2010/main" val="2617958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E46D64-7008-4D83-8AD7-2230CFAB70BD}"/>
              </a:ext>
            </a:extLst>
          </p:cNvPr>
          <p:cNvPicPr>
            <a:picLocks noChangeAspect="1"/>
          </p:cNvPicPr>
          <p:nvPr/>
        </p:nvPicPr>
        <p:blipFill>
          <a:blip r:embed="rId2"/>
          <a:stretch>
            <a:fillRect/>
          </a:stretch>
        </p:blipFill>
        <p:spPr>
          <a:xfrm>
            <a:off x="1559496" y="980728"/>
            <a:ext cx="9073008" cy="5773731"/>
          </a:xfrm>
          <a:prstGeom prst="rect">
            <a:avLst/>
          </a:prstGeom>
        </p:spPr>
      </p:pic>
      <p:sp>
        <p:nvSpPr>
          <p:cNvPr id="3" name="CuadroTexto 14">
            <a:extLst>
              <a:ext uri="{FF2B5EF4-FFF2-40B4-BE49-F238E27FC236}">
                <a16:creationId xmlns:a16="http://schemas.microsoft.com/office/drawing/2014/main" id="{72571523-F800-4511-8815-09A34B0E72C2}"/>
              </a:ext>
            </a:extLst>
          </p:cNvPr>
          <p:cNvSpPr txBox="1"/>
          <p:nvPr/>
        </p:nvSpPr>
        <p:spPr bwMode="auto">
          <a:xfrm>
            <a:off x="3143672" y="714789"/>
            <a:ext cx="6264696" cy="531877"/>
          </a:xfrm>
          <a:prstGeom prst="rect">
            <a:avLst/>
          </a:prstGeom>
          <a:solidFill>
            <a:srgbClr val="FF00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EXAMPLE: </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SINGLE CORPS BATTLESPACE</a:t>
            </a:r>
            <a:endPar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3788557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9314005" y="6245151"/>
            <a:ext cx="2743200" cy="365125"/>
          </a:xfrm>
          <a:prstGeom prst="rect">
            <a:avLst/>
          </a:prstGeom>
        </p:spPr>
        <p:txBody>
          <a:bodyPr vert="horz" lIns="91440" tIns="45720" rIns="91440" bIns="45720" rtlCol="0" anchor="ctr"/>
          <a:lstStyle>
            <a:defPPr>
              <a:defRPr lang="x-none"/>
            </a:defPPr>
            <a:lvl1pPr marL="0" algn="r" defTabSz="914400" rtl="0" eaLnBrk="1" latinLnBrk="0" hangingPunct="1">
              <a:defRPr sz="1000" b="0" i="0" kern="1200">
                <a:solidFill>
                  <a:srgbClr val="5FAF4B"/>
                </a:solidFill>
                <a:latin typeface="Arial" panose="020B0604020202020204" pitchFamily="34" charset="0"/>
                <a:ea typeface="Noto Sans" panose="020B0502040504020204" pitchFamily="34" charset="0"/>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0BF3E29-FBF2-4000-A13B-0545E56F13D2}" type="slidenum">
              <a:rPr lang="en-GB" smtClean="0"/>
              <a:pPr/>
              <a:t>18</a:t>
            </a:fld>
            <a:endParaRPr lang="en-GB" dirty="0"/>
          </a:p>
        </p:txBody>
      </p:sp>
      <p:grpSp>
        <p:nvGrpSpPr>
          <p:cNvPr id="2" name="Group 1">
            <a:extLst>
              <a:ext uri="{FF2B5EF4-FFF2-40B4-BE49-F238E27FC236}">
                <a16:creationId xmlns:a16="http://schemas.microsoft.com/office/drawing/2014/main" id="{E937972D-E47C-4380-A6B3-7CA728797AAA}"/>
              </a:ext>
            </a:extLst>
          </p:cNvPr>
          <p:cNvGrpSpPr/>
          <p:nvPr/>
        </p:nvGrpSpPr>
        <p:grpSpPr>
          <a:xfrm>
            <a:off x="1639077" y="1275171"/>
            <a:ext cx="8766853" cy="5394189"/>
            <a:chOff x="1639077" y="836712"/>
            <a:chExt cx="8766853" cy="5394189"/>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836712"/>
              <a:ext cx="8729530" cy="537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kstvak 17"/>
            <p:cNvSpPr txBox="1"/>
            <p:nvPr/>
          </p:nvSpPr>
          <p:spPr>
            <a:xfrm>
              <a:off x="3429000" y="5953902"/>
              <a:ext cx="1219200" cy="276999"/>
            </a:xfrm>
            <a:prstGeom prst="rect">
              <a:avLst/>
            </a:prstGeom>
            <a:noFill/>
          </p:spPr>
          <p:txBody>
            <a:bodyPr wrap="square" rtlCol="0">
              <a:spAutoFit/>
            </a:bodyPr>
            <a:lstStyle/>
            <a:p>
              <a:r>
                <a:rPr lang="nl-NL" sz="1200" b="1" dirty="0">
                  <a:solidFill>
                    <a:srgbClr val="0211A2"/>
                  </a:solidFill>
                  <a:latin typeface="Arial Black" panose="020B0A04020102020204" pitchFamily="34" charset="0"/>
                  <a:cs typeface="Arial" panose="020B0604020202020204" pitchFamily="34" charset="0"/>
                </a:rPr>
                <a:t>600-700 km</a:t>
              </a:r>
            </a:p>
          </p:txBody>
        </p:sp>
        <p:cxnSp>
          <p:nvCxnSpPr>
            <p:cNvPr id="19" name="Rechte verbindingslijn met pijl 18"/>
            <p:cNvCxnSpPr/>
            <p:nvPr/>
          </p:nvCxnSpPr>
          <p:spPr>
            <a:xfrm>
              <a:off x="2677883" y="6230900"/>
              <a:ext cx="6204862" cy="0"/>
            </a:xfrm>
            <a:prstGeom prst="straightConnector1">
              <a:avLst/>
            </a:prstGeom>
            <a:ln w="19050">
              <a:solidFill>
                <a:srgbClr val="0318E3"/>
              </a:solidFill>
              <a:tailEnd type="arrow"/>
            </a:ln>
          </p:spPr>
          <p:style>
            <a:lnRef idx="1">
              <a:schemeClr val="accent1"/>
            </a:lnRef>
            <a:fillRef idx="0">
              <a:schemeClr val="accent1"/>
            </a:fillRef>
            <a:effectRef idx="0">
              <a:schemeClr val="accent1"/>
            </a:effectRef>
            <a:fontRef idx="minor">
              <a:schemeClr val="tx1"/>
            </a:fontRef>
          </p:style>
        </p:cxnSp>
        <p:sp>
          <p:nvSpPr>
            <p:cNvPr id="21" name="Tekstvak 20"/>
            <p:cNvSpPr txBox="1"/>
            <p:nvPr/>
          </p:nvSpPr>
          <p:spPr>
            <a:xfrm>
              <a:off x="1715276" y="5943601"/>
              <a:ext cx="1332724" cy="276999"/>
            </a:xfrm>
            <a:prstGeom prst="rect">
              <a:avLst/>
            </a:prstGeom>
            <a:noFill/>
          </p:spPr>
          <p:txBody>
            <a:bodyPr wrap="square" rtlCol="0">
              <a:spAutoFit/>
            </a:bodyPr>
            <a:lstStyle/>
            <a:p>
              <a:pPr algn="r"/>
              <a:r>
                <a:rPr lang="nl-NL" sz="1200" b="1" dirty="0">
                  <a:solidFill>
                    <a:schemeClr val="bg1"/>
                  </a:solidFill>
                  <a:latin typeface="Arial Black" panose="020B0A04020102020204" pitchFamily="34" charset="0"/>
                  <a:cs typeface="Arial" panose="020B0604020202020204" pitchFamily="34" charset="0"/>
                </a:rPr>
                <a:t>800- 1000 </a:t>
              </a:r>
              <a:r>
                <a:rPr lang="nl-NL" sz="1200" b="1" dirty="0">
                  <a:latin typeface="Arial Black" panose="020B0A04020102020204" pitchFamily="34" charset="0"/>
                  <a:cs typeface="Arial" panose="020B0604020202020204" pitchFamily="34" charset="0"/>
                </a:rPr>
                <a:t>km</a:t>
              </a:r>
            </a:p>
          </p:txBody>
        </p:sp>
        <p:cxnSp>
          <p:nvCxnSpPr>
            <p:cNvPr id="22" name="Rechte verbindingslijn met pijl 21"/>
            <p:cNvCxnSpPr/>
            <p:nvPr/>
          </p:nvCxnSpPr>
          <p:spPr>
            <a:xfrm flipH="1" flipV="1">
              <a:off x="1639077" y="6220599"/>
              <a:ext cx="838200" cy="4666"/>
            </a:xfrm>
            <a:prstGeom prst="straightConnector1">
              <a:avLst/>
            </a:prstGeom>
            <a:ln w="19050">
              <a:solidFill>
                <a:schemeClr val="bg1">
                  <a:lumMod val="9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8" name="CuadroTexto 14">
            <a:extLst>
              <a:ext uri="{FF2B5EF4-FFF2-40B4-BE49-F238E27FC236}">
                <a16:creationId xmlns:a16="http://schemas.microsoft.com/office/drawing/2014/main" id="{10D0337F-02CF-4C2E-BC0B-6E0A8DD1C862}"/>
              </a:ext>
            </a:extLst>
          </p:cNvPr>
          <p:cNvSpPr txBox="1"/>
          <p:nvPr/>
        </p:nvSpPr>
        <p:spPr bwMode="auto">
          <a:xfrm>
            <a:off x="2872813" y="620688"/>
            <a:ext cx="6336704" cy="531877"/>
          </a:xfrm>
          <a:prstGeom prst="rect">
            <a:avLst/>
          </a:prstGeom>
          <a:solidFill>
            <a:srgbClr val="FF0000"/>
          </a:solid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ctr" eaLnBrk="1" hangingPunct="1">
              <a:lnSpc>
                <a:spcPct val="130000"/>
              </a:lnSpc>
            </a:pPr>
            <a:r>
              <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rPr>
              <a:t>EXAMPLE: </a:t>
            </a:r>
            <a:r>
              <a:rPr lang="es-ES" sz="2400" b="1" dirty="0">
                <a:solidFill>
                  <a:schemeClr val="bg1"/>
                </a:solidFill>
                <a:latin typeface="Noto Sans" panose="020B0502040504020204" pitchFamily="34" charset="0"/>
                <a:ea typeface="Noto Sans" panose="020B0502040504020204" pitchFamily="34" charset="0"/>
                <a:cs typeface="Noto Sans" panose="020B0502040504020204" pitchFamily="34" charset="0"/>
              </a:rPr>
              <a:t>MULTI CORPS BATTLESPACE</a:t>
            </a:r>
            <a:endParaRPr lang="es-ES" sz="2400" b="1" i="0"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932489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1913048" y="1601446"/>
            <a:ext cx="8126045" cy="5211930"/>
          </a:xfrm>
          <a:prstGeom prst="rect">
            <a:avLst/>
          </a:prstGeom>
        </p:spPr>
      </p:pic>
      <p:sp>
        <p:nvSpPr>
          <p:cNvPr id="4" name="Title 1">
            <a:extLst>
              <a:ext uri="{FF2B5EF4-FFF2-40B4-BE49-F238E27FC236}">
                <a16:creationId xmlns:a16="http://schemas.microsoft.com/office/drawing/2014/main" id="{CC2BEBC9-1AA9-48D8-AAD6-002762CAB846}"/>
              </a:ext>
            </a:extLst>
          </p:cNvPr>
          <p:cNvSpPr>
            <a:spLocks noGrp="1"/>
          </p:cNvSpPr>
          <p:nvPr>
            <p:ph type="title"/>
          </p:nvPr>
        </p:nvSpPr>
        <p:spPr>
          <a:xfrm>
            <a:off x="2567608" y="1052736"/>
            <a:ext cx="7632848" cy="432048"/>
          </a:xfrm>
        </p:spPr>
        <p:txBody>
          <a:bodyPr>
            <a:normAutofit fontScale="90000"/>
          </a:bodyPr>
          <a:lstStyle/>
          <a:p>
            <a:r>
              <a:rPr lang="en-GB" dirty="0"/>
              <a:t>REAR, COMPLEXITY OF THE ENVIRONMENT</a:t>
            </a:r>
            <a:br>
              <a:rPr lang="en-GB" dirty="0"/>
            </a:br>
            <a:endParaRPr lang="en-GB" dirty="0"/>
          </a:p>
        </p:txBody>
      </p:sp>
    </p:spTree>
    <p:extLst>
      <p:ext uri="{BB962C8B-B14F-4D97-AF65-F5344CB8AC3E}">
        <p14:creationId xmlns:p14="http://schemas.microsoft.com/office/powerpoint/2010/main" val="3914498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A686-FD1B-41CB-9FED-79D4EB197342}"/>
              </a:ext>
            </a:extLst>
          </p:cNvPr>
          <p:cNvSpPr>
            <a:spLocks noGrp="1"/>
          </p:cNvSpPr>
          <p:nvPr>
            <p:ph type="title"/>
          </p:nvPr>
        </p:nvSpPr>
        <p:spPr>
          <a:xfrm>
            <a:off x="3287688" y="1052736"/>
            <a:ext cx="4680520" cy="850106"/>
          </a:xfrm>
        </p:spPr>
        <p:txBody>
          <a:bodyPr/>
          <a:lstStyle/>
          <a:p>
            <a:r>
              <a:rPr lang="en-GB" dirty="0"/>
              <a:t>REAR AREA OPERATIONS</a:t>
            </a:r>
          </a:p>
        </p:txBody>
      </p:sp>
      <p:sp>
        <p:nvSpPr>
          <p:cNvPr id="3" name="Content Placeholder 2">
            <a:extLst>
              <a:ext uri="{FF2B5EF4-FFF2-40B4-BE49-F238E27FC236}">
                <a16:creationId xmlns:a16="http://schemas.microsoft.com/office/drawing/2014/main" id="{FBF86C5F-C53A-4528-B0B4-4F414078F5A6}"/>
              </a:ext>
            </a:extLst>
          </p:cNvPr>
          <p:cNvSpPr>
            <a:spLocks noGrp="1"/>
          </p:cNvSpPr>
          <p:nvPr>
            <p:ph idx="1"/>
          </p:nvPr>
        </p:nvSpPr>
        <p:spPr>
          <a:xfrm>
            <a:off x="838200" y="1988840"/>
            <a:ext cx="10515600" cy="4680520"/>
          </a:xfrm>
        </p:spPr>
        <p:txBody>
          <a:bodyPr>
            <a:normAutofit/>
          </a:bodyPr>
          <a:lstStyle/>
          <a:p>
            <a:pPr marL="0" indent="0">
              <a:buNone/>
            </a:pPr>
            <a:r>
              <a:rPr lang="en-GB" dirty="0"/>
              <a:t>‘Rear Ops are the largely administrative and logistic activities that occur out of contact with enemy forces, that is, behind the area in which close operations are occurring. Rear Ops require security, particularly in campaigns involving an asymmetric, unconventional adversary*. In all situations there is a need to secure lines of communication. Considerations for rear area security will focus on these lines of communications and other areas that are not manned by combat forces.’</a:t>
            </a:r>
          </a:p>
          <a:p>
            <a:pPr marL="0" indent="0">
              <a:buNone/>
            </a:pPr>
            <a:r>
              <a:rPr lang="en-GB" b="1" i="1" dirty="0"/>
              <a:t>[NATO Allied Tactics Publication 3.2.1: Allied Land Tactics]</a:t>
            </a:r>
          </a:p>
          <a:p>
            <a:pPr marL="0" indent="0">
              <a:lnSpc>
                <a:spcPct val="100000"/>
              </a:lnSpc>
              <a:spcBef>
                <a:spcPts val="0"/>
              </a:spcBef>
              <a:buNone/>
            </a:pPr>
            <a:endParaRPr lang="en-GB" dirty="0"/>
          </a:p>
          <a:p>
            <a:pPr marL="0" indent="0">
              <a:lnSpc>
                <a:spcPct val="100000"/>
              </a:lnSpc>
              <a:spcBef>
                <a:spcPts val="0"/>
              </a:spcBef>
              <a:buNone/>
            </a:pPr>
            <a:r>
              <a:rPr lang="en-GB" i="1" dirty="0"/>
              <a:t>*Non-military threats: Irregular threats to Rear Ops are detailed in NATO doctrine as terrorism, espionage, subversion, sabotage and organised crime (TESSOC).</a:t>
            </a:r>
          </a:p>
          <a:p>
            <a:pPr marL="0" indent="0">
              <a:buNone/>
            </a:pPr>
            <a:endParaRPr lang="en-GB" b="1" i="1" dirty="0"/>
          </a:p>
          <a:p>
            <a:endParaRPr lang="en-GB" dirty="0"/>
          </a:p>
        </p:txBody>
      </p:sp>
      <p:sp>
        <p:nvSpPr>
          <p:cNvPr id="4" name="TextBox 3">
            <a:extLst>
              <a:ext uri="{FF2B5EF4-FFF2-40B4-BE49-F238E27FC236}">
                <a16:creationId xmlns:a16="http://schemas.microsoft.com/office/drawing/2014/main" id="{F90AEBA8-3E95-4CE5-A81A-F809157DB3E3}"/>
              </a:ext>
            </a:extLst>
          </p:cNvPr>
          <p:cNvSpPr txBox="1"/>
          <p:nvPr/>
        </p:nvSpPr>
        <p:spPr bwMode="auto">
          <a:xfrm>
            <a:off x="911424" y="2996952"/>
            <a:ext cx="3168352" cy="504056"/>
          </a:xfrm>
          <a:prstGeom prst="rect">
            <a:avLst/>
          </a:prstGeom>
          <a:noFill/>
          <a:ln w="60325">
            <a:solidFill>
              <a:srgbClr val="FF000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endParaRPr lang="en-GB"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endParaRPr>
          </a:p>
        </p:txBody>
      </p:sp>
      <p:sp>
        <p:nvSpPr>
          <p:cNvPr id="5" name="TextBox 4">
            <a:extLst>
              <a:ext uri="{FF2B5EF4-FFF2-40B4-BE49-F238E27FC236}">
                <a16:creationId xmlns:a16="http://schemas.microsoft.com/office/drawing/2014/main" id="{BB178863-21FD-451E-8759-D867B380B94D}"/>
              </a:ext>
            </a:extLst>
          </p:cNvPr>
          <p:cNvSpPr txBox="1"/>
          <p:nvPr/>
        </p:nvSpPr>
        <p:spPr bwMode="auto">
          <a:xfrm>
            <a:off x="3935760" y="2060848"/>
            <a:ext cx="4248472" cy="504056"/>
          </a:xfrm>
          <a:prstGeom prst="rect">
            <a:avLst/>
          </a:prstGeom>
          <a:noFill/>
          <a:ln w="60325">
            <a:solidFill>
              <a:srgbClr val="00B050"/>
            </a:solid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endParaRPr lang="en-GB"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085641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867708" y="-1638"/>
            <a:ext cx="2456585" cy="276999"/>
          </a:xfrm>
          <a:prstGeom prst="rect">
            <a:avLst/>
          </a:prstGeom>
          <a:solidFill>
            <a:schemeClr val="bg1"/>
          </a:solid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NATO SECRET – REL SWE/FIN</a:t>
            </a:r>
          </a:p>
        </p:txBody>
      </p:sp>
      <p:sp>
        <p:nvSpPr>
          <p:cNvPr id="5" name="Content Placeholder 2"/>
          <p:cNvSpPr>
            <a:spLocks noGrp="1"/>
          </p:cNvSpPr>
          <p:nvPr>
            <p:ph idx="1"/>
          </p:nvPr>
        </p:nvSpPr>
        <p:spPr>
          <a:xfrm>
            <a:off x="5373859" y="1769017"/>
            <a:ext cx="6241366" cy="4525963"/>
          </a:xfrm>
        </p:spPr>
        <p:txBody>
          <a:bodyPr>
            <a:normAutofit fontScale="92500" lnSpcReduction="10000"/>
          </a:bodyPr>
          <a:lstStyle/>
          <a:p>
            <a:pPr marL="457200" indent="-457200">
              <a:buFont typeface="+mj-lt"/>
              <a:buAutoNum type="arabicPeriod"/>
            </a:pPr>
            <a:r>
              <a:rPr lang="en-GB" sz="2400" b="1" dirty="0"/>
              <a:t>Security.</a:t>
            </a:r>
          </a:p>
          <a:p>
            <a:pPr marL="457200" indent="-457200">
              <a:buFont typeface="+mj-lt"/>
              <a:buAutoNum type="arabicPeriod"/>
            </a:pPr>
            <a:r>
              <a:rPr lang="en-GB" sz="2400" b="1" dirty="0"/>
              <a:t>Area Management.</a:t>
            </a:r>
          </a:p>
          <a:p>
            <a:pPr marL="457200" indent="-457200">
              <a:buFont typeface="+mj-lt"/>
              <a:buAutoNum type="arabicPeriod"/>
            </a:pPr>
            <a:r>
              <a:rPr lang="en-GB" sz="2400" b="1" dirty="0"/>
              <a:t>Logistics.</a:t>
            </a:r>
          </a:p>
          <a:p>
            <a:pPr marL="457200" indent="-457200">
              <a:buFont typeface="+mj-lt"/>
              <a:buAutoNum type="arabicPeriod"/>
            </a:pPr>
            <a:r>
              <a:rPr lang="en-GB" sz="2400" b="1" dirty="0"/>
              <a:t>Movement.</a:t>
            </a:r>
          </a:p>
          <a:p>
            <a:pPr marL="457200" indent="-457200">
              <a:buFont typeface="+mj-lt"/>
              <a:buAutoNum type="arabicPeriod"/>
            </a:pPr>
            <a:r>
              <a:rPr lang="en-GB" sz="2400" b="1" dirty="0"/>
              <a:t>Communications.</a:t>
            </a:r>
          </a:p>
          <a:p>
            <a:pPr marL="457200" indent="-457200">
              <a:buFont typeface="+mj-lt"/>
              <a:buAutoNum type="arabicPeriod"/>
            </a:pPr>
            <a:r>
              <a:rPr lang="en-GB" sz="2400" b="1" dirty="0"/>
              <a:t>Intelligence/Counterintelligence (I/CI).</a:t>
            </a:r>
          </a:p>
          <a:p>
            <a:pPr marL="457200" indent="-457200">
              <a:buFont typeface="+mj-lt"/>
              <a:buAutoNum type="arabicPeriod"/>
            </a:pPr>
            <a:r>
              <a:rPr lang="en-GB" sz="2400" b="1" dirty="0"/>
              <a:t>Civil-Military Cooperation (CIMIC).</a:t>
            </a:r>
          </a:p>
          <a:p>
            <a:pPr marL="457200" indent="-457200">
              <a:buFont typeface="+mj-lt"/>
              <a:buAutoNum type="arabicPeriod"/>
            </a:pPr>
            <a:r>
              <a:rPr lang="en-GB" sz="2400" b="1" dirty="0"/>
              <a:t>Military Engineering (MILENG).</a:t>
            </a:r>
          </a:p>
        </p:txBody>
      </p:sp>
      <p:sp>
        <p:nvSpPr>
          <p:cNvPr id="2" name="Rectangle 1"/>
          <p:cNvSpPr/>
          <p:nvPr/>
        </p:nvSpPr>
        <p:spPr>
          <a:xfrm>
            <a:off x="911424" y="3284984"/>
            <a:ext cx="3600666" cy="954107"/>
          </a:xfrm>
          <a:prstGeom prst="rect">
            <a:avLst/>
          </a:prstGeom>
        </p:spPr>
        <p:txBody>
          <a:bodyPr wrap="none">
            <a:spAutoFit/>
          </a:bodyPr>
          <a:lstStyle/>
          <a:p>
            <a:pPr algn="ctr"/>
            <a:r>
              <a:rPr lang="en-GB" sz="2800" b="1" dirty="0">
                <a:solidFill>
                  <a:srgbClr val="000000"/>
                </a:solidFill>
                <a:latin typeface="Arial" panose="020B0604020202020204" pitchFamily="34" charset="0"/>
              </a:rPr>
              <a:t>The eight functions </a:t>
            </a:r>
          </a:p>
          <a:p>
            <a:pPr algn="ctr"/>
            <a:r>
              <a:rPr lang="en-GB" sz="2800" b="1" dirty="0">
                <a:solidFill>
                  <a:srgbClr val="000000"/>
                </a:solidFill>
                <a:latin typeface="Arial" panose="020B0604020202020204" pitchFamily="34" charset="0"/>
              </a:rPr>
              <a:t>of Rear Ops </a:t>
            </a:r>
            <a:endParaRPr lang="en-GB" sz="2800" b="1" dirty="0"/>
          </a:p>
        </p:txBody>
      </p:sp>
      <p:sp>
        <p:nvSpPr>
          <p:cNvPr id="3" name="Left Brace 2"/>
          <p:cNvSpPr/>
          <p:nvPr/>
        </p:nvSpPr>
        <p:spPr>
          <a:xfrm>
            <a:off x="4726745" y="1769016"/>
            <a:ext cx="633749" cy="4180263"/>
          </a:xfrm>
          <a:prstGeom prst="leftBrace">
            <a:avLst/>
          </a:prstGeom>
          <a:ln w="476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 name="Rectangle 3"/>
          <p:cNvSpPr/>
          <p:nvPr/>
        </p:nvSpPr>
        <p:spPr>
          <a:xfrm>
            <a:off x="5331658" y="1769016"/>
            <a:ext cx="3500646" cy="1083919"/>
          </a:xfrm>
          <a:prstGeom prst="rect">
            <a:avLst/>
          </a:prstGeom>
          <a:noFill/>
          <a:ln w="666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itle 1"/>
          <p:cNvSpPr>
            <a:spLocks noGrp="1"/>
          </p:cNvSpPr>
          <p:nvPr>
            <p:ph type="title"/>
          </p:nvPr>
        </p:nvSpPr>
        <p:spPr>
          <a:xfrm>
            <a:off x="3031371" y="903413"/>
            <a:ext cx="3672674" cy="850106"/>
          </a:xfrm>
        </p:spPr>
        <p:txBody>
          <a:bodyPr>
            <a:normAutofit/>
          </a:bodyPr>
          <a:lstStyle/>
          <a:p>
            <a:r>
              <a:rPr lang="en-GB" sz="2400" dirty="0"/>
              <a:t>REAR OPS FUNCTIONS</a:t>
            </a:r>
          </a:p>
        </p:txBody>
      </p:sp>
    </p:spTree>
    <p:extLst>
      <p:ext uri="{BB962C8B-B14F-4D97-AF65-F5344CB8AC3E}">
        <p14:creationId xmlns:p14="http://schemas.microsoft.com/office/powerpoint/2010/main" val="199008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3" name="Picture 972"/>
          <p:cNvPicPr>
            <a:picLocks noChangeAspect="1"/>
          </p:cNvPicPr>
          <p:nvPr/>
        </p:nvPicPr>
        <p:blipFill rotWithShape="1">
          <a:blip r:embed="rId3"/>
          <a:srcRect r="4494" b="1429"/>
          <a:stretch/>
        </p:blipFill>
        <p:spPr>
          <a:xfrm>
            <a:off x="2764054" y="1062260"/>
            <a:ext cx="6663892" cy="5181387"/>
          </a:xfrm>
          <a:prstGeom prst="rect">
            <a:avLst/>
          </a:prstGeom>
        </p:spPr>
      </p:pic>
      <p:sp>
        <p:nvSpPr>
          <p:cNvPr id="6" name="Rectangle 5"/>
          <p:cNvSpPr/>
          <p:nvPr/>
        </p:nvSpPr>
        <p:spPr>
          <a:xfrm>
            <a:off x="2853575" y="4768850"/>
            <a:ext cx="1024775" cy="4669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2853575" y="5275386"/>
            <a:ext cx="1024775" cy="484064"/>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4764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9" name="Table 7">
            <a:extLst>
              <a:ext uri="{FF2B5EF4-FFF2-40B4-BE49-F238E27FC236}">
                <a16:creationId xmlns:a16="http://schemas.microsoft.com/office/drawing/2014/main" id="{413BEA8A-7D18-46E9-9DD0-F7CB284486D7}"/>
              </a:ext>
            </a:extLst>
          </p:cNvPr>
          <p:cNvGraphicFramePr>
            <a:graphicFrameLocks noGrp="1"/>
          </p:cNvGraphicFramePr>
          <p:nvPr/>
        </p:nvGraphicFramePr>
        <p:xfrm>
          <a:off x="188696" y="1076844"/>
          <a:ext cx="11814608" cy="5308770"/>
        </p:xfrm>
        <a:graphic>
          <a:graphicData uri="http://schemas.openxmlformats.org/drawingml/2006/table">
            <a:tbl>
              <a:tblPr firstRow="1" bandRow="1">
                <a:tableStyleId>{5C22544A-7EE6-4342-B048-85BDC9FD1C3A}</a:tableStyleId>
              </a:tblPr>
              <a:tblGrid>
                <a:gridCol w="5907304">
                  <a:extLst>
                    <a:ext uri="{9D8B030D-6E8A-4147-A177-3AD203B41FA5}">
                      <a16:colId xmlns:a16="http://schemas.microsoft.com/office/drawing/2014/main" val="2660980041"/>
                    </a:ext>
                  </a:extLst>
                </a:gridCol>
                <a:gridCol w="5907304">
                  <a:extLst>
                    <a:ext uri="{9D8B030D-6E8A-4147-A177-3AD203B41FA5}">
                      <a16:colId xmlns:a16="http://schemas.microsoft.com/office/drawing/2014/main" val="2407352314"/>
                    </a:ext>
                  </a:extLst>
                </a:gridCol>
              </a:tblGrid>
              <a:tr h="498081">
                <a:tc>
                  <a:txBody>
                    <a:bodyPr/>
                    <a:lstStyle/>
                    <a:p>
                      <a:r>
                        <a:rPr lang="en-GB" sz="1600" dirty="0">
                          <a:latin typeface="Arial" panose="020B0604020202020204" pitchFamily="34" charset="0"/>
                          <a:cs typeface="Arial" panose="020B0604020202020204" pitchFamily="34" charset="0"/>
                        </a:rPr>
                        <a:t>Title: </a:t>
                      </a:r>
                      <a:r>
                        <a:rPr lang="en-GB" sz="1600" b="0" i="1" dirty="0">
                          <a:latin typeface="Arial" panose="020B0604020202020204" pitchFamily="34" charset="0"/>
                          <a:cs typeface="Arial" panose="020B0604020202020204" pitchFamily="34" charset="0"/>
                        </a:rPr>
                        <a:t>What are the key considerations when providing Rear Area Security within a friendly nation? </a:t>
                      </a:r>
                      <a:endParaRPr lang="en-GB" sz="1600" b="0" i="1" dirty="0">
                        <a:solidFill>
                          <a:schemeClr val="bg1"/>
                        </a:solidFill>
                        <a:latin typeface="Arial" panose="020B0604020202020204" pitchFamily="34" charset="0"/>
                        <a:cs typeface="Arial"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lumMod val="65000"/>
                      </a:schemeClr>
                    </a:solidFill>
                  </a:tcPr>
                </a:tc>
                <a:tc rowSpan="2">
                  <a:txBody>
                    <a:bodyPr/>
                    <a:lstStyle/>
                    <a:p>
                      <a:endParaRPr lang="en-GB" sz="1200" dirty="0">
                        <a:latin typeface="Arial" panose="020B0604020202020204" pitchFamily="34" charset="0"/>
                        <a:cs typeface="Arial" panose="020B0604020202020204" pitchFamily="34" charset="0"/>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CBD4CB"/>
                    </a:solidFill>
                  </a:tcPr>
                </a:tc>
                <a:extLst>
                  <a:ext uri="{0D108BD9-81ED-4DB2-BD59-A6C34878D82A}">
                    <a16:rowId xmlns:a16="http://schemas.microsoft.com/office/drawing/2014/main" val="2330751416"/>
                  </a:ext>
                </a:extLst>
              </a:tr>
              <a:tr h="3951675">
                <a:tc>
                  <a:txBody>
                    <a:bodyPr/>
                    <a:lstStyle/>
                    <a:p>
                      <a:pPr>
                        <a:spcAft>
                          <a:spcPts val="0"/>
                        </a:spcAft>
                      </a:pPr>
                      <a:r>
                        <a:rPr lang="en-GB" sz="1400" b="1" dirty="0">
                          <a:latin typeface="Arial" panose="020B0604020202020204" pitchFamily="34" charset="0"/>
                          <a:cs typeface="Arial" panose="020B0604020202020204" pitchFamily="34" charset="0"/>
                        </a:rPr>
                        <a:t>Overview: </a:t>
                      </a:r>
                      <a:r>
                        <a:rPr lang="en-GB" sz="1400" b="0" dirty="0">
                          <a:latin typeface="Arial" panose="020B0604020202020204" pitchFamily="34" charset="0"/>
                          <a:cs typeface="Arial" panose="020B0604020202020204" pitchFamily="34" charset="0"/>
                        </a:rPr>
                        <a:t>The principal challenges for Rear Ops emanate from the complexity of the environment (Picture 1). Not only HN and own forces are operating there, but also other actors, such as contractors or NGO,s. </a:t>
                      </a:r>
                    </a:p>
                    <a:p>
                      <a:pPr>
                        <a:spcAft>
                          <a:spcPts val="0"/>
                        </a:spcAft>
                      </a:pPr>
                      <a:r>
                        <a:rPr lang="en-GB" sz="1400" b="0" dirty="0">
                          <a:latin typeface="Arial" panose="020B0604020202020204" pitchFamily="34" charset="0"/>
                          <a:cs typeface="Arial" panose="020B0604020202020204" pitchFamily="34" charset="0"/>
                        </a:rPr>
                        <a:t>Also the enemy operates in our rear, with military threats, such as air assets, deep fires, cyber, ISTAR or SF, and non-military threats, detailed as TESSOC (Terrorism, espionage, subversion, sabotage and organised crime) </a:t>
                      </a:r>
                    </a:p>
                    <a:p>
                      <a:pPr>
                        <a:spcAft>
                          <a:spcPts val="0"/>
                        </a:spcAft>
                      </a:pPr>
                      <a:r>
                        <a:rPr lang="en-GB" sz="1400" b="0" dirty="0">
                          <a:solidFill>
                            <a:schemeClr val="tx1"/>
                          </a:solidFill>
                          <a:latin typeface="Arial" panose="020B0604020202020204" pitchFamily="34" charset="0"/>
                          <a:cs typeface="Arial" panose="020B0604020202020204" pitchFamily="34" charset="0"/>
                        </a:rPr>
                        <a:t>The effect it is seeking to achieve is security in the Rear Area, to ensure C5 (Command, Control, Coordination, Cooperation and Collaboration) activities are carried out, as well as secure sustainment activities and </a:t>
                      </a:r>
                      <a:r>
                        <a:rPr lang="en-GB" sz="1400" b="0" dirty="0" err="1">
                          <a:solidFill>
                            <a:schemeClr val="tx1"/>
                          </a:solidFill>
                          <a:latin typeface="Arial" panose="020B0604020202020204" pitchFamily="34" charset="0"/>
                          <a:cs typeface="Arial" panose="020B0604020202020204" pitchFamily="34" charset="0"/>
                        </a:rPr>
                        <a:t>LLoC</a:t>
                      </a:r>
                      <a:r>
                        <a:rPr lang="en-GB" sz="1400" b="0" dirty="0">
                          <a:solidFill>
                            <a:schemeClr val="tx1"/>
                          </a:solidFill>
                          <a:latin typeface="Arial" panose="020B0604020202020204" pitchFamily="34" charset="0"/>
                          <a:cs typeface="Arial" panose="020B0604020202020204" pitchFamily="34" charset="0"/>
                        </a:rPr>
                        <a:t>.</a:t>
                      </a:r>
                    </a:p>
                    <a:p>
                      <a:pPr>
                        <a:spcAft>
                          <a:spcPts val="0"/>
                        </a:spcAft>
                      </a:pPr>
                      <a:r>
                        <a:rPr lang="en-GB" sz="1400" b="0" dirty="0">
                          <a:latin typeface="Arial" panose="020B0604020202020204" pitchFamily="34" charset="0"/>
                          <a:cs typeface="Arial" panose="020B0604020202020204" pitchFamily="34" charset="0"/>
                        </a:rPr>
                        <a:t>To conduct these activities in a friendly nation is an added value. </a:t>
                      </a:r>
                      <a:r>
                        <a:rPr lang="en-GB" sz="1400" b="0">
                          <a:latin typeface="Arial" panose="020B0604020202020204" pitchFamily="34" charset="0"/>
                          <a:cs typeface="Arial" panose="020B0604020202020204" pitchFamily="34" charset="0"/>
                        </a:rPr>
                        <a:t>The threat </a:t>
                      </a:r>
                      <a:r>
                        <a:rPr lang="en-GB" sz="1400" b="0" dirty="0">
                          <a:latin typeface="Arial" panose="020B0604020202020204" pitchFamily="34" charset="0"/>
                          <a:cs typeface="Arial" panose="020B0604020202020204" pitchFamily="34" charset="0"/>
                        </a:rPr>
                        <a:t>level is lower, and HN authorities and Security Forces will support the operations, Coordination is essential: HNS cell plays a key role.</a:t>
                      </a:r>
                    </a:p>
                    <a:p>
                      <a:pPr>
                        <a:spcAft>
                          <a:spcPts val="0"/>
                        </a:spcAft>
                      </a:pPr>
                      <a:endParaRPr lang="en-GB" sz="1400" b="1" dirty="0">
                        <a:latin typeface="Arial" panose="020B0604020202020204" pitchFamily="34" charset="0"/>
                        <a:cs typeface="Arial" panose="020B0604020202020204" pitchFamily="34" charset="0"/>
                      </a:endParaRPr>
                    </a:p>
                    <a:p>
                      <a:pPr>
                        <a:spcAft>
                          <a:spcPts val="0"/>
                        </a:spcAft>
                      </a:pPr>
                      <a:r>
                        <a:rPr lang="en-GB" sz="1400" b="1" dirty="0">
                          <a:latin typeface="Arial" panose="020B0604020202020204" pitchFamily="34" charset="0"/>
                          <a:cs typeface="Arial" panose="020B0604020202020204" pitchFamily="34" charset="0"/>
                        </a:rPr>
                        <a:t>Supporting comments. </a:t>
                      </a:r>
                      <a:r>
                        <a:rPr lang="en-GB" sz="1400" b="0" dirty="0">
                          <a:latin typeface="Arial" panose="020B0604020202020204" pitchFamily="34" charset="0"/>
                          <a:cs typeface="Arial" panose="020B0604020202020204" pitchFamily="34" charset="0"/>
                        </a:rPr>
                        <a:t>Host Nation Security Forces (HNSF) will support. However, RAS forces must be allocated.</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vMerge="1">
                  <a:txBody>
                    <a:bodyPr/>
                    <a:lstStyle/>
                    <a:p>
                      <a:endParaRPr lang="en-GB" dirty="0"/>
                    </a:p>
                  </a:txBody>
                  <a:tcPr/>
                </a:tc>
                <a:extLst>
                  <a:ext uri="{0D108BD9-81ED-4DB2-BD59-A6C34878D82A}">
                    <a16:rowId xmlns:a16="http://schemas.microsoft.com/office/drawing/2014/main" val="1446371279"/>
                  </a:ext>
                </a:extLst>
              </a:tr>
              <a:tr h="777975">
                <a:tc gridSpan="2">
                  <a:txBody>
                    <a:bodyPr/>
                    <a:lstStyle/>
                    <a:p>
                      <a:r>
                        <a:rPr lang="en-GB" sz="1600" b="1" dirty="0">
                          <a:solidFill>
                            <a:srgbClr val="C00000"/>
                          </a:solidFill>
                          <a:latin typeface="Arial" panose="020B0604020202020204" pitchFamily="34" charset="0"/>
                          <a:cs typeface="Arial" panose="020B0604020202020204" pitchFamily="34" charset="0"/>
                        </a:rPr>
                        <a:t>Key Takeaway: Coordination with HN is essential. HNSF can support us, but we shouldn’t take for granted they will do the job. We must allocate forces to protect the rear.</a:t>
                      </a: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FFFF00"/>
                    </a:solidFill>
                  </a:tcPr>
                </a:tc>
                <a:tc hMerge="1">
                  <a:txBody>
                    <a:bodyPr/>
                    <a:lstStyle/>
                    <a:p>
                      <a:endParaRPr lang="en-GB" dirty="0"/>
                    </a:p>
                  </a:txBody>
                  <a:tcPr/>
                </a:tc>
                <a:extLst>
                  <a:ext uri="{0D108BD9-81ED-4DB2-BD59-A6C34878D82A}">
                    <a16:rowId xmlns:a16="http://schemas.microsoft.com/office/drawing/2014/main" val="3712052952"/>
                  </a:ext>
                </a:extLst>
              </a:tr>
            </a:tbl>
          </a:graphicData>
        </a:graphic>
      </p:graphicFrame>
      <p:sp>
        <p:nvSpPr>
          <p:cNvPr id="4" name="Footer Placeholder 3">
            <a:extLst>
              <a:ext uri="{FF2B5EF4-FFF2-40B4-BE49-F238E27FC236}">
                <a16:creationId xmlns:a16="http://schemas.microsoft.com/office/drawing/2014/main" id="{FAA8FD56-F5D9-4BCB-A4A3-EC68F064C2DE}"/>
              </a:ext>
            </a:extLst>
          </p:cNvPr>
          <p:cNvSpPr>
            <a:spLocks noGrp="1"/>
          </p:cNvSpPr>
          <p:nvPr>
            <p:ph type="ftr" sz="quarter" idx="3"/>
          </p:nvPr>
        </p:nvSpPr>
        <p:spPr/>
        <p:txBody>
          <a:bodyPr/>
          <a:lstStyle/>
          <a:p>
            <a:r>
              <a:rPr lang="x-none"/>
              <a:t>NATO UNCLASSIFIED</a:t>
            </a:r>
            <a:endParaRPr lang="x-none" dirty="0"/>
          </a:p>
        </p:txBody>
      </p:sp>
      <p:sp>
        <p:nvSpPr>
          <p:cNvPr id="5" name="Slide Number Placeholder 4">
            <a:extLst>
              <a:ext uri="{FF2B5EF4-FFF2-40B4-BE49-F238E27FC236}">
                <a16:creationId xmlns:a16="http://schemas.microsoft.com/office/drawing/2014/main" id="{2707CC51-C7CB-4143-AA0A-5FD0FCC2E653}"/>
              </a:ext>
            </a:extLst>
          </p:cNvPr>
          <p:cNvSpPr>
            <a:spLocks noGrp="1"/>
          </p:cNvSpPr>
          <p:nvPr>
            <p:ph type="sldNum" sz="quarter" idx="4"/>
          </p:nvPr>
        </p:nvSpPr>
        <p:spPr/>
        <p:txBody>
          <a:bodyPr/>
          <a:lstStyle/>
          <a:p>
            <a:fld id="{02F4C717-8276-4457-8323-123A5C96DBC3}" type="datetime1">
              <a:rPr lang="en-US" smtClean="0"/>
              <a:pPr/>
              <a:t>11/4/2022</a:t>
            </a:fld>
            <a:r>
              <a:rPr lang="x-none"/>
              <a:t>  |  </a:t>
            </a:r>
            <a:r>
              <a:rPr lang="en-GB"/>
              <a:t>P</a:t>
            </a:r>
            <a:r>
              <a:rPr lang="x-none"/>
              <a:t>AGE </a:t>
            </a:r>
            <a:fld id="{3C66DE6B-CC4B-F74A-99D4-2DC8DD154D90}" type="slidenum">
              <a:rPr lang="x-none" smtClean="0"/>
              <a:pPr/>
              <a:t>23</a:t>
            </a:fld>
            <a:endParaRPr lang="x-none" dirty="0"/>
          </a:p>
        </p:txBody>
      </p:sp>
      <p:sp>
        <p:nvSpPr>
          <p:cNvPr id="6" name="Text Placeholder 5">
            <a:extLst>
              <a:ext uri="{FF2B5EF4-FFF2-40B4-BE49-F238E27FC236}">
                <a16:creationId xmlns:a16="http://schemas.microsoft.com/office/drawing/2014/main" id="{A758F5BE-60C3-483B-A3FD-A2A7AAC736B4}"/>
              </a:ext>
            </a:extLst>
          </p:cNvPr>
          <p:cNvSpPr>
            <a:spLocks noGrp="1"/>
          </p:cNvSpPr>
          <p:nvPr>
            <p:ph type="body" sz="quarter" idx="16"/>
          </p:nvPr>
        </p:nvSpPr>
        <p:spPr/>
        <p:txBody>
          <a:bodyPr/>
          <a:lstStyle/>
          <a:p>
            <a:endParaRPr lang="en-GB"/>
          </a:p>
        </p:txBody>
      </p:sp>
      <p:pic>
        <p:nvPicPr>
          <p:cNvPr id="2" name="Picture 1">
            <a:extLst>
              <a:ext uri="{FF2B5EF4-FFF2-40B4-BE49-F238E27FC236}">
                <a16:creationId xmlns:a16="http://schemas.microsoft.com/office/drawing/2014/main" id="{C853A203-C299-45DC-85A7-C9840060E9B0}"/>
              </a:ext>
            </a:extLst>
          </p:cNvPr>
          <p:cNvPicPr>
            <a:picLocks noChangeAspect="1"/>
          </p:cNvPicPr>
          <p:nvPr/>
        </p:nvPicPr>
        <p:blipFill>
          <a:blip r:embed="rId3"/>
          <a:stretch>
            <a:fillRect/>
          </a:stretch>
        </p:blipFill>
        <p:spPr>
          <a:xfrm>
            <a:off x="6096000" y="1347679"/>
            <a:ext cx="5863351" cy="3763297"/>
          </a:xfrm>
          <a:prstGeom prst="rect">
            <a:avLst/>
          </a:prstGeom>
        </p:spPr>
      </p:pic>
    </p:spTree>
    <p:extLst>
      <p:ext uri="{BB962C8B-B14F-4D97-AF65-F5344CB8AC3E}">
        <p14:creationId xmlns:p14="http://schemas.microsoft.com/office/powerpoint/2010/main" val="2405633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447" y="1340769"/>
            <a:ext cx="9771001" cy="3323977"/>
          </a:xfrm>
          <a:prstGeom prst="rect">
            <a:avLst/>
          </a:prstGeom>
        </p:spPr>
        <p:txBody>
          <a:bodyPr wrap="square" lIns="91429" tIns="45715" rIns="91429" bIns="45715">
            <a:spAutoFit/>
          </a:bodyPr>
          <a:lstStyle/>
          <a:p>
            <a:pPr marL="838154" lvl="1" indent="-380954">
              <a:lnSpc>
                <a:spcPct val="125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80954" indent="-380954">
              <a:lnSpc>
                <a:spcPct val="125000"/>
              </a:lnSpc>
              <a:buFont typeface="Arial" panose="020B0604020202020204" pitchFamily="34" charset="0"/>
              <a:buChar char="•"/>
            </a:pPr>
            <a:endParaRPr lang="en-GB" altLang="en-US" sz="2400" dirty="0">
              <a:latin typeface="Arial" panose="020B0604020202020204" pitchFamily="34" charset="0"/>
              <a:cs typeface="Arial" panose="020B0604020202020204" pitchFamily="34" charset="0"/>
            </a:endParaRPr>
          </a:p>
          <a:p>
            <a:pPr marL="380954" indent="-380954">
              <a:lnSpc>
                <a:spcPct val="125000"/>
              </a:lnSpc>
              <a:buFont typeface="Arial" panose="020B0604020202020204" pitchFamily="34" charset="0"/>
              <a:buChar char="•"/>
            </a:pPr>
            <a:endParaRPr lang="en-US" altLang="en-US" sz="2400" dirty="0">
              <a:latin typeface="Arial" panose="020B0604020202020204" pitchFamily="34" charset="0"/>
              <a:cs typeface="Arial" panose="020B0604020202020204" pitchFamily="34" charset="0"/>
            </a:endParaRPr>
          </a:p>
          <a:p>
            <a:pPr marL="380954" indent="-380954">
              <a:lnSpc>
                <a:spcPct val="125000"/>
              </a:lnSpc>
            </a:pPr>
            <a:endParaRPr lang="en-US" altLang="en-US" sz="2400" dirty="0">
              <a:latin typeface="Arial" panose="020B0604020202020204" pitchFamily="34" charset="0"/>
              <a:cs typeface="Arial" panose="020B0604020202020204" pitchFamily="34" charset="0"/>
            </a:endParaRPr>
          </a:p>
          <a:p>
            <a:pPr marL="380954" indent="-380954">
              <a:lnSpc>
                <a:spcPct val="125000"/>
              </a:lnSpc>
            </a:pPr>
            <a:endParaRPr lang="en-US" altLang="en-US" sz="2400" dirty="0">
              <a:latin typeface="Arial" panose="020B0604020202020204" pitchFamily="34" charset="0"/>
              <a:cs typeface="Arial" panose="020B0604020202020204" pitchFamily="34" charset="0"/>
            </a:endParaRPr>
          </a:p>
          <a:p>
            <a:pPr marL="380954" indent="-380954">
              <a:lnSpc>
                <a:spcPct val="125000"/>
              </a:lnSpc>
            </a:pPr>
            <a:endParaRPr lang="en-US" altLang="en-US" sz="2400" dirty="0">
              <a:latin typeface="Arial" panose="020B0604020202020204" pitchFamily="34" charset="0"/>
              <a:cs typeface="Arial" panose="020B0604020202020204" pitchFamily="34" charset="0"/>
            </a:endParaRPr>
          </a:p>
          <a:p>
            <a:pPr marL="380954" indent="-380954">
              <a:lnSpc>
                <a:spcPct val="125000"/>
              </a:lnSpc>
            </a:pPr>
            <a:endParaRPr lang="en-US" altLang="en-US" sz="2400" dirty="0">
              <a:latin typeface="Arial" panose="020B0604020202020204" pitchFamily="34" charset="0"/>
              <a:cs typeface="Arial" panose="020B0604020202020204" pitchFamily="34" charset="0"/>
            </a:endParaRPr>
          </a:p>
        </p:txBody>
      </p:sp>
      <p:sp>
        <p:nvSpPr>
          <p:cNvPr id="6" name="Title 1"/>
          <p:cNvSpPr txBox="1">
            <a:spLocks/>
          </p:cNvSpPr>
          <p:nvPr/>
        </p:nvSpPr>
        <p:spPr>
          <a:xfrm>
            <a:off x="1278507" y="545310"/>
            <a:ext cx="8229600" cy="573185"/>
          </a:xfrm>
          <a:prstGeom prst="rect">
            <a:avLst/>
          </a:prstGeom>
        </p:spPr>
        <p:txBody>
          <a:bodyPr vert="horz" lIns="89878" tIns="45010" rIns="89878" bIns="45010" rtlCol="0" anchor="ctr">
            <a:normAutofit/>
          </a:bodyPr>
          <a:lstStyle>
            <a:lvl1pPr algn="ctr" defTabSz="898934" rtl="0" eaLnBrk="1" latinLnBrk="0" hangingPunct="1">
              <a:spcBef>
                <a:spcPct val="0"/>
              </a:spcBef>
              <a:buNone/>
              <a:defRPr sz="3600" b="1" kern="1200">
                <a:solidFill>
                  <a:schemeClr val="tx1"/>
                </a:solidFill>
                <a:latin typeface="Arial" panose="020B0604020202020204" pitchFamily="34" charset="0"/>
                <a:ea typeface="+mj-ea"/>
                <a:cs typeface="Arial" panose="020B0604020202020204" pitchFamily="34" charset="0"/>
              </a:defRPr>
            </a:lvl1pPr>
          </a:lstStyle>
          <a:p>
            <a:r>
              <a:rPr lang="en-GB" sz="2800" dirty="0"/>
              <a:t>TAKEAWAYS</a:t>
            </a:r>
          </a:p>
        </p:txBody>
      </p:sp>
      <p:sp>
        <p:nvSpPr>
          <p:cNvPr id="7" name="Rectangle 6"/>
          <p:cNvSpPr/>
          <p:nvPr/>
        </p:nvSpPr>
        <p:spPr>
          <a:xfrm>
            <a:off x="726756" y="1118495"/>
            <a:ext cx="10186737" cy="5262979"/>
          </a:xfrm>
          <a:prstGeom prst="rect">
            <a:avLst/>
          </a:prstGeom>
        </p:spPr>
        <p:txBody>
          <a:bodyPr wrap="square">
            <a:spAutoFit/>
          </a:bodyPr>
          <a:lstStyle/>
          <a:p>
            <a:pPr marL="457200" indent="-457200">
              <a:buFont typeface="Arial" panose="020B0604020202020204" pitchFamily="34" charset="0"/>
              <a:buChar char="•"/>
            </a:pPr>
            <a:r>
              <a:rPr lang="en-GB" sz="2800" b="1" dirty="0"/>
              <a:t>Coordination is essential, </a:t>
            </a:r>
            <a:r>
              <a:rPr lang="en-GB" sz="2800" dirty="0"/>
              <a:t>many actors involved (Complexity of Rear Area). Rear CP must track everything going on in Rear Area.</a:t>
            </a:r>
          </a:p>
          <a:p>
            <a:pPr marL="457200" indent="-457200">
              <a:buFont typeface="Arial" panose="020B0604020202020204" pitchFamily="34" charset="0"/>
              <a:buChar char="•"/>
            </a:pPr>
            <a:r>
              <a:rPr lang="en-GB" sz="2800" b="1" dirty="0"/>
              <a:t>Security in the Rear Area </a:t>
            </a:r>
            <a:r>
              <a:rPr lang="en-GB" sz="2800" dirty="0"/>
              <a:t>is</a:t>
            </a:r>
            <a:r>
              <a:rPr lang="en-GB" sz="2800" b="1" dirty="0"/>
              <a:t> </a:t>
            </a:r>
            <a:r>
              <a:rPr lang="en-GB" sz="2800" dirty="0"/>
              <a:t>a combination of</a:t>
            </a:r>
          </a:p>
          <a:p>
            <a:pPr marL="1428750" lvl="2" indent="-514350">
              <a:buFont typeface="+mj-lt"/>
              <a:buAutoNum type="arabicPeriod"/>
            </a:pPr>
            <a:r>
              <a:rPr lang="en-GB" sz="2800" dirty="0"/>
              <a:t>Units self-defence capabilities.</a:t>
            </a:r>
          </a:p>
          <a:p>
            <a:pPr marL="1428750" lvl="2" indent="-514350">
              <a:buFont typeface="+mj-lt"/>
              <a:buAutoNum type="arabicPeriod"/>
            </a:pPr>
            <a:r>
              <a:rPr lang="en-GB" sz="2800" dirty="0"/>
              <a:t>Rear area security (RAS) force.</a:t>
            </a:r>
          </a:p>
          <a:p>
            <a:pPr marL="1428750" lvl="2" indent="-514350">
              <a:buFont typeface="+mj-lt"/>
              <a:buAutoNum type="arabicPeriod"/>
            </a:pPr>
            <a:r>
              <a:rPr lang="en-GB" sz="2800" dirty="0"/>
              <a:t>HN security forces: HNS Cell liaison.</a:t>
            </a:r>
          </a:p>
          <a:p>
            <a:pPr marL="514350" indent="-514350">
              <a:buFont typeface="Arial" panose="020B0604020202020204" pitchFamily="34" charset="0"/>
              <a:buChar char="•"/>
            </a:pPr>
            <a:r>
              <a:rPr lang="en-GB" sz="2800" dirty="0"/>
              <a:t>The Rear CP focuses on </a:t>
            </a:r>
            <a:r>
              <a:rPr lang="en-GB" sz="2800" b="1" dirty="0"/>
              <a:t>intelligence led ops. </a:t>
            </a:r>
            <a:r>
              <a:rPr lang="en-GB" sz="2800" dirty="0"/>
              <a:t>A team from G2 Cell is based in the Rear CP and provides linkages to the Corps intelligence products and assessments. </a:t>
            </a:r>
          </a:p>
          <a:p>
            <a:pPr marL="514350" indent="-514350">
              <a:buFont typeface="Arial" panose="020B0604020202020204" pitchFamily="34" charset="0"/>
              <a:buChar char="•"/>
            </a:pPr>
            <a:r>
              <a:rPr lang="en-GB" sz="2800" dirty="0"/>
              <a:t>The </a:t>
            </a:r>
            <a:r>
              <a:rPr lang="en-GB" sz="2800" b="1" dirty="0"/>
              <a:t>Hybrid Fusion Cell’s </a:t>
            </a:r>
            <a:r>
              <a:rPr lang="en-GB" sz="2800" dirty="0"/>
              <a:t>efforts to integrate information ops, military policing, </a:t>
            </a:r>
            <a:r>
              <a:rPr lang="en-GB" sz="2800" dirty="0">
                <a:highlight>
                  <a:srgbClr val="FFFF00"/>
                </a:highlight>
              </a:rPr>
              <a:t>HNS</a:t>
            </a:r>
            <a:r>
              <a:rPr lang="en-GB" sz="2800" dirty="0"/>
              <a:t> and </a:t>
            </a:r>
            <a:r>
              <a:rPr lang="en-GB" sz="2800" dirty="0">
                <a:highlight>
                  <a:srgbClr val="FFFF00"/>
                </a:highlight>
              </a:rPr>
              <a:t>CIMIC</a:t>
            </a:r>
            <a:r>
              <a:rPr lang="en-GB" sz="2800" dirty="0"/>
              <a:t> ops occurring in the rear battlespace to achieve desired kinetic and non-kinetic end states.</a:t>
            </a:r>
          </a:p>
        </p:txBody>
      </p:sp>
    </p:spTree>
    <p:extLst>
      <p:ext uri="{BB962C8B-B14F-4D97-AF65-F5344CB8AC3E}">
        <p14:creationId xmlns:p14="http://schemas.microsoft.com/office/powerpoint/2010/main" val="2534103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3976061"/>
      </p:ext>
    </p:extLst>
  </p:cSld>
  <p:clrMapOvr>
    <a:masterClrMapping/>
  </p:clrMapOvr>
  <p:transition/>
</p:sld>
</file>

<file path=ppt/theme/theme1.xml><?xml version="1.0" encoding="utf-8"?>
<a:theme xmlns:a="http://schemas.openxmlformats.org/drawingml/2006/main" name="NATO Presentation template">
  <a:themeElements>
    <a:clrScheme name="Allied Land Command">
      <a:dk1>
        <a:srgbClr val="0D0D0D"/>
      </a:dk1>
      <a:lt1>
        <a:srgbClr val="FFFFFF"/>
      </a:lt1>
      <a:dk2>
        <a:srgbClr val="063B06"/>
      </a:dk2>
      <a:lt2>
        <a:srgbClr val="E7E6E6"/>
      </a:lt2>
      <a:accent1>
        <a:srgbClr val="006900"/>
      </a:accent1>
      <a:accent2>
        <a:srgbClr val="7FB37F"/>
      </a:accent2>
      <a:accent3>
        <a:srgbClr val="063B06"/>
      </a:accent3>
      <a:accent4>
        <a:srgbClr val="0B6F0B"/>
      </a:accent4>
      <a:accent5>
        <a:srgbClr val="65A365"/>
      </a:accent5>
      <a:accent6>
        <a:srgbClr val="042404"/>
      </a:accent6>
      <a:hlink>
        <a:srgbClr val="00499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r="http://schemas.openxmlformats.org/officeDocument/2006/relationships" xmlns:p="http://schemas.openxmlformats.org/presentationml/2006/main" xmlns:a14="http://schemas.microsoft.com/office/drawing/2010/main" xmlns="">
              <a:solidFill>
                <a:srgbClr val="FFFFFF"/>
              </a:solidFill>
            </a14:hiddenFill>
          </a:ext>
          <a:ext uri="{91240B29-F687-4f45-9708-019B960494DF}">
            <a14:hiddenLine xmlns:r="http://schemas.openxmlformats.org/officeDocument/2006/relationships" xmlns:p="http://schemas.openxmlformats.org/presentationml/2006/main" xmlns:a14="http://schemas.microsoft.com/office/drawing/2010/main" xmlns=""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20220104-SpDiv_INDUCTION-DCOSSp_MASTER" id="{82ED42CF-4348-4F2B-897C-7EEAD5375281}" vid="{975E5217-D258-44A9-B694-24BDEC365FD8}"/>
    </a:ext>
  </a:extLst>
</a:theme>
</file>

<file path=ppt/theme/theme2.xml><?xml version="1.0" encoding="utf-8"?>
<a:theme xmlns:a="http://schemas.openxmlformats.org/drawingml/2006/main" name="1_NATO Presentation template">
  <a:themeElements>
    <a:clrScheme name="Allied Land Command">
      <a:dk1>
        <a:srgbClr val="0D0D0D"/>
      </a:dk1>
      <a:lt1>
        <a:srgbClr val="FFFFFF"/>
      </a:lt1>
      <a:dk2>
        <a:srgbClr val="063B06"/>
      </a:dk2>
      <a:lt2>
        <a:srgbClr val="E7E6E6"/>
      </a:lt2>
      <a:accent1>
        <a:srgbClr val="006900"/>
      </a:accent1>
      <a:accent2>
        <a:srgbClr val="7FB37F"/>
      </a:accent2>
      <a:accent3>
        <a:srgbClr val="063B06"/>
      </a:accent3>
      <a:accent4>
        <a:srgbClr val="0B6F0B"/>
      </a:accent4>
      <a:accent5>
        <a:srgbClr val="65A365"/>
      </a:accent5>
      <a:accent6>
        <a:srgbClr val="042404"/>
      </a:accent6>
      <a:hlink>
        <a:srgbClr val="00499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r="http://schemas.openxmlformats.org/officeDocument/2006/relationships" xmlns:p="http://schemas.openxmlformats.org/presentationml/2006/main" xmlns:a14="http://schemas.microsoft.com/office/drawing/2010/main" xmlns="">
              <a:solidFill>
                <a:srgbClr val="FFFFFF"/>
              </a:solidFill>
            </a14:hiddenFill>
          </a:ext>
          <a:ext uri="{91240B29-F687-4f45-9708-019B960494DF}">
            <a14:hiddenLine xmlns:r="http://schemas.openxmlformats.org/officeDocument/2006/relationships" xmlns:p="http://schemas.openxmlformats.org/presentationml/2006/main" xmlns:a14="http://schemas.microsoft.com/office/drawing/2010/main" xmlns=""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Presentation7" id="{27BE6201-5C63-4C49-A98F-16024383DB81}" vid="{6A9321FE-0D23-4345-8BD1-FA68E849E249}"/>
    </a:ext>
  </a:extLst>
</a:theme>
</file>

<file path=ppt/theme/theme3.xml><?xml version="1.0" encoding="utf-8"?>
<a:theme xmlns:a="http://schemas.openxmlformats.org/drawingml/2006/main" name="2_NATO Presentation template">
  <a:themeElements>
    <a:clrScheme name="Allied Land Command">
      <a:dk1>
        <a:srgbClr val="0D0D0D"/>
      </a:dk1>
      <a:lt1>
        <a:srgbClr val="FFFFFF"/>
      </a:lt1>
      <a:dk2>
        <a:srgbClr val="063B06"/>
      </a:dk2>
      <a:lt2>
        <a:srgbClr val="E7E6E6"/>
      </a:lt2>
      <a:accent1>
        <a:srgbClr val="006900"/>
      </a:accent1>
      <a:accent2>
        <a:srgbClr val="7FB37F"/>
      </a:accent2>
      <a:accent3>
        <a:srgbClr val="063B06"/>
      </a:accent3>
      <a:accent4>
        <a:srgbClr val="0B6F0B"/>
      </a:accent4>
      <a:accent5>
        <a:srgbClr val="65A365"/>
      </a:accent5>
      <a:accent6>
        <a:srgbClr val="042404"/>
      </a:accent6>
      <a:hlink>
        <a:srgbClr val="00499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 xmlns:a14="http://schemas.microsoft.com/office/drawing/2010/main" xmlns:p="http://schemas.openxmlformats.org/presentationml/2006/main" xmlns:r="http://schemas.openxmlformats.org/officeDocument/2006/relationships">
              <a:solidFill>
                <a:srgbClr val="FFFFFF"/>
              </a:solidFill>
            </a14:hiddenFill>
          </a:ext>
          <a:ext uri="{91240B29-F687-4f45-9708-019B960494DF}">
            <a14:hiddenLine xmlns="" xmlns:a14="http://schemas.microsoft.com/office/drawing/2010/main" xmlns:p="http://schemas.openxmlformats.org/presentationml/2006/main" xmlns:r="http://schemas.openxmlformats.org/officeDocument/2006/relationships"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Presentation7" id="{27BE6201-5C63-4C49-A98F-16024383DB81}" vid="{6A9321FE-0D23-4345-8BD1-FA68E849E249}"/>
    </a:ext>
  </a:extLst>
</a:theme>
</file>

<file path=ppt/theme/theme4.xml><?xml version="1.0" encoding="utf-8"?>
<a:theme xmlns:a="http://schemas.openxmlformats.org/drawingml/2006/main" name="3_NATO Presentation template">
  <a:themeElements>
    <a:clrScheme name="Allied Command Transformation">
      <a:dk1>
        <a:srgbClr val="001D38"/>
      </a:dk1>
      <a:lt1>
        <a:srgbClr val="FFFFFF"/>
      </a:lt1>
      <a:dk2>
        <a:srgbClr val="44546A"/>
      </a:dk2>
      <a:lt2>
        <a:srgbClr val="E7E6E6"/>
      </a:lt2>
      <a:accent1>
        <a:srgbClr val="E1E5EA"/>
      </a:accent1>
      <a:accent2>
        <a:srgbClr val="C3CCD6"/>
      </a:accent2>
      <a:accent3>
        <a:srgbClr val="327BB8"/>
      </a:accent3>
      <a:accent4>
        <a:srgbClr val="ABB6C3"/>
      </a:accent4>
      <a:accent5>
        <a:srgbClr val="2C6CA0"/>
      </a:accent5>
      <a:accent6>
        <a:srgbClr val="4F95CF"/>
      </a:accent6>
      <a:hlink>
        <a:srgbClr val="00499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 xmlns:a14="http://schemas.microsoft.com/office/drawing/2010/main" xmlns:p="http://schemas.openxmlformats.org/presentationml/2006/main" xmlns:r="http://schemas.openxmlformats.org/officeDocument/2006/relationships">
              <a:solidFill>
                <a:srgbClr val="FFFFFF"/>
              </a:solidFill>
            </a14:hiddenFill>
          </a:ext>
          <a:ext uri="{91240B29-F687-4f45-9708-019B960494DF}">
            <a14:hiddenLine xmlns="" xmlns:a14="http://schemas.microsoft.com/office/drawing/2010/main" xmlns:p="http://schemas.openxmlformats.org/presentationml/2006/main" xmlns:r="http://schemas.openxmlformats.org/officeDocument/2006/relationships"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ppt template HQ SACT according to NATO rebranding (002) [Read-Only]" id="{9C21B075-5D53-4CCD-B994-814C9568987B}" vid="{030DD8B3-2798-4620-A701-96194202F49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274c6b18-f3a9-4fd2-b59f-05ac4372c9f1" ContentTypeId="0x01010072A36558EED968468E3D09371F9E18FE" PreviousValue="false"/>
</file>

<file path=customXml/item4.xml><?xml version="1.0" encoding="utf-8"?>
<ct:contentTypeSchema xmlns:ct="http://schemas.microsoft.com/office/2006/metadata/contentType" xmlns:ma="http://schemas.microsoft.com/office/2006/metadata/properties/metaAttributes" ct:_="" ma:_="" ma:contentTypeName="ARRC PowerPoint Presentation" ma:contentTypeID="0x01010072A36558EED968468E3D09371F9E18FE0098B8F4FB3A6D1E40B3C617E0BDCFA0A7" ma:contentTypeVersion="446" ma:contentTypeDescription="ARRC PowerPoint Presentation" ma:contentTypeScope="" ma:versionID="830cbe5171fbeb49fe31d63c7797f99c">
  <xsd:schema xmlns:xsd="http://www.w3.org/2001/XMLSchema" xmlns:xs="http://www.w3.org/2001/XMLSchema" xmlns:p="http://schemas.microsoft.com/office/2006/metadata/properties" xmlns:ns1="http://schemas.microsoft.com/sharepoint/v3" xmlns:ns2="de24c54e-e06f-43d7-9399-011d6a9a10f0" xmlns:ns3="2649f469-4513-4e13-a3ab-0831950d157d" targetNamespace="http://schemas.microsoft.com/office/2006/metadata/properties" ma:root="true" ma:fieldsID="0dad2c06287548cf56a3eb6242ddc0a8" ns1:_="" ns2:_="" ns3:_="">
    <xsd:import namespace="http://schemas.microsoft.com/sharepoint/v3"/>
    <xsd:import namespace="de24c54e-e06f-43d7-9399-011d6a9a10f0"/>
    <xsd:import namespace="2649f469-4513-4e13-a3ab-0831950d157d"/>
    <xsd:element name="properties">
      <xsd:complexType>
        <xsd:sequence>
          <xsd:element name="documentManagement">
            <xsd:complexType>
              <xsd:all>
                <xsd:element ref="ns2:Branch"/>
                <xsd:element ref="ns2:Classification"/>
                <xsd:element ref="ns2:_dlc_DocId" minOccurs="0"/>
                <xsd:element ref="ns2:_dlc_DocIdUrl" minOccurs="0"/>
                <xsd:element ref="ns2:_dlc_DocIdPersistId" minOccurs="0"/>
                <xsd:element ref="ns2:g77bc1b47e1f49cfb5c94d874f5edd7d" minOccurs="0"/>
                <xsd:element ref="ns2:TaxCatchAll" minOccurs="0"/>
                <xsd:element ref="ns2:TaxCatchAllLabel" minOccurs="0"/>
                <xsd:element ref="ns2:mafaab22bac54e469e46ac953ac3c037" minOccurs="0"/>
                <xsd:element ref="ns2:l01c5b899edb4ed68653a7c437676f96" minOccurs="0"/>
                <xsd:element ref="ns3:Document_x0020_Library"/>
                <xsd:element ref="ns1:_dlc_ExpireDate" minOccurs="0"/>
                <xsd:element ref="ns1:_dlc_ExpireDateSaved" minOccurs="0"/>
                <xsd:element ref="ns1:_dlc_Exempt" minOccurs="0"/>
                <xsd:element ref="ns3:Policy" minOccurs="0"/>
                <xsd:element ref="ns2: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pireDate" ma:index="22" nillable="true" ma:displayName="Expiration Date" ma:description="" ma:hidden="true" ma:indexed="true" ma:internalName="_dlc_ExpireDate" ma:readOnly="true">
      <xsd:simpleType>
        <xsd:restriction base="dms:DateTime"/>
      </xsd:simpleType>
    </xsd:element>
    <xsd:element name="_dlc_ExpireDateSaved" ma:index="23" nillable="true" ma:displayName="Original Expiration Date" ma:hidden="true" ma:internalName="_dlc_ExpireDateSaved" ma:readOnly="true">
      <xsd:simpleType>
        <xsd:restriction base="dms:DateTime"/>
      </xsd:simpleType>
    </xsd:element>
    <xsd:element name="_dlc_Exempt" ma:index="24"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e24c54e-e06f-43d7-9399-011d6a9a10f0" elementFormDefault="qualified">
    <xsd:import namespace="http://schemas.microsoft.com/office/2006/documentManagement/types"/>
    <xsd:import namespace="http://schemas.microsoft.com/office/infopath/2007/PartnerControls"/>
    <xsd:element name="Branch" ma:index="4" ma:displayName="Branch" ma:format="Dropdown" ma:internalName="Branch" ma:readOnly="false">
      <xsd:simpleType>
        <xsd:restriction base="dms:Choice">
          <xsd:enumeration value="ARRC Sp Bn"/>
          <xsd:enumeration value="AOCC"/>
          <xsd:enumeration value="EC"/>
          <xsd:enumeration value="Command Group"/>
          <xsd:enumeration value="Central Staffs"/>
          <xsd:enumeration value="DCOS Ops"/>
          <xsd:enumeration value="DCOS Sp"/>
          <xsd:enumeration value="ECMI"/>
          <xsd:enumeration value="G1"/>
          <xsd:enumeration value="G2"/>
          <xsd:enumeration value="G3"/>
          <xsd:enumeration value="G35"/>
          <xsd:enumeration value="Sp Div"/>
          <xsd:enumeration value="G5"/>
          <xsd:enumeration value="G6"/>
          <xsd:enumeration value="G8"/>
          <xsd:enumeration value="HQ 1 Sig Bde"/>
          <xsd:enumeration value="IM"/>
          <xsd:enumeration value="IHub"/>
          <xsd:enumeration value="Jav Trg Fac"/>
          <xsd:enumeration value="JFIB"/>
          <xsd:enumeration value="Med"/>
          <xsd:enumeration value="MP Branch"/>
          <xsd:enumeration value="OAB"/>
          <xsd:enumeration value="Public Affairs"/>
          <xsd:enumeration value="Staff Support"/>
          <xsd:enumeration value="Training &amp; SFA"/>
          <xsd:enumeration value="LNO"/>
          <xsd:enumeration value="MET"/>
          <xsd:enumeration value="POLAD"/>
          <xsd:enumeration value="EXCON"/>
        </xsd:restriction>
      </xsd:simpleType>
    </xsd:element>
    <xsd:element name="Classification" ma:index="5" ma:displayName="Classification" ma:default="NATO UNCLASSIFIED" ma:format="Dropdown" ma:internalName="Classification" ma:readOnly="false">
      <xsd:simpleType>
        <xsd:restriction base="dms:Choice">
          <xsd:enumeration value="NATO RESTRICTED REL AF17"/>
          <xsd:enumeration value="NATO CONFIDENTIAL REL AF17"/>
          <xsd:enumeration value="NATO SECRET REL AF17"/>
          <xsd:enumeration value="NATO UNCLASSIFIED"/>
          <xsd:enumeration value="NATO RESTRICTED"/>
          <xsd:enumeration value="NATO CONFIDENTIAL"/>
          <xsd:enumeration value="NATO SECRET"/>
          <xsd:enumeration value="MISSION UNCLASSIFIED"/>
          <xsd:enumeration value="MISSION RESTRICTED"/>
          <xsd:enumeration value="MISSION CONFIDENTIAL"/>
          <xsd:enumeration value="MISSION SECRET"/>
        </xsd:restriction>
      </xsd:simpleType>
    </xsd:element>
    <xsd:element name="_dlc_DocId" ma:index="7" nillable="true" ma:displayName="Document ID Value" ma:description="The value of the document ID assigned to this item." ma:internalName="_dlc_DocId" ma:readOnly="true">
      <xsd:simpleType>
        <xsd:restriction base="dms:Text"/>
      </xsd:simpleType>
    </xsd:element>
    <xsd:element name="_dlc_DocIdUrl" ma:index="8"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9" nillable="true" ma:displayName="Persist ID" ma:description="Keep ID on add." ma:hidden="true" ma:internalName="_dlc_DocIdPersistId" ma:readOnly="true">
      <xsd:simpleType>
        <xsd:restriction base="dms:Boolean"/>
      </xsd:simpleType>
    </xsd:element>
    <xsd:element name="g77bc1b47e1f49cfb5c94d874f5edd7d" ma:index="10" ma:taxonomy="true" ma:internalName="g77bc1b47e1f49cfb5c94d874f5edd7d" ma:taxonomyFieldName="ARRC_x0020_File_x0020_Ref" ma:displayName="ARRC File Ref" ma:indexed="true" ma:readOnly="false" ma:default="" ma:fieldId="{077bc1b4-7e1f-49cf-b5c9-4d874f5edd7d}" ma:sspId="274c6b18-f3a9-4fd2-b59f-05ac4372c9f1" ma:termSetId="30433fd5-4e62-4c07-96a6-01c0c1572c74"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7cceb723-a650-427d-b336-b62bfcb21e65}" ma:internalName="TaxCatchAll" ma:showField="CatchAllData" ma:web="65f84454-34f0-4e8c-a2e5-a7561b0726be">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cceb723-a650-427d-b336-b62bfcb21e65}" ma:internalName="TaxCatchAllLabel" ma:readOnly="true" ma:showField="CatchAllDataLabel" ma:web="65f84454-34f0-4e8c-a2e5-a7561b0726be">
      <xsd:complexType>
        <xsd:complexContent>
          <xsd:extension base="dms:MultiChoiceLookup">
            <xsd:sequence>
              <xsd:element name="Value" type="dms:Lookup" maxOccurs="unbounded" minOccurs="0" nillable="true"/>
            </xsd:sequence>
          </xsd:extension>
        </xsd:complexContent>
      </xsd:complexType>
    </xsd:element>
    <xsd:element name="mafaab22bac54e469e46ac953ac3c037" ma:index="14" nillable="true" ma:taxonomy="true" ma:internalName="mafaab22bac54e469e46ac953ac3c037" ma:taxonomyFieldName="ARRC_x0020_Subject" ma:displayName="Branch Subject" ma:indexed="true" ma:readOnly="false" ma:default="4;#6 G7 - TRG NATO Courses|d3e0ca80-c6c7-4512-989f-a11f91751c96" ma:fieldId="{6afaab22-bac5-4e46-9e46-ac953ac3c037}" ma:sspId="274c6b18-f3a9-4fd2-b59f-05ac4372c9f1" ma:termSetId="11692252-6d2d-417f-91f6-aa74f44b4270" ma:anchorId="00000000-0000-0000-0000-000000000000" ma:open="false" ma:isKeyword="false">
      <xsd:complexType>
        <xsd:sequence>
          <xsd:element ref="pc:Terms" minOccurs="0" maxOccurs="1"/>
        </xsd:sequence>
      </xsd:complexType>
    </xsd:element>
    <xsd:element name="l01c5b899edb4ed68653a7c437676f96" ma:index="19" nillable="true" ma:taxonomy="true" ma:internalName="l01c5b899edb4ed68653a7c437676f96" ma:taxonomyFieldName="ARRC_x0020_Outputs" ma:displayName="ARRC Outputs" ma:indexed="true" ma:readOnly="false" ma:default="" ma:fieldId="{501c5b89-9edb-4ed6-8653-a7c437676f96}" ma:sspId="274c6b18-f3a9-4fd2-b59f-05ac4372c9f1" ma:termSetId="d671f075-c50b-4943-aceb-ad5249782e64" ma:anchorId="00000000-0000-0000-0000-000000000000" ma:open="false" ma:isKeyword="false">
      <xsd:complexType>
        <xsd:sequence>
          <xsd:element ref="pc:Terms" minOccurs="0" maxOccurs="1"/>
        </xsd:sequence>
      </xsd:complexType>
    </xsd:element>
    <xsd:element name="TaxKeywordTaxHTField" ma:index="28" nillable="true" ma:taxonomy="true" ma:internalName="TaxKeywordTaxHTField" ma:taxonomyFieldName="TaxKeyword" ma:displayName="Enterprise Keywords" ma:fieldId="{23f27201-bee3-471e-b2e7-b64fd8b7ca38}" ma:taxonomyMulti="true" ma:sspId="274c6b18-f3a9-4fd2-b59f-05ac4372c9f1"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649f469-4513-4e13-a3ab-0831950d157d" elementFormDefault="qualified">
    <xsd:import namespace="http://schemas.microsoft.com/office/2006/documentManagement/types"/>
    <xsd:import namespace="http://schemas.microsoft.com/office/infopath/2007/PartnerControls"/>
    <xsd:element name="Document_x0020_Library" ma:index="21" ma:displayName="Document Library" ma:description="If document is Public WIP, leave this column, but if document is for a exercise choose from list above" ma:format="Dropdown" ma:internalName="Document_x0020_Library">
      <xsd:simpleType>
        <xsd:restriction base="dms:Choice">
          <xsd:enumeration value="Public WIP"/>
          <xsd:enumeration value="TRJE-16 WIP"/>
          <xsd:enumeration value="TRJE-16 Key Documents"/>
          <xsd:enumeration value="NOLR-16 WIP"/>
          <xsd:enumeration value="NOLR-16 Key Documents"/>
          <xsd:enumeration value="Noble Jump 17"/>
          <xsd:enumeration value="Noble Jump 15"/>
          <xsd:enumeration value="Brilliant Jump"/>
          <xsd:enumeration value="Constant Guardian"/>
          <xsd:enumeration value="Resilient Defender"/>
          <xsd:enumeration value="Dacian Lynx"/>
          <xsd:enumeration value="ARRCADE FUSION 17"/>
          <xsd:enumeration value="ARRCADE FUSION 17 Key Documents"/>
          <xsd:enumeration value="Corps Study Period 18"/>
        </xsd:restriction>
      </xsd:simpleType>
    </xsd:element>
    <xsd:element name="Policy" ma:index="25" nillable="true" ma:displayName="Policy" ma:format="Dropdown" ma:internalName="Policy">
      <xsd:simpleType>
        <xsd:restriction base="dms:Choice">
          <xsd:enumeration value="A2020"/>
          <xsd:enumeration value="C2TA"/>
          <xsd:enumeration value="CD&amp;E"/>
          <xsd:enumeration value="CD&amp;E - Proposals"/>
          <xsd:enumeration value="CD&amp;E -Meetings"/>
          <xsd:enumeration value="CD&amp;E -FAST Board"/>
          <xsd:enumeration value="CD&amp;E -AGILE WARRIOR"/>
          <xsd:enumeration value="CD&amp;E -NCS/ Land Adaptation"/>
          <xsd:enumeration value="CD&amp;E -NATO Initiatives"/>
          <xsd:enumeration value="Certification and Evaluation"/>
          <xsd:enumeration value="COMARRC’s Directive"/>
          <xsd:enumeration value="Doctrine -  NATO"/>
          <xsd:enumeration value="Doctrine -  UK"/>
          <xsd:enumeration value="Doctrine -  Under Review"/>
          <xsd:enumeration value="Fd Army QPRR"/>
          <xsd:enumeration value="HQ ARRC Matters"/>
          <xsd:enumeration value="International Augmentation"/>
          <xsd:enumeration value="International Engagement"/>
          <xsd:enumeration value="Interoperability"/>
          <xsd:enumeration value="Land Componency Conference"/>
          <xsd:enumeration value="MOU/ International Arrangements"/>
          <xsd:enumeration value="National Steering Group"/>
          <xsd:enumeration value="OA"/>
          <xsd:enumeration value="Plenary"/>
          <xsd:enumeration value="Policy - NATO"/>
          <xsd:enumeration value="Policy - UK"/>
          <xsd:enumeration value="Policy - Under Review"/>
          <xsd:enumeration value="Presentations"/>
          <xsd:enumeration value="SFA Policy and SFA WG"/>
          <xsd:enumeration value="SO1 Policy on exercise"/>
          <xsd:enumeration value="SO2 Doctrine/ Cap Dev on exercise"/>
          <xsd:enumeration value="SO2 NATO Doctrine/ Cap Dev on exercise"/>
          <xsd:enumeration value="SO2 Policy on exercise"/>
          <xsd:enumeration value="State of the Nation"/>
          <xsd:enumeration value="TACET"/>
          <xsd:enumeration value="VJTF(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3"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customXsn xmlns="http://schemas.microsoft.com/office/2006/metadata/customXsn">
  <xsnLocation/>
  <cached>True</cached>
  <openByDefault>True</openByDefault>
  <xsnScope>http://arrcweb/sites/cthub</xsnScope>
</customXsn>
</file>

<file path=customXml/item6.xml><?xml version="1.0" encoding="utf-8"?>
<?mso-contentType ?>
<PolicyDirtyBag xmlns="microsoft.office.server.policy.changes">
  <Microsoft.Office.RecordsManagement.PolicyFeatures.Expiration op="Change"/>
</PolicyDirtyBag>
</file>

<file path=customXml/item7.xml><?xml version="1.0" encoding="utf-8"?>
<p:properties xmlns:p="http://schemas.microsoft.com/office/2006/metadata/properties" xmlns:xsi="http://www.w3.org/2001/XMLSchema-instance" xmlns:pc="http://schemas.microsoft.com/office/infopath/2007/PartnerControls">
  <documentManagement>
    <TaxCatchAll xmlns="768ec260-3609-4363-825e-a27f12258866">
      <Value>179</Value>
      <Value>1342</Value>
    </TaxCatchAll>
    <lcf76f155ced4ddcb4097134ff3c332f xmlns="1c3fb4c2-0da0-4d0a-ba1a-d31282cddde4">
      <Terms xmlns="http://schemas.microsoft.com/office/infopath/2007/PartnerControls"/>
    </lcf76f155ced4ddcb4097134ff3c332f>
  </documentManagement>
</p:properties>
</file>

<file path=customXml/item8.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18FE62E4-F73E-4272-AE25-ED1A5C174795}">
  <ds:schemaRefs>
    <ds:schemaRef ds:uri="http://schemas.microsoft.com/sharepoint/v3/contenttype/forms"/>
  </ds:schemaRefs>
</ds:datastoreItem>
</file>

<file path=customXml/itemProps2.xml><?xml version="1.0" encoding="utf-8"?>
<ds:datastoreItem xmlns:ds="http://schemas.openxmlformats.org/officeDocument/2006/customXml" ds:itemID="{64E051F1-2B03-408E-84CB-DA6EFA30C45D}"/>
</file>

<file path=customXml/itemProps3.xml><?xml version="1.0" encoding="utf-8"?>
<ds:datastoreItem xmlns:ds="http://schemas.openxmlformats.org/officeDocument/2006/customXml" ds:itemID="{667E319A-2F77-42CB-8E38-5982D62BD1C3}">
  <ds:schemaRefs>
    <ds:schemaRef ds:uri="Microsoft.SharePoint.Taxonomy.ContentTypeSync"/>
  </ds:schemaRefs>
</ds:datastoreItem>
</file>

<file path=customXml/itemProps4.xml><?xml version="1.0" encoding="utf-8"?>
<ds:datastoreItem xmlns:ds="http://schemas.openxmlformats.org/officeDocument/2006/customXml" ds:itemID="{1C3307F6-AE3D-44D6-9945-2FD87D12DE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e24c54e-e06f-43d7-9399-011d6a9a10f0"/>
    <ds:schemaRef ds:uri="2649f469-4513-4e13-a3ab-0831950d15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903AC8D2-25E4-40EC-B6BD-E0556D9790AB}">
  <ds:schemaRefs>
    <ds:schemaRef ds:uri="http://schemas.microsoft.com/office/2006/metadata/customXsn"/>
  </ds:schemaRefs>
</ds:datastoreItem>
</file>

<file path=customXml/itemProps6.xml><?xml version="1.0" encoding="utf-8"?>
<ds:datastoreItem xmlns:ds="http://schemas.openxmlformats.org/officeDocument/2006/customXml" ds:itemID="{C77976CE-8096-4992-AFA5-E672437B77F7}">
  <ds:schemaRefs>
    <ds:schemaRef ds:uri="microsoft.office.server.policy.changes"/>
  </ds:schemaRefs>
</ds:datastoreItem>
</file>

<file path=customXml/itemProps7.xml><?xml version="1.0" encoding="utf-8"?>
<ds:datastoreItem xmlns:ds="http://schemas.openxmlformats.org/officeDocument/2006/customXml" ds:itemID="{31123B73-B7B8-4337-909B-12FEC6A17062}">
  <ds:schemaRefs>
    <ds:schemaRef ds:uri="de24c54e-e06f-43d7-9399-011d6a9a10f0"/>
    <ds:schemaRef ds:uri="http://purl.org/dc/terms/"/>
    <ds:schemaRef ds:uri="http://schemas.microsoft.com/sharepoint/v3"/>
    <ds:schemaRef ds:uri="http://schemas.microsoft.com/office/2006/metadata/properties"/>
    <ds:schemaRef ds:uri="http://schemas.microsoft.com/office/2006/documentManagement/types"/>
    <ds:schemaRef ds:uri="http://purl.org/dc/dcmitype/"/>
    <ds:schemaRef ds:uri="http://schemas.microsoft.com/office/infopath/2007/PartnerControls"/>
    <ds:schemaRef ds:uri="2649f469-4513-4e13-a3ab-0831950d157d"/>
    <ds:schemaRef ds:uri="http://schemas.openxmlformats.org/package/2006/metadata/core-properties"/>
    <ds:schemaRef ds:uri="http://www.w3.org/XML/1998/namespace"/>
    <ds:schemaRef ds:uri="http://purl.org/dc/elements/1.1/"/>
  </ds:schemaRefs>
</ds:datastoreItem>
</file>

<file path=customXml/itemProps8.xml><?xml version="1.0" encoding="utf-8"?>
<ds:datastoreItem xmlns:ds="http://schemas.openxmlformats.org/officeDocument/2006/customXml" ds:itemID="{FC3293DB-937D-44EF-9E2C-479E7BEBF8CD}">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2044</TotalTime>
  <Words>2448</Words>
  <Application>Microsoft Office PowerPoint</Application>
  <PresentationFormat>Widescreen</PresentationFormat>
  <Paragraphs>409</Paragraphs>
  <Slides>25</Slides>
  <Notes>20</Notes>
  <HiddenSlides>4</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25</vt:i4>
      </vt:variant>
    </vt:vector>
  </HeadingPairs>
  <TitlesOfParts>
    <vt:vector size="39" baseType="lpstr">
      <vt:lpstr>Arial</vt:lpstr>
      <vt:lpstr>Arial Black</vt:lpstr>
      <vt:lpstr>Calibri</vt:lpstr>
      <vt:lpstr>Calibri Light</vt:lpstr>
      <vt:lpstr>Garamond</vt:lpstr>
      <vt:lpstr>Noto Sans</vt:lpstr>
      <vt:lpstr>Orpheus Pro Medium</vt:lpstr>
      <vt:lpstr>Source Sans Pro</vt:lpstr>
      <vt:lpstr>Times New Roman</vt:lpstr>
      <vt:lpstr>Wingdings</vt:lpstr>
      <vt:lpstr>NATO Presentation template</vt:lpstr>
      <vt:lpstr>1_NATO Presentation template</vt:lpstr>
      <vt:lpstr>2_NATO Presentation template</vt:lpstr>
      <vt:lpstr>3_NATO Presentation template</vt:lpstr>
      <vt:lpstr>CORPS’ REAR AREA SECURITY (RAS)</vt:lpstr>
      <vt:lpstr>PowerPoint Presentation</vt:lpstr>
      <vt:lpstr>PowerPoint Presentation</vt:lpstr>
      <vt:lpstr>HEADQUARTERS  ALLIED RAPID REACTION CORPS (ARRC)</vt:lpstr>
      <vt:lpstr>PowerPoint Presentation</vt:lpstr>
      <vt:lpstr>Operational Record</vt:lpstr>
      <vt:lpstr>HQ ARRC Operational Record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BATTLESPACE: REAR, CLOSE, DEEP AREAS</vt:lpstr>
      <vt:lpstr>PowerPoint Presentation</vt:lpstr>
      <vt:lpstr>PowerPoint Presentation</vt:lpstr>
      <vt:lpstr>REAR, COMPLEXITY OF THE ENVIRONMENT </vt:lpstr>
      <vt:lpstr>REAR AREA OPERATIONS</vt:lpstr>
      <vt:lpstr>REAR OPS FUNCTIONS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20210701_NU_ARRC-ppt-Template</dc:title>
  <dc:creator>ARRC PHQ CSCOORD SO1</dc:creator>
  <cp:lastModifiedBy>Donesteve, Javier Maj (ARRC PHQ-SpDiv-CuOps-BSM-SO2)</cp:lastModifiedBy>
  <cp:revision>101</cp:revision>
  <cp:lastPrinted>2022-05-06T10:15:45Z</cp:lastPrinted>
  <dcterms:modified xsi:type="dcterms:W3CDTF">2022-11-04T11:49:38Z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RC File Ref">
    <vt:lpwstr>179;#04 24 Presentations|da65509a-3af5-4c22-97eb-999cd105e7e5</vt:lpwstr>
  </property>
  <property fmtid="{D5CDD505-2E9C-101B-9397-08002B2CF9AE}" pid="3" name="ARRC Outputs">
    <vt:lpwstr>1342;#ARRCADE INDUCTION|eee9a625-1387-4f49-96d6-e314b703f247</vt:lpwstr>
  </property>
  <property fmtid="{D5CDD505-2E9C-101B-9397-08002B2CF9AE}" pid="4" name="ARRC Subject">
    <vt:lpwstr/>
  </property>
  <property fmtid="{D5CDD505-2E9C-101B-9397-08002B2CF9AE}" pid="5" name="ContentTypeId">
    <vt:lpwstr>0x01010065B27A65603CCE4286BCFAF569B13952</vt:lpwstr>
  </property>
  <property fmtid="{D5CDD505-2E9C-101B-9397-08002B2CF9AE}" pid="6" name="ItemRetentionFormula">
    <vt:lpwstr/>
  </property>
  <property fmtid="{D5CDD505-2E9C-101B-9397-08002B2CF9AE}" pid="7" name="NXPowerLiteLastOptimized">
    <vt:lpwstr>1493261</vt:lpwstr>
  </property>
  <property fmtid="{D5CDD505-2E9C-101B-9397-08002B2CF9AE}" pid="8" name="NXPowerLiteSettings">
    <vt:lpwstr>C7000400038000</vt:lpwstr>
  </property>
  <property fmtid="{D5CDD505-2E9C-101B-9397-08002B2CF9AE}" pid="9" name="NXPowerLiteVersion">
    <vt:lpwstr>D7.1.14</vt:lpwstr>
  </property>
  <property fmtid="{D5CDD505-2E9C-101B-9397-08002B2CF9AE}" pid="10" name="TaxKeyword">
    <vt:lpwstr/>
  </property>
  <property fmtid="{D5CDD505-2E9C-101B-9397-08002B2CF9AE}" pid="11" name="_dlc_DocIdItemGuid">
    <vt:lpwstr>2ffb9ef7-cb64-40d3-a050-c6b86cdeba36</vt:lpwstr>
  </property>
  <property fmtid="{D5CDD505-2E9C-101B-9397-08002B2CF9AE}" pid="12" name="_dlc_policyId">
    <vt:lpwstr/>
  </property>
  <property fmtid="{D5CDD505-2E9C-101B-9397-08002B2CF9AE}" pid="13" name="MSIP_Label_d8a60473-494b-4586-a1bb-b0e663054676_Enabled">
    <vt:lpwstr>true</vt:lpwstr>
  </property>
  <property fmtid="{D5CDD505-2E9C-101B-9397-08002B2CF9AE}" pid="14" name="MSIP_Label_d8a60473-494b-4586-a1bb-b0e663054676_SetDate">
    <vt:lpwstr>2022-10-20T11:09:49Z</vt:lpwstr>
  </property>
  <property fmtid="{D5CDD505-2E9C-101B-9397-08002B2CF9AE}" pid="15" name="MSIP_Label_d8a60473-494b-4586-a1bb-b0e663054676_Method">
    <vt:lpwstr>Privileged</vt:lpwstr>
  </property>
  <property fmtid="{D5CDD505-2E9C-101B-9397-08002B2CF9AE}" pid="16" name="MSIP_Label_d8a60473-494b-4586-a1bb-b0e663054676_Name">
    <vt:lpwstr>MOD-1-O-‘UNMARKED’</vt:lpwstr>
  </property>
  <property fmtid="{D5CDD505-2E9C-101B-9397-08002B2CF9AE}" pid="17" name="MSIP_Label_d8a60473-494b-4586-a1bb-b0e663054676_SiteId">
    <vt:lpwstr>be7760ed-5953-484b-ae95-d0a16dfa09e5</vt:lpwstr>
  </property>
  <property fmtid="{D5CDD505-2E9C-101B-9397-08002B2CF9AE}" pid="18" name="MSIP_Label_d8a60473-494b-4586-a1bb-b0e663054676_ActionId">
    <vt:lpwstr>4eaf1987-968f-48a7-8e4a-e8b585a02ae7</vt:lpwstr>
  </property>
  <property fmtid="{D5CDD505-2E9C-101B-9397-08002B2CF9AE}" pid="19" name="MSIP_Label_d8a60473-494b-4586-a1bb-b0e663054676_ContentBits">
    <vt:lpwstr>0</vt:lpwstr>
  </property>
</Properties>
</file>