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slides/slide30.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slides/slide31.xml" ContentType="application/vnd.openxmlformats-officedocument.presentationml.slide+xml"/>
  <Override PartName="/ppt/presentation.xml" ContentType="application/vnd.openxmlformats-officedocument.presentationml.presentation.main+xml"/>
  <Override PartName="/ppt/slides/slide2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2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20.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28.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7.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4.xml" ContentType="application/vnd.openxmlformats-officedocument.presentationml.slideMaster+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slideMasters/slideMaster1.xml" ContentType="application/vnd.openxmlformats-officedocument.presentationml.slideMaster+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Layouts/slideLayout22.xml" ContentType="application/vnd.openxmlformats-officedocument.presentationml.slideLayout+xml"/>
  <Override PartName="/ppt/notesSlides/notesSlide3.xml" ContentType="application/vnd.openxmlformats-officedocument.presentationml.notesSlide+xml"/>
  <Override PartName="/ppt/slideLayouts/slideLayout17.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8.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notesSlides/notesSlide4.xml" ContentType="application/vnd.openxmlformats-officedocument.presentationml.notesSl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33.xml" ContentType="application/vnd.openxmlformats-officedocument.presentationml.slideLayout+xml"/>
  <Override PartName="/ppt/slideLayouts/slideLayout19.xml" ContentType="application/vnd.openxmlformats-officedocument.presentationml.slideLayout+xml"/>
  <Override PartName="/ppt/slideLayouts/slideLayout34.xml" ContentType="application/vnd.openxmlformats-officedocument.presentationml.slideLayout+xml"/>
  <Override PartName="/ppt/slideLayouts/slideLayout45.xml" ContentType="application/vnd.openxmlformats-officedocument.presentationml.slideLayout+xml"/>
  <Override PartName="/ppt/slideLayouts/slideLayout21.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20.xml" ContentType="application/vnd.openxmlformats-officedocument.presentationml.slideLayout+xml"/>
  <Override PartName="/ppt/slideLayouts/slideLayout35.xml" ContentType="application/vnd.openxmlformats-officedocument.presentationml.slideLayout+xml"/>
  <Override PartName="/ppt/slideLayouts/slideLayout40.xml" ContentType="application/vnd.openxmlformats-officedocument.presentationml.slideLayout+xml"/>
  <Override PartName="/ppt/slideLayouts/slideLayout44.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notesSlides/notesSlide13.xml" ContentType="application/vnd.openxmlformats-officedocument.presentationml.notesSlide+xml"/>
  <Override PartName="/ppt/slideLayouts/slideLayout32.xml" ContentType="application/vnd.openxmlformats-officedocument.presentationml.slideLayout+xml"/>
  <Override PartName="/ppt/slideLayouts/slideLayout26.xml" ContentType="application/vnd.openxmlformats-officedocument.presentationml.slideLayout+xml"/>
  <Override PartName="/ppt/slideLayouts/slideLayout28.xml" ContentType="application/vnd.openxmlformats-officedocument.presentationml.slideLayout+xml"/>
  <Override PartName="/ppt/notesSlides/notesSlide10.xml" ContentType="application/vnd.openxmlformats-officedocument.presentationml.notesSl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notesSlides/notesSlide12.xml" ContentType="application/vnd.openxmlformats-officedocument.presentationml.notesSlide+xml"/>
  <Override PartName="/ppt/slideLayouts/slideLayout27.xml" ContentType="application/vnd.openxmlformats-officedocument.presentationml.slideLayout+xml"/>
  <Override PartName="/ppt/notesSlides/notesSlide11.xml" ContentType="application/vnd.openxmlformats-officedocument.presentationml.notesSlide+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notesSlides/notesSlide9.xml" ContentType="application/vnd.openxmlformats-officedocument.presentationml.notesSlide+xml"/>
  <Override PartName="/ppt/notesSlides/notesSlide7.xml" ContentType="application/vnd.openxmlformats-officedocument.presentationml.notesSlide+xml"/>
  <Override PartName="/ppt/slideLayouts/slideLayout29.xml" ContentType="application/vnd.openxmlformats-officedocument.presentationml.slideLayout+xml"/>
  <Override PartName="/ppt/notesSlides/notesSlide5.xml" ContentType="application/vnd.openxmlformats-officedocument.presentationml.notesSlid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11.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2.xml" ContentType="application/vnd.openxmlformats-officedocument.theme+xml"/>
  <Override PartName="/ppt/theme/theme3.xml" ContentType="application/vnd.openxmlformats-officedocument.theme+xml"/>
  <Override PartName="/ppt/theme/theme8.xml" ContentType="application/vnd.openxmlformats-officedocument.theme+xml"/>
  <Override PartName="/ppt/diagrams/quickStyle3.xml" ContentType="application/vnd.openxmlformats-officedocument.drawingml.diagramStyle+xml"/>
  <Override PartName="/ppt/diagrams/layout3.xml" ContentType="application/vnd.openxmlformats-officedocument.drawingml.diagramLayout+xml"/>
  <Override PartName="/ppt/theme/theme6.xml" ContentType="application/vnd.openxmlformats-officedocument.theme+xml"/>
  <Override PartName="/ppt/diagrams/drawing2.xml" ContentType="application/vnd.ms-office.drawingml.diagramDrawing+xml"/>
  <Override PartName="/ppt/diagrams/colors3.xml" ContentType="application/vnd.openxmlformats-officedocument.drawingml.diagramColors+xml"/>
  <Override PartName="/ppt/diagrams/drawing3.xml" ContentType="application/vnd.ms-office.drawingml.diagramDrawing+xml"/>
  <Override PartName="/ppt/diagrams/colors2.xml" ContentType="application/vnd.openxmlformats-officedocument.drawingml.diagramColors+xml"/>
  <Override PartName="/ppt/diagrams/layout2.xml" ContentType="application/vnd.openxmlformats-officedocument.drawingml.diagramLayout+xml"/>
  <Override PartName="/ppt/theme/theme10.xml" ContentType="application/vnd.openxmlformats-officedocument.theme+xml"/>
  <Override PartName="/ppt/diagrams/quickStyle2.xml" ContentType="application/vnd.openxmlformats-officedocument.drawingml.diagramStyle+xml"/>
  <Override PartName="/ppt/theme/theme7.xml" ContentType="application/vnd.openxmlformats-officedocument.theme+xml"/>
  <Override PartName="/ppt/theme/theme11.xml" ContentType="application/vnd.openxmlformats-officedocument.theme+xml"/>
  <Override PartName="/ppt/theme/theme9.xml" ContentType="application/vnd.openxmlformats-officedocument.theme+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theme/theme12.xml" ContentType="application/vnd.openxmlformats-officedocument.theme+xml"/>
  <Override PartName="/ppt/diagrams/layout1.xml" ContentType="application/vnd.openxmlformats-officedocument.drawingml.diagramLayout+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44" r:id="rId1"/>
    <p:sldMasterId id="2147483779" r:id="rId2"/>
    <p:sldMasterId id="2147483756" r:id="rId3"/>
    <p:sldMasterId id="2147483762" r:id="rId4"/>
    <p:sldMasterId id="2147483773" r:id="rId5"/>
    <p:sldMasterId id="2147483784" r:id="rId6"/>
    <p:sldMasterId id="2147483789" r:id="rId7"/>
    <p:sldMasterId id="2147483794" r:id="rId8"/>
    <p:sldMasterId id="2147483799" r:id="rId9"/>
    <p:sldMasterId id="2147483826" r:id="rId10"/>
  </p:sldMasterIdLst>
  <p:notesMasterIdLst>
    <p:notesMasterId r:id="rId42"/>
  </p:notesMasterIdLst>
  <p:handoutMasterIdLst>
    <p:handoutMasterId r:id="rId43"/>
  </p:handoutMasterIdLst>
  <p:sldIdLst>
    <p:sldId id="445" r:id="rId11"/>
    <p:sldId id="345" r:id="rId12"/>
    <p:sldId id="434" r:id="rId13"/>
    <p:sldId id="430" r:id="rId14"/>
    <p:sldId id="368" r:id="rId15"/>
    <p:sldId id="429" r:id="rId16"/>
    <p:sldId id="433" r:id="rId17"/>
    <p:sldId id="431" r:id="rId18"/>
    <p:sldId id="432" r:id="rId19"/>
    <p:sldId id="435" r:id="rId20"/>
    <p:sldId id="436" r:id="rId21"/>
    <p:sldId id="397" r:id="rId22"/>
    <p:sldId id="398" r:id="rId23"/>
    <p:sldId id="400" r:id="rId24"/>
    <p:sldId id="437" r:id="rId25"/>
    <p:sldId id="401" r:id="rId26"/>
    <p:sldId id="438" r:id="rId27"/>
    <p:sldId id="439" r:id="rId28"/>
    <p:sldId id="407" r:id="rId29"/>
    <p:sldId id="441" r:id="rId30"/>
    <p:sldId id="442" r:id="rId31"/>
    <p:sldId id="443" r:id="rId32"/>
    <p:sldId id="408" r:id="rId33"/>
    <p:sldId id="440" r:id="rId34"/>
    <p:sldId id="426" r:id="rId35"/>
    <p:sldId id="420" r:id="rId36"/>
    <p:sldId id="422" r:id="rId37"/>
    <p:sldId id="421" r:id="rId38"/>
    <p:sldId id="425" r:id="rId39"/>
    <p:sldId id="428" r:id="rId40"/>
    <p:sldId id="423" r:id="rId41"/>
  </p:sldIdLst>
  <p:sldSz cx="9144000" cy="6858000" type="screen4x3"/>
  <p:notesSz cx="6742113" cy="9872663"/>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82">
          <p15:clr>
            <a:srgbClr val="A4A3A4"/>
          </p15:clr>
        </p15:guide>
        <p15:guide id="2" pos="5172">
          <p15:clr>
            <a:srgbClr val="A4A3A4"/>
          </p15:clr>
        </p15:guide>
      </p15:sldGuideLst>
    </p:ext>
    <p:ext uri="{2D200454-40CA-4A62-9FC3-DE9A4176ACB9}">
      <p15:notesGuideLst xmlns:p15="http://schemas.microsoft.com/office/powerpoint/2012/main">
        <p15:guide id="1" orient="horz" pos="3110">
          <p15:clr>
            <a:srgbClr val="A4A3A4"/>
          </p15:clr>
        </p15:guide>
        <p15:guide id="2" pos="21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4B4B"/>
    <a:srgbClr val="003366"/>
    <a:srgbClr val="92D050"/>
    <a:srgbClr val="00CC99"/>
    <a:srgbClr val="339966"/>
    <a:srgbClr val="00CC66"/>
    <a:srgbClr val="66FF66"/>
    <a:srgbClr val="FFFF66"/>
    <a:srgbClr val="FFCC00"/>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870" autoAdjust="0"/>
    <p:restoredTop sz="82326" autoAdjust="0"/>
  </p:normalViewPr>
  <p:slideViewPr>
    <p:cSldViewPr snapToGrid="0" snapToObjects="1" showGuides="1">
      <p:cViewPr varScale="1">
        <p:scale>
          <a:sx n="91" d="100"/>
          <a:sy n="91" d="100"/>
        </p:scale>
        <p:origin x="2574" y="96"/>
      </p:cViewPr>
      <p:guideLst>
        <p:guide orient="horz" pos="4182"/>
        <p:guide pos="5172"/>
      </p:guideLst>
    </p:cSldViewPr>
  </p:slideViewPr>
  <p:notesTextViewPr>
    <p:cViewPr>
      <p:scale>
        <a:sx n="200" d="100"/>
        <a:sy n="200" d="100"/>
      </p:scale>
      <p:origin x="0" y="0"/>
    </p:cViewPr>
  </p:notesTextViewPr>
  <p:sorterViewPr>
    <p:cViewPr varScale="1">
      <p:scale>
        <a:sx n="1" d="1"/>
        <a:sy n="1" d="1"/>
      </p:scale>
      <p:origin x="0" y="0"/>
    </p:cViewPr>
  </p:sorterViewPr>
  <p:notesViewPr>
    <p:cSldViewPr snapToGrid="0" snapToObjects="1" showGuides="1">
      <p:cViewPr varScale="1">
        <p:scale>
          <a:sx n="77" d="100"/>
          <a:sy n="77" d="100"/>
        </p:scale>
        <p:origin x="-2094" y="-90"/>
      </p:cViewPr>
      <p:guideLst>
        <p:guide orient="horz" pos="3110"/>
        <p:guide pos="212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notesMaster" Target="notesMasters/notesMaster1.xml"/><Relationship Id="rId47" Type="http://schemas.openxmlformats.org/officeDocument/2006/relationships/tableStyles" Target="tableStyles.xml"/><Relationship Id="rId50" Type="http://schemas.openxmlformats.org/officeDocument/2006/relationships/customXml" Target="../customXml/item3.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customXml" Target="../customXml/item2.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handoutMaster" Target="handoutMasters/handoutMaster1.xml"/><Relationship Id="rId48" Type="http://schemas.openxmlformats.org/officeDocument/2006/relationships/customXml" Target="../customXml/item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theme" Target="theme/theme1.xml"/><Relationship Id="rId20" Type="http://schemas.openxmlformats.org/officeDocument/2006/relationships/slide" Target="slides/slide10.xml"/><Relationship Id="rId41" Type="http://schemas.openxmlformats.org/officeDocument/2006/relationships/slide" Target="slides/slide31.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AA4807B-CC40-4300-BF22-043CEFB7EE30}" type="doc">
      <dgm:prSet loTypeId="urn:microsoft.com/office/officeart/2005/8/layout/hChevron3" loCatId="process" qsTypeId="urn:microsoft.com/office/officeart/2005/8/quickstyle/simple1" qsCatId="simple" csTypeId="urn:microsoft.com/office/officeart/2005/8/colors/accent1_2" csCatId="accent1" phldr="1"/>
      <dgm:spPr/>
    </dgm:pt>
    <dgm:pt modelId="{E79DC9BC-776A-4751-B75E-30F1CC826ACA}">
      <dgm:prSet phldrT="[Text]" custT="1">
        <dgm:style>
          <a:lnRef idx="1">
            <a:schemeClr val="accent2"/>
          </a:lnRef>
          <a:fillRef idx="2">
            <a:schemeClr val="accent2"/>
          </a:fillRef>
          <a:effectRef idx="1">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Jan</a:t>
          </a:r>
          <a:endParaRPr lang="en-GB" sz="1600" dirty="0"/>
        </a:p>
      </dgm:t>
    </dgm:pt>
    <dgm:pt modelId="{154A35BB-06F7-4269-92E0-5A6457BE9BE6}" type="parTrans" cxnId="{C1E08D80-5CD3-47D1-B909-4287BF84FA15}">
      <dgm:prSet/>
      <dgm:spPr/>
      <dgm:t>
        <a:bodyPr/>
        <a:lstStyle/>
        <a:p>
          <a:endParaRPr lang="en-GB" sz="1600"/>
        </a:p>
      </dgm:t>
    </dgm:pt>
    <dgm:pt modelId="{EE8B6782-12B3-44E8-97D8-D5BEF715BD37}" type="sibTrans" cxnId="{C1E08D80-5CD3-47D1-B909-4287BF84FA15}">
      <dgm:prSet/>
      <dgm:spPr/>
      <dgm:t>
        <a:bodyPr/>
        <a:lstStyle/>
        <a:p>
          <a:endParaRPr lang="en-GB" sz="1600"/>
        </a:p>
      </dgm:t>
    </dgm:pt>
    <dgm:pt modelId="{F055A763-FF79-4136-B9FE-29A3A535D5AE}">
      <dgm:prSet phldrT="[Text]" custT="1">
        <dgm:style>
          <a:lnRef idx="1">
            <a:schemeClr val="accent2"/>
          </a:lnRef>
          <a:fillRef idx="2">
            <a:schemeClr val="accent2"/>
          </a:fillRef>
          <a:effectRef idx="1">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Mar</a:t>
          </a:r>
          <a:endParaRPr lang="en-GB" sz="1600" dirty="0"/>
        </a:p>
      </dgm:t>
    </dgm:pt>
    <dgm:pt modelId="{1CFD4689-94E7-4276-B875-B26E73744CC2}" type="parTrans" cxnId="{ACF99C55-737D-4CC0-98DD-EFD11C2AE787}">
      <dgm:prSet/>
      <dgm:spPr/>
      <dgm:t>
        <a:bodyPr/>
        <a:lstStyle/>
        <a:p>
          <a:endParaRPr lang="en-GB" sz="1600"/>
        </a:p>
      </dgm:t>
    </dgm:pt>
    <dgm:pt modelId="{EB22405C-61B7-43B2-B0FF-EDFB0395236B}" type="sibTrans" cxnId="{ACF99C55-737D-4CC0-98DD-EFD11C2AE787}">
      <dgm:prSet/>
      <dgm:spPr/>
      <dgm:t>
        <a:bodyPr/>
        <a:lstStyle/>
        <a:p>
          <a:endParaRPr lang="en-GB" sz="1600"/>
        </a:p>
      </dgm:t>
    </dgm:pt>
    <dgm:pt modelId="{2D2F3DEA-2C50-44F1-B161-D66AB28623F3}">
      <dgm:prSet phldrT="[Text]" custT="1">
        <dgm:style>
          <a:lnRef idx="1">
            <a:schemeClr val="accent2"/>
          </a:lnRef>
          <a:fillRef idx="2">
            <a:schemeClr val="accent2"/>
          </a:fillRef>
          <a:effectRef idx="1">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Apr</a:t>
          </a:r>
          <a:endParaRPr lang="en-GB" sz="1600" dirty="0"/>
        </a:p>
      </dgm:t>
    </dgm:pt>
    <dgm:pt modelId="{DFC46E26-CD66-42CA-9B3A-5DA1AE26DF32}" type="parTrans" cxnId="{D443A0D7-3F16-4C6C-9D2B-0EB9A6BC3A28}">
      <dgm:prSet/>
      <dgm:spPr/>
      <dgm:t>
        <a:bodyPr/>
        <a:lstStyle/>
        <a:p>
          <a:endParaRPr lang="en-GB" sz="1600"/>
        </a:p>
      </dgm:t>
    </dgm:pt>
    <dgm:pt modelId="{70B549C5-3067-43E5-9C08-433967F2AB9C}" type="sibTrans" cxnId="{D443A0D7-3F16-4C6C-9D2B-0EB9A6BC3A28}">
      <dgm:prSet/>
      <dgm:spPr/>
      <dgm:t>
        <a:bodyPr/>
        <a:lstStyle/>
        <a:p>
          <a:endParaRPr lang="en-GB" sz="1600"/>
        </a:p>
      </dgm:t>
    </dgm:pt>
    <dgm:pt modelId="{57FCA664-C3EE-4036-8262-2C3EB72B2115}">
      <dgm:prSet custT="1">
        <dgm:style>
          <a:lnRef idx="1">
            <a:schemeClr val="accent2"/>
          </a:lnRef>
          <a:fillRef idx="2">
            <a:schemeClr val="accent2"/>
          </a:fillRef>
          <a:effectRef idx="1">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Feb</a:t>
          </a:r>
          <a:endParaRPr lang="en-GB" sz="1600" dirty="0"/>
        </a:p>
      </dgm:t>
    </dgm:pt>
    <dgm:pt modelId="{F99ACD86-A523-4C6D-AA59-03394962988E}" type="parTrans" cxnId="{727F4844-2E57-4F81-9D53-BFC52FC3D33C}">
      <dgm:prSet/>
      <dgm:spPr/>
      <dgm:t>
        <a:bodyPr/>
        <a:lstStyle/>
        <a:p>
          <a:endParaRPr lang="en-GB" sz="1600"/>
        </a:p>
      </dgm:t>
    </dgm:pt>
    <dgm:pt modelId="{F031D433-7E57-4ED8-B9B7-BCB67DFEF0E7}" type="sibTrans" cxnId="{727F4844-2E57-4F81-9D53-BFC52FC3D33C}">
      <dgm:prSet/>
      <dgm:spPr/>
      <dgm:t>
        <a:bodyPr/>
        <a:lstStyle/>
        <a:p>
          <a:endParaRPr lang="en-GB" sz="1600"/>
        </a:p>
      </dgm:t>
    </dgm:pt>
    <dgm:pt modelId="{658FF6B7-B4A1-4F7D-9D57-2EFF9428F2B8}">
      <dgm:prSet custT="1">
        <dgm:style>
          <a:lnRef idx="1">
            <a:schemeClr val="accent2"/>
          </a:lnRef>
          <a:fillRef idx="2">
            <a:schemeClr val="accent2"/>
          </a:fillRef>
          <a:effectRef idx="1">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May</a:t>
          </a:r>
          <a:endParaRPr lang="en-GB" sz="1600" dirty="0"/>
        </a:p>
      </dgm:t>
    </dgm:pt>
    <dgm:pt modelId="{330BF356-EB70-4F9F-8193-E91CA8F3CBD6}" type="parTrans" cxnId="{FF53C463-E95F-4C29-BE89-B698CD44145E}">
      <dgm:prSet/>
      <dgm:spPr/>
      <dgm:t>
        <a:bodyPr/>
        <a:lstStyle/>
        <a:p>
          <a:endParaRPr lang="en-GB" sz="1600"/>
        </a:p>
      </dgm:t>
    </dgm:pt>
    <dgm:pt modelId="{722907D9-76AB-46BE-A2EE-0C89DAEFC605}" type="sibTrans" cxnId="{FF53C463-E95F-4C29-BE89-B698CD44145E}">
      <dgm:prSet/>
      <dgm:spPr/>
      <dgm:t>
        <a:bodyPr/>
        <a:lstStyle/>
        <a:p>
          <a:endParaRPr lang="en-GB" sz="1600"/>
        </a:p>
      </dgm:t>
    </dgm:pt>
    <dgm:pt modelId="{017D2ACC-0134-4DB2-B53F-8CA44892F731}">
      <dgm:prSet custT="1">
        <dgm:style>
          <a:lnRef idx="1">
            <a:schemeClr val="accent2"/>
          </a:lnRef>
          <a:fillRef idx="2">
            <a:schemeClr val="accent2"/>
          </a:fillRef>
          <a:effectRef idx="1">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Jun</a:t>
          </a:r>
          <a:endParaRPr lang="en-GB" sz="1600" dirty="0"/>
        </a:p>
      </dgm:t>
    </dgm:pt>
    <dgm:pt modelId="{92E8B4C1-F231-4A5D-963A-055A99E27F02}" type="parTrans" cxnId="{CAA61089-36F3-4646-8EA6-3BD8666A74CC}">
      <dgm:prSet/>
      <dgm:spPr/>
      <dgm:t>
        <a:bodyPr/>
        <a:lstStyle/>
        <a:p>
          <a:endParaRPr lang="en-GB" sz="1600"/>
        </a:p>
      </dgm:t>
    </dgm:pt>
    <dgm:pt modelId="{E9C08D4A-3318-4DE1-8BE0-F9A52EFBB957}" type="sibTrans" cxnId="{CAA61089-36F3-4646-8EA6-3BD8666A74CC}">
      <dgm:prSet/>
      <dgm:spPr/>
      <dgm:t>
        <a:bodyPr/>
        <a:lstStyle/>
        <a:p>
          <a:endParaRPr lang="en-GB" sz="1600"/>
        </a:p>
      </dgm:t>
    </dgm:pt>
    <dgm:pt modelId="{260E2C86-DA16-4E78-98F8-0BF1B5D0EAEF}">
      <dgm:prSet custT="1">
        <dgm:style>
          <a:lnRef idx="1">
            <a:schemeClr val="accent2"/>
          </a:lnRef>
          <a:fillRef idx="2">
            <a:schemeClr val="accent2"/>
          </a:fillRef>
          <a:effectRef idx="1">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Jul</a:t>
          </a:r>
          <a:endParaRPr lang="en-GB" sz="1600" dirty="0"/>
        </a:p>
      </dgm:t>
    </dgm:pt>
    <dgm:pt modelId="{22237439-20DB-43D4-8406-F5DAFA245C1D}" type="parTrans" cxnId="{A8539D4C-6A5C-4779-AAEA-34E86D0ED24A}">
      <dgm:prSet/>
      <dgm:spPr/>
      <dgm:t>
        <a:bodyPr/>
        <a:lstStyle/>
        <a:p>
          <a:endParaRPr lang="en-GB" sz="1600"/>
        </a:p>
      </dgm:t>
    </dgm:pt>
    <dgm:pt modelId="{DF04DAEE-BAD2-4DD8-96E8-B447EA769317}" type="sibTrans" cxnId="{A8539D4C-6A5C-4779-AAEA-34E86D0ED24A}">
      <dgm:prSet/>
      <dgm:spPr/>
      <dgm:t>
        <a:bodyPr/>
        <a:lstStyle/>
        <a:p>
          <a:endParaRPr lang="en-GB" sz="1600"/>
        </a:p>
      </dgm:t>
    </dgm:pt>
    <dgm:pt modelId="{E4F5C79E-4469-483C-96C5-8A024A8A52D7}">
      <dgm:prSet custT="1">
        <dgm:style>
          <a:lnRef idx="1">
            <a:schemeClr val="accent2"/>
          </a:lnRef>
          <a:fillRef idx="2">
            <a:schemeClr val="accent2"/>
          </a:fillRef>
          <a:effectRef idx="1">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Aug</a:t>
          </a:r>
          <a:endParaRPr lang="en-GB" sz="1600" dirty="0"/>
        </a:p>
      </dgm:t>
    </dgm:pt>
    <dgm:pt modelId="{5688F893-3377-4E99-9F5D-CE452888A2A6}" type="parTrans" cxnId="{F7685BE7-FDA4-483B-9839-137AFAF58D77}">
      <dgm:prSet/>
      <dgm:spPr/>
      <dgm:t>
        <a:bodyPr/>
        <a:lstStyle/>
        <a:p>
          <a:endParaRPr lang="en-GB" sz="1600"/>
        </a:p>
      </dgm:t>
    </dgm:pt>
    <dgm:pt modelId="{8F0B8DE5-01CF-4B8B-AEB9-10BD0510266E}" type="sibTrans" cxnId="{F7685BE7-FDA4-483B-9839-137AFAF58D77}">
      <dgm:prSet/>
      <dgm:spPr/>
      <dgm:t>
        <a:bodyPr/>
        <a:lstStyle/>
        <a:p>
          <a:endParaRPr lang="en-GB" sz="1600"/>
        </a:p>
      </dgm:t>
    </dgm:pt>
    <dgm:pt modelId="{F7987A00-C4D7-4BCE-9124-29DD1A858A6E}">
      <dgm:prSet custT="1">
        <dgm:style>
          <a:lnRef idx="1">
            <a:schemeClr val="accent2"/>
          </a:lnRef>
          <a:fillRef idx="2">
            <a:schemeClr val="accent2"/>
          </a:fillRef>
          <a:effectRef idx="1">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Sep</a:t>
          </a:r>
          <a:endParaRPr lang="en-GB" sz="1600" dirty="0"/>
        </a:p>
      </dgm:t>
    </dgm:pt>
    <dgm:pt modelId="{96EC03EE-E17A-4BB2-B415-DF8E13F1DD07}" type="parTrans" cxnId="{9518AABC-65FD-49D5-8979-8A63759BE21B}">
      <dgm:prSet/>
      <dgm:spPr/>
      <dgm:t>
        <a:bodyPr/>
        <a:lstStyle/>
        <a:p>
          <a:endParaRPr lang="en-GB" sz="1600"/>
        </a:p>
      </dgm:t>
    </dgm:pt>
    <dgm:pt modelId="{F17CDB17-3E92-4D24-B109-A1A0FB6F51D0}" type="sibTrans" cxnId="{9518AABC-65FD-49D5-8979-8A63759BE21B}">
      <dgm:prSet/>
      <dgm:spPr/>
      <dgm:t>
        <a:bodyPr/>
        <a:lstStyle/>
        <a:p>
          <a:endParaRPr lang="en-GB" sz="1600"/>
        </a:p>
      </dgm:t>
    </dgm:pt>
    <dgm:pt modelId="{56D337F5-4BDA-4439-B247-37C66261F73F}">
      <dgm:prSet custT="1">
        <dgm:style>
          <a:lnRef idx="1">
            <a:schemeClr val="accent2"/>
          </a:lnRef>
          <a:fillRef idx="2">
            <a:schemeClr val="accent2"/>
          </a:fillRef>
          <a:effectRef idx="1">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Oct</a:t>
          </a:r>
          <a:endParaRPr lang="en-GB" sz="1600" dirty="0"/>
        </a:p>
      </dgm:t>
    </dgm:pt>
    <dgm:pt modelId="{530F328E-BA98-41EE-BF57-929AE8E18CBE}" type="parTrans" cxnId="{4E7670C0-1DAC-4D36-AC05-24FFB0F76231}">
      <dgm:prSet/>
      <dgm:spPr/>
      <dgm:t>
        <a:bodyPr/>
        <a:lstStyle/>
        <a:p>
          <a:endParaRPr lang="en-GB" sz="1600"/>
        </a:p>
      </dgm:t>
    </dgm:pt>
    <dgm:pt modelId="{8109F49E-4763-4030-B6C7-0B3343542558}" type="sibTrans" cxnId="{4E7670C0-1DAC-4D36-AC05-24FFB0F76231}">
      <dgm:prSet/>
      <dgm:spPr/>
      <dgm:t>
        <a:bodyPr/>
        <a:lstStyle/>
        <a:p>
          <a:endParaRPr lang="en-GB" sz="1600"/>
        </a:p>
      </dgm:t>
    </dgm:pt>
    <dgm:pt modelId="{18B9F3D7-8896-4195-8516-97D844CA9ED8}">
      <dgm:prSet custT="1">
        <dgm:style>
          <a:lnRef idx="1">
            <a:schemeClr val="accent2"/>
          </a:lnRef>
          <a:fillRef idx="2">
            <a:schemeClr val="accent2"/>
          </a:fillRef>
          <a:effectRef idx="1">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Nov</a:t>
          </a:r>
          <a:endParaRPr lang="en-GB" sz="1600" dirty="0"/>
        </a:p>
      </dgm:t>
    </dgm:pt>
    <dgm:pt modelId="{9B29E0CD-2FFE-4B8E-B479-D377BFA71524}" type="parTrans" cxnId="{5AD06591-EC0E-497F-BBC8-F3ABD3E56ECA}">
      <dgm:prSet/>
      <dgm:spPr/>
      <dgm:t>
        <a:bodyPr/>
        <a:lstStyle/>
        <a:p>
          <a:endParaRPr lang="en-GB" sz="1600"/>
        </a:p>
      </dgm:t>
    </dgm:pt>
    <dgm:pt modelId="{667207B5-BB70-46E6-A530-3D81DBC69E51}" type="sibTrans" cxnId="{5AD06591-EC0E-497F-BBC8-F3ABD3E56ECA}">
      <dgm:prSet/>
      <dgm:spPr/>
      <dgm:t>
        <a:bodyPr/>
        <a:lstStyle/>
        <a:p>
          <a:endParaRPr lang="en-GB" sz="1600"/>
        </a:p>
      </dgm:t>
    </dgm:pt>
    <dgm:pt modelId="{00247B60-8309-4598-A4F6-0D626E6863B3}">
      <dgm:prSet custT="1">
        <dgm:style>
          <a:lnRef idx="1">
            <a:schemeClr val="accent2"/>
          </a:lnRef>
          <a:fillRef idx="2">
            <a:schemeClr val="accent2"/>
          </a:fillRef>
          <a:effectRef idx="1">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Dec</a:t>
          </a:r>
          <a:endParaRPr lang="en-GB" sz="1600" dirty="0"/>
        </a:p>
      </dgm:t>
    </dgm:pt>
    <dgm:pt modelId="{4DDE5F0C-498D-43E2-812B-ACF42FB9FA12}" type="parTrans" cxnId="{CC183EDB-CD5A-4E05-8AE1-4D42C0FBEBFA}">
      <dgm:prSet/>
      <dgm:spPr/>
      <dgm:t>
        <a:bodyPr/>
        <a:lstStyle/>
        <a:p>
          <a:endParaRPr lang="en-GB" sz="1600"/>
        </a:p>
      </dgm:t>
    </dgm:pt>
    <dgm:pt modelId="{6A2309CB-6F58-44E9-B416-D85308E8A9BA}" type="sibTrans" cxnId="{CC183EDB-CD5A-4E05-8AE1-4D42C0FBEBFA}">
      <dgm:prSet/>
      <dgm:spPr/>
      <dgm:t>
        <a:bodyPr/>
        <a:lstStyle/>
        <a:p>
          <a:endParaRPr lang="en-GB" sz="1600"/>
        </a:p>
      </dgm:t>
    </dgm:pt>
    <dgm:pt modelId="{1BA946E8-CECF-4D25-B5C7-9D2B34B388ED}" type="pres">
      <dgm:prSet presAssocID="{4AA4807B-CC40-4300-BF22-043CEFB7EE30}" presName="Name0" presStyleCnt="0">
        <dgm:presLayoutVars>
          <dgm:dir/>
          <dgm:resizeHandles val="exact"/>
        </dgm:presLayoutVars>
      </dgm:prSet>
      <dgm:spPr/>
    </dgm:pt>
    <dgm:pt modelId="{B5800B06-D669-49F6-BA99-F191599B613A}" type="pres">
      <dgm:prSet presAssocID="{E79DC9BC-776A-4751-B75E-30F1CC826ACA}" presName="parTxOnly" presStyleLbl="node1" presStyleIdx="0" presStyleCnt="12">
        <dgm:presLayoutVars>
          <dgm:bulletEnabled val="1"/>
        </dgm:presLayoutVars>
      </dgm:prSet>
      <dgm:spPr/>
      <dgm:t>
        <a:bodyPr/>
        <a:lstStyle/>
        <a:p>
          <a:endParaRPr lang="en-GB"/>
        </a:p>
      </dgm:t>
    </dgm:pt>
    <dgm:pt modelId="{BADFAE1D-4596-4464-8D90-DFCE97D20667}" type="pres">
      <dgm:prSet presAssocID="{EE8B6782-12B3-44E8-97D8-D5BEF715BD37}" presName="parSpace" presStyleCnt="0"/>
      <dgm:spPr/>
    </dgm:pt>
    <dgm:pt modelId="{2A22AD95-11B8-40C5-BEB9-34D6174709A0}" type="pres">
      <dgm:prSet presAssocID="{57FCA664-C3EE-4036-8262-2C3EB72B2115}" presName="parTxOnly" presStyleLbl="node1" presStyleIdx="1" presStyleCnt="12">
        <dgm:presLayoutVars>
          <dgm:bulletEnabled val="1"/>
        </dgm:presLayoutVars>
      </dgm:prSet>
      <dgm:spPr/>
      <dgm:t>
        <a:bodyPr/>
        <a:lstStyle/>
        <a:p>
          <a:endParaRPr lang="en-GB"/>
        </a:p>
      </dgm:t>
    </dgm:pt>
    <dgm:pt modelId="{B013DF4B-0508-4932-B1C6-91C22BFC2E0C}" type="pres">
      <dgm:prSet presAssocID="{F031D433-7E57-4ED8-B9B7-BCB67DFEF0E7}" presName="parSpace" presStyleCnt="0"/>
      <dgm:spPr/>
    </dgm:pt>
    <dgm:pt modelId="{0978D785-6CE9-4F84-BFF0-1589E80D5506}" type="pres">
      <dgm:prSet presAssocID="{F055A763-FF79-4136-B9FE-29A3A535D5AE}" presName="parTxOnly" presStyleLbl="node1" presStyleIdx="2" presStyleCnt="12">
        <dgm:presLayoutVars>
          <dgm:bulletEnabled val="1"/>
        </dgm:presLayoutVars>
      </dgm:prSet>
      <dgm:spPr/>
      <dgm:t>
        <a:bodyPr/>
        <a:lstStyle/>
        <a:p>
          <a:endParaRPr lang="en-GB"/>
        </a:p>
      </dgm:t>
    </dgm:pt>
    <dgm:pt modelId="{94A171EF-8744-4A72-9872-830FFE1F144C}" type="pres">
      <dgm:prSet presAssocID="{EB22405C-61B7-43B2-B0FF-EDFB0395236B}" presName="parSpace" presStyleCnt="0"/>
      <dgm:spPr/>
    </dgm:pt>
    <dgm:pt modelId="{2049E539-3818-4E0D-874B-B27B2DE192AE}" type="pres">
      <dgm:prSet presAssocID="{2D2F3DEA-2C50-44F1-B161-D66AB28623F3}" presName="parTxOnly" presStyleLbl="node1" presStyleIdx="3" presStyleCnt="12">
        <dgm:presLayoutVars>
          <dgm:bulletEnabled val="1"/>
        </dgm:presLayoutVars>
      </dgm:prSet>
      <dgm:spPr/>
      <dgm:t>
        <a:bodyPr/>
        <a:lstStyle/>
        <a:p>
          <a:endParaRPr lang="en-GB"/>
        </a:p>
      </dgm:t>
    </dgm:pt>
    <dgm:pt modelId="{AE5D4964-5835-4664-8094-37E160852AC9}" type="pres">
      <dgm:prSet presAssocID="{70B549C5-3067-43E5-9C08-433967F2AB9C}" presName="parSpace" presStyleCnt="0"/>
      <dgm:spPr/>
    </dgm:pt>
    <dgm:pt modelId="{98EE0EA1-5BFB-4007-A657-F0FEBD9F7CDB}" type="pres">
      <dgm:prSet presAssocID="{658FF6B7-B4A1-4F7D-9D57-2EFF9428F2B8}" presName="parTxOnly" presStyleLbl="node1" presStyleIdx="4" presStyleCnt="12">
        <dgm:presLayoutVars>
          <dgm:bulletEnabled val="1"/>
        </dgm:presLayoutVars>
      </dgm:prSet>
      <dgm:spPr/>
      <dgm:t>
        <a:bodyPr/>
        <a:lstStyle/>
        <a:p>
          <a:endParaRPr lang="en-GB"/>
        </a:p>
      </dgm:t>
    </dgm:pt>
    <dgm:pt modelId="{EAE16277-8393-4CC6-8F90-7437057FECC8}" type="pres">
      <dgm:prSet presAssocID="{722907D9-76AB-46BE-A2EE-0C89DAEFC605}" presName="parSpace" presStyleCnt="0"/>
      <dgm:spPr/>
    </dgm:pt>
    <dgm:pt modelId="{B8FC1D7F-6055-4AEF-8CF0-FB4A955AA0D1}" type="pres">
      <dgm:prSet presAssocID="{017D2ACC-0134-4DB2-B53F-8CA44892F731}" presName="parTxOnly" presStyleLbl="node1" presStyleIdx="5" presStyleCnt="12">
        <dgm:presLayoutVars>
          <dgm:bulletEnabled val="1"/>
        </dgm:presLayoutVars>
      </dgm:prSet>
      <dgm:spPr/>
      <dgm:t>
        <a:bodyPr/>
        <a:lstStyle/>
        <a:p>
          <a:endParaRPr lang="en-GB"/>
        </a:p>
      </dgm:t>
    </dgm:pt>
    <dgm:pt modelId="{EEEC9D0C-449E-4295-8E3F-52EE73C1BFD4}" type="pres">
      <dgm:prSet presAssocID="{E9C08D4A-3318-4DE1-8BE0-F9A52EFBB957}" presName="parSpace" presStyleCnt="0"/>
      <dgm:spPr/>
    </dgm:pt>
    <dgm:pt modelId="{35CDDD80-F56A-43F2-8DAF-F965E534CEDF}" type="pres">
      <dgm:prSet presAssocID="{260E2C86-DA16-4E78-98F8-0BF1B5D0EAEF}" presName="parTxOnly" presStyleLbl="node1" presStyleIdx="6" presStyleCnt="12">
        <dgm:presLayoutVars>
          <dgm:bulletEnabled val="1"/>
        </dgm:presLayoutVars>
      </dgm:prSet>
      <dgm:spPr/>
      <dgm:t>
        <a:bodyPr/>
        <a:lstStyle/>
        <a:p>
          <a:endParaRPr lang="en-GB"/>
        </a:p>
      </dgm:t>
    </dgm:pt>
    <dgm:pt modelId="{2EFE2D10-886C-47F4-AE10-8AE0AC920DE1}" type="pres">
      <dgm:prSet presAssocID="{DF04DAEE-BAD2-4DD8-96E8-B447EA769317}" presName="parSpace" presStyleCnt="0"/>
      <dgm:spPr/>
    </dgm:pt>
    <dgm:pt modelId="{BFB562D5-5C3E-4F33-8A5B-1EDDC4BDB33B}" type="pres">
      <dgm:prSet presAssocID="{E4F5C79E-4469-483C-96C5-8A024A8A52D7}" presName="parTxOnly" presStyleLbl="node1" presStyleIdx="7" presStyleCnt="12">
        <dgm:presLayoutVars>
          <dgm:bulletEnabled val="1"/>
        </dgm:presLayoutVars>
      </dgm:prSet>
      <dgm:spPr/>
      <dgm:t>
        <a:bodyPr/>
        <a:lstStyle/>
        <a:p>
          <a:endParaRPr lang="en-GB"/>
        </a:p>
      </dgm:t>
    </dgm:pt>
    <dgm:pt modelId="{7B472731-DF7A-4A56-8B14-12BDCB225020}" type="pres">
      <dgm:prSet presAssocID="{8F0B8DE5-01CF-4B8B-AEB9-10BD0510266E}" presName="parSpace" presStyleCnt="0"/>
      <dgm:spPr/>
    </dgm:pt>
    <dgm:pt modelId="{98376F9B-448F-41D4-B532-143B13DAF078}" type="pres">
      <dgm:prSet presAssocID="{F7987A00-C4D7-4BCE-9124-29DD1A858A6E}" presName="parTxOnly" presStyleLbl="node1" presStyleIdx="8" presStyleCnt="12">
        <dgm:presLayoutVars>
          <dgm:bulletEnabled val="1"/>
        </dgm:presLayoutVars>
      </dgm:prSet>
      <dgm:spPr/>
      <dgm:t>
        <a:bodyPr/>
        <a:lstStyle/>
        <a:p>
          <a:endParaRPr lang="en-GB"/>
        </a:p>
      </dgm:t>
    </dgm:pt>
    <dgm:pt modelId="{6B4D7C9F-AAD7-48F0-9ACA-6C2C16738E44}" type="pres">
      <dgm:prSet presAssocID="{F17CDB17-3E92-4D24-B109-A1A0FB6F51D0}" presName="parSpace" presStyleCnt="0"/>
      <dgm:spPr/>
    </dgm:pt>
    <dgm:pt modelId="{36AAE410-182F-4BA9-995B-ED28C556D510}" type="pres">
      <dgm:prSet presAssocID="{56D337F5-4BDA-4439-B247-37C66261F73F}" presName="parTxOnly" presStyleLbl="node1" presStyleIdx="9" presStyleCnt="12">
        <dgm:presLayoutVars>
          <dgm:bulletEnabled val="1"/>
        </dgm:presLayoutVars>
      </dgm:prSet>
      <dgm:spPr/>
      <dgm:t>
        <a:bodyPr/>
        <a:lstStyle/>
        <a:p>
          <a:endParaRPr lang="en-GB"/>
        </a:p>
      </dgm:t>
    </dgm:pt>
    <dgm:pt modelId="{DA0BECA2-DA6C-403E-B20F-22A320ADD9A2}" type="pres">
      <dgm:prSet presAssocID="{8109F49E-4763-4030-B6C7-0B3343542558}" presName="parSpace" presStyleCnt="0"/>
      <dgm:spPr/>
    </dgm:pt>
    <dgm:pt modelId="{AEA4A146-0BAA-4FBC-B1A6-C18F7B00E9B5}" type="pres">
      <dgm:prSet presAssocID="{18B9F3D7-8896-4195-8516-97D844CA9ED8}" presName="parTxOnly" presStyleLbl="node1" presStyleIdx="10" presStyleCnt="12">
        <dgm:presLayoutVars>
          <dgm:bulletEnabled val="1"/>
        </dgm:presLayoutVars>
      </dgm:prSet>
      <dgm:spPr/>
      <dgm:t>
        <a:bodyPr/>
        <a:lstStyle/>
        <a:p>
          <a:endParaRPr lang="en-GB"/>
        </a:p>
      </dgm:t>
    </dgm:pt>
    <dgm:pt modelId="{5A6C740A-CE78-4BDB-95FD-4C25EDDDE9A0}" type="pres">
      <dgm:prSet presAssocID="{667207B5-BB70-46E6-A530-3D81DBC69E51}" presName="parSpace" presStyleCnt="0"/>
      <dgm:spPr/>
    </dgm:pt>
    <dgm:pt modelId="{2DBF6A06-62FB-484E-B633-95C494BFEE02}" type="pres">
      <dgm:prSet presAssocID="{00247B60-8309-4598-A4F6-0D626E6863B3}" presName="parTxOnly" presStyleLbl="node1" presStyleIdx="11" presStyleCnt="12">
        <dgm:presLayoutVars>
          <dgm:bulletEnabled val="1"/>
        </dgm:presLayoutVars>
      </dgm:prSet>
      <dgm:spPr/>
      <dgm:t>
        <a:bodyPr/>
        <a:lstStyle/>
        <a:p>
          <a:endParaRPr lang="en-GB"/>
        </a:p>
      </dgm:t>
    </dgm:pt>
  </dgm:ptLst>
  <dgm:cxnLst>
    <dgm:cxn modelId="{7E5B720F-34B1-4E88-9449-A638D9A8E8A0}" type="presOf" srcId="{F055A763-FF79-4136-B9FE-29A3A535D5AE}" destId="{0978D785-6CE9-4F84-BFF0-1589E80D5506}" srcOrd="0" destOrd="0" presId="urn:microsoft.com/office/officeart/2005/8/layout/hChevron3"/>
    <dgm:cxn modelId="{727F4844-2E57-4F81-9D53-BFC52FC3D33C}" srcId="{4AA4807B-CC40-4300-BF22-043CEFB7EE30}" destId="{57FCA664-C3EE-4036-8262-2C3EB72B2115}" srcOrd="1" destOrd="0" parTransId="{F99ACD86-A523-4C6D-AA59-03394962988E}" sibTransId="{F031D433-7E57-4ED8-B9B7-BCB67DFEF0E7}"/>
    <dgm:cxn modelId="{7E109AA0-2582-470F-BA07-31E9756F20D4}" type="presOf" srcId="{57FCA664-C3EE-4036-8262-2C3EB72B2115}" destId="{2A22AD95-11B8-40C5-BEB9-34D6174709A0}" srcOrd="0" destOrd="0" presId="urn:microsoft.com/office/officeart/2005/8/layout/hChevron3"/>
    <dgm:cxn modelId="{7EF6263F-4899-4945-A123-696BC0B40880}" type="presOf" srcId="{E4F5C79E-4469-483C-96C5-8A024A8A52D7}" destId="{BFB562D5-5C3E-4F33-8A5B-1EDDC4BDB33B}" srcOrd="0" destOrd="0" presId="urn:microsoft.com/office/officeart/2005/8/layout/hChevron3"/>
    <dgm:cxn modelId="{D62E351A-E327-439A-A636-EA1279BFCA54}" type="presOf" srcId="{E79DC9BC-776A-4751-B75E-30F1CC826ACA}" destId="{B5800B06-D669-49F6-BA99-F191599B613A}" srcOrd="0" destOrd="0" presId="urn:microsoft.com/office/officeart/2005/8/layout/hChevron3"/>
    <dgm:cxn modelId="{4E7670C0-1DAC-4D36-AC05-24FFB0F76231}" srcId="{4AA4807B-CC40-4300-BF22-043CEFB7EE30}" destId="{56D337F5-4BDA-4439-B247-37C66261F73F}" srcOrd="9" destOrd="0" parTransId="{530F328E-BA98-41EE-BF57-929AE8E18CBE}" sibTransId="{8109F49E-4763-4030-B6C7-0B3343542558}"/>
    <dgm:cxn modelId="{F592D7C3-37AC-49D6-B1A4-1391E43EF3A3}" type="presOf" srcId="{260E2C86-DA16-4E78-98F8-0BF1B5D0EAEF}" destId="{35CDDD80-F56A-43F2-8DAF-F965E534CEDF}" srcOrd="0" destOrd="0" presId="urn:microsoft.com/office/officeart/2005/8/layout/hChevron3"/>
    <dgm:cxn modelId="{CC183EDB-CD5A-4E05-8AE1-4D42C0FBEBFA}" srcId="{4AA4807B-CC40-4300-BF22-043CEFB7EE30}" destId="{00247B60-8309-4598-A4F6-0D626E6863B3}" srcOrd="11" destOrd="0" parTransId="{4DDE5F0C-498D-43E2-812B-ACF42FB9FA12}" sibTransId="{6A2309CB-6F58-44E9-B416-D85308E8A9BA}"/>
    <dgm:cxn modelId="{C1E08D80-5CD3-47D1-B909-4287BF84FA15}" srcId="{4AA4807B-CC40-4300-BF22-043CEFB7EE30}" destId="{E79DC9BC-776A-4751-B75E-30F1CC826ACA}" srcOrd="0" destOrd="0" parTransId="{154A35BB-06F7-4269-92E0-5A6457BE9BE6}" sibTransId="{EE8B6782-12B3-44E8-97D8-D5BEF715BD37}"/>
    <dgm:cxn modelId="{9518AABC-65FD-49D5-8979-8A63759BE21B}" srcId="{4AA4807B-CC40-4300-BF22-043CEFB7EE30}" destId="{F7987A00-C4D7-4BCE-9124-29DD1A858A6E}" srcOrd="8" destOrd="0" parTransId="{96EC03EE-E17A-4BB2-B415-DF8E13F1DD07}" sibTransId="{F17CDB17-3E92-4D24-B109-A1A0FB6F51D0}"/>
    <dgm:cxn modelId="{5AD06591-EC0E-497F-BBC8-F3ABD3E56ECA}" srcId="{4AA4807B-CC40-4300-BF22-043CEFB7EE30}" destId="{18B9F3D7-8896-4195-8516-97D844CA9ED8}" srcOrd="10" destOrd="0" parTransId="{9B29E0CD-2FFE-4B8E-B479-D377BFA71524}" sibTransId="{667207B5-BB70-46E6-A530-3D81DBC69E51}"/>
    <dgm:cxn modelId="{F7685BE7-FDA4-483B-9839-137AFAF58D77}" srcId="{4AA4807B-CC40-4300-BF22-043CEFB7EE30}" destId="{E4F5C79E-4469-483C-96C5-8A024A8A52D7}" srcOrd="7" destOrd="0" parTransId="{5688F893-3377-4E99-9F5D-CE452888A2A6}" sibTransId="{8F0B8DE5-01CF-4B8B-AEB9-10BD0510266E}"/>
    <dgm:cxn modelId="{FDE90F46-9C27-4708-98C3-BE3DEA94C8C0}" type="presOf" srcId="{017D2ACC-0134-4DB2-B53F-8CA44892F731}" destId="{B8FC1D7F-6055-4AEF-8CF0-FB4A955AA0D1}" srcOrd="0" destOrd="0" presId="urn:microsoft.com/office/officeart/2005/8/layout/hChevron3"/>
    <dgm:cxn modelId="{3FBAA444-4B3E-49BF-AA0C-47C70E0CCA02}" type="presOf" srcId="{00247B60-8309-4598-A4F6-0D626E6863B3}" destId="{2DBF6A06-62FB-484E-B633-95C494BFEE02}" srcOrd="0" destOrd="0" presId="urn:microsoft.com/office/officeart/2005/8/layout/hChevron3"/>
    <dgm:cxn modelId="{CAA61089-36F3-4646-8EA6-3BD8666A74CC}" srcId="{4AA4807B-CC40-4300-BF22-043CEFB7EE30}" destId="{017D2ACC-0134-4DB2-B53F-8CA44892F731}" srcOrd="5" destOrd="0" parTransId="{92E8B4C1-F231-4A5D-963A-055A99E27F02}" sibTransId="{E9C08D4A-3318-4DE1-8BE0-F9A52EFBB957}"/>
    <dgm:cxn modelId="{DB8236B9-3BF9-47DF-8DF4-C2E7038DFC58}" type="presOf" srcId="{18B9F3D7-8896-4195-8516-97D844CA9ED8}" destId="{AEA4A146-0BAA-4FBC-B1A6-C18F7B00E9B5}" srcOrd="0" destOrd="0" presId="urn:microsoft.com/office/officeart/2005/8/layout/hChevron3"/>
    <dgm:cxn modelId="{ACF99C55-737D-4CC0-98DD-EFD11C2AE787}" srcId="{4AA4807B-CC40-4300-BF22-043CEFB7EE30}" destId="{F055A763-FF79-4136-B9FE-29A3A535D5AE}" srcOrd="2" destOrd="0" parTransId="{1CFD4689-94E7-4276-B875-B26E73744CC2}" sibTransId="{EB22405C-61B7-43B2-B0FF-EDFB0395236B}"/>
    <dgm:cxn modelId="{DBFF537E-169F-4249-AA49-A66F1DF227A1}" type="presOf" srcId="{56D337F5-4BDA-4439-B247-37C66261F73F}" destId="{36AAE410-182F-4BA9-995B-ED28C556D510}" srcOrd="0" destOrd="0" presId="urn:microsoft.com/office/officeart/2005/8/layout/hChevron3"/>
    <dgm:cxn modelId="{C69EC11F-2107-4371-8C78-D3DC31CF4B01}" type="presOf" srcId="{2D2F3DEA-2C50-44F1-B161-D66AB28623F3}" destId="{2049E539-3818-4E0D-874B-B27B2DE192AE}" srcOrd="0" destOrd="0" presId="urn:microsoft.com/office/officeart/2005/8/layout/hChevron3"/>
    <dgm:cxn modelId="{7D88A6EF-135C-4CD4-824A-1115EF1C975E}" type="presOf" srcId="{658FF6B7-B4A1-4F7D-9D57-2EFF9428F2B8}" destId="{98EE0EA1-5BFB-4007-A657-F0FEBD9F7CDB}" srcOrd="0" destOrd="0" presId="urn:microsoft.com/office/officeart/2005/8/layout/hChevron3"/>
    <dgm:cxn modelId="{6158C90E-34EF-4AC1-A336-D40F70FBF73A}" type="presOf" srcId="{4AA4807B-CC40-4300-BF22-043CEFB7EE30}" destId="{1BA946E8-CECF-4D25-B5C7-9D2B34B388ED}" srcOrd="0" destOrd="0" presId="urn:microsoft.com/office/officeart/2005/8/layout/hChevron3"/>
    <dgm:cxn modelId="{C381AF9A-B55C-4789-8AF7-3FF50898505B}" type="presOf" srcId="{F7987A00-C4D7-4BCE-9124-29DD1A858A6E}" destId="{98376F9B-448F-41D4-B532-143B13DAF078}" srcOrd="0" destOrd="0" presId="urn:microsoft.com/office/officeart/2005/8/layout/hChevron3"/>
    <dgm:cxn modelId="{A8539D4C-6A5C-4779-AAEA-34E86D0ED24A}" srcId="{4AA4807B-CC40-4300-BF22-043CEFB7EE30}" destId="{260E2C86-DA16-4E78-98F8-0BF1B5D0EAEF}" srcOrd="6" destOrd="0" parTransId="{22237439-20DB-43D4-8406-F5DAFA245C1D}" sibTransId="{DF04DAEE-BAD2-4DD8-96E8-B447EA769317}"/>
    <dgm:cxn modelId="{FF53C463-E95F-4C29-BE89-B698CD44145E}" srcId="{4AA4807B-CC40-4300-BF22-043CEFB7EE30}" destId="{658FF6B7-B4A1-4F7D-9D57-2EFF9428F2B8}" srcOrd="4" destOrd="0" parTransId="{330BF356-EB70-4F9F-8193-E91CA8F3CBD6}" sibTransId="{722907D9-76AB-46BE-A2EE-0C89DAEFC605}"/>
    <dgm:cxn modelId="{D443A0D7-3F16-4C6C-9D2B-0EB9A6BC3A28}" srcId="{4AA4807B-CC40-4300-BF22-043CEFB7EE30}" destId="{2D2F3DEA-2C50-44F1-B161-D66AB28623F3}" srcOrd="3" destOrd="0" parTransId="{DFC46E26-CD66-42CA-9B3A-5DA1AE26DF32}" sibTransId="{70B549C5-3067-43E5-9C08-433967F2AB9C}"/>
    <dgm:cxn modelId="{1862A776-135F-42DF-BE0D-C4211D44F35E}" type="presParOf" srcId="{1BA946E8-CECF-4D25-B5C7-9D2B34B388ED}" destId="{B5800B06-D669-49F6-BA99-F191599B613A}" srcOrd="0" destOrd="0" presId="urn:microsoft.com/office/officeart/2005/8/layout/hChevron3"/>
    <dgm:cxn modelId="{A802BBA2-2FB5-48E7-A8D5-1FD92165D625}" type="presParOf" srcId="{1BA946E8-CECF-4D25-B5C7-9D2B34B388ED}" destId="{BADFAE1D-4596-4464-8D90-DFCE97D20667}" srcOrd="1" destOrd="0" presId="urn:microsoft.com/office/officeart/2005/8/layout/hChevron3"/>
    <dgm:cxn modelId="{FF7A327A-56BF-4D46-94DF-1C2C5E4BB975}" type="presParOf" srcId="{1BA946E8-CECF-4D25-B5C7-9D2B34B388ED}" destId="{2A22AD95-11B8-40C5-BEB9-34D6174709A0}" srcOrd="2" destOrd="0" presId="urn:microsoft.com/office/officeart/2005/8/layout/hChevron3"/>
    <dgm:cxn modelId="{EFE23E60-BAB5-4F85-955D-3B9C94418919}" type="presParOf" srcId="{1BA946E8-CECF-4D25-B5C7-9D2B34B388ED}" destId="{B013DF4B-0508-4932-B1C6-91C22BFC2E0C}" srcOrd="3" destOrd="0" presId="urn:microsoft.com/office/officeart/2005/8/layout/hChevron3"/>
    <dgm:cxn modelId="{9F5B079D-9996-4628-BF14-34FEC793EF0E}" type="presParOf" srcId="{1BA946E8-CECF-4D25-B5C7-9D2B34B388ED}" destId="{0978D785-6CE9-4F84-BFF0-1589E80D5506}" srcOrd="4" destOrd="0" presId="urn:microsoft.com/office/officeart/2005/8/layout/hChevron3"/>
    <dgm:cxn modelId="{6EADE6BF-9854-4D45-A497-455D73133916}" type="presParOf" srcId="{1BA946E8-CECF-4D25-B5C7-9D2B34B388ED}" destId="{94A171EF-8744-4A72-9872-830FFE1F144C}" srcOrd="5" destOrd="0" presId="urn:microsoft.com/office/officeart/2005/8/layout/hChevron3"/>
    <dgm:cxn modelId="{40A207B8-6CCD-43FC-BC4B-066EC8DDA1AC}" type="presParOf" srcId="{1BA946E8-CECF-4D25-B5C7-9D2B34B388ED}" destId="{2049E539-3818-4E0D-874B-B27B2DE192AE}" srcOrd="6" destOrd="0" presId="urn:microsoft.com/office/officeart/2005/8/layout/hChevron3"/>
    <dgm:cxn modelId="{138EDA23-1B84-4FFE-82A5-FCAE8EA8B6C3}" type="presParOf" srcId="{1BA946E8-CECF-4D25-B5C7-9D2B34B388ED}" destId="{AE5D4964-5835-4664-8094-37E160852AC9}" srcOrd="7" destOrd="0" presId="urn:microsoft.com/office/officeart/2005/8/layout/hChevron3"/>
    <dgm:cxn modelId="{32713C96-0B84-4204-8147-CDBEDE7E3465}" type="presParOf" srcId="{1BA946E8-CECF-4D25-B5C7-9D2B34B388ED}" destId="{98EE0EA1-5BFB-4007-A657-F0FEBD9F7CDB}" srcOrd="8" destOrd="0" presId="urn:microsoft.com/office/officeart/2005/8/layout/hChevron3"/>
    <dgm:cxn modelId="{8D6C7B53-A6E4-4A69-B733-0BB046B039AE}" type="presParOf" srcId="{1BA946E8-CECF-4D25-B5C7-9D2B34B388ED}" destId="{EAE16277-8393-4CC6-8F90-7437057FECC8}" srcOrd="9" destOrd="0" presId="urn:microsoft.com/office/officeart/2005/8/layout/hChevron3"/>
    <dgm:cxn modelId="{EB251602-CE1B-4E5F-A823-0FB082BDA285}" type="presParOf" srcId="{1BA946E8-CECF-4D25-B5C7-9D2B34B388ED}" destId="{B8FC1D7F-6055-4AEF-8CF0-FB4A955AA0D1}" srcOrd="10" destOrd="0" presId="urn:microsoft.com/office/officeart/2005/8/layout/hChevron3"/>
    <dgm:cxn modelId="{82A4C228-F08E-4FAD-A922-DA87EA0851C2}" type="presParOf" srcId="{1BA946E8-CECF-4D25-B5C7-9D2B34B388ED}" destId="{EEEC9D0C-449E-4295-8E3F-52EE73C1BFD4}" srcOrd="11" destOrd="0" presId="urn:microsoft.com/office/officeart/2005/8/layout/hChevron3"/>
    <dgm:cxn modelId="{6A5AE58F-06E2-4E04-8A8B-0D42DBE25E84}" type="presParOf" srcId="{1BA946E8-CECF-4D25-B5C7-9D2B34B388ED}" destId="{35CDDD80-F56A-43F2-8DAF-F965E534CEDF}" srcOrd="12" destOrd="0" presId="urn:microsoft.com/office/officeart/2005/8/layout/hChevron3"/>
    <dgm:cxn modelId="{D475932B-C20A-4E15-836D-4DFEC5049989}" type="presParOf" srcId="{1BA946E8-CECF-4D25-B5C7-9D2B34B388ED}" destId="{2EFE2D10-886C-47F4-AE10-8AE0AC920DE1}" srcOrd="13" destOrd="0" presId="urn:microsoft.com/office/officeart/2005/8/layout/hChevron3"/>
    <dgm:cxn modelId="{6E9E5349-AC0E-4708-9882-752B1C3AACE0}" type="presParOf" srcId="{1BA946E8-CECF-4D25-B5C7-9D2B34B388ED}" destId="{BFB562D5-5C3E-4F33-8A5B-1EDDC4BDB33B}" srcOrd="14" destOrd="0" presId="urn:microsoft.com/office/officeart/2005/8/layout/hChevron3"/>
    <dgm:cxn modelId="{F2758CB3-82F1-4A73-B093-600CCB3EDEF2}" type="presParOf" srcId="{1BA946E8-CECF-4D25-B5C7-9D2B34B388ED}" destId="{7B472731-DF7A-4A56-8B14-12BDCB225020}" srcOrd="15" destOrd="0" presId="urn:microsoft.com/office/officeart/2005/8/layout/hChevron3"/>
    <dgm:cxn modelId="{C6ED6182-1D1A-4379-87CA-D9073BF8D949}" type="presParOf" srcId="{1BA946E8-CECF-4D25-B5C7-9D2B34B388ED}" destId="{98376F9B-448F-41D4-B532-143B13DAF078}" srcOrd="16" destOrd="0" presId="urn:microsoft.com/office/officeart/2005/8/layout/hChevron3"/>
    <dgm:cxn modelId="{BF6104FB-D890-4C11-9242-D5D6B253E3FE}" type="presParOf" srcId="{1BA946E8-CECF-4D25-B5C7-9D2B34B388ED}" destId="{6B4D7C9F-AAD7-48F0-9ACA-6C2C16738E44}" srcOrd="17" destOrd="0" presId="urn:microsoft.com/office/officeart/2005/8/layout/hChevron3"/>
    <dgm:cxn modelId="{826DE745-B3C0-4466-803A-E557DAD7293E}" type="presParOf" srcId="{1BA946E8-CECF-4D25-B5C7-9D2B34B388ED}" destId="{36AAE410-182F-4BA9-995B-ED28C556D510}" srcOrd="18" destOrd="0" presId="urn:microsoft.com/office/officeart/2005/8/layout/hChevron3"/>
    <dgm:cxn modelId="{CBDBB800-52F0-4F0E-827E-AB5884930AB9}" type="presParOf" srcId="{1BA946E8-CECF-4D25-B5C7-9D2B34B388ED}" destId="{DA0BECA2-DA6C-403E-B20F-22A320ADD9A2}" srcOrd="19" destOrd="0" presId="urn:microsoft.com/office/officeart/2005/8/layout/hChevron3"/>
    <dgm:cxn modelId="{107BC19E-D2DD-4E68-AE90-7C9B28FD5675}" type="presParOf" srcId="{1BA946E8-CECF-4D25-B5C7-9D2B34B388ED}" destId="{AEA4A146-0BAA-4FBC-B1A6-C18F7B00E9B5}" srcOrd="20" destOrd="0" presId="urn:microsoft.com/office/officeart/2005/8/layout/hChevron3"/>
    <dgm:cxn modelId="{B21B85B7-7DF8-473D-B314-A16BA3AF526D}" type="presParOf" srcId="{1BA946E8-CECF-4D25-B5C7-9D2B34B388ED}" destId="{5A6C740A-CE78-4BDB-95FD-4C25EDDDE9A0}" srcOrd="21" destOrd="0" presId="urn:microsoft.com/office/officeart/2005/8/layout/hChevron3"/>
    <dgm:cxn modelId="{CA11EDE9-5F07-4918-AA36-66F4E6411EDE}" type="presParOf" srcId="{1BA946E8-CECF-4D25-B5C7-9D2B34B388ED}" destId="{2DBF6A06-62FB-484E-B633-95C494BFEE02}" srcOrd="22" destOrd="0" presId="urn:microsoft.com/office/officeart/2005/8/layout/hChevron3"/>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AA4807B-CC40-4300-BF22-043CEFB7EE30}" type="doc">
      <dgm:prSet loTypeId="urn:microsoft.com/office/officeart/2005/8/layout/hChevron3" loCatId="process" qsTypeId="urn:microsoft.com/office/officeart/2005/8/quickstyle/simple1" qsCatId="simple" csTypeId="urn:microsoft.com/office/officeart/2005/8/colors/accent1_2" csCatId="accent1" phldr="1"/>
      <dgm:spPr/>
    </dgm:pt>
    <dgm:pt modelId="{E79DC9BC-776A-4751-B75E-30F1CC826ACA}">
      <dgm:prSet phldrT="[Text]" custT="1">
        <dgm:style>
          <a:lnRef idx="1">
            <a:schemeClr val="accent2"/>
          </a:lnRef>
          <a:fillRef idx="2">
            <a:schemeClr val="accent2"/>
          </a:fillRef>
          <a:effectRef idx="1">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800" b="0" dirty="0" smtClean="0">
              <a:solidFill>
                <a:schemeClr val="tx1"/>
              </a:solidFill>
            </a:rPr>
            <a:t>Preparation</a:t>
          </a:r>
          <a:endParaRPr lang="en-GB" sz="1800" b="0" dirty="0">
            <a:solidFill>
              <a:schemeClr val="tx1"/>
            </a:solidFill>
          </a:endParaRPr>
        </a:p>
      </dgm:t>
    </dgm:pt>
    <dgm:pt modelId="{154A35BB-06F7-4269-92E0-5A6457BE9BE6}" type="parTrans" cxnId="{C1E08D80-5CD3-47D1-B909-4287BF84FA15}">
      <dgm:prSet/>
      <dgm:spPr/>
      <dgm:t>
        <a:bodyPr/>
        <a:lstStyle/>
        <a:p>
          <a:endParaRPr lang="en-GB" sz="1600" b="0">
            <a:solidFill>
              <a:schemeClr val="tx1"/>
            </a:solidFill>
          </a:endParaRPr>
        </a:p>
      </dgm:t>
    </dgm:pt>
    <dgm:pt modelId="{EE8B6782-12B3-44E8-97D8-D5BEF715BD37}" type="sibTrans" cxnId="{C1E08D80-5CD3-47D1-B909-4287BF84FA15}">
      <dgm:prSet/>
      <dgm:spPr/>
      <dgm:t>
        <a:bodyPr/>
        <a:lstStyle/>
        <a:p>
          <a:endParaRPr lang="en-GB" sz="1600" b="0">
            <a:solidFill>
              <a:schemeClr val="tx1"/>
            </a:solidFill>
          </a:endParaRPr>
        </a:p>
      </dgm:t>
    </dgm:pt>
    <dgm:pt modelId="{F055A763-FF79-4136-B9FE-29A3A535D5AE}">
      <dgm:prSet phldrT="[Text]" custT="1">
        <dgm:style>
          <a:lnRef idx="1">
            <a:schemeClr val="accent2"/>
          </a:lnRef>
          <a:fillRef idx="2">
            <a:schemeClr val="accent2"/>
          </a:fillRef>
          <a:effectRef idx="1">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800" b="0" dirty="0" smtClean="0">
              <a:solidFill>
                <a:schemeClr val="tx1"/>
              </a:solidFill>
            </a:rPr>
            <a:t>Approval</a:t>
          </a:r>
          <a:endParaRPr lang="en-GB" sz="1800" b="0" dirty="0">
            <a:solidFill>
              <a:schemeClr val="tx1"/>
            </a:solidFill>
          </a:endParaRPr>
        </a:p>
      </dgm:t>
    </dgm:pt>
    <dgm:pt modelId="{1CFD4689-94E7-4276-B875-B26E73744CC2}" type="parTrans" cxnId="{ACF99C55-737D-4CC0-98DD-EFD11C2AE787}">
      <dgm:prSet/>
      <dgm:spPr/>
      <dgm:t>
        <a:bodyPr/>
        <a:lstStyle/>
        <a:p>
          <a:endParaRPr lang="en-GB" sz="1600" b="0">
            <a:solidFill>
              <a:schemeClr val="tx1"/>
            </a:solidFill>
          </a:endParaRPr>
        </a:p>
      </dgm:t>
    </dgm:pt>
    <dgm:pt modelId="{EB22405C-61B7-43B2-B0FF-EDFB0395236B}" type="sibTrans" cxnId="{ACF99C55-737D-4CC0-98DD-EFD11C2AE787}">
      <dgm:prSet/>
      <dgm:spPr/>
      <dgm:t>
        <a:bodyPr/>
        <a:lstStyle/>
        <a:p>
          <a:endParaRPr lang="en-GB" sz="1600" b="0">
            <a:solidFill>
              <a:schemeClr val="tx1"/>
            </a:solidFill>
          </a:endParaRPr>
        </a:p>
      </dgm:t>
    </dgm:pt>
    <dgm:pt modelId="{57FCA664-C3EE-4036-8262-2C3EB72B2115}">
      <dgm:prSet custT="1">
        <dgm:style>
          <a:lnRef idx="1">
            <a:schemeClr val="accent2"/>
          </a:lnRef>
          <a:fillRef idx="2">
            <a:schemeClr val="accent2"/>
          </a:fillRef>
          <a:effectRef idx="1">
            <a:schemeClr val="accent2"/>
          </a:effectRef>
          <a:fontRef idx="minor">
            <a:schemeClr val="dk1"/>
          </a:fontRef>
        </dgm:style>
      </dgm:prSet>
      <dgm:spPr>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800" b="0" dirty="0" smtClean="0">
              <a:solidFill>
                <a:schemeClr val="tx1"/>
              </a:solidFill>
            </a:rPr>
            <a:t>Screening</a:t>
          </a:r>
          <a:endParaRPr lang="en-GB" sz="1800" b="0" dirty="0">
            <a:solidFill>
              <a:schemeClr val="tx1"/>
            </a:solidFill>
          </a:endParaRPr>
        </a:p>
      </dgm:t>
    </dgm:pt>
    <dgm:pt modelId="{F99ACD86-A523-4C6D-AA59-03394962988E}" type="parTrans" cxnId="{727F4844-2E57-4F81-9D53-BFC52FC3D33C}">
      <dgm:prSet/>
      <dgm:spPr/>
      <dgm:t>
        <a:bodyPr/>
        <a:lstStyle/>
        <a:p>
          <a:endParaRPr lang="en-GB" sz="1600" b="0">
            <a:solidFill>
              <a:schemeClr val="tx1"/>
            </a:solidFill>
          </a:endParaRPr>
        </a:p>
      </dgm:t>
    </dgm:pt>
    <dgm:pt modelId="{F031D433-7E57-4ED8-B9B7-BCB67DFEF0E7}" type="sibTrans" cxnId="{727F4844-2E57-4F81-9D53-BFC52FC3D33C}">
      <dgm:prSet/>
      <dgm:spPr/>
      <dgm:t>
        <a:bodyPr/>
        <a:lstStyle/>
        <a:p>
          <a:endParaRPr lang="en-GB" sz="1600" b="0">
            <a:solidFill>
              <a:schemeClr val="tx1"/>
            </a:solidFill>
          </a:endParaRPr>
        </a:p>
      </dgm:t>
    </dgm:pt>
    <dgm:pt modelId="{1BA946E8-CECF-4D25-B5C7-9D2B34B388ED}" type="pres">
      <dgm:prSet presAssocID="{4AA4807B-CC40-4300-BF22-043CEFB7EE30}" presName="Name0" presStyleCnt="0">
        <dgm:presLayoutVars>
          <dgm:dir/>
          <dgm:resizeHandles val="exact"/>
        </dgm:presLayoutVars>
      </dgm:prSet>
      <dgm:spPr/>
    </dgm:pt>
    <dgm:pt modelId="{B5800B06-D669-49F6-BA99-F191599B613A}" type="pres">
      <dgm:prSet presAssocID="{E79DC9BC-776A-4751-B75E-30F1CC826ACA}" presName="parTxOnly" presStyleLbl="node1" presStyleIdx="0" presStyleCnt="3" custScaleX="236883" custLinFactNeighborX="599" custLinFactNeighborY="-17583">
        <dgm:presLayoutVars>
          <dgm:bulletEnabled val="1"/>
        </dgm:presLayoutVars>
      </dgm:prSet>
      <dgm:spPr/>
      <dgm:t>
        <a:bodyPr/>
        <a:lstStyle/>
        <a:p>
          <a:endParaRPr lang="en-GB"/>
        </a:p>
      </dgm:t>
    </dgm:pt>
    <dgm:pt modelId="{BADFAE1D-4596-4464-8D90-DFCE97D20667}" type="pres">
      <dgm:prSet presAssocID="{EE8B6782-12B3-44E8-97D8-D5BEF715BD37}" presName="parSpace" presStyleCnt="0"/>
      <dgm:spPr/>
    </dgm:pt>
    <dgm:pt modelId="{2A22AD95-11B8-40C5-BEB9-34D6174709A0}" type="pres">
      <dgm:prSet presAssocID="{57FCA664-C3EE-4036-8262-2C3EB72B2115}" presName="parTxOnly" presStyleLbl="node1" presStyleIdx="1" presStyleCnt="3" custScaleX="249530" custLinFactNeighborX="-10152">
        <dgm:presLayoutVars>
          <dgm:bulletEnabled val="1"/>
        </dgm:presLayoutVars>
      </dgm:prSet>
      <dgm:spPr/>
      <dgm:t>
        <a:bodyPr/>
        <a:lstStyle/>
        <a:p>
          <a:endParaRPr lang="en-GB"/>
        </a:p>
      </dgm:t>
    </dgm:pt>
    <dgm:pt modelId="{B013DF4B-0508-4932-B1C6-91C22BFC2E0C}" type="pres">
      <dgm:prSet presAssocID="{F031D433-7E57-4ED8-B9B7-BCB67DFEF0E7}" presName="parSpace" presStyleCnt="0"/>
      <dgm:spPr/>
    </dgm:pt>
    <dgm:pt modelId="{0978D785-6CE9-4F84-BFF0-1589E80D5506}" type="pres">
      <dgm:prSet presAssocID="{F055A763-FF79-4136-B9FE-29A3A535D5AE}" presName="parTxOnly" presStyleLbl="node1" presStyleIdx="2" presStyleCnt="3" custScaleX="76204">
        <dgm:presLayoutVars>
          <dgm:bulletEnabled val="1"/>
        </dgm:presLayoutVars>
      </dgm:prSet>
      <dgm:spPr/>
      <dgm:t>
        <a:bodyPr/>
        <a:lstStyle/>
        <a:p>
          <a:endParaRPr lang="en-GB"/>
        </a:p>
      </dgm:t>
    </dgm:pt>
  </dgm:ptLst>
  <dgm:cxnLst>
    <dgm:cxn modelId="{727F4844-2E57-4F81-9D53-BFC52FC3D33C}" srcId="{4AA4807B-CC40-4300-BF22-043CEFB7EE30}" destId="{57FCA664-C3EE-4036-8262-2C3EB72B2115}" srcOrd="1" destOrd="0" parTransId="{F99ACD86-A523-4C6D-AA59-03394962988E}" sibTransId="{F031D433-7E57-4ED8-B9B7-BCB67DFEF0E7}"/>
    <dgm:cxn modelId="{7556FA2A-E6E8-4A09-B361-F9A64865B889}" type="presOf" srcId="{F055A763-FF79-4136-B9FE-29A3A535D5AE}" destId="{0978D785-6CE9-4F84-BFF0-1589E80D5506}" srcOrd="0" destOrd="0" presId="urn:microsoft.com/office/officeart/2005/8/layout/hChevron3"/>
    <dgm:cxn modelId="{E66C8F21-7A9B-4C10-9E00-D18673CDF9AA}" type="presOf" srcId="{57FCA664-C3EE-4036-8262-2C3EB72B2115}" destId="{2A22AD95-11B8-40C5-BEB9-34D6174709A0}" srcOrd="0" destOrd="0" presId="urn:microsoft.com/office/officeart/2005/8/layout/hChevron3"/>
    <dgm:cxn modelId="{ACF99C55-737D-4CC0-98DD-EFD11C2AE787}" srcId="{4AA4807B-CC40-4300-BF22-043CEFB7EE30}" destId="{F055A763-FF79-4136-B9FE-29A3A535D5AE}" srcOrd="2" destOrd="0" parTransId="{1CFD4689-94E7-4276-B875-B26E73744CC2}" sibTransId="{EB22405C-61B7-43B2-B0FF-EDFB0395236B}"/>
    <dgm:cxn modelId="{C1E08D80-5CD3-47D1-B909-4287BF84FA15}" srcId="{4AA4807B-CC40-4300-BF22-043CEFB7EE30}" destId="{E79DC9BC-776A-4751-B75E-30F1CC826ACA}" srcOrd="0" destOrd="0" parTransId="{154A35BB-06F7-4269-92E0-5A6457BE9BE6}" sibTransId="{EE8B6782-12B3-44E8-97D8-D5BEF715BD37}"/>
    <dgm:cxn modelId="{883ADA84-4300-489F-97C0-438188ADA84E}" type="presOf" srcId="{4AA4807B-CC40-4300-BF22-043CEFB7EE30}" destId="{1BA946E8-CECF-4D25-B5C7-9D2B34B388ED}" srcOrd="0" destOrd="0" presId="urn:microsoft.com/office/officeart/2005/8/layout/hChevron3"/>
    <dgm:cxn modelId="{51918695-88FB-477B-90F1-81C43EA2A096}" type="presOf" srcId="{E79DC9BC-776A-4751-B75E-30F1CC826ACA}" destId="{B5800B06-D669-49F6-BA99-F191599B613A}" srcOrd="0" destOrd="0" presId="urn:microsoft.com/office/officeart/2005/8/layout/hChevron3"/>
    <dgm:cxn modelId="{98170C5F-DCD3-462C-BC53-C67428B69B3E}" type="presParOf" srcId="{1BA946E8-CECF-4D25-B5C7-9D2B34B388ED}" destId="{B5800B06-D669-49F6-BA99-F191599B613A}" srcOrd="0" destOrd="0" presId="urn:microsoft.com/office/officeart/2005/8/layout/hChevron3"/>
    <dgm:cxn modelId="{B5AD9CB7-8C6F-47FA-8824-DC5FACEC2878}" type="presParOf" srcId="{1BA946E8-CECF-4D25-B5C7-9D2B34B388ED}" destId="{BADFAE1D-4596-4464-8D90-DFCE97D20667}" srcOrd="1" destOrd="0" presId="urn:microsoft.com/office/officeart/2005/8/layout/hChevron3"/>
    <dgm:cxn modelId="{066E8A33-FE3F-4142-BD14-B253B9B0DAE4}" type="presParOf" srcId="{1BA946E8-CECF-4D25-B5C7-9D2B34B388ED}" destId="{2A22AD95-11B8-40C5-BEB9-34D6174709A0}" srcOrd="2" destOrd="0" presId="urn:microsoft.com/office/officeart/2005/8/layout/hChevron3"/>
    <dgm:cxn modelId="{CDD884A3-A920-41C1-A742-0B25EA6E47A6}" type="presParOf" srcId="{1BA946E8-CECF-4D25-B5C7-9D2B34B388ED}" destId="{B013DF4B-0508-4932-B1C6-91C22BFC2E0C}" srcOrd="3" destOrd="0" presId="urn:microsoft.com/office/officeart/2005/8/layout/hChevron3"/>
    <dgm:cxn modelId="{62D6BA00-9207-495A-9709-AE5D4518B780}" type="presParOf" srcId="{1BA946E8-CECF-4D25-B5C7-9D2B34B388ED}" destId="{0978D785-6CE9-4F84-BFF0-1589E80D5506}" srcOrd="4" destOrd="0" presId="urn:microsoft.com/office/officeart/2005/8/layout/hChevron3"/>
  </dgm:cxnLst>
  <dgm:bg>
    <a:noFill/>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AA4807B-CC40-4300-BF22-043CEFB7EE30}" type="doc">
      <dgm:prSet loTypeId="urn:microsoft.com/office/officeart/2005/8/layout/hChevron3" loCatId="process" qsTypeId="urn:microsoft.com/office/officeart/2005/8/quickstyle/simple1" qsCatId="simple" csTypeId="urn:microsoft.com/office/officeart/2005/8/colors/accent1_2" csCatId="accent1" phldr="1"/>
      <dgm:spPr/>
    </dgm:pt>
    <dgm:pt modelId="{E79DC9BC-776A-4751-B75E-30F1CC826ACA}">
      <dgm:prSet phldrT="[Text]" custT="1">
        <dgm:style>
          <a:lnRef idx="1">
            <a:schemeClr val="accent2"/>
          </a:lnRef>
          <a:fillRef idx="2">
            <a:schemeClr val="accent2"/>
          </a:fillRef>
          <a:effectRef idx="1">
            <a:schemeClr val="accent2"/>
          </a:effectRef>
          <a:fontRef idx="minor">
            <a:schemeClr val="dk1"/>
          </a:fontRef>
        </dgm:style>
      </dgm:prSet>
      <dgm:spPr>
        <a:gradFill rotWithShape="0">
          <a:gsLst>
            <a:gs pos="0">
              <a:srgbClr val="00FF00"/>
            </a:gs>
            <a:gs pos="35000">
              <a:srgbClr val="99FF99"/>
            </a:gs>
            <a:gs pos="100000">
              <a:srgbClr val="CCFFCC"/>
            </a:gs>
          </a:gsLs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Jan</a:t>
          </a:r>
          <a:endParaRPr lang="en-GB" sz="1600" dirty="0"/>
        </a:p>
      </dgm:t>
    </dgm:pt>
    <dgm:pt modelId="{154A35BB-06F7-4269-92E0-5A6457BE9BE6}" type="parTrans" cxnId="{C1E08D80-5CD3-47D1-B909-4287BF84FA15}">
      <dgm:prSet/>
      <dgm:spPr/>
      <dgm:t>
        <a:bodyPr/>
        <a:lstStyle/>
        <a:p>
          <a:endParaRPr lang="en-GB" sz="1600"/>
        </a:p>
      </dgm:t>
    </dgm:pt>
    <dgm:pt modelId="{EE8B6782-12B3-44E8-97D8-D5BEF715BD37}" type="sibTrans" cxnId="{C1E08D80-5CD3-47D1-B909-4287BF84FA15}">
      <dgm:prSet/>
      <dgm:spPr/>
      <dgm:t>
        <a:bodyPr/>
        <a:lstStyle/>
        <a:p>
          <a:endParaRPr lang="en-GB" sz="1600"/>
        </a:p>
      </dgm:t>
    </dgm:pt>
    <dgm:pt modelId="{F055A763-FF79-4136-B9FE-29A3A535D5AE}">
      <dgm:prSet phldrT="[Text]" custT="1">
        <dgm:style>
          <a:lnRef idx="1">
            <a:schemeClr val="accent2"/>
          </a:lnRef>
          <a:fillRef idx="2">
            <a:schemeClr val="accent2"/>
          </a:fillRef>
          <a:effectRef idx="1">
            <a:schemeClr val="accent2"/>
          </a:effectRef>
          <a:fontRef idx="minor">
            <a:schemeClr val="dk1"/>
          </a:fontRef>
        </dgm:style>
      </dgm:prSet>
      <dgm:spPr>
        <a:gradFill rotWithShape="0">
          <a:gsLst>
            <a:gs pos="0">
              <a:srgbClr val="00FF00"/>
            </a:gs>
            <a:gs pos="35000">
              <a:srgbClr val="99FF99"/>
            </a:gs>
            <a:gs pos="100000">
              <a:srgbClr val="CCFFCC"/>
            </a:gs>
          </a:gsLs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Mar</a:t>
          </a:r>
          <a:endParaRPr lang="en-GB" sz="1600" dirty="0"/>
        </a:p>
      </dgm:t>
    </dgm:pt>
    <dgm:pt modelId="{1CFD4689-94E7-4276-B875-B26E73744CC2}" type="parTrans" cxnId="{ACF99C55-737D-4CC0-98DD-EFD11C2AE787}">
      <dgm:prSet/>
      <dgm:spPr/>
      <dgm:t>
        <a:bodyPr/>
        <a:lstStyle/>
        <a:p>
          <a:endParaRPr lang="en-GB" sz="1600"/>
        </a:p>
      </dgm:t>
    </dgm:pt>
    <dgm:pt modelId="{EB22405C-61B7-43B2-B0FF-EDFB0395236B}" type="sibTrans" cxnId="{ACF99C55-737D-4CC0-98DD-EFD11C2AE787}">
      <dgm:prSet/>
      <dgm:spPr/>
      <dgm:t>
        <a:bodyPr/>
        <a:lstStyle/>
        <a:p>
          <a:endParaRPr lang="en-GB" sz="1600"/>
        </a:p>
      </dgm:t>
    </dgm:pt>
    <dgm:pt modelId="{2D2F3DEA-2C50-44F1-B161-D66AB28623F3}">
      <dgm:prSet phldrT="[Text]" custT="1">
        <dgm:style>
          <a:lnRef idx="1">
            <a:schemeClr val="accent2"/>
          </a:lnRef>
          <a:fillRef idx="2">
            <a:schemeClr val="accent2"/>
          </a:fillRef>
          <a:effectRef idx="1">
            <a:schemeClr val="accent2"/>
          </a:effectRef>
          <a:fontRef idx="minor">
            <a:schemeClr val="dk1"/>
          </a:fontRef>
        </dgm:style>
      </dgm:prSet>
      <dgm:spPr>
        <a:gradFill rotWithShape="0">
          <a:gsLst>
            <a:gs pos="0">
              <a:srgbClr val="00FF00"/>
            </a:gs>
            <a:gs pos="35000">
              <a:srgbClr val="99FF99"/>
            </a:gs>
            <a:gs pos="100000">
              <a:srgbClr val="CCFFCC"/>
            </a:gs>
          </a:gsLs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Apr</a:t>
          </a:r>
          <a:endParaRPr lang="en-GB" sz="1600" dirty="0"/>
        </a:p>
      </dgm:t>
    </dgm:pt>
    <dgm:pt modelId="{DFC46E26-CD66-42CA-9B3A-5DA1AE26DF32}" type="parTrans" cxnId="{D443A0D7-3F16-4C6C-9D2B-0EB9A6BC3A28}">
      <dgm:prSet/>
      <dgm:spPr/>
      <dgm:t>
        <a:bodyPr/>
        <a:lstStyle/>
        <a:p>
          <a:endParaRPr lang="en-GB" sz="1600"/>
        </a:p>
      </dgm:t>
    </dgm:pt>
    <dgm:pt modelId="{70B549C5-3067-43E5-9C08-433967F2AB9C}" type="sibTrans" cxnId="{D443A0D7-3F16-4C6C-9D2B-0EB9A6BC3A28}">
      <dgm:prSet/>
      <dgm:spPr/>
      <dgm:t>
        <a:bodyPr/>
        <a:lstStyle/>
        <a:p>
          <a:endParaRPr lang="en-GB" sz="1600"/>
        </a:p>
      </dgm:t>
    </dgm:pt>
    <dgm:pt modelId="{57FCA664-C3EE-4036-8262-2C3EB72B2115}">
      <dgm:prSet custT="1">
        <dgm:style>
          <a:lnRef idx="1">
            <a:schemeClr val="accent2"/>
          </a:lnRef>
          <a:fillRef idx="2">
            <a:schemeClr val="accent2"/>
          </a:fillRef>
          <a:effectRef idx="1">
            <a:schemeClr val="accent2"/>
          </a:effectRef>
          <a:fontRef idx="minor">
            <a:schemeClr val="dk1"/>
          </a:fontRef>
        </dgm:style>
      </dgm:prSet>
      <dgm:spPr>
        <a:gradFill rotWithShape="0">
          <a:gsLst>
            <a:gs pos="0">
              <a:srgbClr val="00FF00"/>
            </a:gs>
            <a:gs pos="35000">
              <a:srgbClr val="99FF99"/>
            </a:gs>
            <a:gs pos="100000">
              <a:srgbClr val="CCFFCC"/>
            </a:gs>
          </a:gsLs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Feb</a:t>
          </a:r>
          <a:endParaRPr lang="en-GB" sz="1600" dirty="0"/>
        </a:p>
      </dgm:t>
    </dgm:pt>
    <dgm:pt modelId="{F99ACD86-A523-4C6D-AA59-03394962988E}" type="parTrans" cxnId="{727F4844-2E57-4F81-9D53-BFC52FC3D33C}">
      <dgm:prSet/>
      <dgm:spPr/>
      <dgm:t>
        <a:bodyPr/>
        <a:lstStyle/>
        <a:p>
          <a:endParaRPr lang="en-GB" sz="1600"/>
        </a:p>
      </dgm:t>
    </dgm:pt>
    <dgm:pt modelId="{F031D433-7E57-4ED8-B9B7-BCB67DFEF0E7}" type="sibTrans" cxnId="{727F4844-2E57-4F81-9D53-BFC52FC3D33C}">
      <dgm:prSet/>
      <dgm:spPr/>
      <dgm:t>
        <a:bodyPr/>
        <a:lstStyle/>
        <a:p>
          <a:endParaRPr lang="en-GB" sz="1600"/>
        </a:p>
      </dgm:t>
    </dgm:pt>
    <dgm:pt modelId="{658FF6B7-B4A1-4F7D-9D57-2EFF9428F2B8}">
      <dgm:prSet custT="1">
        <dgm:style>
          <a:lnRef idx="1">
            <a:schemeClr val="accent2"/>
          </a:lnRef>
          <a:fillRef idx="2">
            <a:schemeClr val="accent2"/>
          </a:fillRef>
          <a:effectRef idx="1">
            <a:schemeClr val="accent2"/>
          </a:effectRef>
          <a:fontRef idx="minor">
            <a:schemeClr val="dk1"/>
          </a:fontRef>
        </dgm:style>
      </dgm:prSet>
      <dgm:spPr>
        <a:gradFill rotWithShape="0">
          <a:gsLst>
            <a:gs pos="0">
              <a:srgbClr val="00FF00"/>
            </a:gs>
            <a:gs pos="35000">
              <a:srgbClr val="99FF99"/>
            </a:gs>
            <a:gs pos="100000">
              <a:srgbClr val="CCFFCC"/>
            </a:gs>
          </a:gsLs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May</a:t>
          </a:r>
          <a:endParaRPr lang="en-GB" sz="1600" dirty="0"/>
        </a:p>
      </dgm:t>
    </dgm:pt>
    <dgm:pt modelId="{330BF356-EB70-4F9F-8193-E91CA8F3CBD6}" type="parTrans" cxnId="{FF53C463-E95F-4C29-BE89-B698CD44145E}">
      <dgm:prSet/>
      <dgm:spPr/>
      <dgm:t>
        <a:bodyPr/>
        <a:lstStyle/>
        <a:p>
          <a:endParaRPr lang="en-GB" sz="1600"/>
        </a:p>
      </dgm:t>
    </dgm:pt>
    <dgm:pt modelId="{722907D9-76AB-46BE-A2EE-0C89DAEFC605}" type="sibTrans" cxnId="{FF53C463-E95F-4C29-BE89-B698CD44145E}">
      <dgm:prSet/>
      <dgm:spPr/>
      <dgm:t>
        <a:bodyPr/>
        <a:lstStyle/>
        <a:p>
          <a:endParaRPr lang="en-GB" sz="1600"/>
        </a:p>
      </dgm:t>
    </dgm:pt>
    <dgm:pt modelId="{017D2ACC-0134-4DB2-B53F-8CA44892F731}">
      <dgm:prSet custT="1">
        <dgm:style>
          <a:lnRef idx="1">
            <a:schemeClr val="accent2"/>
          </a:lnRef>
          <a:fillRef idx="2">
            <a:schemeClr val="accent2"/>
          </a:fillRef>
          <a:effectRef idx="1">
            <a:schemeClr val="accent2"/>
          </a:effectRef>
          <a:fontRef idx="minor">
            <a:schemeClr val="dk1"/>
          </a:fontRef>
        </dgm:style>
      </dgm:prSet>
      <dgm:spPr>
        <a:gradFill rotWithShape="0">
          <a:gsLst>
            <a:gs pos="0">
              <a:srgbClr val="00FF00"/>
            </a:gs>
            <a:gs pos="35000">
              <a:srgbClr val="99FF99"/>
            </a:gs>
            <a:gs pos="100000">
              <a:srgbClr val="CCFFCC"/>
            </a:gs>
          </a:gsLs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Jun</a:t>
          </a:r>
          <a:endParaRPr lang="en-GB" sz="1600" dirty="0"/>
        </a:p>
      </dgm:t>
    </dgm:pt>
    <dgm:pt modelId="{92E8B4C1-F231-4A5D-963A-055A99E27F02}" type="parTrans" cxnId="{CAA61089-36F3-4646-8EA6-3BD8666A74CC}">
      <dgm:prSet/>
      <dgm:spPr/>
      <dgm:t>
        <a:bodyPr/>
        <a:lstStyle/>
        <a:p>
          <a:endParaRPr lang="en-GB" sz="1600"/>
        </a:p>
      </dgm:t>
    </dgm:pt>
    <dgm:pt modelId="{E9C08D4A-3318-4DE1-8BE0-F9A52EFBB957}" type="sibTrans" cxnId="{CAA61089-36F3-4646-8EA6-3BD8666A74CC}">
      <dgm:prSet/>
      <dgm:spPr/>
      <dgm:t>
        <a:bodyPr/>
        <a:lstStyle/>
        <a:p>
          <a:endParaRPr lang="en-GB" sz="1600"/>
        </a:p>
      </dgm:t>
    </dgm:pt>
    <dgm:pt modelId="{260E2C86-DA16-4E78-98F8-0BF1B5D0EAEF}">
      <dgm:prSet custT="1">
        <dgm:style>
          <a:lnRef idx="1">
            <a:schemeClr val="accent2"/>
          </a:lnRef>
          <a:fillRef idx="2">
            <a:schemeClr val="accent2"/>
          </a:fillRef>
          <a:effectRef idx="1">
            <a:schemeClr val="accent2"/>
          </a:effectRef>
          <a:fontRef idx="minor">
            <a:schemeClr val="dk1"/>
          </a:fontRef>
        </dgm:style>
      </dgm:prSet>
      <dgm:spPr>
        <a:gradFill rotWithShape="0">
          <a:gsLst>
            <a:gs pos="0">
              <a:srgbClr val="00FF00"/>
            </a:gs>
            <a:gs pos="35000">
              <a:srgbClr val="99FF99"/>
            </a:gs>
            <a:gs pos="100000">
              <a:srgbClr val="CCFFCC"/>
            </a:gs>
          </a:gsLs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Jul</a:t>
          </a:r>
          <a:endParaRPr lang="en-GB" sz="1600" dirty="0"/>
        </a:p>
      </dgm:t>
    </dgm:pt>
    <dgm:pt modelId="{22237439-20DB-43D4-8406-F5DAFA245C1D}" type="parTrans" cxnId="{A8539D4C-6A5C-4779-AAEA-34E86D0ED24A}">
      <dgm:prSet/>
      <dgm:spPr/>
      <dgm:t>
        <a:bodyPr/>
        <a:lstStyle/>
        <a:p>
          <a:endParaRPr lang="en-GB" sz="1600"/>
        </a:p>
      </dgm:t>
    </dgm:pt>
    <dgm:pt modelId="{DF04DAEE-BAD2-4DD8-96E8-B447EA769317}" type="sibTrans" cxnId="{A8539D4C-6A5C-4779-AAEA-34E86D0ED24A}">
      <dgm:prSet/>
      <dgm:spPr/>
      <dgm:t>
        <a:bodyPr/>
        <a:lstStyle/>
        <a:p>
          <a:endParaRPr lang="en-GB" sz="1600"/>
        </a:p>
      </dgm:t>
    </dgm:pt>
    <dgm:pt modelId="{E4F5C79E-4469-483C-96C5-8A024A8A52D7}">
      <dgm:prSet custT="1">
        <dgm:style>
          <a:lnRef idx="1">
            <a:schemeClr val="accent2"/>
          </a:lnRef>
          <a:fillRef idx="2">
            <a:schemeClr val="accent2"/>
          </a:fillRef>
          <a:effectRef idx="1">
            <a:schemeClr val="accent2"/>
          </a:effectRef>
          <a:fontRef idx="minor">
            <a:schemeClr val="dk1"/>
          </a:fontRef>
        </dgm:style>
      </dgm:prSet>
      <dgm:spPr>
        <a:gradFill rotWithShape="0">
          <a:gsLst>
            <a:gs pos="0">
              <a:srgbClr val="00FF00"/>
            </a:gs>
            <a:gs pos="35000">
              <a:srgbClr val="99FF99"/>
            </a:gs>
            <a:gs pos="100000">
              <a:srgbClr val="CCFFCC"/>
            </a:gs>
          </a:gsLs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Aug</a:t>
          </a:r>
          <a:endParaRPr lang="en-GB" sz="1600" dirty="0"/>
        </a:p>
      </dgm:t>
    </dgm:pt>
    <dgm:pt modelId="{5688F893-3377-4E99-9F5D-CE452888A2A6}" type="parTrans" cxnId="{F7685BE7-FDA4-483B-9839-137AFAF58D77}">
      <dgm:prSet/>
      <dgm:spPr/>
      <dgm:t>
        <a:bodyPr/>
        <a:lstStyle/>
        <a:p>
          <a:endParaRPr lang="en-GB" sz="1600"/>
        </a:p>
      </dgm:t>
    </dgm:pt>
    <dgm:pt modelId="{8F0B8DE5-01CF-4B8B-AEB9-10BD0510266E}" type="sibTrans" cxnId="{F7685BE7-FDA4-483B-9839-137AFAF58D77}">
      <dgm:prSet/>
      <dgm:spPr/>
      <dgm:t>
        <a:bodyPr/>
        <a:lstStyle/>
        <a:p>
          <a:endParaRPr lang="en-GB" sz="1600"/>
        </a:p>
      </dgm:t>
    </dgm:pt>
    <dgm:pt modelId="{F7987A00-C4D7-4BCE-9124-29DD1A858A6E}">
      <dgm:prSet custT="1">
        <dgm:style>
          <a:lnRef idx="1">
            <a:schemeClr val="accent2"/>
          </a:lnRef>
          <a:fillRef idx="2">
            <a:schemeClr val="accent2"/>
          </a:fillRef>
          <a:effectRef idx="1">
            <a:schemeClr val="accent2"/>
          </a:effectRef>
          <a:fontRef idx="minor">
            <a:schemeClr val="dk1"/>
          </a:fontRef>
        </dgm:style>
      </dgm:prSet>
      <dgm:spPr>
        <a:gradFill rotWithShape="0">
          <a:gsLst>
            <a:gs pos="0">
              <a:srgbClr val="00FF00"/>
            </a:gs>
            <a:gs pos="35000">
              <a:srgbClr val="99FF99"/>
            </a:gs>
            <a:gs pos="100000">
              <a:srgbClr val="CCFFCC"/>
            </a:gs>
          </a:gsLs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Sep</a:t>
          </a:r>
          <a:endParaRPr lang="en-GB" sz="1600" dirty="0"/>
        </a:p>
      </dgm:t>
    </dgm:pt>
    <dgm:pt modelId="{96EC03EE-E17A-4BB2-B415-DF8E13F1DD07}" type="parTrans" cxnId="{9518AABC-65FD-49D5-8979-8A63759BE21B}">
      <dgm:prSet/>
      <dgm:spPr/>
      <dgm:t>
        <a:bodyPr/>
        <a:lstStyle/>
        <a:p>
          <a:endParaRPr lang="en-GB" sz="1600"/>
        </a:p>
      </dgm:t>
    </dgm:pt>
    <dgm:pt modelId="{F17CDB17-3E92-4D24-B109-A1A0FB6F51D0}" type="sibTrans" cxnId="{9518AABC-65FD-49D5-8979-8A63759BE21B}">
      <dgm:prSet/>
      <dgm:spPr/>
      <dgm:t>
        <a:bodyPr/>
        <a:lstStyle/>
        <a:p>
          <a:endParaRPr lang="en-GB" sz="1600"/>
        </a:p>
      </dgm:t>
    </dgm:pt>
    <dgm:pt modelId="{56D337F5-4BDA-4439-B247-37C66261F73F}">
      <dgm:prSet custT="1">
        <dgm:style>
          <a:lnRef idx="1">
            <a:schemeClr val="accent2"/>
          </a:lnRef>
          <a:fillRef idx="2">
            <a:schemeClr val="accent2"/>
          </a:fillRef>
          <a:effectRef idx="1">
            <a:schemeClr val="accent2"/>
          </a:effectRef>
          <a:fontRef idx="minor">
            <a:schemeClr val="dk1"/>
          </a:fontRef>
        </dgm:style>
      </dgm:prSet>
      <dgm:spPr>
        <a:gradFill rotWithShape="0">
          <a:gsLst>
            <a:gs pos="0">
              <a:srgbClr val="00FF00"/>
            </a:gs>
            <a:gs pos="35000">
              <a:srgbClr val="99FF99"/>
            </a:gs>
            <a:gs pos="100000">
              <a:srgbClr val="CCFFCC"/>
            </a:gs>
          </a:gsLs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Oct</a:t>
          </a:r>
          <a:endParaRPr lang="en-GB" sz="1600" dirty="0"/>
        </a:p>
      </dgm:t>
    </dgm:pt>
    <dgm:pt modelId="{530F328E-BA98-41EE-BF57-929AE8E18CBE}" type="parTrans" cxnId="{4E7670C0-1DAC-4D36-AC05-24FFB0F76231}">
      <dgm:prSet/>
      <dgm:spPr/>
      <dgm:t>
        <a:bodyPr/>
        <a:lstStyle/>
        <a:p>
          <a:endParaRPr lang="en-GB" sz="1600"/>
        </a:p>
      </dgm:t>
    </dgm:pt>
    <dgm:pt modelId="{8109F49E-4763-4030-B6C7-0B3343542558}" type="sibTrans" cxnId="{4E7670C0-1DAC-4D36-AC05-24FFB0F76231}">
      <dgm:prSet/>
      <dgm:spPr/>
      <dgm:t>
        <a:bodyPr/>
        <a:lstStyle/>
        <a:p>
          <a:endParaRPr lang="en-GB" sz="1600"/>
        </a:p>
      </dgm:t>
    </dgm:pt>
    <dgm:pt modelId="{18B9F3D7-8896-4195-8516-97D844CA9ED8}">
      <dgm:prSet custT="1">
        <dgm:style>
          <a:lnRef idx="1">
            <a:schemeClr val="accent2"/>
          </a:lnRef>
          <a:fillRef idx="2">
            <a:schemeClr val="accent2"/>
          </a:fillRef>
          <a:effectRef idx="1">
            <a:schemeClr val="accent2"/>
          </a:effectRef>
          <a:fontRef idx="minor">
            <a:schemeClr val="dk1"/>
          </a:fontRef>
        </dgm:style>
      </dgm:prSet>
      <dgm:spPr>
        <a:gradFill rotWithShape="0">
          <a:gsLst>
            <a:gs pos="0">
              <a:srgbClr val="00FF00"/>
            </a:gs>
            <a:gs pos="35000">
              <a:srgbClr val="99FF99"/>
            </a:gs>
            <a:gs pos="100000">
              <a:srgbClr val="CCFFCC"/>
            </a:gs>
          </a:gsLs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Nov</a:t>
          </a:r>
          <a:endParaRPr lang="en-GB" sz="1600" dirty="0"/>
        </a:p>
      </dgm:t>
    </dgm:pt>
    <dgm:pt modelId="{9B29E0CD-2FFE-4B8E-B479-D377BFA71524}" type="parTrans" cxnId="{5AD06591-EC0E-497F-BBC8-F3ABD3E56ECA}">
      <dgm:prSet/>
      <dgm:spPr/>
      <dgm:t>
        <a:bodyPr/>
        <a:lstStyle/>
        <a:p>
          <a:endParaRPr lang="en-GB" sz="1600"/>
        </a:p>
      </dgm:t>
    </dgm:pt>
    <dgm:pt modelId="{667207B5-BB70-46E6-A530-3D81DBC69E51}" type="sibTrans" cxnId="{5AD06591-EC0E-497F-BBC8-F3ABD3E56ECA}">
      <dgm:prSet/>
      <dgm:spPr/>
      <dgm:t>
        <a:bodyPr/>
        <a:lstStyle/>
        <a:p>
          <a:endParaRPr lang="en-GB" sz="1600"/>
        </a:p>
      </dgm:t>
    </dgm:pt>
    <dgm:pt modelId="{00247B60-8309-4598-A4F6-0D626E6863B3}">
      <dgm:prSet custT="1">
        <dgm:style>
          <a:lnRef idx="1">
            <a:schemeClr val="accent2"/>
          </a:lnRef>
          <a:fillRef idx="2">
            <a:schemeClr val="accent2"/>
          </a:fillRef>
          <a:effectRef idx="1">
            <a:schemeClr val="accent2"/>
          </a:effectRef>
          <a:fontRef idx="minor">
            <a:schemeClr val="dk1"/>
          </a:fontRef>
        </dgm:style>
      </dgm:prSet>
      <dgm:spPr>
        <a:gradFill rotWithShape="0">
          <a:gsLst>
            <a:gs pos="0">
              <a:srgbClr val="00FF00"/>
            </a:gs>
            <a:gs pos="35000">
              <a:srgbClr val="99FF99"/>
            </a:gs>
            <a:gs pos="100000">
              <a:srgbClr val="CCFFCC"/>
            </a:gs>
          </a:gsLs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gm:spPr>
      <dgm:t>
        <a:bodyPr/>
        <a:lstStyle/>
        <a:p>
          <a:r>
            <a:rPr lang="en-US" sz="1600" dirty="0" smtClean="0"/>
            <a:t>Dec</a:t>
          </a:r>
          <a:endParaRPr lang="en-GB" sz="1600" dirty="0"/>
        </a:p>
      </dgm:t>
    </dgm:pt>
    <dgm:pt modelId="{4DDE5F0C-498D-43E2-812B-ACF42FB9FA12}" type="parTrans" cxnId="{CC183EDB-CD5A-4E05-8AE1-4D42C0FBEBFA}">
      <dgm:prSet/>
      <dgm:spPr/>
      <dgm:t>
        <a:bodyPr/>
        <a:lstStyle/>
        <a:p>
          <a:endParaRPr lang="en-GB" sz="1600"/>
        </a:p>
      </dgm:t>
    </dgm:pt>
    <dgm:pt modelId="{6A2309CB-6F58-44E9-B416-D85308E8A9BA}" type="sibTrans" cxnId="{CC183EDB-CD5A-4E05-8AE1-4D42C0FBEBFA}">
      <dgm:prSet/>
      <dgm:spPr/>
      <dgm:t>
        <a:bodyPr/>
        <a:lstStyle/>
        <a:p>
          <a:endParaRPr lang="en-GB" sz="1600"/>
        </a:p>
      </dgm:t>
    </dgm:pt>
    <dgm:pt modelId="{1BA946E8-CECF-4D25-B5C7-9D2B34B388ED}" type="pres">
      <dgm:prSet presAssocID="{4AA4807B-CC40-4300-BF22-043CEFB7EE30}" presName="Name0" presStyleCnt="0">
        <dgm:presLayoutVars>
          <dgm:dir/>
          <dgm:resizeHandles val="exact"/>
        </dgm:presLayoutVars>
      </dgm:prSet>
      <dgm:spPr/>
    </dgm:pt>
    <dgm:pt modelId="{B5800B06-D669-49F6-BA99-F191599B613A}" type="pres">
      <dgm:prSet presAssocID="{E79DC9BC-776A-4751-B75E-30F1CC826ACA}" presName="parTxOnly" presStyleLbl="node1" presStyleIdx="0" presStyleCnt="12">
        <dgm:presLayoutVars>
          <dgm:bulletEnabled val="1"/>
        </dgm:presLayoutVars>
      </dgm:prSet>
      <dgm:spPr/>
      <dgm:t>
        <a:bodyPr/>
        <a:lstStyle/>
        <a:p>
          <a:endParaRPr lang="en-GB"/>
        </a:p>
      </dgm:t>
    </dgm:pt>
    <dgm:pt modelId="{BADFAE1D-4596-4464-8D90-DFCE97D20667}" type="pres">
      <dgm:prSet presAssocID="{EE8B6782-12B3-44E8-97D8-D5BEF715BD37}" presName="parSpace" presStyleCnt="0"/>
      <dgm:spPr/>
    </dgm:pt>
    <dgm:pt modelId="{2A22AD95-11B8-40C5-BEB9-34D6174709A0}" type="pres">
      <dgm:prSet presAssocID="{57FCA664-C3EE-4036-8262-2C3EB72B2115}" presName="parTxOnly" presStyleLbl="node1" presStyleIdx="1" presStyleCnt="12">
        <dgm:presLayoutVars>
          <dgm:bulletEnabled val="1"/>
        </dgm:presLayoutVars>
      </dgm:prSet>
      <dgm:spPr/>
      <dgm:t>
        <a:bodyPr/>
        <a:lstStyle/>
        <a:p>
          <a:endParaRPr lang="en-GB"/>
        </a:p>
      </dgm:t>
    </dgm:pt>
    <dgm:pt modelId="{B013DF4B-0508-4932-B1C6-91C22BFC2E0C}" type="pres">
      <dgm:prSet presAssocID="{F031D433-7E57-4ED8-B9B7-BCB67DFEF0E7}" presName="parSpace" presStyleCnt="0"/>
      <dgm:spPr/>
    </dgm:pt>
    <dgm:pt modelId="{0978D785-6CE9-4F84-BFF0-1589E80D5506}" type="pres">
      <dgm:prSet presAssocID="{F055A763-FF79-4136-B9FE-29A3A535D5AE}" presName="parTxOnly" presStyleLbl="node1" presStyleIdx="2" presStyleCnt="12">
        <dgm:presLayoutVars>
          <dgm:bulletEnabled val="1"/>
        </dgm:presLayoutVars>
      </dgm:prSet>
      <dgm:spPr/>
      <dgm:t>
        <a:bodyPr/>
        <a:lstStyle/>
        <a:p>
          <a:endParaRPr lang="en-GB"/>
        </a:p>
      </dgm:t>
    </dgm:pt>
    <dgm:pt modelId="{94A171EF-8744-4A72-9872-830FFE1F144C}" type="pres">
      <dgm:prSet presAssocID="{EB22405C-61B7-43B2-B0FF-EDFB0395236B}" presName="parSpace" presStyleCnt="0"/>
      <dgm:spPr/>
    </dgm:pt>
    <dgm:pt modelId="{2049E539-3818-4E0D-874B-B27B2DE192AE}" type="pres">
      <dgm:prSet presAssocID="{2D2F3DEA-2C50-44F1-B161-D66AB28623F3}" presName="parTxOnly" presStyleLbl="node1" presStyleIdx="3" presStyleCnt="12">
        <dgm:presLayoutVars>
          <dgm:bulletEnabled val="1"/>
        </dgm:presLayoutVars>
      </dgm:prSet>
      <dgm:spPr/>
      <dgm:t>
        <a:bodyPr/>
        <a:lstStyle/>
        <a:p>
          <a:endParaRPr lang="en-GB"/>
        </a:p>
      </dgm:t>
    </dgm:pt>
    <dgm:pt modelId="{AE5D4964-5835-4664-8094-37E160852AC9}" type="pres">
      <dgm:prSet presAssocID="{70B549C5-3067-43E5-9C08-433967F2AB9C}" presName="parSpace" presStyleCnt="0"/>
      <dgm:spPr/>
    </dgm:pt>
    <dgm:pt modelId="{98EE0EA1-5BFB-4007-A657-F0FEBD9F7CDB}" type="pres">
      <dgm:prSet presAssocID="{658FF6B7-B4A1-4F7D-9D57-2EFF9428F2B8}" presName="parTxOnly" presStyleLbl="node1" presStyleIdx="4" presStyleCnt="12">
        <dgm:presLayoutVars>
          <dgm:bulletEnabled val="1"/>
        </dgm:presLayoutVars>
      </dgm:prSet>
      <dgm:spPr/>
      <dgm:t>
        <a:bodyPr/>
        <a:lstStyle/>
        <a:p>
          <a:endParaRPr lang="en-GB"/>
        </a:p>
      </dgm:t>
    </dgm:pt>
    <dgm:pt modelId="{EAE16277-8393-4CC6-8F90-7437057FECC8}" type="pres">
      <dgm:prSet presAssocID="{722907D9-76AB-46BE-A2EE-0C89DAEFC605}" presName="parSpace" presStyleCnt="0"/>
      <dgm:spPr/>
    </dgm:pt>
    <dgm:pt modelId="{B8FC1D7F-6055-4AEF-8CF0-FB4A955AA0D1}" type="pres">
      <dgm:prSet presAssocID="{017D2ACC-0134-4DB2-B53F-8CA44892F731}" presName="parTxOnly" presStyleLbl="node1" presStyleIdx="5" presStyleCnt="12">
        <dgm:presLayoutVars>
          <dgm:bulletEnabled val="1"/>
        </dgm:presLayoutVars>
      </dgm:prSet>
      <dgm:spPr/>
      <dgm:t>
        <a:bodyPr/>
        <a:lstStyle/>
        <a:p>
          <a:endParaRPr lang="en-GB"/>
        </a:p>
      </dgm:t>
    </dgm:pt>
    <dgm:pt modelId="{EEEC9D0C-449E-4295-8E3F-52EE73C1BFD4}" type="pres">
      <dgm:prSet presAssocID="{E9C08D4A-3318-4DE1-8BE0-F9A52EFBB957}" presName="parSpace" presStyleCnt="0"/>
      <dgm:spPr/>
    </dgm:pt>
    <dgm:pt modelId="{35CDDD80-F56A-43F2-8DAF-F965E534CEDF}" type="pres">
      <dgm:prSet presAssocID="{260E2C86-DA16-4E78-98F8-0BF1B5D0EAEF}" presName="parTxOnly" presStyleLbl="node1" presStyleIdx="6" presStyleCnt="12">
        <dgm:presLayoutVars>
          <dgm:bulletEnabled val="1"/>
        </dgm:presLayoutVars>
      </dgm:prSet>
      <dgm:spPr/>
      <dgm:t>
        <a:bodyPr/>
        <a:lstStyle/>
        <a:p>
          <a:endParaRPr lang="en-GB"/>
        </a:p>
      </dgm:t>
    </dgm:pt>
    <dgm:pt modelId="{2EFE2D10-886C-47F4-AE10-8AE0AC920DE1}" type="pres">
      <dgm:prSet presAssocID="{DF04DAEE-BAD2-4DD8-96E8-B447EA769317}" presName="parSpace" presStyleCnt="0"/>
      <dgm:spPr/>
    </dgm:pt>
    <dgm:pt modelId="{BFB562D5-5C3E-4F33-8A5B-1EDDC4BDB33B}" type="pres">
      <dgm:prSet presAssocID="{E4F5C79E-4469-483C-96C5-8A024A8A52D7}" presName="parTxOnly" presStyleLbl="node1" presStyleIdx="7" presStyleCnt="12">
        <dgm:presLayoutVars>
          <dgm:bulletEnabled val="1"/>
        </dgm:presLayoutVars>
      </dgm:prSet>
      <dgm:spPr/>
      <dgm:t>
        <a:bodyPr/>
        <a:lstStyle/>
        <a:p>
          <a:endParaRPr lang="en-GB"/>
        </a:p>
      </dgm:t>
    </dgm:pt>
    <dgm:pt modelId="{7B472731-DF7A-4A56-8B14-12BDCB225020}" type="pres">
      <dgm:prSet presAssocID="{8F0B8DE5-01CF-4B8B-AEB9-10BD0510266E}" presName="parSpace" presStyleCnt="0"/>
      <dgm:spPr/>
    </dgm:pt>
    <dgm:pt modelId="{98376F9B-448F-41D4-B532-143B13DAF078}" type="pres">
      <dgm:prSet presAssocID="{F7987A00-C4D7-4BCE-9124-29DD1A858A6E}" presName="parTxOnly" presStyleLbl="node1" presStyleIdx="8" presStyleCnt="12">
        <dgm:presLayoutVars>
          <dgm:bulletEnabled val="1"/>
        </dgm:presLayoutVars>
      </dgm:prSet>
      <dgm:spPr/>
      <dgm:t>
        <a:bodyPr/>
        <a:lstStyle/>
        <a:p>
          <a:endParaRPr lang="en-GB"/>
        </a:p>
      </dgm:t>
    </dgm:pt>
    <dgm:pt modelId="{6B4D7C9F-AAD7-48F0-9ACA-6C2C16738E44}" type="pres">
      <dgm:prSet presAssocID="{F17CDB17-3E92-4D24-B109-A1A0FB6F51D0}" presName="parSpace" presStyleCnt="0"/>
      <dgm:spPr/>
    </dgm:pt>
    <dgm:pt modelId="{36AAE410-182F-4BA9-995B-ED28C556D510}" type="pres">
      <dgm:prSet presAssocID="{56D337F5-4BDA-4439-B247-37C66261F73F}" presName="parTxOnly" presStyleLbl="node1" presStyleIdx="9" presStyleCnt="12">
        <dgm:presLayoutVars>
          <dgm:bulletEnabled val="1"/>
        </dgm:presLayoutVars>
      </dgm:prSet>
      <dgm:spPr/>
      <dgm:t>
        <a:bodyPr/>
        <a:lstStyle/>
        <a:p>
          <a:endParaRPr lang="en-GB"/>
        </a:p>
      </dgm:t>
    </dgm:pt>
    <dgm:pt modelId="{DA0BECA2-DA6C-403E-B20F-22A320ADD9A2}" type="pres">
      <dgm:prSet presAssocID="{8109F49E-4763-4030-B6C7-0B3343542558}" presName="parSpace" presStyleCnt="0"/>
      <dgm:spPr/>
    </dgm:pt>
    <dgm:pt modelId="{AEA4A146-0BAA-4FBC-B1A6-C18F7B00E9B5}" type="pres">
      <dgm:prSet presAssocID="{18B9F3D7-8896-4195-8516-97D844CA9ED8}" presName="parTxOnly" presStyleLbl="node1" presStyleIdx="10" presStyleCnt="12">
        <dgm:presLayoutVars>
          <dgm:bulletEnabled val="1"/>
        </dgm:presLayoutVars>
      </dgm:prSet>
      <dgm:spPr/>
      <dgm:t>
        <a:bodyPr/>
        <a:lstStyle/>
        <a:p>
          <a:endParaRPr lang="en-GB"/>
        </a:p>
      </dgm:t>
    </dgm:pt>
    <dgm:pt modelId="{5A6C740A-CE78-4BDB-95FD-4C25EDDDE9A0}" type="pres">
      <dgm:prSet presAssocID="{667207B5-BB70-46E6-A530-3D81DBC69E51}" presName="parSpace" presStyleCnt="0"/>
      <dgm:spPr/>
    </dgm:pt>
    <dgm:pt modelId="{2DBF6A06-62FB-484E-B633-95C494BFEE02}" type="pres">
      <dgm:prSet presAssocID="{00247B60-8309-4598-A4F6-0D626E6863B3}" presName="parTxOnly" presStyleLbl="node1" presStyleIdx="11" presStyleCnt="12">
        <dgm:presLayoutVars>
          <dgm:bulletEnabled val="1"/>
        </dgm:presLayoutVars>
      </dgm:prSet>
      <dgm:spPr/>
      <dgm:t>
        <a:bodyPr/>
        <a:lstStyle/>
        <a:p>
          <a:endParaRPr lang="en-GB"/>
        </a:p>
      </dgm:t>
    </dgm:pt>
  </dgm:ptLst>
  <dgm:cxnLst>
    <dgm:cxn modelId="{727F4844-2E57-4F81-9D53-BFC52FC3D33C}" srcId="{4AA4807B-CC40-4300-BF22-043CEFB7EE30}" destId="{57FCA664-C3EE-4036-8262-2C3EB72B2115}" srcOrd="1" destOrd="0" parTransId="{F99ACD86-A523-4C6D-AA59-03394962988E}" sibTransId="{F031D433-7E57-4ED8-B9B7-BCB67DFEF0E7}"/>
    <dgm:cxn modelId="{A064CDD6-0985-4F82-8D54-5AA0EE7B7A37}" type="presOf" srcId="{E79DC9BC-776A-4751-B75E-30F1CC826ACA}" destId="{B5800B06-D669-49F6-BA99-F191599B613A}" srcOrd="0" destOrd="0" presId="urn:microsoft.com/office/officeart/2005/8/layout/hChevron3"/>
    <dgm:cxn modelId="{F7249192-1095-4540-8813-7000D9944BBD}" type="presOf" srcId="{2D2F3DEA-2C50-44F1-B161-D66AB28623F3}" destId="{2049E539-3818-4E0D-874B-B27B2DE192AE}" srcOrd="0" destOrd="0" presId="urn:microsoft.com/office/officeart/2005/8/layout/hChevron3"/>
    <dgm:cxn modelId="{57C6E973-3705-4B38-A8E3-FB5BEE0C8918}" type="presOf" srcId="{57FCA664-C3EE-4036-8262-2C3EB72B2115}" destId="{2A22AD95-11B8-40C5-BEB9-34D6174709A0}" srcOrd="0" destOrd="0" presId="urn:microsoft.com/office/officeart/2005/8/layout/hChevron3"/>
    <dgm:cxn modelId="{4E7670C0-1DAC-4D36-AC05-24FFB0F76231}" srcId="{4AA4807B-CC40-4300-BF22-043CEFB7EE30}" destId="{56D337F5-4BDA-4439-B247-37C66261F73F}" srcOrd="9" destOrd="0" parTransId="{530F328E-BA98-41EE-BF57-929AE8E18CBE}" sibTransId="{8109F49E-4763-4030-B6C7-0B3343542558}"/>
    <dgm:cxn modelId="{CC183EDB-CD5A-4E05-8AE1-4D42C0FBEBFA}" srcId="{4AA4807B-CC40-4300-BF22-043CEFB7EE30}" destId="{00247B60-8309-4598-A4F6-0D626E6863B3}" srcOrd="11" destOrd="0" parTransId="{4DDE5F0C-498D-43E2-812B-ACF42FB9FA12}" sibTransId="{6A2309CB-6F58-44E9-B416-D85308E8A9BA}"/>
    <dgm:cxn modelId="{C1E08D80-5CD3-47D1-B909-4287BF84FA15}" srcId="{4AA4807B-CC40-4300-BF22-043CEFB7EE30}" destId="{E79DC9BC-776A-4751-B75E-30F1CC826ACA}" srcOrd="0" destOrd="0" parTransId="{154A35BB-06F7-4269-92E0-5A6457BE9BE6}" sibTransId="{EE8B6782-12B3-44E8-97D8-D5BEF715BD37}"/>
    <dgm:cxn modelId="{9518AABC-65FD-49D5-8979-8A63759BE21B}" srcId="{4AA4807B-CC40-4300-BF22-043CEFB7EE30}" destId="{F7987A00-C4D7-4BCE-9124-29DD1A858A6E}" srcOrd="8" destOrd="0" parTransId="{96EC03EE-E17A-4BB2-B415-DF8E13F1DD07}" sibTransId="{F17CDB17-3E92-4D24-B109-A1A0FB6F51D0}"/>
    <dgm:cxn modelId="{A149CA20-7AAB-45E9-8E9E-840016CBDB64}" type="presOf" srcId="{18B9F3D7-8896-4195-8516-97D844CA9ED8}" destId="{AEA4A146-0BAA-4FBC-B1A6-C18F7B00E9B5}" srcOrd="0" destOrd="0" presId="urn:microsoft.com/office/officeart/2005/8/layout/hChevron3"/>
    <dgm:cxn modelId="{97824271-70E0-4398-89CB-C434C9FA47ED}" type="presOf" srcId="{E4F5C79E-4469-483C-96C5-8A024A8A52D7}" destId="{BFB562D5-5C3E-4F33-8A5B-1EDDC4BDB33B}" srcOrd="0" destOrd="0" presId="urn:microsoft.com/office/officeart/2005/8/layout/hChevron3"/>
    <dgm:cxn modelId="{5AD06591-EC0E-497F-BBC8-F3ABD3E56ECA}" srcId="{4AA4807B-CC40-4300-BF22-043CEFB7EE30}" destId="{18B9F3D7-8896-4195-8516-97D844CA9ED8}" srcOrd="10" destOrd="0" parTransId="{9B29E0CD-2FFE-4B8E-B479-D377BFA71524}" sibTransId="{667207B5-BB70-46E6-A530-3D81DBC69E51}"/>
    <dgm:cxn modelId="{F7685BE7-FDA4-483B-9839-137AFAF58D77}" srcId="{4AA4807B-CC40-4300-BF22-043CEFB7EE30}" destId="{E4F5C79E-4469-483C-96C5-8A024A8A52D7}" srcOrd="7" destOrd="0" parTransId="{5688F893-3377-4E99-9F5D-CE452888A2A6}" sibTransId="{8F0B8DE5-01CF-4B8B-AEB9-10BD0510266E}"/>
    <dgm:cxn modelId="{AECD9640-AC74-4D55-BCB9-2CFEE703B6DB}" type="presOf" srcId="{260E2C86-DA16-4E78-98F8-0BF1B5D0EAEF}" destId="{35CDDD80-F56A-43F2-8DAF-F965E534CEDF}" srcOrd="0" destOrd="0" presId="urn:microsoft.com/office/officeart/2005/8/layout/hChevron3"/>
    <dgm:cxn modelId="{CB09DFA7-CE05-4B15-8998-31AF843E9853}" type="presOf" srcId="{017D2ACC-0134-4DB2-B53F-8CA44892F731}" destId="{B8FC1D7F-6055-4AEF-8CF0-FB4A955AA0D1}" srcOrd="0" destOrd="0" presId="urn:microsoft.com/office/officeart/2005/8/layout/hChevron3"/>
    <dgm:cxn modelId="{CAA61089-36F3-4646-8EA6-3BD8666A74CC}" srcId="{4AA4807B-CC40-4300-BF22-043CEFB7EE30}" destId="{017D2ACC-0134-4DB2-B53F-8CA44892F731}" srcOrd="5" destOrd="0" parTransId="{92E8B4C1-F231-4A5D-963A-055A99E27F02}" sibTransId="{E9C08D4A-3318-4DE1-8BE0-F9A52EFBB957}"/>
    <dgm:cxn modelId="{38F99F94-0D27-445E-AC84-CB3EAC944226}" type="presOf" srcId="{00247B60-8309-4598-A4F6-0D626E6863B3}" destId="{2DBF6A06-62FB-484E-B633-95C494BFEE02}" srcOrd="0" destOrd="0" presId="urn:microsoft.com/office/officeart/2005/8/layout/hChevron3"/>
    <dgm:cxn modelId="{4B390EF9-F519-454F-8DBB-8383E26710AB}" type="presOf" srcId="{F055A763-FF79-4136-B9FE-29A3A535D5AE}" destId="{0978D785-6CE9-4F84-BFF0-1589E80D5506}" srcOrd="0" destOrd="0" presId="urn:microsoft.com/office/officeart/2005/8/layout/hChevron3"/>
    <dgm:cxn modelId="{ACF99C55-737D-4CC0-98DD-EFD11C2AE787}" srcId="{4AA4807B-CC40-4300-BF22-043CEFB7EE30}" destId="{F055A763-FF79-4136-B9FE-29A3A535D5AE}" srcOrd="2" destOrd="0" parTransId="{1CFD4689-94E7-4276-B875-B26E73744CC2}" sibTransId="{EB22405C-61B7-43B2-B0FF-EDFB0395236B}"/>
    <dgm:cxn modelId="{739E2C23-F190-400D-8373-22B1FEE1B206}" type="presOf" srcId="{F7987A00-C4D7-4BCE-9124-29DD1A858A6E}" destId="{98376F9B-448F-41D4-B532-143B13DAF078}" srcOrd="0" destOrd="0" presId="urn:microsoft.com/office/officeart/2005/8/layout/hChevron3"/>
    <dgm:cxn modelId="{0BC62C3A-E3EE-40D6-915A-BBFD8EEA2BBC}" type="presOf" srcId="{56D337F5-4BDA-4439-B247-37C66261F73F}" destId="{36AAE410-182F-4BA9-995B-ED28C556D510}" srcOrd="0" destOrd="0" presId="urn:microsoft.com/office/officeart/2005/8/layout/hChevron3"/>
    <dgm:cxn modelId="{9292D021-3F07-45D2-AF82-726B085456F6}" type="presOf" srcId="{4AA4807B-CC40-4300-BF22-043CEFB7EE30}" destId="{1BA946E8-CECF-4D25-B5C7-9D2B34B388ED}" srcOrd="0" destOrd="0" presId="urn:microsoft.com/office/officeart/2005/8/layout/hChevron3"/>
    <dgm:cxn modelId="{364DD260-1C56-4114-847A-B8A62240BCBA}" type="presOf" srcId="{658FF6B7-B4A1-4F7D-9D57-2EFF9428F2B8}" destId="{98EE0EA1-5BFB-4007-A657-F0FEBD9F7CDB}" srcOrd="0" destOrd="0" presId="urn:microsoft.com/office/officeart/2005/8/layout/hChevron3"/>
    <dgm:cxn modelId="{A8539D4C-6A5C-4779-AAEA-34E86D0ED24A}" srcId="{4AA4807B-CC40-4300-BF22-043CEFB7EE30}" destId="{260E2C86-DA16-4E78-98F8-0BF1B5D0EAEF}" srcOrd="6" destOrd="0" parTransId="{22237439-20DB-43D4-8406-F5DAFA245C1D}" sibTransId="{DF04DAEE-BAD2-4DD8-96E8-B447EA769317}"/>
    <dgm:cxn modelId="{FF53C463-E95F-4C29-BE89-B698CD44145E}" srcId="{4AA4807B-CC40-4300-BF22-043CEFB7EE30}" destId="{658FF6B7-B4A1-4F7D-9D57-2EFF9428F2B8}" srcOrd="4" destOrd="0" parTransId="{330BF356-EB70-4F9F-8193-E91CA8F3CBD6}" sibTransId="{722907D9-76AB-46BE-A2EE-0C89DAEFC605}"/>
    <dgm:cxn modelId="{D443A0D7-3F16-4C6C-9D2B-0EB9A6BC3A28}" srcId="{4AA4807B-CC40-4300-BF22-043CEFB7EE30}" destId="{2D2F3DEA-2C50-44F1-B161-D66AB28623F3}" srcOrd="3" destOrd="0" parTransId="{DFC46E26-CD66-42CA-9B3A-5DA1AE26DF32}" sibTransId="{70B549C5-3067-43E5-9C08-433967F2AB9C}"/>
    <dgm:cxn modelId="{31E11751-357B-4623-98CF-9BB4A4335E82}" type="presParOf" srcId="{1BA946E8-CECF-4D25-B5C7-9D2B34B388ED}" destId="{B5800B06-D669-49F6-BA99-F191599B613A}" srcOrd="0" destOrd="0" presId="urn:microsoft.com/office/officeart/2005/8/layout/hChevron3"/>
    <dgm:cxn modelId="{2B2C2960-8D69-4CF0-83A6-88423496AEC3}" type="presParOf" srcId="{1BA946E8-CECF-4D25-B5C7-9D2B34B388ED}" destId="{BADFAE1D-4596-4464-8D90-DFCE97D20667}" srcOrd="1" destOrd="0" presId="urn:microsoft.com/office/officeart/2005/8/layout/hChevron3"/>
    <dgm:cxn modelId="{DC1AFAA4-4324-4312-B733-29FD22C35C78}" type="presParOf" srcId="{1BA946E8-CECF-4D25-B5C7-9D2B34B388ED}" destId="{2A22AD95-11B8-40C5-BEB9-34D6174709A0}" srcOrd="2" destOrd="0" presId="urn:microsoft.com/office/officeart/2005/8/layout/hChevron3"/>
    <dgm:cxn modelId="{3DD0EBE6-08C0-4AA1-967F-29BF2AF87458}" type="presParOf" srcId="{1BA946E8-CECF-4D25-B5C7-9D2B34B388ED}" destId="{B013DF4B-0508-4932-B1C6-91C22BFC2E0C}" srcOrd="3" destOrd="0" presId="urn:microsoft.com/office/officeart/2005/8/layout/hChevron3"/>
    <dgm:cxn modelId="{C35543A5-5915-45EC-86B2-E0D25DE52468}" type="presParOf" srcId="{1BA946E8-CECF-4D25-B5C7-9D2B34B388ED}" destId="{0978D785-6CE9-4F84-BFF0-1589E80D5506}" srcOrd="4" destOrd="0" presId="urn:microsoft.com/office/officeart/2005/8/layout/hChevron3"/>
    <dgm:cxn modelId="{7CDA8693-CB26-439F-92C1-A10DE0372287}" type="presParOf" srcId="{1BA946E8-CECF-4D25-B5C7-9D2B34B388ED}" destId="{94A171EF-8744-4A72-9872-830FFE1F144C}" srcOrd="5" destOrd="0" presId="urn:microsoft.com/office/officeart/2005/8/layout/hChevron3"/>
    <dgm:cxn modelId="{6F8349FB-DF2E-4CB2-B7AA-5099565207B4}" type="presParOf" srcId="{1BA946E8-CECF-4D25-B5C7-9D2B34B388ED}" destId="{2049E539-3818-4E0D-874B-B27B2DE192AE}" srcOrd="6" destOrd="0" presId="urn:microsoft.com/office/officeart/2005/8/layout/hChevron3"/>
    <dgm:cxn modelId="{E51D7235-B63D-4CA5-AD12-50E5EDCD0600}" type="presParOf" srcId="{1BA946E8-CECF-4D25-B5C7-9D2B34B388ED}" destId="{AE5D4964-5835-4664-8094-37E160852AC9}" srcOrd="7" destOrd="0" presId="urn:microsoft.com/office/officeart/2005/8/layout/hChevron3"/>
    <dgm:cxn modelId="{2CE66984-6080-490C-8E98-C511426B5AEF}" type="presParOf" srcId="{1BA946E8-CECF-4D25-B5C7-9D2B34B388ED}" destId="{98EE0EA1-5BFB-4007-A657-F0FEBD9F7CDB}" srcOrd="8" destOrd="0" presId="urn:microsoft.com/office/officeart/2005/8/layout/hChevron3"/>
    <dgm:cxn modelId="{1D527526-5CDA-4402-B5EB-F01F3CF339CC}" type="presParOf" srcId="{1BA946E8-CECF-4D25-B5C7-9D2B34B388ED}" destId="{EAE16277-8393-4CC6-8F90-7437057FECC8}" srcOrd="9" destOrd="0" presId="urn:microsoft.com/office/officeart/2005/8/layout/hChevron3"/>
    <dgm:cxn modelId="{EDEDE134-3299-4AED-A0EE-6A90C307984D}" type="presParOf" srcId="{1BA946E8-CECF-4D25-B5C7-9D2B34B388ED}" destId="{B8FC1D7F-6055-4AEF-8CF0-FB4A955AA0D1}" srcOrd="10" destOrd="0" presId="urn:microsoft.com/office/officeart/2005/8/layout/hChevron3"/>
    <dgm:cxn modelId="{FFCDE445-6E77-4DEB-B235-357DC563A5E6}" type="presParOf" srcId="{1BA946E8-CECF-4D25-B5C7-9D2B34B388ED}" destId="{EEEC9D0C-449E-4295-8E3F-52EE73C1BFD4}" srcOrd="11" destOrd="0" presId="urn:microsoft.com/office/officeart/2005/8/layout/hChevron3"/>
    <dgm:cxn modelId="{CB0B9C6E-A741-4C24-9C84-18F1E38A3FA2}" type="presParOf" srcId="{1BA946E8-CECF-4D25-B5C7-9D2B34B388ED}" destId="{35CDDD80-F56A-43F2-8DAF-F965E534CEDF}" srcOrd="12" destOrd="0" presId="urn:microsoft.com/office/officeart/2005/8/layout/hChevron3"/>
    <dgm:cxn modelId="{B082B62A-3E8A-471C-AFF5-5CA1222D4B13}" type="presParOf" srcId="{1BA946E8-CECF-4D25-B5C7-9D2B34B388ED}" destId="{2EFE2D10-886C-47F4-AE10-8AE0AC920DE1}" srcOrd="13" destOrd="0" presId="urn:microsoft.com/office/officeart/2005/8/layout/hChevron3"/>
    <dgm:cxn modelId="{7D5D894B-97DE-4FD0-9EB1-4EC87EAA7F57}" type="presParOf" srcId="{1BA946E8-CECF-4D25-B5C7-9D2B34B388ED}" destId="{BFB562D5-5C3E-4F33-8A5B-1EDDC4BDB33B}" srcOrd="14" destOrd="0" presId="urn:microsoft.com/office/officeart/2005/8/layout/hChevron3"/>
    <dgm:cxn modelId="{53A0AF26-D387-4430-B1E9-C93470402D3E}" type="presParOf" srcId="{1BA946E8-CECF-4D25-B5C7-9D2B34B388ED}" destId="{7B472731-DF7A-4A56-8B14-12BDCB225020}" srcOrd="15" destOrd="0" presId="urn:microsoft.com/office/officeart/2005/8/layout/hChevron3"/>
    <dgm:cxn modelId="{639FCA04-4D2E-47E9-8A13-BCBBB155BE4D}" type="presParOf" srcId="{1BA946E8-CECF-4D25-B5C7-9D2B34B388ED}" destId="{98376F9B-448F-41D4-B532-143B13DAF078}" srcOrd="16" destOrd="0" presId="urn:microsoft.com/office/officeart/2005/8/layout/hChevron3"/>
    <dgm:cxn modelId="{94FCEA6B-4C9C-466D-8899-D5373C7373AE}" type="presParOf" srcId="{1BA946E8-CECF-4D25-B5C7-9D2B34B388ED}" destId="{6B4D7C9F-AAD7-48F0-9ACA-6C2C16738E44}" srcOrd="17" destOrd="0" presId="urn:microsoft.com/office/officeart/2005/8/layout/hChevron3"/>
    <dgm:cxn modelId="{19B5DD87-6A2C-46AD-A177-944A3483DA91}" type="presParOf" srcId="{1BA946E8-CECF-4D25-B5C7-9D2B34B388ED}" destId="{36AAE410-182F-4BA9-995B-ED28C556D510}" srcOrd="18" destOrd="0" presId="urn:microsoft.com/office/officeart/2005/8/layout/hChevron3"/>
    <dgm:cxn modelId="{0094318D-0D87-4277-8B72-9A7ED26DFBF9}" type="presParOf" srcId="{1BA946E8-CECF-4D25-B5C7-9D2B34B388ED}" destId="{DA0BECA2-DA6C-403E-B20F-22A320ADD9A2}" srcOrd="19" destOrd="0" presId="urn:microsoft.com/office/officeart/2005/8/layout/hChevron3"/>
    <dgm:cxn modelId="{92D9FF6E-506D-4681-9537-F5E2A4E122FA}" type="presParOf" srcId="{1BA946E8-CECF-4D25-B5C7-9D2B34B388ED}" destId="{AEA4A146-0BAA-4FBC-B1A6-C18F7B00E9B5}" srcOrd="20" destOrd="0" presId="urn:microsoft.com/office/officeart/2005/8/layout/hChevron3"/>
    <dgm:cxn modelId="{D1BE7F66-F9C0-4509-ACA8-EF63AA20B27A}" type="presParOf" srcId="{1BA946E8-CECF-4D25-B5C7-9D2B34B388ED}" destId="{5A6C740A-CE78-4BDB-95FD-4C25EDDDE9A0}" srcOrd="21" destOrd="0" presId="urn:microsoft.com/office/officeart/2005/8/layout/hChevron3"/>
    <dgm:cxn modelId="{6286996C-DC8B-4DF2-BAA6-FB8217E2C376}" type="presParOf" srcId="{1BA946E8-CECF-4D25-B5C7-9D2B34B388ED}" destId="{2DBF6A06-62FB-484E-B633-95C494BFEE02}" srcOrd="22" destOrd="0" presId="urn:microsoft.com/office/officeart/2005/8/layout/hChevron3"/>
  </dgm:cxnLst>
  <dgm:bg>
    <a:noFill/>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800B06-D669-49F6-BA99-F191599B613A}">
      <dsp:nvSpPr>
        <dsp:cNvPr id="0" name=""/>
        <dsp:cNvSpPr/>
      </dsp:nvSpPr>
      <dsp:spPr>
        <a:xfrm>
          <a:off x="4927" y="133826"/>
          <a:ext cx="914398" cy="365759"/>
        </a:xfrm>
        <a:prstGeom prst="homePlate">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85344"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Jan</a:t>
          </a:r>
          <a:endParaRPr lang="en-GB" sz="1600" kern="1200" dirty="0"/>
        </a:p>
      </dsp:txBody>
      <dsp:txXfrm>
        <a:off x="4927" y="133826"/>
        <a:ext cx="822958" cy="365759"/>
      </dsp:txXfrm>
    </dsp:sp>
    <dsp:sp modelId="{2A22AD95-11B8-40C5-BEB9-34D6174709A0}">
      <dsp:nvSpPr>
        <dsp:cNvPr id="0" name=""/>
        <dsp:cNvSpPr/>
      </dsp:nvSpPr>
      <dsp:spPr>
        <a:xfrm>
          <a:off x="736446" y="133826"/>
          <a:ext cx="914398" cy="365759"/>
        </a:xfrm>
        <a:prstGeom prst="chevron">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Feb</a:t>
          </a:r>
          <a:endParaRPr lang="en-GB" sz="1600" kern="1200" dirty="0"/>
        </a:p>
      </dsp:txBody>
      <dsp:txXfrm>
        <a:off x="919326" y="133826"/>
        <a:ext cx="548639" cy="365759"/>
      </dsp:txXfrm>
    </dsp:sp>
    <dsp:sp modelId="{0978D785-6CE9-4F84-BFF0-1589E80D5506}">
      <dsp:nvSpPr>
        <dsp:cNvPr id="0" name=""/>
        <dsp:cNvSpPr/>
      </dsp:nvSpPr>
      <dsp:spPr>
        <a:xfrm>
          <a:off x="1467965" y="133826"/>
          <a:ext cx="914398" cy="365759"/>
        </a:xfrm>
        <a:prstGeom prst="chevron">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Mar</a:t>
          </a:r>
          <a:endParaRPr lang="en-GB" sz="1600" kern="1200" dirty="0"/>
        </a:p>
      </dsp:txBody>
      <dsp:txXfrm>
        <a:off x="1650845" y="133826"/>
        <a:ext cx="548639" cy="365759"/>
      </dsp:txXfrm>
    </dsp:sp>
    <dsp:sp modelId="{2049E539-3818-4E0D-874B-B27B2DE192AE}">
      <dsp:nvSpPr>
        <dsp:cNvPr id="0" name=""/>
        <dsp:cNvSpPr/>
      </dsp:nvSpPr>
      <dsp:spPr>
        <a:xfrm>
          <a:off x="2199484" y="133826"/>
          <a:ext cx="914398" cy="365759"/>
        </a:xfrm>
        <a:prstGeom prst="chevron">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Apr</a:t>
          </a:r>
          <a:endParaRPr lang="en-GB" sz="1600" kern="1200" dirty="0"/>
        </a:p>
      </dsp:txBody>
      <dsp:txXfrm>
        <a:off x="2382364" y="133826"/>
        <a:ext cx="548639" cy="365759"/>
      </dsp:txXfrm>
    </dsp:sp>
    <dsp:sp modelId="{98EE0EA1-5BFB-4007-A657-F0FEBD9F7CDB}">
      <dsp:nvSpPr>
        <dsp:cNvPr id="0" name=""/>
        <dsp:cNvSpPr/>
      </dsp:nvSpPr>
      <dsp:spPr>
        <a:xfrm>
          <a:off x="2931003" y="133826"/>
          <a:ext cx="914398" cy="365759"/>
        </a:xfrm>
        <a:prstGeom prst="chevron">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May</a:t>
          </a:r>
          <a:endParaRPr lang="en-GB" sz="1600" kern="1200" dirty="0"/>
        </a:p>
      </dsp:txBody>
      <dsp:txXfrm>
        <a:off x="3113883" y="133826"/>
        <a:ext cx="548639" cy="365759"/>
      </dsp:txXfrm>
    </dsp:sp>
    <dsp:sp modelId="{B8FC1D7F-6055-4AEF-8CF0-FB4A955AA0D1}">
      <dsp:nvSpPr>
        <dsp:cNvPr id="0" name=""/>
        <dsp:cNvSpPr/>
      </dsp:nvSpPr>
      <dsp:spPr>
        <a:xfrm>
          <a:off x="3662522" y="133826"/>
          <a:ext cx="914398" cy="365759"/>
        </a:xfrm>
        <a:prstGeom prst="chevron">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Jun</a:t>
          </a:r>
          <a:endParaRPr lang="en-GB" sz="1600" kern="1200" dirty="0"/>
        </a:p>
      </dsp:txBody>
      <dsp:txXfrm>
        <a:off x="3845402" y="133826"/>
        <a:ext cx="548639" cy="365759"/>
      </dsp:txXfrm>
    </dsp:sp>
    <dsp:sp modelId="{35CDDD80-F56A-43F2-8DAF-F965E534CEDF}">
      <dsp:nvSpPr>
        <dsp:cNvPr id="0" name=""/>
        <dsp:cNvSpPr/>
      </dsp:nvSpPr>
      <dsp:spPr>
        <a:xfrm>
          <a:off x="4394041" y="133826"/>
          <a:ext cx="914398" cy="365759"/>
        </a:xfrm>
        <a:prstGeom prst="chevron">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Jul</a:t>
          </a:r>
          <a:endParaRPr lang="en-GB" sz="1600" kern="1200" dirty="0"/>
        </a:p>
      </dsp:txBody>
      <dsp:txXfrm>
        <a:off x="4576921" y="133826"/>
        <a:ext cx="548639" cy="365759"/>
      </dsp:txXfrm>
    </dsp:sp>
    <dsp:sp modelId="{BFB562D5-5C3E-4F33-8A5B-1EDDC4BDB33B}">
      <dsp:nvSpPr>
        <dsp:cNvPr id="0" name=""/>
        <dsp:cNvSpPr/>
      </dsp:nvSpPr>
      <dsp:spPr>
        <a:xfrm>
          <a:off x="5125560" y="133826"/>
          <a:ext cx="914398" cy="365759"/>
        </a:xfrm>
        <a:prstGeom prst="chevron">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Aug</a:t>
          </a:r>
          <a:endParaRPr lang="en-GB" sz="1600" kern="1200" dirty="0"/>
        </a:p>
      </dsp:txBody>
      <dsp:txXfrm>
        <a:off x="5308440" y="133826"/>
        <a:ext cx="548639" cy="365759"/>
      </dsp:txXfrm>
    </dsp:sp>
    <dsp:sp modelId="{98376F9B-448F-41D4-B532-143B13DAF078}">
      <dsp:nvSpPr>
        <dsp:cNvPr id="0" name=""/>
        <dsp:cNvSpPr/>
      </dsp:nvSpPr>
      <dsp:spPr>
        <a:xfrm>
          <a:off x="5857078" y="133826"/>
          <a:ext cx="914398" cy="365759"/>
        </a:xfrm>
        <a:prstGeom prst="chevron">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Sep</a:t>
          </a:r>
          <a:endParaRPr lang="en-GB" sz="1600" kern="1200" dirty="0"/>
        </a:p>
      </dsp:txBody>
      <dsp:txXfrm>
        <a:off x="6039958" y="133826"/>
        <a:ext cx="548639" cy="365759"/>
      </dsp:txXfrm>
    </dsp:sp>
    <dsp:sp modelId="{36AAE410-182F-4BA9-995B-ED28C556D510}">
      <dsp:nvSpPr>
        <dsp:cNvPr id="0" name=""/>
        <dsp:cNvSpPr/>
      </dsp:nvSpPr>
      <dsp:spPr>
        <a:xfrm>
          <a:off x="6588597" y="133826"/>
          <a:ext cx="914398" cy="365759"/>
        </a:xfrm>
        <a:prstGeom prst="chevron">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Oct</a:t>
          </a:r>
          <a:endParaRPr lang="en-GB" sz="1600" kern="1200" dirty="0"/>
        </a:p>
      </dsp:txBody>
      <dsp:txXfrm>
        <a:off x="6771477" y="133826"/>
        <a:ext cx="548639" cy="365759"/>
      </dsp:txXfrm>
    </dsp:sp>
    <dsp:sp modelId="{AEA4A146-0BAA-4FBC-B1A6-C18F7B00E9B5}">
      <dsp:nvSpPr>
        <dsp:cNvPr id="0" name=""/>
        <dsp:cNvSpPr/>
      </dsp:nvSpPr>
      <dsp:spPr>
        <a:xfrm>
          <a:off x="7320116" y="133826"/>
          <a:ext cx="914398" cy="365759"/>
        </a:xfrm>
        <a:prstGeom prst="chevron">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Nov</a:t>
          </a:r>
          <a:endParaRPr lang="en-GB" sz="1600" kern="1200" dirty="0"/>
        </a:p>
      </dsp:txBody>
      <dsp:txXfrm>
        <a:off x="7502996" y="133826"/>
        <a:ext cx="548639" cy="365759"/>
      </dsp:txXfrm>
    </dsp:sp>
    <dsp:sp modelId="{2DBF6A06-62FB-484E-B633-95C494BFEE02}">
      <dsp:nvSpPr>
        <dsp:cNvPr id="0" name=""/>
        <dsp:cNvSpPr/>
      </dsp:nvSpPr>
      <dsp:spPr>
        <a:xfrm>
          <a:off x="8051635" y="133826"/>
          <a:ext cx="914398" cy="365759"/>
        </a:xfrm>
        <a:prstGeom prst="chevron">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Dec</a:t>
          </a:r>
          <a:endParaRPr lang="en-GB" sz="1600" kern="1200" dirty="0"/>
        </a:p>
      </dsp:txBody>
      <dsp:txXfrm>
        <a:off x="8234515" y="133826"/>
        <a:ext cx="548639" cy="3657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800B06-D669-49F6-BA99-F191599B613A}">
      <dsp:nvSpPr>
        <dsp:cNvPr id="0" name=""/>
        <dsp:cNvSpPr/>
      </dsp:nvSpPr>
      <dsp:spPr>
        <a:xfrm>
          <a:off x="6335" y="0"/>
          <a:ext cx="4062325" cy="346695"/>
        </a:xfrm>
        <a:prstGeom prst="homePlate">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96012" tIns="48006" rIns="24003" bIns="48006" numCol="1" spcCol="1270" anchor="ctr" anchorCtr="0">
          <a:noAutofit/>
        </a:bodyPr>
        <a:lstStyle/>
        <a:p>
          <a:pPr lvl="0" algn="ctr" defTabSz="800100">
            <a:lnSpc>
              <a:spcPct val="90000"/>
            </a:lnSpc>
            <a:spcBef>
              <a:spcPct val="0"/>
            </a:spcBef>
            <a:spcAft>
              <a:spcPct val="35000"/>
            </a:spcAft>
          </a:pPr>
          <a:r>
            <a:rPr lang="en-US" sz="1800" b="0" kern="1200" dirty="0" smtClean="0">
              <a:solidFill>
                <a:schemeClr val="tx1"/>
              </a:solidFill>
            </a:rPr>
            <a:t>Preparation</a:t>
          </a:r>
          <a:endParaRPr lang="en-GB" sz="1800" b="0" kern="1200" dirty="0">
            <a:solidFill>
              <a:schemeClr val="tx1"/>
            </a:solidFill>
          </a:endParaRPr>
        </a:p>
      </dsp:txBody>
      <dsp:txXfrm>
        <a:off x="6335" y="0"/>
        <a:ext cx="3975651" cy="346695"/>
      </dsp:txXfrm>
    </dsp:sp>
    <dsp:sp modelId="{2A22AD95-11B8-40C5-BEB9-34D6174709A0}">
      <dsp:nvSpPr>
        <dsp:cNvPr id="0" name=""/>
        <dsp:cNvSpPr/>
      </dsp:nvSpPr>
      <dsp:spPr>
        <a:xfrm>
          <a:off x="3688805" y="0"/>
          <a:ext cx="4279209" cy="346695"/>
        </a:xfrm>
        <a:prstGeom prst="chevron">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72009" tIns="48006" rIns="24003" bIns="48006" numCol="1" spcCol="1270" anchor="ctr" anchorCtr="0">
          <a:noAutofit/>
        </a:bodyPr>
        <a:lstStyle/>
        <a:p>
          <a:pPr lvl="0" algn="ctr" defTabSz="800100">
            <a:lnSpc>
              <a:spcPct val="90000"/>
            </a:lnSpc>
            <a:spcBef>
              <a:spcPct val="0"/>
            </a:spcBef>
            <a:spcAft>
              <a:spcPct val="35000"/>
            </a:spcAft>
          </a:pPr>
          <a:r>
            <a:rPr lang="en-US" sz="1800" b="0" kern="1200" dirty="0" smtClean="0">
              <a:solidFill>
                <a:schemeClr val="tx1"/>
              </a:solidFill>
            </a:rPr>
            <a:t>Screening</a:t>
          </a:r>
          <a:endParaRPr lang="en-GB" sz="1800" b="0" kern="1200" dirty="0">
            <a:solidFill>
              <a:schemeClr val="tx1"/>
            </a:solidFill>
          </a:endParaRPr>
        </a:p>
      </dsp:txBody>
      <dsp:txXfrm>
        <a:off x="3862153" y="0"/>
        <a:ext cx="3932514" cy="346695"/>
      </dsp:txXfrm>
    </dsp:sp>
    <dsp:sp modelId="{0978D785-6CE9-4F84-BFF0-1589E80D5506}">
      <dsp:nvSpPr>
        <dsp:cNvPr id="0" name=""/>
        <dsp:cNvSpPr/>
      </dsp:nvSpPr>
      <dsp:spPr>
        <a:xfrm>
          <a:off x="7659852" y="0"/>
          <a:ext cx="1306828" cy="346695"/>
        </a:xfrm>
        <a:prstGeom prst="chevron">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72009" tIns="48006" rIns="24003" bIns="48006" numCol="1" spcCol="1270" anchor="ctr" anchorCtr="0">
          <a:noAutofit/>
        </a:bodyPr>
        <a:lstStyle/>
        <a:p>
          <a:pPr lvl="0" algn="ctr" defTabSz="800100">
            <a:lnSpc>
              <a:spcPct val="90000"/>
            </a:lnSpc>
            <a:spcBef>
              <a:spcPct val="0"/>
            </a:spcBef>
            <a:spcAft>
              <a:spcPct val="35000"/>
            </a:spcAft>
          </a:pPr>
          <a:r>
            <a:rPr lang="en-US" sz="1800" b="0" kern="1200" dirty="0" smtClean="0">
              <a:solidFill>
                <a:schemeClr val="tx1"/>
              </a:solidFill>
            </a:rPr>
            <a:t>Approval</a:t>
          </a:r>
          <a:endParaRPr lang="en-GB" sz="1800" b="0" kern="1200" dirty="0">
            <a:solidFill>
              <a:schemeClr val="tx1"/>
            </a:solidFill>
          </a:endParaRPr>
        </a:p>
      </dsp:txBody>
      <dsp:txXfrm>
        <a:off x="7833200" y="0"/>
        <a:ext cx="960133" cy="3466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800B06-D669-49F6-BA99-F191599B613A}">
      <dsp:nvSpPr>
        <dsp:cNvPr id="0" name=""/>
        <dsp:cNvSpPr/>
      </dsp:nvSpPr>
      <dsp:spPr>
        <a:xfrm>
          <a:off x="4927" y="133826"/>
          <a:ext cx="914398" cy="365759"/>
        </a:xfrm>
        <a:prstGeom prst="homePlate">
          <a:avLst/>
        </a:prstGeom>
        <a:gradFill rotWithShape="0">
          <a:gsLst>
            <a:gs pos="0">
              <a:srgbClr val="00FF00"/>
            </a:gs>
            <a:gs pos="35000">
              <a:srgbClr val="99FF99"/>
            </a:gs>
            <a:gs pos="100000">
              <a:srgbClr val="CCFFCC"/>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85344"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Jan</a:t>
          </a:r>
          <a:endParaRPr lang="en-GB" sz="1600" kern="1200" dirty="0"/>
        </a:p>
      </dsp:txBody>
      <dsp:txXfrm>
        <a:off x="4927" y="133826"/>
        <a:ext cx="822958" cy="365759"/>
      </dsp:txXfrm>
    </dsp:sp>
    <dsp:sp modelId="{2A22AD95-11B8-40C5-BEB9-34D6174709A0}">
      <dsp:nvSpPr>
        <dsp:cNvPr id="0" name=""/>
        <dsp:cNvSpPr/>
      </dsp:nvSpPr>
      <dsp:spPr>
        <a:xfrm>
          <a:off x="736446" y="133826"/>
          <a:ext cx="914398" cy="365759"/>
        </a:xfrm>
        <a:prstGeom prst="chevron">
          <a:avLst/>
        </a:prstGeom>
        <a:gradFill rotWithShape="0">
          <a:gsLst>
            <a:gs pos="0">
              <a:srgbClr val="00FF00"/>
            </a:gs>
            <a:gs pos="35000">
              <a:srgbClr val="99FF99"/>
            </a:gs>
            <a:gs pos="100000">
              <a:srgbClr val="CCFFCC"/>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Feb</a:t>
          </a:r>
          <a:endParaRPr lang="en-GB" sz="1600" kern="1200" dirty="0"/>
        </a:p>
      </dsp:txBody>
      <dsp:txXfrm>
        <a:off x="919326" y="133826"/>
        <a:ext cx="548639" cy="365759"/>
      </dsp:txXfrm>
    </dsp:sp>
    <dsp:sp modelId="{0978D785-6CE9-4F84-BFF0-1589E80D5506}">
      <dsp:nvSpPr>
        <dsp:cNvPr id="0" name=""/>
        <dsp:cNvSpPr/>
      </dsp:nvSpPr>
      <dsp:spPr>
        <a:xfrm>
          <a:off x="1467965" y="133826"/>
          <a:ext cx="914398" cy="365759"/>
        </a:xfrm>
        <a:prstGeom prst="chevron">
          <a:avLst/>
        </a:prstGeom>
        <a:gradFill rotWithShape="0">
          <a:gsLst>
            <a:gs pos="0">
              <a:srgbClr val="00FF00"/>
            </a:gs>
            <a:gs pos="35000">
              <a:srgbClr val="99FF99"/>
            </a:gs>
            <a:gs pos="100000">
              <a:srgbClr val="CCFFCC"/>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Mar</a:t>
          </a:r>
          <a:endParaRPr lang="en-GB" sz="1600" kern="1200" dirty="0"/>
        </a:p>
      </dsp:txBody>
      <dsp:txXfrm>
        <a:off x="1650845" y="133826"/>
        <a:ext cx="548639" cy="365759"/>
      </dsp:txXfrm>
    </dsp:sp>
    <dsp:sp modelId="{2049E539-3818-4E0D-874B-B27B2DE192AE}">
      <dsp:nvSpPr>
        <dsp:cNvPr id="0" name=""/>
        <dsp:cNvSpPr/>
      </dsp:nvSpPr>
      <dsp:spPr>
        <a:xfrm>
          <a:off x="2199484" y="133826"/>
          <a:ext cx="914398" cy="365759"/>
        </a:xfrm>
        <a:prstGeom prst="chevron">
          <a:avLst/>
        </a:prstGeom>
        <a:gradFill rotWithShape="0">
          <a:gsLst>
            <a:gs pos="0">
              <a:srgbClr val="00FF00"/>
            </a:gs>
            <a:gs pos="35000">
              <a:srgbClr val="99FF99"/>
            </a:gs>
            <a:gs pos="100000">
              <a:srgbClr val="CCFFCC"/>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Apr</a:t>
          </a:r>
          <a:endParaRPr lang="en-GB" sz="1600" kern="1200" dirty="0"/>
        </a:p>
      </dsp:txBody>
      <dsp:txXfrm>
        <a:off x="2382364" y="133826"/>
        <a:ext cx="548639" cy="365759"/>
      </dsp:txXfrm>
    </dsp:sp>
    <dsp:sp modelId="{98EE0EA1-5BFB-4007-A657-F0FEBD9F7CDB}">
      <dsp:nvSpPr>
        <dsp:cNvPr id="0" name=""/>
        <dsp:cNvSpPr/>
      </dsp:nvSpPr>
      <dsp:spPr>
        <a:xfrm>
          <a:off x="2931003" y="133826"/>
          <a:ext cx="914398" cy="365759"/>
        </a:xfrm>
        <a:prstGeom prst="chevron">
          <a:avLst/>
        </a:prstGeom>
        <a:gradFill rotWithShape="0">
          <a:gsLst>
            <a:gs pos="0">
              <a:srgbClr val="00FF00"/>
            </a:gs>
            <a:gs pos="35000">
              <a:srgbClr val="99FF99"/>
            </a:gs>
            <a:gs pos="100000">
              <a:srgbClr val="CCFFCC"/>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May</a:t>
          </a:r>
          <a:endParaRPr lang="en-GB" sz="1600" kern="1200" dirty="0"/>
        </a:p>
      </dsp:txBody>
      <dsp:txXfrm>
        <a:off x="3113883" y="133826"/>
        <a:ext cx="548639" cy="365759"/>
      </dsp:txXfrm>
    </dsp:sp>
    <dsp:sp modelId="{B8FC1D7F-6055-4AEF-8CF0-FB4A955AA0D1}">
      <dsp:nvSpPr>
        <dsp:cNvPr id="0" name=""/>
        <dsp:cNvSpPr/>
      </dsp:nvSpPr>
      <dsp:spPr>
        <a:xfrm>
          <a:off x="3662522" y="133826"/>
          <a:ext cx="914398" cy="365759"/>
        </a:xfrm>
        <a:prstGeom prst="chevron">
          <a:avLst/>
        </a:prstGeom>
        <a:gradFill rotWithShape="0">
          <a:gsLst>
            <a:gs pos="0">
              <a:srgbClr val="00FF00"/>
            </a:gs>
            <a:gs pos="35000">
              <a:srgbClr val="99FF99"/>
            </a:gs>
            <a:gs pos="100000">
              <a:srgbClr val="CCFFCC"/>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Jun</a:t>
          </a:r>
          <a:endParaRPr lang="en-GB" sz="1600" kern="1200" dirty="0"/>
        </a:p>
      </dsp:txBody>
      <dsp:txXfrm>
        <a:off x="3845402" y="133826"/>
        <a:ext cx="548639" cy="365759"/>
      </dsp:txXfrm>
    </dsp:sp>
    <dsp:sp modelId="{35CDDD80-F56A-43F2-8DAF-F965E534CEDF}">
      <dsp:nvSpPr>
        <dsp:cNvPr id="0" name=""/>
        <dsp:cNvSpPr/>
      </dsp:nvSpPr>
      <dsp:spPr>
        <a:xfrm>
          <a:off x="4394041" y="133826"/>
          <a:ext cx="914398" cy="365759"/>
        </a:xfrm>
        <a:prstGeom prst="chevron">
          <a:avLst/>
        </a:prstGeom>
        <a:gradFill rotWithShape="0">
          <a:gsLst>
            <a:gs pos="0">
              <a:srgbClr val="00FF00"/>
            </a:gs>
            <a:gs pos="35000">
              <a:srgbClr val="99FF99"/>
            </a:gs>
            <a:gs pos="100000">
              <a:srgbClr val="CCFFCC"/>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Jul</a:t>
          </a:r>
          <a:endParaRPr lang="en-GB" sz="1600" kern="1200" dirty="0"/>
        </a:p>
      </dsp:txBody>
      <dsp:txXfrm>
        <a:off x="4576921" y="133826"/>
        <a:ext cx="548639" cy="365759"/>
      </dsp:txXfrm>
    </dsp:sp>
    <dsp:sp modelId="{BFB562D5-5C3E-4F33-8A5B-1EDDC4BDB33B}">
      <dsp:nvSpPr>
        <dsp:cNvPr id="0" name=""/>
        <dsp:cNvSpPr/>
      </dsp:nvSpPr>
      <dsp:spPr>
        <a:xfrm>
          <a:off x="5125560" y="133826"/>
          <a:ext cx="914398" cy="365759"/>
        </a:xfrm>
        <a:prstGeom prst="chevron">
          <a:avLst/>
        </a:prstGeom>
        <a:gradFill rotWithShape="0">
          <a:gsLst>
            <a:gs pos="0">
              <a:srgbClr val="00FF00"/>
            </a:gs>
            <a:gs pos="35000">
              <a:srgbClr val="99FF99"/>
            </a:gs>
            <a:gs pos="100000">
              <a:srgbClr val="CCFFCC"/>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Aug</a:t>
          </a:r>
          <a:endParaRPr lang="en-GB" sz="1600" kern="1200" dirty="0"/>
        </a:p>
      </dsp:txBody>
      <dsp:txXfrm>
        <a:off x="5308440" y="133826"/>
        <a:ext cx="548639" cy="365759"/>
      </dsp:txXfrm>
    </dsp:sp>
    <dsp:sp modelId="{98376F9B-448F-41D4-B532-143B13DAF078}">
      <dsp:nvSpPr>
        <dsp:cNvPr id="0" name=""/>
        <dsp:cNvSpPr/>
      </dsp:nvSpPr>
      <dsp:spPr>
        <a:xfrm>
          <a:off x="5857078" y="133826"/>
          <a:ext cx="914398" cy="365759"/>
        </a:xfrm>
        <a:prstGeom prst="chevron">
          <a:avLst/>
        </a:prstGeom>
        <a:gradFill rotWithShape="0">
          <a:gsLst>
            <a:gs pos="0">
              <a:srgbClr val="00FF00"/>
            </a:gs>
            <a:gs pos="35000">
              <a:srgbClr val="99FF99"/>
            </a:gs>
            <a:gs pos="100000">
              <a:srgbClr val="CCFFCC"/>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Sep</a:t>
          </a:r>
          <a:endParaRPr lang="en-GB" sz="1600" kern="1200" dirty="0"/>
        </a:p>
      </dsp:txBody>
      <dsp:txXfrm>
        <a:off x="6039958" y="133826"/>
        <a:ext cx="548639" cy="365759"/>
      </dsp:txXfrm>
    </dsp:sp>
    <dsp:sp modelId="{36AAE410-182F-4BA9-995B-ED28C556D510}">
      <dsp:nvSpPr>
        <dsp:cNvPr id="0" name=""/>
        <dsp:cNvSpPr/>
      </dsp:nvSpPr>
      <dsp:spPr>
        <a:xfrm>
          <a:off x="6588597" y="133826"/>
          <a:ext cx="914398" cy="365759"/>
        </a:xfrm>
        <a:prstGeom prst="chevron">
          <a:avLst/>
        </a:prstGeom>
        <a:gradFill rotWithShape="0">
          <a:gsLst>
            <a:gs pos="0">
              <a:srgbClr val="00FF00"/>
            </a:gs>
            <a:gs pos="35000">
              <a:srgbClr val="99FF99"/>
            </a:gs>
            <a:gs pos="100000">
              <a:srgbClr val="CCFFCC"/>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Oct</a:t>
          </a:r>
          <a:endParaRPr lang="en-GB" sz="1600" kern="1200" dirty="0"/>
        </a:p>
      </dsp:txBody>
      <dsp:txXfrm>
        <a:off x="6771477" y="133826"/>
        <a:ext cx="548639" cy="365759"/>
      </dsp:txXfrm>
    </dsp:sp>
    <dsp:sp modelId="{AEA4A146-0BAA-4FBC-B1A6-C18F7B00E9B5}">
      <dsp:nvSpPr>
        <dsp:cNvPr id="0" name=""/>
        <dsp:cNvSpPr/>
      </dsp:nvSpPr>
      <dsp:spPr>
        <a:xfrm>
          <a:off x="7320116" y="133826"/>
          <a:ext cx="914398" cy="365759"/>
        </a:xfrm>
        <a:prstGeom prst="chevron">
          <a:avLst/>
        </a:prstGeom>
        <a:gradFill rotWithShape="0">
          <a:gsLst>
            <a:gs pos="0">
              <a:srgbClr val="00FF00"/>
            </a:gs>
            <a:gs pos="35000">
              <a:srgbClr val="99FF99"/>
            </a:gs>
            <a:gs pos="100000">
              <a:srgbClr val="CCFFCC"/>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Nov</a:t>
          </a:r>
          <a:endParaRPr lang="en-GB" sz="1600" kern="1200" dirty="0"/>
        </a:p>
      </dsp:txBody>
      <dsp:txXfrm>
        <a:off x="7502996" y="133826"/>
        <a:ext cx="548639" cy="365759"/>
      </dsp:txXfrm>
    </dsp:sp>
    <dsp:sp modelId="{2DBF6A06-62FB-484E-B633-95C494BFEE02}">
      <dsp:nvSpPr>
        <dsp:cNvPr id="0" name=""/>
        <dsp:cNvSpPr/>
      </dsp:nvSpPr>
      <dsp:spPr>
        <a:xfrm>
          <a:off x="8051635" y="133826"/>
          <a:ext cx="914398" cy="365759"/>
        </a:xfrm>
        <a:prstGeom prst="chevron">
          <a:avLst/>
        </a:prstGeom>
        <a:gradFill rotWithShape="0">
          <a:gsLst>
            <a:gs pos="0">
              <a:srgbClr val="00FF00"/>
            </a:gs>
            <a:gs pos="35000">
              <a:srgbClr val="99FF99"/>
            </a:gs>
            <a:gs pos="100000">
              <a:srgbClr val="CCFFCC"/>
            </a:gs>
          </a:gsLst>
          <a:lin ang="16200000" scaled="1"/>
        </a:gradFill>
        <a:ln w="9525" cap="flat" cmpd="sng" algn="ctr">
          <a:noFill/>
          <a:prstDash val="solid"/>
        </a:ln>
        <a:effectLst>
          <a:outerShdw blurRad="107950" dist="12700" dir="5400000" algn="ctr" rotWithShape="0">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dsp:spPr>
      <dsp:style>
        <a:lnRef idx="1">
          <a:schemeClr val="accent2"/>
        </a:lnRef>
        <a:fillRef idx="2">
          <a:schemeClr val="accent2"/>
        </a:fillRef>
        <a:effectRef idx="1">
          <a:schemeClr val="accent2"/>
        </a:effectRef>
        <a:fontRef idx="minor">
          <a:schemeClr val="dk1"/>
        </a:fontRef>
      </dsp:style>
      <dsp:txBody>
        <a:bodyPr spcFirstLastPara="0" vert="horz" wrap="square" lIns="64008" tIns="42672" rIns="21336" bIns="42672" numCol="1" spcCol="1270" anchor="ctr" anchorCtr="0">
          <a:noAutofit/>
        </a:bodyPr>
        <a:lstStyle/>
        <a:p>
          <a:pPr lvl="0" algn="ctr" defTabSz="711200">
            <a:lnSpc>
              <a:spcPct val="90000"/>
            </a:lnSpc>
            <a:spcBef>
              <a:spcPct val="0"/>
            </a:spcBef>
            <a:spcAft>
              <a:spcPct val="35000"/>
            </a:spcAft>
          </a:pPr>
          <a:r>
            <a:rPr lang="en-US" sz="1600" kern="1200" dirty="0" smtClean="0"/>
            <a:t>Dec</a:t>
          </a:r>
          <a:endParaRPr lang="en-GB" sz="1600" kern="1200" dirty="0"/>
        </a:p>
      </dsp:txBody>
      <dsp:txXfrm>
        <a:off x="8234515" y="133826"/>
        <a:ext cx="548639" cy="365759"/>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21582" cy="493633"/>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18971" y="0"/>
            <a:ext cx="2921582" cy="493633"/>
          </a:xfrm>
          <a:prstGeom prst="rect">
            <a:avLst/>
          </a:prstGeom>
        </p:spPr>
        <p:txBody>
          <a:bodyPr vert="horz" lIns="91440" tIns="45720" rIns="91440" bIns="45720" rtlCol="0"/>
          <a:lstStyle>
            <a:lvl1pPr algn="r">
              <a:defRPr sz="1200"/>
            </a:lvl1pPr>
          </a:lstStyle>
          <a:p>
            <a:fld id="{A33D4DC8-0578-F849-9D4E-BFEF78917FAD}" type="datetimeFigureOut">
              <a:rPr lang="de-DE"/>
              <a:pPr/>
              <a:t>01.06.2022</a:t>
            </a:fld>
            <a:endParaRPr lang="de-DE"/>
          </a:p>
        </p:txBody>
      </p:sp>
      <p:sp>
        <p:nvSpPr>
          <p:cNvPr id="4" name="Fußzeilenplatzhalter 3"/>
          <p:cNvSpPr>
            <a:spLocks noGrp="1"/>
          </p:cNvSpPr>
          <p:nvPr>
            <p:ph type="ftr" sz="quarter" idx="2"/>
          </p:nvPr>
        </p:nvSpPr>
        <p:spPr>
          <a:xfrm>
            <a:off x="0" y="9377316"/>
            <a:ext cx="2921582" cy="493633"/>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18971" y="9377316"/>
            <a:ext cx="2921582" cy="493633"/>
          </a:xfrm>
          <a:prstGeom prst="rect">
            <a:avLst/>
          </a:prstGeom>
        </p:spPr>
        <p:txBody>
          <a:bodyPr vert="horz" lIns="91440" tIns="45720" rIns="91440" bIns="45720" rtlCol="0" anchor="b"/>
          <a:lstStyle>
            <a:lvl1pPr algn="r">
              <a:defRPr sz="1200"/>
            </a:lvl1pPr>
          </a:lstStyle>
          <a:p>
            <a:fld id="{FAAED42C-7298-3D4C-B922-32BC964D9438}" type="slidenum">
              <a:rPr/>
              <a:pPr/>
              <a:t>‹#›</a:t>
            </a:fld>
            <a:endParaRPr lang="de-DE"/>
          </a:p>
        </p:txBody>
      </p:sp>
    </p:spTree>
    <p:extLst>
      <p:ext uri="{BB962C8B-B14F-4D97-AF65-F5344CB8AC3E}">
        <p14:creationId xmlns:p14="http://schemas.microsoft.com/office/powerpoint/2010/main" val="29626445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21582" cy="493633"/>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18971" y="0"/>
            <a:ext cx="2921582" cy="493633"/>
          </a:xfrm>
          <a:prstGeom prst="rect">
            <a:avLst/>
          </a:prstGeom>
        </p:spPr>
        <p:txBody>
          <a:bodyPr vert="horz" lIns="91440" tIns="45720" rIns="91440" bIns="45720" rtlCol="0"/>
          <a:lstStyle>
            <a:lvl1pPr algn="r">
              <a:defRPr sz="1200"/>
            </a:lvl1pPr>
          </a:lstStyle>
          <a:p>
            <a:fld id="{66F97343-1D0F-A740-A554-5B3473CCF9C4}" type="datetimeFigureOut">
              <a:rPr lang="de-DE"/>
              <a:pPr/>
              <a:t>01.06.2022</a:t>
            </a:fld>
            <a:endParaRPr lang="de-DE"/>
          </a:p>
        </p:txBody>
      </p:sp>
      <p:sp>
        <p:nvSpPr>
          <p:cNvPr id="4" name="Folienbildplatzhalter 3"/>
          <p:cNvSpPr>
            <a:spLocks noGrp="1" noRot="1" noChangeAspect="1"/>
          </p:cNvSpPr>
          <p:nvPr>
            <p:ph type="sldImg" idx="2"/>
          </p:nvPr>
        </p:nvSpPr>
        <p:spPr>
          <a:xfrm>
            <a:off x="903288" y="739775"/>
            <a:ext cx="4935537" cy="3703638"/>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74212" y="4689515"/>
            <a:ext cx="5393690" cy="444269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9377316"/>
            <a:ext cx="2921582" cy="493633"/>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18971" y="9377316"/>
            <a:ext cx="2921582" cy="493633"/>
          </a:xfrm>
          <a:prstGeom prst="rect">
            <a:avLst/>
          </a:prstGeom>
        </p:spPr>
        <p:txBody>
          <a:bodyPr vert="horz" lIns="91440" tIns="45720" rIns="91440" bIns="45720" rtlCol="0" anchor="b"/>
          <a:lstStyle>
            <a:lvl1pPr algn="r">
              <a:defRPr sz="1200"/>
            </a:lvl1pPr>
          </a:lstStyle>
          <a:p>
            <a:fld id="{9B860A92-79F5-3B47-AC22-DCFE9850A51F}" type="slidenum">
              <a:rPr/>
              <a:pPr/>
              <a:t>‹#›</a:t>
            </a:fld>
            <a:endParaRPr lang="de-DE"/>
          </a:p>
        </p:txBody>
      </p:sp>
    </p:spTree>
    <p:extLst>
      <p:ext uri="{BB962C8B-B14F-4D97-AF65-F5344CB8AC3E}">
        <p14:creationId xmlns:p14="http://schemas.microsoft.com/office/powerpoint/2010/main" val="411733344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p:spPr>
      </p:sp>
      <p:sp>
        <p:nvSpPr>
          <p:cNvPr id="16387" name="Notes Placeholder 2"/>
          <p:cNvSpPr>
            <a:spLocks noGrp="1"/>
          </p:cNvSpPr>
          <p:nvPr>
            <p:ph type="body" idx="1"/>
          </p:nvPr>
        </p:nvSpPr>
        <p:spPr>
          <a:noFill/>
        </p:spPr>
        <p:txBody>
          <a:bodyPr/>
          <a:lstStyle/>
          <a:p>
            <a:endParaRPr lang="en-US" altLang="en-US" dirty="0" smtClean="0">
              <a:latin typeface="Arial" panose="020B0604020202020204" pitchFamily="34" charset="0"/>
            </a:endParaRPr>
          </a:p>
        </p:txBody>
      </p:sp>
      <p:sp>
        <p:nvSpPr>
          <p:cNvPr id="16388" name="Slide Number Placeholder 3"/>
          <p:cNvSpPr>
            <a:spLocks noGrp="1"/>
          </p:cNvSpPr>
          <p:nvPr>
            <p:ph type="sldNum" sz="quarter" idx="5"/>
          </p:nvPr>
        </p:nvSpPr>
        <p:spPr>
          <a:noFill/>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D4DEA0A-4F1B-475B-BB4E-AB42F6A1554A}" type="slidenum">
              <a:rPr lang="en-GB" altLang="en-US" smtClean="0"/>
              <a:pPr>
                <a:spcBef>
                  <a:spcPct val="0"/>
                </a:spcBef>
              </a:pPr>
              <a:t>4</a:t>
            </a:fld>
            <a:endParaRPr lang="en-GB" altLang="en-US" smtClean="0"/>
          </a:p>
        </p:txBody>
      </p:sp>
    </p:spTree>
    <p:extLst>
      <p:ext uri="{BB962C8B-B14F-4D97-AF65-F5344CB8AC3E}">
        <p14:creationId xmlns:p14="http://schemas.microsoft.com/office/powerpoint/2010/main" val="1281169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lvl="2"/>
            <a:endParaRPr lang="en-US" altLang="en-US" sz="1200" dirty="0" smtClean="0">
              <a:solidFill>
                <a:srgbClr val="000000"/>
              </a:solidFill>
            </a:endParaRPr>
          </a:p>
        </p:txBody>
      </p:sp>
      <p:sp>
        <p:nvSpPr>
          <p:cNvPr id="4" name="Slide Number Placeholder 3"/>
          <p:cNvSpPr>
            <a:spLocks noGrp="1"/>
          </p:cNvSpPr>
          <p:nvPr>
            <p:ph type="sldNum" sz="quarter" idx="10"/>
          </p:nvPr>
        </p:nvSpPr>
        <p:spPr/>
        <p:txBody>
          <a:bodyPr/>
          <a:lstStyle/>
          <a:p>
            <a:pPr>
              <a:defRPr/>
            </a:pPr>
            <a:fld id="{8E39EE69-DBE8-4F2E-8DC3-0948F8E7CE0A}" type="slidenum">
              <a:rPr lang="en-GB" smtClean="0"/>
              <a:pPr>
                <a:defRPr/>
              </a:pPr>
              <a:t>5</a:t>
            </a:fld>
            <a:endParaRPr lang="en-GB" dirty="0"/>
          </a:p>
        </p:txBody>
      </p:sp>
    </p:spTree>
    <p:extLst>
      <p:ext uri="{BB962C8B-B14F-4D97-AF65-F5344CB8AC3E}">
        <p14:creationId xmlns:p14="http://schemas.microsoft.com/office/powerpoint/2010/main" val="331833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p:spPr>
        <p:txBody>
          <a:bodyPr/>
          <a:lstStyle/>
          <a:p>
            <a:endParaRPr lang="en-US" altLang="en-US" sz="1200" baseline="0" dirty="0" smtClean="0"/>
          </a:p>
        </p:txBody>
      </p:sp>
      <p:sp>
        <p:nvSpPr>
          <p:cNvPr id="32772" name="Slide Number Placeholder 3"/>
          <p:cNvSpPr>
            <a:spLocks noGrp="1"/>
          </p:cNvSpPr>
          <p:nvPr>
            <p:ph type="sldNum" sz="quarter" idx="5"/>
          </p:nvPr>
        </p:nvSpPr>
        <p:spPr>
          <a:noFill/>
        </p:spPr>
        <p:txBody>
          <a:bodyPr/>
          <a:lstStyle>
            <a:lvl1pPr defTabSz="917575">
              <a:defRPr sz="2400">
                <a:solidFill>
                  <a:schemeClr val="bg1"/>
                </a:solidFill>
                <a:latin typeface="Arial" charset="0"/>
              </a:defRPr>
            </a:lvl1pPr>
            <a:lvl2pPr marL="742950" indent="-285750" defTabSz="917575">
              <a:defRPr sz="2400">
                <a:solidFill>
                  <a:schemeClr val="bg1"/>
                </a:solidFill>
                <a:latin typeface="Arial" charset="0"/>
              </a:defRPr>
            </a:lvl2pPr>
            <a:lvl3pPr marL="1143000" indent="-228600" defTabSz="917575">
              <a:defRPr sz="2400">
                <a:solidFill>
                  <a:schemeClr val="bg1"/>
                </a:solidFill>
                <a:latin typeface="Arial" charset="0"/>
              </a:defRPr>
            </a:lvl3pPr>
            <a:lvl4pPr marL="1600200" indent="-228600" defTabSz="917575">
              <a:defRPr sz="2400">
                <a:solidFill>
                  <a:schemeClr val="bg1"/>
                </a:solidFill>
                <a:latin typeface="Arial" charset="0"/>
              </a:defRPr>
            </a:lvl4pPr>
            <a:lvl5pPr marL="2057400" indent="-228600" defTabSz="917575">
              <a:defRPr sz="2400">
                <a:solidFill>
                  <a:schemeClr val="bg1"/>
                </a:solidFill>
                <a:latin typeface="Arial" charset="0"/>
              </a:defRPr>
            </a:lvl5pPr>
            <a:lvl6pPr marL="2514600" indent="-228600" algn="r" defTabSz="917575" eaLnBrk="0" fontAlgn="base" hangingPunct="0">
              <a:spcBef>
                <a:spcPct val="0"/>
              </a:spcBef>
              <a:spcAft>
                <a:spcPct val="0"/>
              </a:spcAft>
              <a:defRPr sz="2400">
                <a:solidFill>
                  <a:schemeClr val="bg1"/>
                </a:solidFill>
                <a:latin typeface="Arial" charset="0"/>
              </a:defRPr>
            </a:lvl6pPr>
            <a:lvl7pPr marL="2971800" indent="-228600" algn="r" defTabSz="917575" eaLnBrk="0" fontAlgn="base" hangingPunct="0">
              <a:spcBef>
                <a:spcPct val="0"/>
              </a:spcBef>
              <a:spcAft>
                <a:spcPct val="0"/>
              </a:spcAft>
              <a:defRPr sz="2400">
                <a:solidFill>
                  <a:schemeClr val="bg1"/>
                </a:solidFill>
                <a:latin typeface="Arial" charset="0"/>
              </a:defRPr>
            </a:lvl7pPr>
            <a:lvl8pPr marL="3429000" indent="-228600" algn="r" defTabSz="917575" eaLnBrk="0" fontAlgn="base" hangingPunct="0">
              <a:spcBef>
                <a:spcPct val="0"/>
              </a:spcBef>
              <a:spcAft>
                <a:spcPct val="0"/>
              </a:spcAft>
              <a:defRPr sz="2400">
                <a:solidFill>
                  <a:schemeClr val="bg1"/>
                </a:solidFill>
                <a:latin typeface="Arial" charset="0"/>
              </a:defRPr>
            </a:lvl8pPr>
            <a:lvl9pPr marL="3886200" indent="-228600" algn="r" defTabSz="917575" eaLnBrk="0" fontAlgn="base" hangingPunct="0">
              <a:spcBef>
                <a:spcPct val="0"/>
              </a:spcBef>
              <a:spcAft>
                <a:spcPct val="0"/>
              </a:spcAft>
              <a:defRPr sz="2400">
                <a:solidFill>
                  <a:schemeClr val="bg1"/>
                </a:solidFill>
                <a:latin typeface="Arial" charset="0"/>
              </a:defRPr>
            </a:lvl9pPr>
          </a:lstStyle>
          <a:p>
            <a:fld id="{7B3DE017-A7BC-4C99-BE04-3079AA470800}" type="slidenum">
              <a:rPr lang="en-US" altLang="en-US" sz="1200" smtClean="0">
                <a:solidFill>
                  <a:prstClr val="black"/>
                </a:solidFill>
                <a:latin typeface="Times New Roman" pitchFamily="18" charset="0"/>
              </a:rPr>
              <a:pPr/>
              <a:t>6</a:t>
            </a:fld>
            <a:endParaRPr lang="en-US" altLang="en-US" sz="1200" smtClean="0">
              <a:solidFill>
                <a:prstClr val="black"/>
              </a:solidFill>
              <a:latin typeface="Times New Roman" pitchFamily="18" charset="0"/>
            </a:endParaRPr>
          </a:p>
        </p:txBody>
      </p:sp>
    </p:spTree>
    <p:extLst>
      <p:ext uri="{BB962C8B-B14F-4D97-AF65-F5344CB8AC3E}">
        <p14:creationId xmlns:p14="http://schemas.microsoft.com/office/powerpoint/2010/main" val="3044508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p:txBody>
          <a:bodyPr>
            <a:normAutofit/>
          </a:bodyPr>
          <a:lstStyle/>
          <a:p>
            <a:pPr>
              <a:defRPr/>
            </a:pPr>
            <a:endParaRPr lang="en-US" sz="1200" dirty="0" smtClean="0"/>
          </a:p>
        </p:txBody>
      </p:sp>
      <p:sp>
        <p:nvSpPr>
          <p:cNvPr id="33796" name="Slide Number Placeholder 3"/>
          <p:cNvSpPr>
            <a:spLocks noGrp="1"/>
          </p:cNvSpPr>
          <p:nvPr>
            <p:ph type="sldNum" sz="quarter" idx="5"/>
          </p:nvPr>
        </p:nvSpPr>
        <p:spPr>
          <a:noFill/>
        </p:spPr>
        <p:txBody>
          <a:bodyPr/>
          <a:lstStyle>
            <a:lvl1pPr defTabSz="917575">
              <a:defRPr sz="2400">
                <a:solidFill>
                  <a:schemeClr val="bg1"/>
                </a:solidFill>
                <a:latin typeface="Arial" charset="0"/>
              </a:defRPr>
            </a:lvl1pPr>
            <a:lvl2pPr marL="742950" indent="-285750" defTabSz="917575">
              <a:defRPr sz="2400">
                <a:solidFill>
                  <a:schemeClr val="bg1"/>
                </a:solidFill>
                <a:latin typeface="Arial" charset="0"/>
              </a:defRPr>
            </a:lvl2pPr>
            <a:lvl3pPr marL="1143000" indent="-228600" defTabSz="917575">
              <a:defRPr sz="2400">
                <a:solidFill>
                  <a:schemeClr val="bg1"/>
                </a:solidFill>
                <a:latin typeface="Arial" charset="0"/>
              </a:defRPr>
            </a:lvl3pPr>
            <a:lvl4pPr marL="1600200" indent="-228600" defTabSz="917575">
              <a:defRPr sz="2400">
                <a:solidFill>
                  <a:schemeClr val="bg1"/>
                </a:solidFill>
                <a:latin typeface="Arial" charset="0"/>
              </a:defRPr>
            </a:lvl4pPr>
            <a:lvl5pPr marL="2057400" indent="-228600" defTabSz="917575">
              <a:defRPr sz="2400">
                <a:solidFill>
                  <a:schemeClr val="bg1"/>
                </a:solidFill>
                <a:latin typeface="Arial" charset="0"/>
              </a:defRPr>
            </a:lvl5pPr>
            <a:lvl6pPr marL="2514600" indent="-228600" algn="r" defTabSz="917575" eaLnBrk="0" fontAlgn="base" hangingPunct="0">
              <a:spcBef>
                <a:spcPct val="0"/>
              </a:spcBef>
              <a:spcAft>
                <a:spcPct val="0"/>
              </a:spcAft>
              <a:defRPr sz="2400">
                <a:solidFill>
                  <a:schemeClr val="bg1"/>
                </a:solidFill>
                <a:latin typeface="Arial" charset="0"/>
              </a:defRPr>
            </a:lvl6pPr>
            <a:lvl7pPr marL="2971800" indent="-228600" algn="r" defTabSz="917575" eaLnBrk="0" fontAlgn="base" hangingPunct="0">
              <a:spcBef>
                <a:spcPct val="0"/>
              </a:spcBef>
              <a:spcAft>
                <a:spcPct val="0"/>
              </a:spcAft>
              <a:defRPr sz="2400">
                <a:solidFill>
                  <a:schemeClr val="bg1"/>
                </a:solidFill>
                <a:latin typeface="Arial" charset="0"/>
              </a:defRPr>
            </a:lvl7pPr>
            <a:lvl8pPr marL="3429000" indent="-228600" algn="r" defTabSz="917575" eaLnBrk="0" fontAlgn="base" hangingPunct="0">
              <a:spcBef>
                <a:spcPct val="0"/>
              </a:spcBef>
              <a:spcAft>
                <a:spcPct val="0"/>
              </a:spcAft>
              <a:defRPr sz="2400">
                <a:solidFill>
                  <a:schemeClr val="bg1"/>
                </a:solidFill>
                <a:latin typeface="Arial" charset="0"/>
              </a:defRPr>
            </a:lvl8pPr>
            <a:lvl9pPr marL="3886200" indent="-228600" algn="r" defTabSz="917575" eaLnBrk="0" fontAlgn="base" hangingPunct="0">
              <a:spcBef>
                <a:spcPct val="0"/>
              </a:spcBef>
              <a:spcAft>
                <a:spcPct val="0"/>
              </a:spcAft>
              <a:defRPr sz="2400">
                <a:solidFill>
                  <a:schemeClr val="bg1"/>
                </a:solidFill>
                <a:latin typeface="Arial" charset="0"/>
              </a:defRPr>
            </a:lvl9pPr>
          </a:lstStyle>
          <a:p>
            <a:fld id="{694865C8-CAD1-4AFD-821D-5B14A673B180}" type="slidenum">
              <a:rPr lang="en-US" altLang="en-US" sz="1200" smtClean="0">
                <a:solidFill>
                  <a:schemeClr val="tx1"/>
                </a:solidFill>
                <a:latin typeface="Times New Roman" pitchFamily="18" charset="0"/>
              </a:rPr>
              <a:pPr/>
              <a:t>8</a:t>
            </a:fld>
            <a:endParaRPr lang="en-US" altLang="en-US" sz="1200" smtClean="0">
              <a:solidFill>
                <a:schemeClr val="tx1"/>
              </a:solidFill>
              <a:latin typeface="Times New Roman" pitchFamily="18" charset="0"/>
            </a:endParaRPr>
          </a:p>
        </p:txBody>
      </p:sp>
    </p:spTree>
    <p:extLst>
      <p:ext uri="{BB962C8B-B14F-4D97-AF65-F5344CB8AC3E}">
        <p14:creationId xmlns:p14="http://schemas.microsoft.com/office/powerpoint/2010/main" val="766618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p:txBody>
          <a:bodyPr/>
          <a:lstStyle/>
          <a:p>
            <a:pPr>
              <a:defRPr/>
            </a:pPr>
            <a:endParaRPr lang="en-GB" dirty="0" smtClean="0"/>
          </a:p>
        </p:txBody>
      </p:sp>
      <p:sp>
        <p:nvSpPr>
          <p:cNvPr id="38916" name="Slide Number Placeholder 3"/>
          <p:cNvSpPr>
            <a:spLocks noGrp="1"/>
          </p:cNvSpPr>
          <p:nvPr>
            <p:ph type="sldNum" sz="quarter" idx="5"/>
          </p:nvPr>
        </p:nvSpPr>
        <p:spPr>
          <a:noFill/>
        </p:spPr>
        <p:txBody>
          <a:bodyPr/>
          <a:lstStyle>
            <a:lvl1pPr defTabSz="917575">
              <a:defRPr sz="2400">
                <a:solidFill>
                  <a:schemeClr val="bg1"/>
                </a:solidFill>
                <a:latin typeface="Arial" charset="0"/>
              </a:defRPr>
            </a:lvl1pPr>
            <a:lvl2pPr marL="742950" indent="-285750" defTabSz="917575">
              <a:defRPr sz="2400">
                <a:solidFill>
                  <a:schemeClr val="bg1"/>
                </a:solidFill>
                <a:latin typeface="Arial" charset="0"/>
              </a:defRPr>
            </a:lvl2pPr>
            <a:lvl3pPr marL="1143000" indent="-228600" defTabSz="917575">
              <a:defRPr sz="2400">
                <a:solidFill>
                  <a:schemeClr val="bg1"/>
                </a:solidFill>
                <a:latin typeface="Arial" charset="0"/>
              </a:defRPr>
            </a:lvl3pPr>
            <a:lvl4pPr marL="1600200" indent="-228600" defTabSz="917575">
              <a:defRPr sz="2400">
                <a:solidFill>
                  <a:schemeClr val="bg1"/>
                </a:solidFill>
                <a:latin typeface="Arial" charset="0"/>
              </a:defRPr>
            </a:lvl4pPr>
            <a:lvl5pPr marL="2057400" indent="-228600" defTabSz="917575">
              <a:defRPr sz="2400">
                <a:solidFill>
                  <a:schemeClr val="bg1"/>
                </a:solidFill>
                <a:latin typeface="Arial" charset="0"/>
              </a:defRPr>
            </a:lvl5pPr>
            <a:lvl6pPr marL="2514600" indent="-228600" algn="r" defTabSz="917575" eaLnBrk="0" fontAlgn="base" hangingPunct="0">
              <a:spcBef>
                <a:spcPct val="0"/>
              </a:spcBef>
              <a:spcAft>
                <a:spcPct val="0"/>
              </a:spcAft>
              <a:defRPr sz="2400">
                <a:solidFill>
                  <a:schemeClr val="bg1"/>
                </a:solidFill>
                <a:latin typeface="Arial" charset="0"/>
              </a:defRPr>
            </a:lvl6pPr>
            <a:lvl7pPr marL="2971800" indent="-228600" algn="r" defTabSz="917575" eaLnBrk="0" fontAlgn="base" hangingPunct="0">
              <a:spcBef>
                <a:spcPct val="0"/>
              </a:spcBef>
              <a:spcAft>
                <a:spcPct val="0"/>
              </a:spcAft>
              <a:defRPr sz="2400">
                <a:solidFill>
                  <a:schemeClr val="bg1"/>
                </a:solidFill>
                <a:latin typeface="Arial" charset="0"/>
              </a:defRPr>
            </a:lvl7pPr>
            <a:lvl8pPr marL="3429000" indent="-228600" algn="r" defTabSz="917575" eaLnBrk="0" fontAlgn="base" hangingPunct="0">
              <a:spcBef>
                <a:spcPct val="0"/>
              </a:spcBef>
              <a:spcAft>
                <a:spcPct val="0"/>
              </a:spcAft>
              <a:defRPr sz="2400">
                <a:solidFill>
                  <a:schemeClr val="bg1"/>
                </a:solidFill>
                <a:latin typeface="Arial" charset="0"/>
              </a:defRPr>
            </a:lvl8pPr>
            <a:lvl9pPr marL="3886200" indent="-228600" algn="r" defTabSz="917575" eaLnBrk="0" fontAlgn="base" hangingPunct="0">
              <a:spcBef>
                <a:spcPct val="0"/>
              </a:spcBef>
              <a:spcAft>
                <a:spcPct val="0"/>
              </a:spcAft>
              <a:defRPr sz="2400">
                <a:solidFill>
                  <a:schemeClr val="bg1"/>
                </a:solidFill>
                <a:latin typeface="Arial" charset="0"/>
              </a:defRPr>
            </a:lvl9pPr>
          </a:lstStyle>
          <a:p>
            <a:fld id="{F24FC2CE-080D-4607-8D6B-3C07C630008B}" type="slidenum">
              <a:rPr lang="en-US" altLang="en-US" sz="1200" smtClean="0">
                <a:solidFill>
                  <a:schemeClr val="tx1"/>
                </a:solidFill>
                <a:latin typeface="Times New Roman" pitchFamily="18" charset="0"/>
              </a:rPr>
              <a:pPr/>
              <a:t>9</a:t>
            </a:fld>
            <a:endParaRPr lang="en-US" altLang="en-US" sz="1200" smtClean="0">
              <a:solidFill>
                <a:schemeClr val="tx1"/>
              </a:solidFill>
              <a:latin typeface="Times New Roman" pitchFamily="18" charset="0"/>
            </a:endParaRPr>
          </a:p>
        </p:txBody>
      </p:sp>
    </p:spTree>
    <p:extLst>
      <p:ext uri="{BB962C8B-B14F-4D97-AF65-F5344CB8AC3E}">
        <p14:creationId xmlns:p14="http://schemas.microsoft.com/office/powerpoint/2010/main" val="535139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p:spPr>
        <p:txBody>
          <a:bodyPr/>
          <a:lstStyle/>
          <a:p>
            <a:pPr algn="just"/>
            <a:endParaRPr lang="en-GB" sz="1200" kern="1200" dirty="0" smtClean="0">
              <a:solidFill>
                <a:schemeClr val="tx1"/>
              </a:solidFill>
              <a:effectLst/>
              <a:latin typeface="+mn-lt"/>
              <a:ea typeface="+mn-ea"/>
              <a:cs typeface="+mn-cs"/>
            </a:endParaRPr>
          </a:p>
        </p:txBody>
      </p:sp>
      <p:sp>
        <p:nvSpPr>
          <p:cNvPr id="2560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Arial" charset="0"/>
              </a:defRPr>
            </a:lvl1pPr>
            <a:lvl2pPr marL="742950" indent="-285750" eaLnBrk="0" hangingPunct="0">
              <a:spcBef>
                <a:spcPct val="30000"/>
              </a:spcBef>
              <a:defRPr sz="1200">
                <a:solidFill>
                  <a:schemeClr val="tx1"/>
                </a:solidFill>
                <a:latin typeface="Arial" charset="0"/>
              </a:defRPr>
            </a:lvl2pPr>
            <a:lvl3pPr marL="1143000" indent="-228600" eaLnBrk="0" hangingPunct="0">
              <a:spcBef>
                <a:spcPct val="30000"/>
              </a:spcBef>
              <a:defRPr sz="1200">
                <a:solidFill>
                  <a:schemeClr val="tx1"/>
                </a:solidFill>
                <a:latin typeface="Arial" charset="0"/>
              </a:defRPr>
            </a:lvl3pPr>
            <a:lvl4pPr marL="1600200" indent="-228600" eaLnBrk="0" hangingPunct="0">
              <a:spcBef>
                <a:spcPct val="30000"/>
              </a:spcBef>
              <a:defRPr sz="1200">
                <a:solidFill>
                  <a:schemeClr val="tx1"/>
                </a:solidFill>
                <a:latin typeface="Arial" charset="0"/>
              </a:defRPr>
            </a:lvl4pPr>
            <a:lvl5pPr marL="2057400" indent="-228600" eaLnBrk="0" hangingPunct="0">
              <a:spcBef>
                <a:spcPct val="30000"/>
              </a:spcBef>
              <a:defRPr sz="1200">
                <a:solidFill>
                  <a:schemeClr val="tx1"/>
                </a:solidFill>
                <a:latin typeface="Arial" charset="0"/>
              </a:defRPr>
            </a:lvl5pPr>
            <a:lvl6pPr marL="2514600" indent="-228600" eaLnBrk="0" fontAlgn="base" hangingPunct="0">
              <a:spcBef>
                <a:spcPct val="30000"/>
              </a:spcBef>
              <a:spcAft>
                <a:spcPct val="0"/>
              </a:spcAft>
              <a:defRPr sz="1200">
                <a:solidFill>
                  <a:schemeClr val="tx1"/>
                </a:solidFill>
                <a:latin typeface="Arial" charset="0"/>
              </a:defRPr>
            </a:lvl6pPr>
            <a:lvl7pPr marL="2971800" indent="-228600" eaLnBrk="0" fontAlgn="base" hangingPunct="0">
              <a:spcBef>
                <a:spcPct val="30000"/>
              </a:spcBef>
              <a:spcAft>
                <a:spcPct val="0"/>
              </a:spcAft>
              <a:defRPr sz="1200">
                <a:solidFill>
                  <a:schemeClr val="tx1"/>
                </a:solidFill>
                <a:latin typeface="Arial" charset="0"/>
              </a:defRPr>
            </a:lvl7pPr>
            <a:lvl8pPr marL="3429000" indent="-228600" eaLnBrk="0" fontAlgn="base" hangingPunct="0">
              <a:spcBef>
                <a:spcPct val="30000"/>
              </a:spcBef>
              <a:spcAft>
                <a:spcPct val="0"/>
              </a:spcAft>
              <a:defRPr sz="1200">
                <a:solidFill>
                  <a:schemeClr val="tx1"/>
                </a:solidFill>
                <a:latin typeface="Arial" charset="0"/>
              </a:defRPr>
            </a:lvl8pPr>
            <a:lvl9pPr marL="3886200" indent="-228600" eaLnBrk="0" fontAlgn="base" hangingPunct="0">
              <a:spcBef>
                <a:spcPct val="30000"/>
              </a:spcBef>
              <a:spcAft>
                <a:spcPct val="0"/>
              </a:spcAft>
              <a:defRPr sz="1200">
                <a:solidFill>
                  <a:schemeClr val="tx1"/>
                </a:solidFill>
                <a:latin typeface="Arial" charset="0"/>
              </a:defRPr>
            </a:lvl9pPr>
          </a:lstStyle>
          <a:p>
            <a:pPr eaLnBrk="1" hangingPunct="1">
              <a:spcBef>
                <a:spcPct val="0"/>
              </a:spcBef>
            </a:pPr>
            <a:fld id="{9D2697D7-1043-49A1-8AB3-3D1F85EE2FB2}" type="slidenum">
              <a:rPr lang="en-GB" altLang="en-US" smtClean="0"/>
              <a:pPr eaLnBrk="1" hangingPunct="1">
                <a:spcBef>
                  <a:spcPct val="0"/>
                </a:spcBef>
              </a:pPr>
              <a:t>12</a:t>
            </a:fld>
            <a:endParaRPr lang="en-GB"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7675ABB3-2EB7-4A58-AAF4-1A5CDBDE71FB}" type="slidenum">
              <a:rPr lang="en-GB" altLang="en-US" smtClean="0"/>
              <a:pPr/>
              <a:t>13</a:t>
            </a:fld>
            <a:endParaRPr lang="en-GB"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fld id="{393288D7-0E74-4FD5-95F1-F14388A4F54A}" type="slidenum">
              <a:rPr lang="en-GB" altLang="en-US" smtClean="0"/>
              <a:pPr/>
              <a:t>14</a:t>
            </a:fld>
            <a:endParaRPr lang="en-GB"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fld id="{87C2304E-3CC3-4D7B-AC68-A57FCD3BB6CD}" type="slidenum">
              <a:rPr lang="en-GB" altLang="en-US" sz="1000">
                <a:solidFill>
                  <a:prstClr val="black"/>
                </a:solidFill>
              </a:rPr>
              <a:pPr/>
              <a:t>15</a:t>
            </a:fld>
            <a:endParaRPr lang="en-GB" altLang="en-US" sz="1000">
              <a:solidFill>
                <a:prstClr val="black"/>
              </a:solidFill>
            </a:endParaRPr>
          </a:p>
        </p:txBody>
      </p:sp>
      <p:sp>
        <p:nvSpPr>
          <p:cNvPr id="90115" name="Rectangle 2"/>
          <p:cNvSpPr>
            <a:spLocks noGrp="1" noRot="1" noChangeAspect="1" noChangeArrowheads="1" noTextEdit="1"/>
          </p:cNvSpPr>
          <p:nvPr>
            <p:ph type="sldImg"/>
          </p:nvPr>
        </p:nvSpPr>
        <p:spPr>
          <a:xfrm>
            <a:off x="906463" y="742950"/>
            <a:ext cx="4929187" cy="3697288"/>
          </a:xfrm>
          <a:ln cap="flat"/>
        </p:spPr>
      </p:sp>
      <p:sp>
        <p:nvSpPr>
          <p:cNvPr id="90116" name="Rectangle 4"/>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3531534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fld id="{C8A32C63-7B22-4F48-BB81-BF22485F62B5}" type="slidenum">
              <a:rPr lang="en-GB" altLang="en-US" sz="1000">
                <a:solidFill>
                  <a:prstClr val="black"/>
                </a:solidFill>
              </a:rPr>
              <a:pPr/>
              <a:t>16</a:t>
            </a:fld>
            <a:endParaRPr lang="en-GB" altLang="en-US" sz="1000">
              <a:solidFill>
                <a:prstClr val="black"/>
              </a:solidFill>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b="1" smtClean="0">
              <a:latin typeface="Arial" charset="0"/>
              <a:cs typeface="Times New Roman" pitchFamily="18" charset="0"/>
            </a:endParaRPr>
          </a:p>
        </p:txBody>
      </p:sp>
    </p:spTree>
    <p:extLst>
      <p:ext uri="{BB962C8B-B14F-4D97-AF65-F5344CB8AC3E}">
        <p14:creationId xmlns:p14="http://schemas.microsoft.com/office/powerpoint/2010/main" val="34672709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p:txBody>
          <a:bodyPr/>
          <a:lstStyle/>
          <a:p>
            <a:pPr>
              <a:defRPr/>
            </a:pPr>
            <a:fld id="{041917E8-7373-4A7C-B000-0460CEFDEB4E}" type="slidenum">
              <a:rPr lang="en-GB" smtClean="0"/>
              <a:pPr>
                <a:defRPr/>
              </a:pPr>
              <a:t>18</a:t>
            </a:fld>
            <a:endParaRPr lang="en-GB" dirty="0" smtClean="0"/>
          </a:p>
        </p:txBody>
      </p:sp>
      <p:sp>
        <p:nvSpPr>
          <p:cNvPr id="45059" name="Rectangle 2"/>
          <p:cNvSpPr>
            <a:spLocks noGrp="1" noRot="1" noChangeAspect="1" noChangeArrowheads="1" noTextEdit="1"/>
          </p:cNvSpPr>
          <p:nvPr>
            <p:ph type="sldImg"/>
          </p:nvPr>
        </p:nvSpPr>
        <p:spPr>
          <a:xfrm>
            <a:off x="1069975" y="863600"/>
            <a:ext cx="4598988" cy="3448050"/>
          </a:xfrm>
          <a:ln/>
        </p:spPr>
      </p:sp>
      <p:sp>
        <p:nvSpPr>
          <p:cNvPr id="45060" name="Rectangle 3"/>
          <p:cNvSpPr>
            <a:spLocks noGrp="1" noChangeArrowheads="1"/>
          </p:cNvSpPr>
          <p:nvPr>
            <p:ph type="body" idx="1"/>
          </p:nvPr>
        </p:nvSpPr>
        <p:spPr>
          <a:xfrm>
            <a:off x="899255" y="4703677"/>
            <a:ext cx="4943605" cy="446427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3" tIns="45717" rIns="91433" bIns="45717">
            <a:normAutofit/>
          </a:bodyPr>
          <a:lstStyle/>
          <a:p>
            <a:endParaRPr lang="en-US" sz="1200" b="0" i="0" u="none" strike="noStrike" kern="1200" baseline="0" dirty="0" smtClean="0">
              <a:solidFill>
                <a:schemeClr val="tx1"/>
              </a:solidFill>
              <a:latin typeface="Arial" charset="0"/>
              <a:ea typeface="+mn-ea"/>
              <a:cs typeface="+mn-cs"/>
            </a:endParaRPr>
          </a:p>
        </p:txBody>
      </p:sp>
    </p:spTree>
    <p:extLst>
      <p:ext uri="{BB962C8B-B14F-4D97-AF65-F5344CB8AC3E}">
        <p14:creationId xmlns:p14="http://schemas.microsoft.com/office/powerpoint/2010/main" val="2913531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jdelijke aanduiding voor dia-afbeelding 1"/>
          <p:cNvSpPr>
            <a:spLocks noGrp="1" noRot="1" noChangeAspect="1" noTextEdit="1"/>
          </p:cNvSpPr>
          <p:nvPr>
            <p:ph type="sldImg"/>
          </p:nvPr>
        </p:nvSpPr>
        <p:spPr>
          <a:ln/>
        </p:spPr>
      </p:sp>
      <p:sp>
        <p:nvSpPr>
          <p:cNvPr id="78851"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BE" altLang="en-US" smtClean="0">
              <a:latin typeface="Times New Roman" pitchFamily="18" charset="0"/>
            </a:endParaRPr>
          </a:p>
        </p:txBody>
      </p:sp>
      <p:sp>
        <p:nvSpPr>
          <p:cNvPr id="78852" name="Tijdelijke aanduiding voor dianummer 3"/>
          <p:cNvSpPr txBox="1">
            <a:spLocks noGrp="1"/>
          </p:cNvSpPr>
          <p:nvPr/>
        </p:nvSpPr>
        <p:spPr bwMode="auto">
          <a:xfrm>
            <a:off x="3820531" y="9386807"/>
            <a:ext cx="2921582" cy="485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r" fontAlgn="base">
              <a:spcBef>
                <a:spcPct val="0"/>
              </a:spcBef>
              <a:spcAft>
                <a:spcPct val="0"/>
              </a:spcAft>
            </a:pPr>
            <a:fld id="{F5322C47-6A04-4228-A530-C7C36A691295}" type="slidenum">
              <a:rPr lang="en-GB" altLang="en-US" sz="1000" i="1">
                <a:solidFill>
                  <a:prstClr val="black"/>
                </a:solidFill>
              </a:rPr>
              <a:pPr algn="r" fontAlgn="base">
                <a:spcBef>
                  <a:spcPct val="0"/>
                </a:spcBef>
                <a:spcAft>
                  <a:spcPct val="0"/>
                </a:spcAft>
              </a:pPr>
              <a:t>23</a:t>
            </a:fld>
            <a:endParaRPr lang="en-GB" altLang="en-US" sz="1000" i="1">
              <a:solidFill>
                <a:prstClr val="black"/>
              </a:solidFill>
            </a:endParaRPr>
          </a:p>
        </p:txBody>
      </p:sp>
    </p:spTree>
    <p:extLst>
      <p:ext uri="{BB962C8B-B14F-4D97-AF65-F5344CB8AC3E}">
        <p14:creationId xmlns:p14="http://schemas.microsoft.com/office/powerpoint/2010/main" val="711189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jdelijke aanduiding voor dia-afbeelding 1"/>
          <p:cNvSpPr>
            <a:spLocks noGrp="1" noRot="1" noChangeAspect="1" noTextEdit="1"/>
          </p:cNvSpPr>
          <p:nvPr>
            <p:ph type="sldImg"/>
          </p:nvPr>
        </p:nvSpPr>
        <p:spPr>
          <a:ln/>
        </p:spPr>
      </p:sp>
      <p:sp>
        <p:nvSpPr>
          <p:cNvPr id="78851" name="Tijdelijke aanduiding voor notiti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BE" altLang="en-US" smtClean="0">
              <a:latin typeface="Times New Roman" pitchFamily="18" charset="0"/>
            </a:endParaRPr>
          </a:p>
        </p:txBody>
      </p:sp>
      <p:sp>
        <p:nvSpPr>
          <p:cNvPr id="78852" name="Tijdelijke aanduiding voor dianummer 3"/>
          <p:cNvSpPr txBox="1">
            <a:spLocks noGrp="1"/>
          </p:cNvSpPr>
          <p:nvPr/>
        </p:nvSpPr>
        <p:spPr bwMode="auto">
          <a:xfrm>
            <a:off x="3820531" y="9386807"/>
            <a:ext cx="2921582" cy="485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r" fontAlgn="base">
              <a:spcBef>
                <a:spcPct val="0"/>
              </a:spcBef>
              <a:spcAft>
                <a:spcPct val="0"/>
              </a:spcAft>
            </a:pPr>
            <a:fld id="{F5322C47-6A04-4228-A530-C7C36A691295}" type="slidenum">
              <a:rPr lang="en-GB" altLang="en-US" sz="1000" i="1">
                <a:solidFill>
                  <a:prstClr val="black"/>
                </a:solidFill>
              </a:rPr>
              <a:pPr algn="r" fontAlgn="base">
                <a:spcBef>
                  <a:spcPct val="0"/>
                </a:spcBef>
                <a:spcAft>
                  <a:spcPct val="0"/>
                </a:spcAft>
              </a:pPr>
              <a:t>24</a:t>
            </a:fld>
            <a:endParaRPr lang="en-GB" altLang="en-US" sz="1000" i="1">
              <a:solidFill>
                <a:prstClr val="black"/>
              </a:solidFill>
            </a:endParaRPr>
          </a:p>
        </p:txBody>
      </p:sp>
    </p:spTree>
    <p:extLst>
      <p:ext uri="{BB962C8B-B14F-4D97-AF65-F5344CB8AC3E}">
        <p14:creationId xmlns:p14="http://schemas.microsoft.com/office/powerpoint/2010/main" val="1535292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smtClean="0"/>
          </a:p>
        </p:txBody>
      </p:sp>
    </p:spTree>
    <p:extLst>
      <p:ext uri="{BB962C8B-B14F-4D97-AF65-F5344CB8AC3E}">
        <p14:creationId xmlns:p14="http://schemas.microsoft.com/office/powerpoint/2010/main" val="1060015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latin typeface="Times New Roman" pitchFamily="18" charset="0"/>
            </a:endParaRPr>
          </a:p>
        </p:txBody>
      </p:sp>
    </p:spTree>
    <p:extLst>
      <p:ext uri="{BB962C8B-B14F-4D97-AF65-F5344CB8AC3E}">
        <p14:creationId xmlns:p14="http://schemas.microsoft.com/office/powerpoint/2010/main" val="19228387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latin typeface="Times New Roman" pitchFamily="18" charset="0"/>
            </a:endParaRPr>
          </a:p>
        </p:txBody>
      </p:sp>
    </p:spTree>
    <p:extLst>
      <p:ext uri="{BB962C8B-B14F-4D97-AF65-F5344CB8AC3E}">
        <p14:creationId xmlns:p14="http://schemas.microsoft.com/office/powerpoint/2010/main" val="89368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a:ln/>
        </p:spPr>
      </p:sp>
      <p:sp>
        <p:nvSpPr>
          <p:cNvPr id="942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itchFamily="18" charset="0"/>
            </a:endParaRPr>
          </a:p>
        </p:txBody>
      </p:sp>
    </p:spTree>
    <p:extLst>
      <p:ext uri="{BB962C8B-B14F-4D97-AF65-F5344CB8AC3E}">
        <p14:creationId xmlns:p14="http://schemas.microsoft.com/office/powerpoint/2010/main" val="77517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latin typeface="Times New Roman" pitchFamily="18" charset="0"/>
            </a:endParaRPr>
          </a:p>
        </p:txBody>
      </p:sp>
    </p:spTree>
    <p:extLst>
      <p:ext uri="{BB962C8B-B14F-4D97-AF65-F5344CB8AC3E}">
        <p14:creationId xmlns:p14="http://schemas.microsoft.com/office/powerpoint/2010/main" val="893684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CDBC6EE-E458-4DA9-BBFF-50B223D96448}" type="slidenum">
              <a:rPr lang="en-GB"/>
              <a:pPr>
                <a:defRPr/>
              </a:pPr>
              <a:t>31</a:t>
            </a:fld>
            <a:endParaRPr lang="en-GB"/>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xfrm>
            <a:off x="224432" y="4691877"/>
            <a:ext cx="6219966" cy="493296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400" smtClean="0"/>
              <a:t>(SLIDE 12)</a:t>
            </a:r>
            <a:endParaRPr lang="en-US" sz="1400" smtClean="0"/>
          </a:p>
          <a:p>
            <a:endParaRPr lang="en-GB" smtClean="0"/>
          </a:p>
        </p:txBody>
      </p:sp>
    </p:spTree>
    <p:extLst>
      <p:ext uri="{BB962C8B-B14F-4D97-AF65-F5344CB8AC3E}">
        <p14:creationId xmlns:p14="http://schemas.microsoft.com/office/powerpoint/2010/main" val="579874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NSO_title_logo">
    <p:spTree>
      <p:nvGrpSpPr>
        <p:cNvPr id="1" name=""/>
        <p:cNvGrpSpPr/>
        <p:nvPr/>
      </p:nvGrpSpPr>
      <p:grpSpPr>
        <a:xfrm>
          <a:off x="0" y="0"/>
          <a:ext cx="0" cy="0"/>
          <a:chOff x="0" y="0"/>
          <a:chExt cx="0" cy="0"/>
        </a:xfrm>
      </p:grpSpPr>
      <p:sp>
        <p:nvSpPr>
          <p:cNvPr id="7" name="Title 1"/>
          <p:cNvSpPr>
            <a:spLocks noGrp="1"/>
          </p:cNvSpPr>
          <p:nvPr>
            <p:ph type="ctrTitle"/>
          </p:nvPr>
        </p:nvSpPr>
        <p:spPr>
          <a:xfrm>
            <a:off x="1651000" y="4535630"/>
            <a:ext cx="6199909" cy="898156"/>
          </a:xfrm>
          <a:prstGeom prst="rect">
            <a:avLst/>
          </a:prstGeom>
        </p:spPr>
        <p:txBody>
          <a:bodyPr anchor="b">
            <a:normAutofit/>
          </a:bodyPr>
          <a:lstStyle>
            <a:lvl1pPr algn="l">
              <a:defRPr sz="2400" b="1" cap="all" baseline="0">
                <a:solidFill>
                  <a:srgbClr val="003B5B"/>
                </a:solidFill>
                <a:latin typeface="Arial" pitchFamily="34" charset="0"/>
                <a:cs typeface="Arial" pitchFamily="34" charset="0"/>
              </a:defRPr>
            </a:lvl1pPr>
          </a:lstStyle>
          <a:p>
            <a:r>
              <a:rPr lang="en-US" smtClean="0"/>
              <a:t>Click to edit Master title style</a:t>
            </a:r>
            <a:endParaRPr lang="en-GB" dirty="0"/>
          </a:p>
        </p:txBody>
      </p:sp>
      <p:sp>
        <p:nvSpPr>
          <p:cNvPr id="8" name="Subtitle 2"/>
          <p:cNvSpPr>
            <a:spLocks noGrp="1"/>
          </p:cNvSpPr>
          <p:nvPr>
            <p:ph type="subTitle" idx="1"/>
          </p:nvPr>
        </p:nvSpPr>
        <p:spPr>
          <a:xfrm>
            <a:off x="1651000" y="5433786"/>
            <a:ext cx="6199909" cy="1053234"/>
          </a:xfrm>
          <a:prstGeom prst="rect">
            <a:avLst/>
          </a:prstGeom>
        </p:spPr>
        <p:txBody>
          <a:bodyPr>
            <a:normAutofit/>
          </a:bodyPr>
          <a:lstStyle>
            <a:lvl1pPr marL="0" indent="0" algn="l" defTabSz="914400" rtl="0" eaLnBrk="1" latinLnBrk="0" hangingPunct="1">
              <a:spcBef>
                <a:spcPct val="20000"/>
              </a:spcBef>
              <a:buFont typeface="Arial" pitchFamily="34" charset="0"/>
              <a:buNone/>
              <a:defRPr lang="en-GB" sz="2000" b="0" kern="1200" dirty="0">
                <a:solidFill>
                  <a:schemeClr val="tx1">
                    <a:tint val="75000"/>
                  </a:schemeClr>
                </a:solidFill>
                <a:latin typeface="Arial"/>
                <a:ea typeface="+mn-ea"/>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dirty="0"/>
          </a:p>
        </p:txBody>
      </p:sp>
    </p:spTree>
    <p:extLst>
      <p:ext uri="{BB962C8B-B14F-4D97-AF65-F5344CB8AC3E}">
        <p14:creationId xmlns:p14="http://schemas.microsoft.com/office/powerpoint/2010/main" val="429013973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SO_section_header">
    <p:spTree>
      <p:nvGrpSpPr>
        <p:cNvPr id="1" name=""/>
        <p:cNvGrpSpPr/>
        <p:nvPr/>
      </p:nvGrpSpPr>
      <p:grpSpPr>
        <a:xfrm>
          <a:off x="0" y="0"/>
          <a:ext cx="0" cy="0"/>
          <a:chOff x="0" y="0"/>
          <a:chExt cx="0" cy="0"/>
        </a:xfrm>
      </p:grpSpPr>
      <p:sp>
        <p:nvSpPr>
          <p:cNvPr id="10"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smtClean="0"/>
              <a:t>Click to edit Master title style</a:t>
            </a:r>
            <a:endParaRPr lang="en-GB" dirty="0"/>
          </a:p>
        </p:txBody>
      </p:sp>
      <p:sp>
        <p:nvSpPr>
          <p:cNvPr id="11"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4" name="Fußzeilenplatzhalter 7"/>
          <p:cNvSpPr>
            <a:spLocks noGrp="1"/>
          </p:cNvSpPr>
          <p:nvPr>
            <p:ph type="ftr" sz="quarter" idx="3"/>
          </p:nvPr>
        </p:nvSpPr>
        <p:spPr>
          <a:xfrm>
            <a:off x="2895467" y="6228680"/>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3"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4"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812DD5D6-4D5B-45BC-BA4C-0FA4CAAF3394}" type="datetime1">
              <a:rPr lang="en-US" smtClean="0"/>
              <a:t>6/1/2022</a:t>
            </a:fld>
            <a:endParaRPr lang="en-GB" dirty="0"/>
          </a:p>
        </p:txBody>
      </p:sp>
    </p:spTree>
    <p:extLst>
      <p:ext uri="{BB962C8B-B14F-4D97-AF65-F5344CB8AC3E}">
        <p14:creationId xmlns:p14="http://schemas.microsoft.com/office/powerpoint/2010/main" val="417790427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SO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Rechteck 6"/>
          <p:cNvSpPr/>
          <p:nvPr userDrawn="1"/>
        </p:nvSpPr>
        <p:spPr>
          <a:xfrm>
            <a:off x="0" y="0"/>
            <a:ext cx="237067" cy="237067"/>
          </a:xfrm>
          <a:prstGeom prst="rect">
            <a:avLst/>
          </a:prstGeom>
          <a:solidFill>
            <a:srgbClr val="033E5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21852"/>
            <a:ext cx="5853069" cy="5672506"/>
          </a:xfrm>
          <a:prstGeom prst="rect">
            <a:avLst/>
          </a:prstGeom>
        </p:spPr>
      </p:pic>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1"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2" name="Fußzeilenplatzhalter 7"/>
          <p:cNvSpPr>
            <a:spLocks noGrp="1"/>
          </p:cNvSpPr>
          <p:nvPr>
            <p:ph type="ftr" sz="quarter" idx="3"/>
          </p:nvPr>
        </p:nvSpPr>
        <p:spPr>
          <a:xfrm>
            <a:off x="2895467" y="6235030"/>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4AA8F6DC-237A-4057-8953-446ECCB83F9A}" type="datetime1">
              <a:rPr lang="en-US" smtClean="0"/>
              <a:t>6/1/2022</a:t>
            </a:fld>
            <a:endParaRPr lang="en-GB" dirty="0"/>
          </a:p>
        </p:txBody>
      </p:sp>
    </p:spTree>
    <p:extLst>
      <p:ext uri="{BB962C8B-B14F-4D97-AF65-F5344CB8AC3E}">
        <p14:creationId xmlns:p14="http://schemas.microsoft.com/office/powerpoint/2010/main" val="65313688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SO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Rechteck 6"/>
          <p:cNvSpPr/>
          <p:nvPr userDrawn="1"/>
        </p:nvSpPr>
        <p:spPr>
          <a:xfrm>
            <a:off x="0" y="0"/>
            <a:ext cx="237067" cy="237067"/>
          </a:xfrm>
          <a:prstGeom prst="rect">
            <a:avLst/>
          </a:prstGeom>
          <a:solidFill>
            <a:srgbClr val="033E5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21852"/>
            <a:ext cx="5853069" cy="5672506"/>
          </a:xfrm>
          <a:prstGeom prst="rect">
            <a:avLst/>
          </a:prstGeom>
        </p:spPr>
      </p:pic>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1"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12" name="Fußzeilenplatzhalter 7"/>
          <p:cNvSpPr>
            <a:spLocks noGrp="1"/>
          </p:cNvSpPr>
          <p:nvPr>
            <p:ph type="ftr" sz="quarter" idx="3"/>
          </p:nvPr>
        </p:nvSpPr>
        <p:spPr>
          <a:xfrm>
            <a:off x="2895467" y="6238494"/>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smtClean="0"/>
              <a:t>NATO UNCLASSIFIED</a:t>
            </a:r>
            <a:endParaRPr lang="de-DE" dirty="0"/>
          </a:p>
        </p:txBody>
      </p:sp>
      <p:sp>
        <p:nvSpPr>
          <p:cNvPr id="1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58F7480C-BCFC-4B19-8927-2696323DB91D}" type="datetime1">
              <a:rPr lang="en-US" smtClean="0"/>
              <a:t>6/1/2022</a:t>
            </a:fld>
            <a:endParaRPr lang="en-GB" dirty="0"/>
          </a:p>
        </p:txBody>
      </p:sp>
    </p:spTree>
    <p:extLst>
      <p:ext uri="{BB962C8B-B14F-4D97-AF65-F5344CB8AC3E}">
        <p14:creationId xmlns:p14="http://schemas.microsoft.com/office/powerpoint/2010/main" val="396890449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NSO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9" name="Rechteck 6"/>
          <p:cNvSpPr/>
          <p:nvPr userDrawn="1"/>
        </p:nvSpPr>
        <p:spPr>
          <a:xfrm>
            <a:off x="0" y="0"/>
            <a:ext cx="237067" cy="237067"/>
          </a:xfrm>
          <a:prstGeom prst="rect">
            <a:avLst/>
          </a:prstGeom>
          <a:solidFill>
            <a:srgbClr val="033E5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0" name="Bild 9" descr="NATO_Star.png"/>
          <p:cNvPicPr>
            <a:picLocks noChangeAspect="1"/>
          </p:cNvPicPr>
          <p:nvPr userDrawn="1"/>
        </p:nvPicPr>
        <p:blipFill>
          <a:blip r:embed="rId2">
            <a:alphaModFix amt="80000"/>
          </a:blip>
          <a:srcRect t="14047" r="35991"/>
          <a:stretch>
            <a:fillRect/>
          </a:stretch>
        </p:blipFill>
        <p:spPr>
          <a:xfrm>
            <a:off x="3301735" y="21852"/>
            <a:ext cx="5853069" cy="5672506"/>
          </a:xfrm>
          <a:prstGeom prst="rect">
            <a:avLst/>
          </a:prstGeom>
        </p:spPr>
      </p:pic>
      <p:sp>
        <p:nvSpPr>
          <p:cNvPr id="11"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3"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14" name="Fußzeilenplatzhalter 7"/>
          <p:cNvSpPr>
            <a:spLocks noGrp="1"/>
          </p:cNvSpPr>
          <p:nvPr>
            <p:ph type="ftr" sz="quarter" idx="3"/>
          </p:nvPr>
        </p:nvSpPr>
        <p:spPr>
          <a:xfrm>
            <a:off x="2895467" y="6238494"/>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smtClean="0"/>
              <a:t>NATO UNCLASSIFIED</a:t>
            </a:r>
            <a:endParaRPr lang="de-DE" dirty="0"/>
          </a:p>
        </p:txBody>
      </p:sp>
      <p:sp>
        <p:nvSpPr>
          <p:cNvPr id="18"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9"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6C1E617F-2149-4774-B468-9B635344F74C}" type="datetime1">
              <a:rPr lang="en-US" smtClean="0"/>
              <a:t>6/1/2022</a:t>
            </a:fld>
            <a:endParaRPr lang="en-GB" dirty="0"/>
          </a:p>
        </p:txBody>
      </p:sp>
    </p:spTree>
    <p:extLst>
      <p:ext uri="{BB962C8B-B14F-4D97-AF65-F5344CB8AC3E}">
        <p14:creationId xmlns:p14="http://schemas.microsoft.com/office/powerpoint/2010/main" val="252121620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162"/>
          <p:cNvSpPr>
            <a:spLocks noGrp="1" noChangeArrowheads="1"/>
          </p:cNvSpPr>
          <p:nvPr>
            <p:ph type="sldNum" sz="quarter" idx="10"/>
          </p:nvPr>
        </p:nvSpPr>
        <p:spPr>
          <a:ln/>
        </p:spPr>
        <p:txBody>
          <a:bodyPr/>
          <a:lstStyle>
            <a:lvl1pPr>
              <a:defRPr/>
            </a:lvl1pPr>
          </a:lstStyle>
          <a:p>
            <a:pPr>
              <a:defRPr/>
            </a:pPr>
            <a:fld id="{EC55EF6F-E74B-4AC1-B529-8DA471D1EF76}" type="slidenum">
              <a:rPr lang="en-US"/>
              <a:pPr>
                <a:defRPr/>
              </a:pPr>
              <a:t>‹#›</a:t>
            </a:fld>
            <a:endParaRPr lang="en-US" dirty="0"/>
          </a:p>
        </p:txBody>
      </p:sp>
    </p:spTree>
    <p:extLst>
      <p:ext uri="{BB962C8B-B14F-4D97-AF65-F5344CB8AC3E}">
        <p14:creationId xmlns:p14="http://schemas.microsoft.com/office/powerpoint/2010/main" val="683598992"/>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ext with Image (upright)">
    <p:spTree>
      <p:nvGrpSpPr>
        <p:cNvPr id="1" name=""/>
        <p:cNvGrpSpPr/>
        <p:nvPr/>
      </p:nvGrpSpPr>
      <p:grpSpPr>
        <a:xfrm>
          <a:off x="0" y="0"/>
          <a:ext cx="0" cy="0"/>
          <a:chOff x="0" y="0"/>
          <a:chExt cx="0" cy="0"/>
        </a:xfrm>
      </p:grpSpPr>
      <p:grpSp>
        <p:nvGrpSpPr>
          <p:cNvPr id="6" name="Gruppieren 17"/>
          <p:cNvGrpSpPr>
            <a:grpSpLocks/>
          </p:cNvGrpSpPr>
          <p:nvPr userDrawn="1"/>
        </p:nvGrpSpPr>
        <p:grpSpPr bwMode="auto">
          <a:xfrm>
            <a:off x="0" y="3789363"/>
            <a:ext cx="9144000" cy="2198687"/>
            <a:chOff x="0" y="1951892"/>
            <a:chExt cx="9144000" cy="4035670"/>
          </a:xfrm>
        </p:grpSpPr>
        <p:sp>
          <p:nvSpPr>
            <p:cNvPr id="7" name="Rechteck 18"/>
            <p:cNvSpPr/>
            <p:nvPr/>
          </p:nvSpPr>
          <p:spPr bwMode="auto">
            <a:xfrm>
              <a:off x="0" y="1951892"/>
              <a:ext cx="9144000" cy="273901"/>
            </a:xfrm>
            <a:prstGeom prst="rect">
              <a:avLst/>
            </a:prstGeom>
            <a:gradFill flip="none" rotWithShape="1">
              <a:gsLst>
                <a:gs pos="0">
                  <a:schemeClr val="bg1">
                    <a:lumMod val="85000"/>
                  </a:schemeClr>
                </a:gs>
                <a:gs pos="100000">
                  <a:schemeClr val="bg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8" name="Rechteck 19"/>
            <p:cNvSpPr/>
            <p:nvPr/>
          </p:nvSpPr>
          <p:spPr bwMode="auto">
            <a:xfrm>
              <a:off x="0" y="2225793"/>
              <a:ext cx="9144000" cy="3761769"/>
            </a:xfrm>
            <a:prstGeom prst="rect">
              <a:avLst/>
            </a:prstGeom>
            <a:gradFill>
              <a:gsLst>
                <a:gs pos="0">
                  <a:schemeClr val="bg1">
                    <a:lumMod val="85000"/>
                  </a:schemeClr>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grpSp>
      <p:sp>
        <p:nvSpPr>
          <p:cNvPr id="10" name="Rechteck 11"/>
          <p:cNvSpPr/>
          <p:nvPr userDrawn="1"/>
        </p:nvSpPr>
        <p:spPr bwMode="auto">
          <a:xfrm>
            <a:off x="6416703" y="5339747"/>
            <a:ext cx="2274072" cy="759212"/>
          </a:xfrm>
          <a:prstGeom prst="rect">
            <a:avLst/>
          </a:prstGeom>
          <a:gradFill flip="none" rotWithShape="1">
            <a:gsLst>
              <a:gs pos="3000">
                <a:schemeClr val="bg1">
                  <a:lumMod val="65000"/>
                  <a:alpha val="70000"/>
                </a:schemeClr>
              </a:gs>
              <a:gs pos="75000">
                <a:schemeClr val="accent1">
                  <a:shade val="100000"/>
                  <a:satMod val="115000"/>
                  <a:alpha val="3000"/>
                </a:schemeClr>
              </a:gs>
            </a:gsLst>
            <a:lin ang="5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de-DE"/>
          </a:p>
        </p:txBody>
      </p:sp>
      <p:sp>
        <p:nvSpPr>
          <p:cNvPr id="2" name="Titel 1"/>
          <p:cNvSpPr>
            <a:spLocks noGrp="1"/>
          </p:cNvSpPr>
          <p:nvPr>
            <p:ph type="title"/>
          </p:nvPr>
        </p:nvSpPr>
        <p:spPr bwMode="auto">
          <a:xfrm>
            <a:off x="457200" y="274638"/>
            <a:ext cx="8229600" cy="1143000"/>
          </a:xfrm>
          <a:prstGeom prst="rect">
            <a:avLst/>
          </a:prstGeom>
        </p:spPr>
        <p:txBody>
          <a:bodyPr/>
          <a:lstStyle/>
          <a:p>
            <a:endParaRPr lang="de-DE" dirty="0"/>
          </a:p>
        </p:txBody>
      </p:sp>
      <p:sp>
        <p:nvSpPr>
          <p:cNvPr id="11" name="Textplatzhalter 10"/>
          <p:cNvSpPr>
            <a:spLocks noGrp="1"/>
          </p:cNvSpPr>
          <p:nvPr>
            <p:ph type="body" sz="quarter" idx="13"/>
          </p:nvPr>
        </p:nvSpPr>
        <p:spPr bwMode="auto">
          <a:xfrm>
            <a:off x="457202" y="1099341"/>
            <a:ext cx="8229599" cy="456409"/>
          </a:xfrm>
          <a:prstGeom prst="rect">
            <a:avLst/>
          </a:prstGeom>
        </p:spPr>
        <p:txBody>
          <a:bodyPr>
            <a:normAutofit/>
          </a:bodyPr>
          <a:lstStyle>
            <a:lvl1pPr marL="0" indent="0">
              <a:buNone/>
              <a:defRPr sz="2000" b="1"/>
            </a:lvl1pPr>
          </a:lstStyle>
          <a:p>
            <a:pPr lvl="0"/>
            <a:endParaRPr lang="de-DE" dirty="0"/>
          </a:p>
        </p:txBody>
      </p:sp>
      <p:sp>
        <p:nvSpPr>
          <p:cNvPr id="9" name="Text Placeholder 8"/>
          <p:cNvSpPr>
            <a:spLocks noGrp="1"/>
          </p:cNvSpPr>
          <p:nvPr>
            <p:ph type="body" sz="quarter" idx="16"/>
          </p:nvPr>
        </p:nvSpPr>
        <p:spPr bwMode="auto">
          <a:xfrm>
            <a:off x="457201" y="1555750"/>
            <a:ext cx="5708831" cy="4246563"/>
          </a:xfrm>
          <a:prstGeom prst="rect">
            <a:avLst/>
          </a:prstGeom>
          <a:noFill/>
        </p:spPr>
        <p:txBody>
          <a:bodyPr/>
          <a:lstStyle>
            <a:lvl1pPr>
              <a:buClr>
                <a:schemeClr val="accent6">
                  <a:lumMod val="50000"/>
                </a:schemeClr>
              </a:buClr>
              <a:buFont typeface="Wingdings" pitchFamily="2" charset="2"/>
              <a:buChar char="§"/>
              <a:defRPr/>
            </a:lvl1pPr>
            <a:lvl3pPr>
              <a:buClr>
                <a:schemeClr val="accent6">
                  <a:lumMod val="50000"/>
                </a:schemeClr>
              </a:buClr>
              <a:buFont typeface="Wingdings" pitchFamily="2" charset="2"/>
              <a:buChar char="§"/>
              <a:defRPr/>
            </a:lvl3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13" name="Bildplatzhalter 14"/>
          <p:cNvSpPr>
            <a:spLocks noGrp="1"/>
          </p:cNvSpPr>
          <p:nvPr>
            <p:ph type="pic" sz="quarter" idx="14"/>
          </p:nvPr>
        </p:nvSpPr>
        <p:spPr bwMode="auto">
          <a:xfrm>
            <a:off x="6125417" y="1335088"/>
            <a:ext cx="2758965" cy="4240091"/>
          </a:xfrm>
          <a:prstGeom prst="rect">
            <a:avLst/>
          </a:prstGeom>
          <a:gradFill>
            <a:gsLst>
              <a:gs pos="0">
                <a:schemeClr val="accent6">
                  <a:lumMod val="40000"/>
                  <a:lumOff val="60000"/>
                </a:schemeClr>
              </a:gs>
              <a:gs pos="48000">
                <a:schemeClr val="accent6">
                  <a:lumMod val="75000"/>
                </a:schemeClr>
              </a:gs>
              <a:gs pos="100000">
                <a:schemeClr val="accent6">
                  <a:lumMod val="60000"/>
                  <a:lumOff val="40000"/>
                </a:schemeClr>
              </a:gs>
            </a:gsLst>
            <a:lin ang="5400000" scaled="0"/>
          </a:gradFill>
          <a:ln w="19050">
            <a:solidFill>
              <a:schemeClr val="bg1">
                <a:lumMod val="50000"/>
              </a:schemeClr>
            </a:solidFill>
          </a:ln>
          <a:effectLst>
            <a:outerShdw blurRad="76200" dir="18900000" sy="23000" kx="-1200000" algn="bl" rotWithShape="0">
              <a:prstClr val="black">
                <a:alpha val="20000"/>
              </a:prstClr>
            </a:outerShdw>
          </a:effectLst>
          <a:scene3d>
            <a:camera prst="perspectiveContrastingLeftFacing">
              <a:rot lat="0" lon="1800000" rev="21594000"/>
            </a:camera>
            <a:lightRig rig="threePt" dir="t"/>
          </a:scene3d>
        </p:spPr>
        <p:txBody>
          <a:bodyPr/>
          <a:lstStyle/>
          <a:p>
            <a:pPr lvl="0"/>
            <a:endParaRPr lang="de-DE" noProof="0" dirty="0"/>
          </a:p>
        </p:txBody>
      </p:sp>
      <p:sp>
        <p:nvSpPr>
          <p:cNvPr id="12" name="Fußzeilenplatzhalter 5"/>
          <p:cNvSpPr>
            <a:spLocks noGrp="1"/>
          </p:cNvSpPr>
          <p:nvPr>
            <p:ph type="ftr" sz="quarter" idx="17"/>
          </p:nvPr>
        </p:nvSpPr>
        <p:spPr bwMode="auto">
          <a:xfrm>
            <a:off x="3124200" y="6356350"/>
            <a:ext cx="2895600" cy="365125"/>
          </a:xfrm>
          <a:prstGeom prst="rect">
            <a:avLst/>
          </a:prstGeom>
        </p:spPr>
        <p:txBody>
          <a:bodyPr vert="horz" lIns="0" tIns="0" rIns="0" bIns="0" rtlCol="0" anchor="ctr"/>
          <a:lstStyle>
            <a:lvl1pPr marL="0" algn="l" defTabSz="914400" rtl="0" eaLnBrk="1" latinLnBrk="0" hangingPunct="1">
              <a:defRPr lang="en-US" sz="1200" kern="1200">
                <a:solidFill>
                  <a:schemeClr val="tx1">
                    <a:tint val="75000"/>
                  </a:schemeClr>
                </a:solidFill>
                <a:latin typeface="+mn-lt"/>
                <a:ea typeface="+mn-ea"/>
                <a:cs typeface="+mn-cs"/>
              </a:defRPr>
            </a:lvl1pPr>
          </a:lstStyle>
          <a:p>
            <a:pPr>
              <a:defRPr/>
            </a:pPr>
            <a:r>
              <a:rPr dirty="0"/>
              <a:t>To edit footnote click on Insert / Header &amp; Footer</a:t>
            </a:r>
          </a:p>
        </p:txBody>
      </p:sp>
      <p:sp>
        <p:nvSpPr>
          <p:cNvPr id="14" name="Foliennummernplatzhalter 6"/>
          <p:cNvSpPr>
            <a:spLocks noGrp="1"/>
          </p:cNvSpPr>
          <p:nvPr>
            <p:ph type="sldNum" sz="quarter" idx="18"/>
          </p:nvPr>
        </p:nvSpPr>
        <p:spPr/>
        <p:txBody>
          <a:bodyPr/>
          <a:lstStyle>
            <a:lvl1pPr>
              <a:defRPr/>
            </a:lvl1pPr>
          </a:lstStyle>
          <a:p>
            <a:pPr>
              <a:defRPr/>
            </a:pPr>
            <a:fld id="{7344CC30-90ED-4DDF-AC75-9337BE093179}" type="slidenum">
              <a:rPr lang="de-DE"/>
              <a:pPr>
                <a:defRPr/>
              </a:pPr>
              <a:t>‹#›</a:t>
            </a:fld>
            <a:endParaRPr lang="de-DE"/>
          </a:p>
        </p:txBody>
      </p:sp>
    </p:spTree>
    <p:extLst>
      <p:ext uri="{BB962C8B-B14F-4D97-AF65-F5344CB8AC3E}">
        <p14:creationId xmlns:p14="http://schemas.microsoft.com/office/powerpoint/2010/main" val="154612391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Rectangle 162"/>
          <p:cNvSpPr>
            <a:spLocks noGrp="1" noChangeArrowheads="1"/>
          </p:cNvSpPr>
          <p:nvPr>
            <p:ph type="sldNum" sz="quarter" idx="10"/>
          </p:nvPr>
        </p:nvSpPr>
        <p:spPr>
          <a:ln/>
        </p:spPr>
        <p:txBody>
          <a:bodyPr/>
          <a:lstStyle>
            <a:lvl1pPr>
              <a:defRPr/>
            </a:lvl1pPr>
          </a:lstStyle>
          <a:p>
            <a:pPr>
              <a:defRPr/>
            </a:pPr>
            <a:fld id="{E23811F4-47A1-403C-B298-CE39E9A9C5DE}" type="slidenum">
              <a:rPr lang="en-US"/>
              <a:pPr>
                <a:defRPr/>
              </a:pPr>
              <a:t>‹#›</a:t>
            </a:fld>
            <a:endParaRPr lang="en-US" dirty="0"/>
          </a:p>
        </p:txBody>
      </p:sp>
      <p:pic>
        <p:nvPicPr>
          <p:cNvPr id="5" name="Picture 9" descr="SHAPE_Flags_A4_150dpi_copy[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763739" y="536627"/>
            <a:ext cx="5616575" cy="397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2"/>
          <p:cNvSpPr txBox="1">
            <a:spLocks noChangeArrowheads="1"/>
          </p:cNvSpPr>
          <p:nvPr userDrawn="1"/>
        </p:nvSpPr>
        <p:spPr>
          <a:xfrm>
            <a:off x="5229251" y="5445224"/>
            <a:ext cx="3992563" cy="935037"/>
          </a:xfrm>
          <a:prstGeom prst="rect">
            <a:avLst/>
          </a:prstGeom>
        </p:spPr>
        <p:txBody>
          <a:bodyPr/>
          <a:lstStyle>
            <a:lvl1pPr marL="0" indent="0" algn="l" rtl="0" eaLnBrk="0" fontAlgn="base" hangingPunct="0">
              <a:spcBef>
                <a:spcPct val="20000"/>
              </a:spcBef>
              <a:spcAft>
                <a:spcPct val="0"/>
              </a:spcAft>
              <a:buFontTx/>
              <a:buNone/>
              <a:defRPr sz="1400" b="1" baseline="0">
                <a:solidFill>
                  <a:schemeClr val="tx1"/>
                </a:solidFill>
                <a:latin typeface="+mn-lt"/>
                <a:ea typeface="+mn-ea"/>
                <a:cs typeface="+mn-cs"/>
              </a:defRPr>
            </a:lvl1pPr>
            <a:lvl2pPr marL="742950" indent="-285750" algn="l" rtl="0" eaLnBrk="0" fontAlgn="base" hangingPunct="0">
              <a:spcBef>
                <a:spcPct val="20000"/>
              </a:spcBef>
              <a:spcAft>
                <a:spcPct val="0"/>
              </a:spcAft>
              <a:defRPr b="1">
                <a:solidFill>
                  <a:schemeClr val="tx1"/>
                </a:solidFill>
                <a:latin typeface="+mn-lt"/>
              </a:defRPr>
            </a:lvl2pPr>
            <a:lvl3pPr marL="1143000" indent="-228600" algn="l" rtl="0" eaLnBrk="0" fontAlgn="base" hangingPunct="0">
              <a:spcBef>
                <a:spcPct val="20000"/>
              </a:spcBef>
              <a:spcAft>
                <a:spcPct val="0"/>
              </a:spcAft>
              <a:defRPr b="1">
                <a:solidFill>
                  <a:schemeClr val="tx1"/>
                </a:solidFill>
                <a:latin typeface="+mn-lt"/>
              </a:defRPr>
            </a:lvl3pPr>
            <a:lvl4pPr marL="1600200" indent="-228600" algn="l" rtl="0" eaLnBrk="0" fontAlgn="base" hangingPunct="0">
              <a:spcBef>
                <a:spcPct val="20000"/>
              </a:spcBef>
              <a:spcAft>
                <a:spcPct val="0"/>
              </a:spcAft>
              <a:defRPr b="1">
                <a:solidFill>
                  <a:schemeClr val="tx1"/>
                </a:solidFill>
                <a:latin typeface="+mn-lt"/>
              </a:defRPr>
            </a:lvl4pPr>
            <a:lvl5pPr marL="2057400" indent="-228600" algn="l" rtl="0" eaLnBrk="0" fontAlgn="base" hangingPunct="0">
              <a:spcBef>
                <a:spcPct val="20000"/>
              </a:spcBef>
              <a:spcAft>
                <a:spcPct val="0"/>
              </a:spcAft>
              <a:defRPr b="1">
                <a:solidFill>
                  <a:schemeClr val="tx1"/>
                </a:solidFill>
                <a:latin typeface="+mn-lt"/>
              </a:defRPr>
            </a:lvl5pPr>
            <a:lvl6pPr marL="2514600" indent="-228600" algn="l" rtl="0" eaLnBrk="0" fontAlgn="base" hangingPunct="0">
              <a:spcBef>
                <a:spcPct val="20000"/>
              </a:spcBef>
              <a:spcAft>
                <a:spcPct val="0"/>
              </a:spcAft>
              <a:defRPr b="1">
                <a:solidFill>
                  <a:schemeClr val="tx1"/>
                </a:solidFill>
                <a:latin typeface="+mn-lt"/>
              </a:defRPr>
            </a:lvl6pPr>
            <a:lvl7pPr marL="2971800" indent="-228600" algn="l" rtl="0" eaLnBrk="0" fontAlgn="base" hangingPunct="0">
              <a:spcBef>
                <a:spcPct val="20000"/>
              </a:spcBef>
              <a:spcAft>
                <a:spcPct val="0"/>
              </a:spcAft>
              <a:defRPr b="1">
                <a:solidFill>
                  <a:schemeClr val="tx1"/>
                </a:solidFill>
                <a:latin typeface="+mn-lt"/>
              </a:defRPr>
            </a:lvl7pPr>
            <a:lvl8pPr marL="3429000" indent="-228600" algn="l" rtl="0" eaLnBrk="0" fontAlgn="base" hangingPunct="0">
              <a:spcBef>
                <a:spcPct val="20000"/>
              </a:spcBef>
              <a:spcAft>
                <a:spcPct val="0"/>
              </a:spcAft>
              <a:defRPr b="1">
                <a:solidFill>
                  <a:schemeClr val="tx1"/>
                </a:solidFill>
                <a:latin typeface="+mn-lt"/>
              </a:defRPr>
            </a:lvl8pPr>
            <a:lvl9pPr marL="3886200" indent="-228600" algn="l" rtl="0" eaLnBrk="0" fontAlgn="base" hangingPunct="0">
              <a:spcBef>
                <a:spcPct val="20000"/>
              </a:spcBef>
              <a:spcAft>
                <a:spcPct val="0"/>
              </a:spcAft>
              <a:defRPr b="1">
                <a:solidFill>
                  <a:schemeClr val="tx1"/>
                </a:solidFill>
                <a:latin typeface="+mn-lt"/>
              </a:defRPr>
            </a:lvl9pPr>
          </a:lstStyle>
          <a:p>
            <a:r>
              <a:rPr lang="en-GB" kern="0" dirty="0" smtClean="0"/>
              <a:t>MAJ (OF-3) GARCIA PAN, SPA ARMY</a:t>
            </a:r>
          </a:p>
          <a:p>
            <a:r>
              <a:rPr lang="en-US" kern="0" baseline="0" dirty="0" smtClean="0"/>
              <a:t>ACO </a:t>
            </a:r>
            <a:r>
              <a:rPr lang="en-US" kern="0" dirty="0" smtClean="0"/>
              <a:t>Budget</a:t>
            </a:r>
            <a:r>
              <a:rPr lang="en-US" kern="0" baseline="0" dirty="0" smtClean="0"/>
              <a:t> and Policy Branch</a:t>
            </a:r>
          </a:p>
          <a:p>
            <a:r>
              <a:rPr lang="en-US" kern="0" baseline="0" dirty="0" smtClean="0"/>
              <a:t>Allied Operations and Missions</a:t>
            </a:r>
            <a:endParaRPr lang="en-US" kern="0" dirty="0" smtClean="0"/>
          </a:p>
          <a:p>
            <a:endParaRPr lang="en-US" kern="0" dirty="0" smtClean="0"/>
          </a:p>
          <a:p>
            <a:endParaRPr lang="en-US" kern="0" dirty="0" smtClean="0"/>
          </a:p>
          <a:p>
            <a:endParaRPr lang="en-GB" kern="0" dirty="0"/>
          </a:p>
        </p:txBody>
      </p:sp>
      <p:pic>
        <p:nvPicPr>
          <p:cNvPr id="2050"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260774" y="3883976"/>
            <a:ext cx="6263554" cy="1325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6345751"/>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GB"/>
          </a:p>
        </p:txBody>
      </p:sp>
      <p:sp>
        <p:nvSpPr>
          <p:cNvPr id="3" name="Table Placeholder 2"/>
          <p:cNvSpPr>
            <a:spLocks noGrp="1"/>
          </p:cNvSpPr>
          <p:nvPr>
            <p:ph type="tbl" idx="1"/>
          </p:nvPr>
        </p:nvSpPr>
        <p:spPr>
          <a:xfrm>
            <a:off x="762000" y="1524000"/>
            <a:ext cx="7772400" cy="4114800"/>
          </a:xfrm>
          <a:prstGeom prst="rect">
            <a:avLst/>
          </a:prstGeom>
        </p:spPr>
        <p:txBody>
          <a:bodyPr/>
          <a:lstStyle/>
          <a:p>
            <a:pPr lvl="0"/>
            <a:endParaRPr lang="en-GB" noProof="0" dirty="0"/>
          </a:p>
        </p:txBody>
      </p:sp>
      <p:sp>
        <p:nvSpPr>
          <p:cNvPr id="4" name="Footer Placeholder 3"/>
          <p:cNvSpPr>
            <a:spLocks noGrp="1"/>
          </p:cNvSpPr>
          <p:nvPr>
            <p:ph type="ftr" sz="quarter" idx="10"/>
          </p:nvPr>
        </p:nvSpPr>
        <p:spPr>
          <a:xfrm>
            <a:off x="3124200" y="6248400"/>
            <a:ext cx="2895600" cy="457200"/>
          </a:xfrm>
          <a:prstGeom prst="rect">
            <a:avLst/>
          </a:prstGeom>
        </p:spPr>
        <p:txBody>
          <a:bodyPr/>
          <a:lstStyle>
            <a:lvl1pPr eaLnBrk="0" hangingPunct="0">
              <a:defRPr>
                <a:cs typeface="+mn-cs"/>
              </a:defRPr>
            </a:lvl1pPr>
          </a:lstStyle>
          <a:p>
            <a:pPr>
              <a:defRPr/>
            </a:pPr>
            <a:endParaRPr lang="en-GB" dirty="0"/>
          </a:p>
        </p:txBody>
      </p:sp>
      <p:sp>
        <p:nvSpPr>
          <p:cNvPr id="5" name="Slide Number Placeholder 4"/>
          <p:cNvSpPr>
            <a:spLocks noGrp="1"/>
          </p:cNvSpPr>
          <p:nvPr>
            <p:ph type="sldNum" sz="quarter" idx="11"/>
          </p:nvPr>
        </p:nvSpPr>
        <p:spPr>
          <a:xfrm>
            <a:off x="6553200" y="6248400"/>
            <a:ext cx="1905000" cy="457200"/>
          </a:xfrm>
        </p:spPr>
        <p:txBody>
          <a:bodyPr/>
          <a:lstStyle>
            <a:lvl1pPr>
              <a:defRPr/>
            </a:lvl1pPr>
          </a:lstStyle>
          <a:p>
            <a:pPr>
              <a:defRPr/>
            </a:pPr>
            <a:fld id="{24316A9D-1615-456A-86D9-46E7C320E455}" type="slidenum">
              <a:rPr lang="en-GB"/>
              <a:pPr>
                <a:defRPr/>
              </a:pPr>
              <a:t>‹#›</a:t>
            </a:fld>
            <a:endParaRPr lang="en-GB" dirty="0"/>
          </a:p>
        </p:txBody>
      </p:sp>
    </p:spTree>
    <p:extLst>
      <p:ext uri="{BB962C8B-B14F-4D97-AF65-F5344CB8AC3E}">
        <p14:creationId xmlns:p14="http://schemas.microsoft.com/office/powerpoint/2010/main" val="819685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Alleen titel">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a:prstGeom prst="rect">
            <a:avLst/>
          </a:prstGeom>
        </p:spPr>
        <p:txBody>
          <a:bodyPr/>
          <a:lstStyle/>
          <a:p>
            <a:r>
              <a:rPr lang="nl-NL" smtClean="0"/>
              <a:t>Klik om de stijl te bewerken</a:t>
            </a:r>
            <a:endParaRPr lang="nl-BE"/>
          </a:p>
        </p:txBody>
      </p:sp>
      <p:sp>
        <p:nvSpPr>
          <p:cNvPr id="3" name="Rectangle 9"/>
          <p:cNvSpPr>
            <a:spLocks noGrp="1" noChangeArrowheads="1"/>
          </p:cNvSpPr>
          <p:nvPr>
            <p:ph type="sldNum" sz="quarter" idx="10"/>
          </p:nvPr>
        </p:nvSpPr>
        <p:spPr>
          <a:ln/>
        </p:spPr>
        <p:txBody>
          <a:bodyPr/>
          <a:lstStyle>
            <a:lvl1pPr>
              <a:defRPr/>
            </a:lvl1pPr>
          </a:lstStyle>
          <a:p>
            <a:pPr>
              <a:defRPr/>
            </a:pPr>
            <a:fld id="{C1D1172A-0981-4470-8454-0E9BE63AB22A}" type="slidenum">
              <a:rPr lang="en-GB"/>
              <a:pPr>
                <a:defRPr/>
              </a:pPr>
              <a:t>‹#›</a:t>
            </a:fld>
            <a:endParaRPr lang="en-GB" dirty="0"/>
          </a:p>
        </p:txBody>
      </p:sp>
    </p:spTree>
    <p:extLst>
      <p:ext uri="{BB962C8B-B14F-4D97-AF65-F5344CB8AC3E}">
        <p14:creationId xmlns:p14="http://schemas.microsoft.com/office/powerpoint/2010/main" val="1419725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NATO UNCLASSIFIED</a:t>
            </a:r>
          </a:p>
        </p:txBody>
      </p:sp>
      <p:sp>
        <p:nvSpPr>
          <p:cNvPr id="4" name="Rectangle 6"/>
          <p:cNvSpPr>
            <a:spLocks noGrp="1" noChangeArrowheads="1"/>
          </p:cNvSpPr>
          <p:nvPr>
            <p:ph type="sldNum" sz="quarter" idx="12"/>
          </p:nvPr>
        </p:nvSpPr>
        <p:spPr>
          <a:ln/>
        </p:spPr>
        <p:txBody>
          <a:bodyPr/>
          <a:lstStyle>
            <a:lvl1pPr>
              <a:defRPr/>
            </a:lvl1pPr>
          </a:lstStyle>
          <a:p>
            <a:pPr>
              <a:defRPr/>
            </a:pPr>
            <a:fld id="{37E371E5-4EF3-42DE-9B53-77A63A107D63}" type="slidenum">
              <a:rPr lang="en-US" altLang="en-US"/>
              <a:pPr>
                <a:defRPr/>
              </a:pPr>
              <a:t>‹#›</a:t>
            </a:fld>
            <a:endParaRPr lang="en-US" altLang="en-US"/>
          </a:p>
        </p:txBody>
      </p:sp>
    </p:spTree>
    <p:extLst>
      <p:ext uri="{BB962C8B-B14F-4D97-AF65-F5344CB8AC3E}">
        <p14:creationId xmlns:p14="http://schemas.microsoft.com/office/powerpoint/2010/main" val="3667679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TEL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smtClean="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8"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9"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0"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F5B6CE2-B532-46F1-9076-1F2DDEAF0295}" type="datetime1">
              <a:rPr lang="en-US" smtClean="0"/>
              <a:t>6/1/2022</a:t>
            </a:fld>
            <a:endParaRPr lang="en-GB" dirty="0"/>
          </a:p>
        </p:txBody>
      </p:sp>
    </p:spTree>
    <p:extLst>
      <p:ext uri="{BB962C8B-B14F-4D97-AF65-F5344CB8AC3E}">
        <p14:creationId xmlns:p14="http://schemas.microsoft.com/office/powerpoint/2010/main" val="16200456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TEL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10"/>
          <p:cNvSpPr/>
          <p:nvPr userDrawn="1"/>
        </p:nvSpPr>
        <p:spPr>
          <a:xfrm>
            <a:off x="0" y="0"/>
            <a:ext cx="237067" cy="237067"/>
          </a:xfrm>
          <a:prstGeom prst="rect">
            <a:avLst/>
          </a:prstGeom>
          <a:solidFill>
            <a:srgbClr val="B63A1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5"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6"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8F819160-FC9B-4F36-8056-3DE7B14765B4}" type="datetime1">
              <a:rPr lang="en-US" smtClean="0"/>
              <a:t>6/1/2022</a:t>
            </a:fld>
            <a:endParaRPr lang="en-GB" dirty="0"/>
          </a:p>
        </p:txBody>
      </p:sp>
    </p:spTree>
    <p:extLst>
      <p:ext uri="{BB962C8B-B14F-4D97-AF65-F5344CB8AC3E}">
        <p14:creationId xmlns:p14="http://schemas.microsoft.com/office/powerpoint/2010/main" val="238203425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TEL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10"/>
          <p:cNvSpPr/>
          <p:nvPr userDrawn="1"/>
        </p:nvSpPr>
        <p:spPr>
          <a:xfrm>
            <a:off x="0" y="0"/>
            <a:ext cx="237067" cy="237067"/>
          </a:xfrm>
          <a:prstGeom prst="rect">
            <a:avLst/>
          </a:prstGeom>
          <a:solidFill>
            <a:srgbClr val="B63A1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15"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6"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3BAAFB67-5EA9-456B-87A0-753708FC3389}" type="datetime1">
              <a:rPr lang="en-US" smtClean="0"/>
              <a:t>6/1/2022</a:t>
            </a:fld>
            <a:endParaRPr lang="en-GB" dirty="0"/>
          </a:p>
        </p:txBody>
      </p:sp>
    </p:spTree>
    <p:extLst>
      <p:ext uri="{BB962C8B-B14F-4D97-AF65-F5344CB8AC3E}">
        <p14:creationId xmlns:p14="http://schemas.microsoft.com/office/powerpoint/2010/main" val="1031241859"/>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TEL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10"/>
          <p:cNvSpPr/>
          <p:nvPr userDrawn="1"/>
        </p:nvSpPr>
        <p:spPr>
          <a:xfrm>
            <a:off x="0" y="0"/>
            <a:ext cx="237067" cy="237067"/>
          </a:xfrm>
          <a:prstGeom prst="rect">
            <a:avLst/>
          </a:prstGeom>
          <a:solidFill>
            <a:srgbClr val="B63A1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3"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4"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17"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8"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9"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AAE7EB20-E903-4D00-A907-1670EC8307E3}" type="datetime1">
              <a:rPr lang="en-US" smtClean="0"/>
              <a:t>6/1/2022</a:t>
            </a:fld>
            <a:endParaRPr lang="en-GB" dirty="0"/>
          </a:p>
        </p:txBody>
      </p:sp>
    </p:spTree>
    <p:extLst>
      <p:ext uri="{BB962C8B-B14F-4D97-AF65-F5344CB8AC3E}">
        <p14:creationId xmlns:p14="http://schemas.microsoft.com/office/powerpoint/2010/main" val="319980665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SEC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smtClean="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8"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9"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0"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70FF7AEF-624E-440B-9BB9-B056E541B98F}" type="datetime1">
              <a:rPr lang="en-US" smtClean="0"/>
              <a:t>6/1/2022</a:t>
            </a:fld>
            <a:endParaRPr lang="en-GB" dirty="0"/>
          </a:p>
        </p:txBody>
      </p:sp>
    </p:spTree>
    <p:extLst>
      <p:ext uri="{BB962C8B-B14F-4D97-AF65-F5344CB8AC3E}">
        <p14:creationId xmlns:p14="http://schemas.microsoft.com/office/powerpoint/2010/main" val="3468133558"/>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SEC_one column">
    <p:spTree>
      <p:nvGrpSpPr>
        <p:cNvPr id="1" name=""/>
        <p:cNvGrpSpPr/>
        <p:nvPr/>
      </p:nvGrpSpPr>
      <p:grpSpPr>
        <a:xfrm>
          <a:off x="0" y="0"/>
          <a:ext cx="0" cy="0"/>
          <a:chOff x="0" y="0"/>
          <a:chExt cx="0" cy="0"/>
        </a:xfrm>
      </p:grpSpPr>
      <p:sp>
        <p:nvSpPr>
          <p:cNvPr id="9"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0"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1" name="Rechteck 6"/>
          <p:cNvSpPr/>
          <p:nvPr userDrawn="1"/>
        </p:nvSpPr>
        <p:spPr>
          <a:xfrm>
            <a:off x="0" y="0"/>
            <a:ext cx="237067" cy="237067"/>
          </a:xfrm>
          <a:prstGeom prst="rect">
            <a:avLst/>
          </a:prstGeom>
          <a:solidFill>
            <a:srgbClr val="0B909D">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4"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8"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3"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7F4357D3-65D7-4C54-9395-E6C896556CFD}" type="datetime1">
              <a:rPr lang="en-US" smtClean="0"/>
              <a:t>6/1/2022</a:t>
            </a:fld>
            <a:endParaRPr lang="en-GB" dirty="0"/>
          </a:p>
        </p:txBody>
      </p:sp>
    </p:spTree>
    <p:extLst>
      <p:ext uri="{BB962C8B-B14F-4D97-AF65-F5344CB8AC3E}">
        <p14:creationId xmlns:p14="http://schemas.microsoft.com/office/powerpoint/2010/main" val="254209978"/>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SEC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0B909D">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FF6F097-084C-4775-93B2-A61F78A104A9}" type="datetime1">
              <a:rPr lang="en-US" smtClean="0"/>
              <a:t>6/1/2022</a:t>
            </a:fld>
            <a:endParaRPr lang="en-GB" dirty="0"/>
          </a:p>
        </p:txBody>
      </p:sp>
    </p:spTree>
    <p:extLst>
      <p:ext uri="{BB962C8B-B14F-4D97-AF65-F5344CB8AC3E}">
        <p14:creationId xmlns:p14="http://schemas.microsoft.com/office/powerpoint/2010/main" val="1102889656"/>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SEC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0B909D">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5"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3"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8D2A615C-4BA5-4B6D-87E3-56A2011B1D13}" type="datetime1">
              <a:rPr lang="en-US" smtClean="0"/>
              <a:t>6/1/2022</a:t>
            </a:fld>
            <a:endParaRPr lang="en-GB" dirty="0"/>
          </a:p>
        </p:txBody>
      </p:sp>
    </p:spTree>
    <p:extLst>
      <p:ext uri="{BB962C8B-B14F-4D97-AF65-F5344CB8AC3E}">
        <p14:creationId xmlns:p14="http://schemas.microsoft.com/office/powerpoint/2010/main" val="398277077"/>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JOPS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smtClean="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56734212-29DE-435F-B08D-EC94326B9EC5}" type="datetime1">
              <a:rPr lang="en-US" smtClean="0"/>
              <a:t>6/1/2022</a:t>
            </a:fld>
            <a:endParaRPr lang="en-GB" dirty="0"/>
          </a:p>
        </p:txBody>
      </p:sp>
    </p:spTree>
    <p:extLst>
      <p:ext uri="{BB962C8B-B14F-4D97-AF65-F5344CB8AC3E}">
        <p14:creationId xmlns:p14="http://schemas.microsoft.com/office/powerpoint/2010/main" val="4063686839"/>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JOPS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478E588-CB74-42E5-97AC-F64AD782D86F}" type="datetime1">
              <a:rPr lang="en-US" smtClean="0"/>
              <a:t>6/1/2022</a:t>
            </a:fld>
            <a:endParaRPr lang="en-GB" dirty="0"/>
          </a:p>
        </p:txBody>
      </p:sp>
    </p:spTree>
    <p:extLst>
      <p:ext uri="{BB962C8B-B14F-4D97-AF65-F5344CB8AC3E}">
        <p14:creationId xmlns:p14="http://schemas.microsoft.com/office/powerpoint/2010/main" val="4020057524"/>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JOPS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6D0E2E78-441C-48C8-91E6-E672D7B3692A}" type="datetime1">
              <a:rPr lang="en-US" smtClean="0"/>
              <a:t>6/1/2022</a:t>
            </a:fld>
            <a:endParaRPr lang="en-GB" dirty="0"/>
          </a:p>
        </p:txBody>
      </p:sp>
    </p:spTree>
    <p:extLst>
      <p:ext uri="{BB962C8B-B14F-4D97-AF65-F5344CB8AC3E}">
        <p14:creationId xmlns:p14="http://schemas.microsoft.com/office/powerpoint/2010/main" val="3148958173"/>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JOPS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BD8628">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3"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502A7A73-3DE4-486A-A325-C13234539046}" type="datetime1">
              <a:rPr lang="en-US" smtClean="0"/>
              <a:t>6/1/2022</a:t>
            </a:fld>
            <a:endParaRPr lang="en-GB" dirty="0"/>
          </a:p>
        </p:txBody>
      </p:sp>
    </p:spTree>
    <p:extLst>
      <p:ext uri="{BB962C8B-B14F-4D97-AF65-F5344CB8AC3E}">
        <p14:creationId xmlns:p14="http://schemas.microsoft.com/office/powerpoint/2010/main" val="3162169568"/>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JPD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smtClean="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D81F34AC-A938-4528-B003-A69BE8EA63A2}" type="datetime1">
              <a:rPr lang="en-US" smtClean="0"/>
              <a:t>6/1/2022</a:t>
            </a:fld>
            <a:endParaRPr lang="en-GB" dirty="0"/>
          </a:p>
        </p:txBody>
      </p:sp>
    </p:spTree>
    <p:extLst>
      <p:ext uri="{BB962C8B-B14F-4D97-AF65-F5344CB8AC3E}">
        <p14:creationId xmlns:p14="http://schemas.microsoft.com/office/powerpoint/2010/main" val="1236418656"/>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JPD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1185D965-C8FC-478E-9077-13DC8205920B}" type="datetime1">
              <a:rPr lang="en-US" smtClean="0"/>
              <a:t>6/1/2022</a:t>
            </a:fld>
            <a:endParaRPr lang="en-GB" dirty="0"/>
          </a:p>
        </p:txBody>
      </p:sp>
    </p:spTree>
    <p:extLst>
      <p:ext uri="{BB962C8B-B14F-4D97-AF65-F5344CB8AC3E}">
        <p14:creationId xmlns:p14="http://schemas.microsoft.com/office/powerpoint/2010/main" val="796151786"/>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JPD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0286C8E-BE18-4982-86A0-B3A33D2B118C}" type="datetime1">
              <a:rPr lang="en-US" smtClean="0"/>
              <a:t>6/1/2022</a:t>
            </a:fld>
            <a:endParaRPr lang="en-GB" dirty="0"/>
          </a:p>
        </p:txBody>
      </p:sp>
    </p:spTree>
    <p:extLst>
      <p:ext uri="{BB962C8B-B14F-4D97-AF65-F5344CB8AC3E}">
        <p14:creationId xmlns:p14="http://schemas.microsoft.com/office/powerpoint/2010/main" val="3179460339"/>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JPD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61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5"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11"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3"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46881A79-EF55-497D-AC03-117D107900E2}" type="datetime1">
              <a:rPr lang="en-US" smtClean="0"/>
              <a:t>6/1/2022</a:t>
            </a:fld>
            <a:endParaRPr lang="en-GB" dirty="0"/>
          </a:p>
        </p:txBody>
      </p:sp>
    </p:spTree>
    <p:extLst>
      <p:ext uri="{BB962C8B-B14F-4D97-AF65-F5344CB8AC3E}">
        <p14:creationId xmlns:p14="http://schemas.microsoft.com/office/powerpoint/2010/main" val="3619024229"/>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NCOPD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smtClean="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75D0505E-C2EA-42D6-B347-36370EA342F2}" type="datetime1">
              <a:rPr lang="en-US" smtClean="0"/>
              <a:t>6/1/2022</a:t>
            </a:fld>
            <a:endParaRPr lang="en-GB" dirty="0"/>
          </a:p>
        </p:txBody>
      </p:sp>
    </p:spTree>
    <p:extLst>
      <p:ext uri="{BB962C8B-B14F-4D97-AF65-F5344CB8AC3E}">
        <p14:creationId xmlns:p14="http://schemas.microsoft.com/office/powerpoint/2010/main" val="1715426818"/>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NCOPD_one_column">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90877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4"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3"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5"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6"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825ABB5-A713-4D94-8B33-D1B38B77C6A9}" type="datetime1">
              <a:rPr lang="en-US" smtClean="0"/>
              <a:t>6/1/2022</a:t>
            </a:fld>
            <a:endParaRPr lang="en-GB" dirty="0"/>
          </a:p>
        </p:txBody>
      </p:sp>
    </p:spTree>
    <p:extLst>
      <p:ext uri="{BB962C8B-B14F-4D97-AF65-F5344CB8AC3E}">
        <p14:creationId xmlns:p14="http://schemas.microsoft.com/office/powerpoint/2010/main" val="286892766"/>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NCOPD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90877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1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60A03809-D4E2-4973-965E-C3A81E117E6A}" type="datetime1">
              <a:rPr lang="en-US" smtClean="0"/>
              <a:t>6/1/2022</a:t>
            </a:fld>
            <a:endParaRPr lang="en-GB" dirty="0"/>
          </a:p>
        </p:txBody>
      </p:sp>
    </p:spTree>
    <p:extLst>
      <p:ext uri="{BB962C8B-B14F-4D97-AF65-F5344CB8AC3E}">
        <p14:creationId xmlns:p14="http://schemas.microsoft.com/office/powerpoint/2010/main" val="1507559174"/>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NCOPD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90877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3"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5"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1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6848A657-E094-4311-A476-F2EE69541FAA}" type="datetime1">
              <a:rPr lang="en-US" smtClean="0"/>
              <a:t>6/1/2022</a:t>
            </a:fld>
            <a:endParaRPr lang="en-GB" dirty="0"/>
          </a:p>
        </p:txBody>
      </p:sp>
    </p:spTree>
    <p:extLst>
      <p:ext uri="{BB962C8B-B14F-4D97-AF65-F5344CB8AC3E}">
        <p14:creationId xmlns:p14="http://schemas.microsoft.com/office/powerpoint/2010/main" val="806710417"/>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ROT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dirty="0" smtClean="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7CBB17B-CDEF-4167-97B9-2FCD3F4DE7B6}" type="datetime1">
              <a:rPr lang="en-US" smtClean="0"/>
              <a:t>6/1/2022</a:t>
            </a:fld>
            <a:endParaRPr lang="en-GB" dirty="0"/>
          </a:p>
        </p:txBody>
      </p:sp>
    </p:spTree>
    <p:extLst>
      <p:ext uri="{BB962C8B-B14F-4D97-AF65-F5344CB8AC3E}">
        <p14:creationId xmlns:p14="http://schemas.microsoft.com/office/powerpoint/2010/main" val="2880370427"/>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ROT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00000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0"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3"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C037C93C-F36E-4B09-B18C-1FA52A859257}" type="datetime1">
              <a:rPr lang="en-US" smtClean="0"/>
              <a:t>6/1/2022</a:t>
            </a:fld>
            <a:endParaRPr lang="en-GB" dirty="0"/>
          </a:p>
        </p:txBody>
      </p:sp>
    </p:spTree>
    <p:extLst>
      <p:ext uri="{BB962C8B-B14F-4D97-AF65-F5344CB8AC3E}">
        <p14:creationId xmlns:p14="http://schemas.microsoft.com/office/powerpoint/2010/main" val="584336273"/>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T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9" name="Rechteck 6"/>
          <p:cNvSpPr/>
          <p:nvPr userDrawn="1"/>
        </p:nvSpPr>
        <p:spPr>
          <a:xfrm>
            <a:off x="0" y="0"/>
            <a:ext cx="237067" cy="237067"/>
          </a:xfrm>
          <a:prstGeom prst="rect">
            <a:avLst/>
          </a:prstGeom>
          <a:solidFill>
            <a:srgbClr val="00000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3"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1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4D9B57F8-ABA0-4873-8EE9-F20310D32C81}" type="datetime1">
              <a:rPr lang="en-US" smtClean="0"/>
              <a:t>6/1/2022</a:t>
            </a:fld>
            <a:endParaRPr lang="en-GB" dirty="0"/>
          </a:p>
        </p:txBody>
      </p:sp>
    </p:spTree>
    <p:extLst>
      <p:ext uri="{BB962C8B-B14F-4D97-AF65-F5344CB8AC3E}">
        <p14:creationId xmlns:p14="http://schemas.microsoft.com/office/powerpoint/2010/main" val="2746298350"/>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ROT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9152"/>
            <a:ext cx="5853069" cy="5672506"/>
          </a:xfrm>
          <a:prstGeom prst="rect">
            <a:avLst/>
          </a:prstGeom>
        </p:spPr>
      </p:pic>
      <p:sp>
        <p:nvSpPr>
          <p:cNvPr id="10" name="Rechteck 6"/>
          <p:cNvSpPr/>
          <p:nvPr userDrawn="1"/>
        </p:nvSpPr>
        <p:spPr>
          <a:xfrm>
            <a:off x="0" y="0"/>
            <a:ext cx="237067" cy="237067"/>
          </a:xfrm>
          <a:prstGeom prst="rect">
            <a:avLst/>
          </a:prstGeom>
          <a:solidFill>
            <a:srgbClr val="00000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3"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15"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6"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1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8B882F16-90C8-4E3A-89A3-B0EF61EB864D}" type="datetime1">
              <a:rPr lang="en-US" smtClean="0"/>
              <a:t>6/1/2022</a:t>
            </a:fld>
            <a:endParaRPr lang="en-GB" dirty="0"/>
          </a:p>
        </p:txBody>
      </p:sp>
    </p:spTree>
    <p:extLst>
      <p:ext uri="{BB962C8B-B14F-4D97-AF65-F5344CB8AC3E}">
        <p14:creationId xmlns:p14="http://schemas.microsoft.com/office/powerpoint/2010/main" val="4167415404"/>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MS_Office_section_header">
    <p:spTree>
      <p:nvGrpSpPr>
        <p:cNvPr id="1" name=""/>
        <p:cNvGrpSpPr/>
        <p:nvPr/>
      </p:nvGrpSpPr>
      <p:grpSpPr>
        <a:xfrm>
          <a:off x="0" y="0"/>
          <a:ext cx="0" cy="0"/>
          <a:chOff x="0" y="0"/>
          <a:chExt cx="0" cy="0"/>
        </a:xfrm>
      </p:grpSpPr>
      <p:sp>
        <p:nvSpPr>
          <p:cNvPr id="4"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rgbClr val="003B5B"/>
                </a:solidFill>
                <a:latin typeface="+mn-lt"/>
                <a:ea typeface="+mn-ea"/>
                <a:cs typeface="+mn-cs"/>
              </a:defRPr>
            </a:lvl1pPr>
          </a:lstStyle>
          <a:p>
            <a:r>
              <a:rPr lang="en-US" dirty="0" smtClean="0"/>
              <a:t>Click to edit Master title style</a:t>
            </a:r>
            <a:endParaRPr lang="en-GB" dirty="0"/>
          </a:p>
        </p:txBody>
      </p:sp>
      <p:sp>
        <p:nvSpPr>
          <p:cNvPr id="5"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rgbClr val="003B5B"/>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2E78049C-4D1A-4909-9A0B-79F2D875F6E7}" type="datetime1">
              <a:rPr lang="en-US" smtClean="0"/>
              <a:t>6/1/2022</a:t>
            </a:fld>
            <a:endParaRPr lang="en-GB" dirty="0"/>
          </a:p>
        </p:txBody>
      </p:sp>
    </p:spTree>
    <p:extLst>
      <p:ext uri="{BB962C8B-B14F-4D97-AF65-F5344CB8AC3E}">
        <p14:creationId xmlns:p14="http://schemas.microsoft.com/office/powerpoint/2010/main" val="3027282131"/>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MS_Office_one_column">
    <p:spTree>
      <p:nvGrpSpPr>
        <p:cNvPr id="1" name=""/>
        <p:cNvGrpSpPr/>
        <p:nvPr/>
      </p:nvGrpSpPr>
      <p:grpSpPr>
        <a:xfrm>
          <a:off x="0" y="0"/>
          <a:ext cx="0" cy="0"/>
          <a:chOff x="0" y="0"/>
          <a:chExt cx="0" cy="0"/>
        </a:xfrm>
      </p:grpSpPr>
      <p:sp>
        <p:nvSpPr>
          <p:cNvPr id="8"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5"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9"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0"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F56B48E2-0C9D-4389-9BDE-EBA68905878F}" type="datetime1">
              <a:rPr lang="en-US" smtClean="0"/>
              <a:t>6/1/2022</a:t>
            </a:fld>
            <a:endParaRPr lang="en-GB" dirty="0"/>
          </a:p>
        </p:txBody>
      </p:sp>
    </p:spTree>
    <p:extLst>
      <p:ext uri="{BB962C8B-B14F-4D97-AF65-F5344CB8AC3E}">
        <p14:creationId xmlns:p14="http://schemas.microsoft.com/office/powerpoint/2010/main" val="966990146"/>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S_Office_two_column">
    <p:spTree>
      <p:nvGrpSpPr>
        <p:cNvPr id="1" name=""/>
        <p:cNvGrpSpPr/>
        <p:nvPr/>
      </p:nvGrpSpPr>
      <p:grpSpPr>
        <a:xfrm>
          <a:off x="0" y="0"/>
          <a:ext cx="0" cy="0"/>
          <a:chOff x="0" y="0"/>
          <a:chExt cx="0" cy="0"/>
        </a:xfrm>
      </p:grpSpPr>
      <p:sp>
        <p:nvSpPr>
          <p:cNvPr id="8"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5"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9"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0"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16F36A37-FCF0-45C9-9947-8AB2D63D6039}" type="datetime1">
              <a:rPr lang="en-US" smtClean="0"/>
              <a:t>6/1/2022</a:t>
            </a:fld>
            <a:endParaRPr lang="en-GB" dirty="0"/>
          </a:p>
        </p:txBody>
      </p:sp>
    </p:spTree>
    <p:extLst>
      <p:ext uri="{BB962C8B-B14F-4D97-AF65-F5344CB8AC3E}">
        <p14:creationId xmlns:p14="http://schemas.microsoft.com/office/powerpoint/2010/main" val="3025738759"/>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MS_Office_separate_box">
    <p:spTree>
      <p:nvGrpSpPr>
        <p:cNvPr id="1" name=""/>
        <p:cNvGrpSpPr/>
        <p:nvPr/>
      </p:nvGrpSpPr>
      <p:grpSpPr>
        <a:xfrm>
          <a:off x="0" y="0"/>
          <a:ext cx="0" cy="0"/>
          <a:chOff x="0" y="0"/>
          <a:chExt cx="0" cy="0"/>
        </a:xfrm>
      </p:grpSpPr>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dirty="0" smtClean="0"/>
              <a:t>Click to edit Master title style</a:t>
            </a:r>
            <a:endParaRPr lang="en-GB" dirty="0"/>
          </a:p>
        </p:txBody>
      </p:sp>
      <p:sp>
        <p:nvSpPr>
          <p:cNvPr id="6"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7"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0"/>
            <a:endParaRPr lang="en-US" dirty="0" smtClean="0"/>
          </a:p>
        </p:txBody>
      </p:sp>
      <p:sp>
        <p:nvSpPr>
          <p:cNvPr id="9"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1"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2"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3D1B82D-7DB0-40EA-8FFC-0ED407A63CC7}" type="datetime1">
              <a:rPr lang="en-US" smtClean="0"/>
              <a:t>6/1/2022</a:t>
            </a:fld>
            <a:endParaRPr lang="en-GB" dirty="0"/>
          </a:p>
        </p:txBody>
      </p:sp>
    </p:spTree>
    <p:extLst>
      <p:ext uri="{BB962C8B-B14F-4D97-AF65-F5344CB8AC3E}">
        <p14:creationId xmlns:p14="http://schemas.microsoft.com/office/powerpoint/2010/main" val="964161050"/>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SO_section_header">
    <p:spTree>
      <p:nvGrpSpPr>
        <p:cNvPr id="1" name=""/>
        <p:cNvGrpSpPr/>
        <p:nvPr/>
      </p:nvGrpSpPr>
      <p:grpSpPr>
        <a:xfrm>
          <a:off x="0" y="0"/>
          <a:ext cx="0" cy="0"/>
          <a:chOff x="0" y="0"/>
          <a:chExt cx="0" cy="0"/>
        </a:xfrm>
      </p:grpSpPr>
      <p:sp>
        <p:nvSpPr>
          <p:cNvPr id="10" name="Title 1"/>
          <p:cNvSpPr>
            <a:spLocks noGrp="1"/>
          </p:cNvSpPr>
          <p:nvPr>
            <p:ph type="title"/>
          </p:nvPr>
        </p:nvSpPr>
        <p:spPr>
          <a:xfrm>
            <a:off x="634139" y="4775490"/>
            <a:ext cx="7084173" cy="1181965"/>
          </a:xfrm>
          <a:prstGeom prst="rect">
            <a:avLst/>
          </a:prstGeom>
        </p:spPr>
        <p:txBody>
          <a:bodyPr anchor="t">
            <a:normAutofit/>
          </a:bodyPr>
          <a:lstStyle>
            <a:lvl1pPr marL="0" indent="0" algn="l" defTabSz="914400" rtl="0" eaLnBrk="1" latinLnBrk="0" hangingPunct="1">
              <a:lnSpc>
                <a:spcPct val="114000"/>
              </a:lnSpc>
              <a:spcBef>
                <a:spcPct val="20000"/>
              </a:spcBef>
              <a:buFont typeface="Arial" pitchFamily="34" charset="0"/>
              <a:buNone/>
              <a:defRPr lang="en-GB" sz="2400" kern="1200" dirty="0">
                <a:solidFill>
                  <a:schemeClr val="bg1"/>
                </a:solidFill>
                <a:latin typeface="+mn-lt"/>
                <a:ea typeface="+mn-ea"/>
                <a:cs typeface="+mn-cs"/>
              </a:defRPr>
            </a:lvl1pPr>
          </a:lstStyle>
          <a:p>
            <a:r>
              <a:rPr lang="en-US" smtClean="0"/>
              <a:t>Click to edit Master title style</a:t>
            </a:r>
            <a:endParaRPr lang="en-GB" dirty="0"/>
          </a:p>
        </p:txBody>
      </p:sp>
      <p:sp>
        <p:nvSpPr>
          <p:cNvPr id="11" name="Text Placeholder 2"/>
          <p:cNvSpPr>
            <a:spLocks noGrp="1"/>
          </p:cNvSpPr>
          <p:nvPr>
            <p:ph type="body" idx="1"/>
          </p:nvPr>
        </p:nvSpPr>
        <p:spPr>
          <a:xfrm>
            <a:off x="634139" y="3275303"/>
            <a:ext cx="7084173" cy="1500187"/>
          </a:xfrm>
          <a:prstGeom prst="rect">
            <a:avLst/>
          </a:prstGeom>
        </p:spPr>
        <p:txBody>
          <a:bodyPr anchor="b">
            <a:normAutofit/>
          </a:bodyPr>
          <a:lstStyle>
            <a:lvl1pPr marL="0" indent="0">
              <a:lnSpc>
                <a:spcPct val="114000"/>
              </a:lnSpc>
              <a:buNone/>
              <a:defRPr lang="en-US" sz="3200" b="1" kern="1200" cap="all" dirty="0" smtClean="0">
                <a:solidFill>
                  <a:schemeClr val="bg1"/>
                </a:solidFill>
                <a:latin typeface="+mj-lt"/>
                <a:ea typeface="+mj-ea"/>
                <a:cs typeface="+mj-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Fußzeilenplatzhalter 7"/>
          <p:cNvSpPr>
            <a:spLocks noGrp="1"/>
          </p:cNvSpPr>
          <p:nvPr>
            <p:ph type="ftr" sz="quarter" idx="3"/>
          </p:nvPr>
        </p:nvSpPr>
        <p:spPr>
          <a:xfrm>
            <a:off x="2895467" y="6228680"/>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3"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solidFill>
                  <a:srgbClr val="003B5B"/>
                </a:solidFill>
              </a:rPr>
              <a:t>| Slide </a:t>
            </a:r>
            <a:fld id="{AC1C9A27-5D71-496E-AC2B-58C1CA833928}" type="slidenum">
              <a:rPr lang="en-GB" smtClean="0">
                <a:solidFill>
                  <a:srgbClr val="003B5B"/>
                </a:solidFill>
              </a:rPr>
              <a:pPr/>
              <a:t>‹#›</a:t>
            </a:fld>
            <a:endParaRPr lang="en-GB" dirty="0">
              <a:solidFill>
                <a:srgbClr val="003B5B"/>
              </a:solidFill>
            </a:endParaRPr>
          </a:p>
        </p:txBody>
      </p:sp>
      <p:sp>
        <p:nvSpPr>
          <p:cNvPr id="14"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812DD5D6-4D5B-45BC-BA4C-0FA4CAAF3394}" type="datetime1">
              <a:rPr lang="en-US" smtClean="0">
                <a:solidFill>
                  <a:srgbClr val="003B5B"/>
                </a:solidFill>
              </a:rPr>
              <a:pPr lvl="1"/>
              <a:t>6/1/2022</a:t>
            </a:fld>
            <a:endParaRPr lang="en-GB" dirty="0">
              <a:solidFill>
                <a:srgbClr val="003B5B"/>
              </a:solidFill>
            </a:endParaRPr>
          </a:p>
        </p:txBody>
      </p:sp>
    </p:spTree>
    <p:extLst>
      <p:ext uri="{BB962C8B-B14F-4D97-AF65-F5344CB8AC3E}">
        <p14:creationId xmlns:p14="http://schemas.microsoft.com/office/powerpoint/2010/main" val="2817001046"/>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SO_one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sp>
        <p:nvSpPr>
          <p:cNvPr id="8" name="Rechteck 6"/>
          <p:cNvSpPr/>
          <p:nvPr userDrawn="1"/>
        </p:nvSpPr>
        <p:spPr>
          <a:xfrm>
            <a:off x="0" y="0"/>
            <a:ext cx="237067" cy="237067"/>
          </a:xfrm>
          <a:prstGeom prst="rect">
            <a:avLst/>
          </a:prstGeom>
          <a:solidFill>
            <a:srgbClr val="033E5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21852"/>
            <a:ext cx="5853069" cy="5672506"/>
          </a:xfrm>
          <a:prstGeom prst="rect">
            <a:avLst/>
          </a:prstGeom>
        </p:spPr>
      </p:pic>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smtClean="0"/>
              <a:t>Click to edit Master title style</a:t>
            </a:r>
            <a:endParaRPr lang="en-GB" dirty="0"/>
          </a:p>
        </p:txBody>
      </p:sp>
      <p:sp>
        <p:nvSpPr>
          <p:cNvPr id="11" name="Content Placeholder 2"/>
          <p:cNvSpPr>
            <a:spLocks noGrp="1"/>
          </p:cNvSpPr>
          <p:nvPr>
            <p:ph idx="1"/>
          </p:nvPr>
        </p:nvSpPr>
        <p:spPr>
          <a:xfrm>
            <a:off x="457200" y="1134531"/>
            <a:ext cx="8229600" cy="4935600"/>
          </a:xfrm>
          <a:prstGeom prst="rect">
            <a:avLst/>
          </a:prstGeom>
        </p:spPr>
        <p:txBody>
          <a:bodyPr/>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2" name="Fußzeilenplatzhalter 7"/>
          <p:cNvSpPr>
            <a:spLocks noGrp="1"/>
          </p:cNvSpPr>
          <p:nvPr>
            <p:ph type="ftr" sz="quarter" idx="3"/>
          </p:nvPr>
        </p:nvSpPr>
        <p:spPr>
          <a:xfrm>
            <a:off x="2895467" y="6235030"/>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solidFill>
                  <a:srgbClr val="003B5B"/>
                </a:solidFill>
              </a:rPr>
              <a:t>| Slide </a:t>
            </a:r>
            <a:fld id="{AC1C9A27-5D71-496E-AC2B-58C1CA833928}" type="slidenum">
              <a:rPr lang="en-GB" smtClean="0">
                <a:solidFill>
                  <a:srgbClr val="003B5B"/>
                </a:solidFill>
              </a:rPr>
              <a:pPr/>
              <a:t>‹#›</a:t>
            </a:fld>
            <a:endParaRPr lang="en-GB" dirty="0">
              <a:solidFill>
                <a:srgbClr val="003B5B"/>
              </a:solidFill>
            </a:endParaRP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4AA8F6DC-237A-4057-8953-446ECCB83F9A}" type="datetime1">
              <a:rPr lang="en-US" smtClean="0">
                <a:solidFill>
                  <a:srgbClr val="003B5B"/>
                </a:solidFill>
              </a:rPr>
              <a:pPr lvl="1"/>
              <a:t>6/1/2022</a:t>
            </a:fld>
            <a:endParaRPr lang="en-GB" dirty="0">
              <a:solidFill>
                <a:srgbClr val="003B5B"/>
              </a:solidFill>
            </a:endParaRPr>
          </a:p>
        </p:txBody>
      </p:sp>
    </p:spTree>
    <p:extLst>
      <p:ext uri="{BB962C8B-B14F-4D97-AF65-F5344CB8AC3E}">
        <p14:creationId xmlns:p14="http://schemas.microsoft.com/office/powerpoint/2010/main" val="2765539453"/>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SO_two_column">
    <p:spTree>
      <p:nvGrpSpPr>
        <p:cNvPr id="1" name=""/>
        <p:cNvGrpSpPr/>
        <p:nvPr/>
      </p:nvGrpSpPr>
      <p:grpSpPr>
        <a:xfrm>
          <a:off x="0" y="0"/>
          <a:ext cx="0" cy="0"/>
          <a:chOff x="0" y="0"/>
          <a:chExt cx="0" cy="0"/>
        </a:xfrm>
      </p:grpSpPr>
      <p:sp>
        <p:nvSpPr>
          <p:cNvPr id="7"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sp>
        <p:nvSpPr>
          <p:cNvPr id="8" name="Rechteck 6"/>
          <p:cNvSpPr/>
          <p:nvPr userDrawn="1"/>
        </p:nvSpPr>
        <p:spPr>
          <a:xfrm>
            <a:off x="0" y="0"/>
            <a:ext cx="237067" cy="237067"/>
          </a:xfrm>
          <a:prstGeom prst="rect">
            <a:avLst/>
          </a:prstGeom>
          <a:solidFill>
            <a:srgbClr val="033E5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9" name="Bild 9" descr="NATO_Star.png"/>
          <p:cNvPicPr>
            <a:picLocks noChangeAspect="1"/>
          </p:cNvPicPr>
          <p:nvPr userDrawn="1"/>
        </p:nvPicPr>
        <p:blipFill>
          <a:blip r:embed="rId2">
            <a:alphaModFix amt="80000"/>
          </a:blip>
          <a:srcRect t="14047" r="35991"/>
          <a:stretch>
            <a:fillRect/>
          </a:stretch>
        </p:blipFill>
        <p:spPr>
          <a:xfrm>
            <a:off x="3301735" y="21852"/>
            <a:ext cx="5853069" cy="5672506"/>
          </a:xfrm>
          <a:prstGeom prst="rect">
            <a:avLst/>
          </a:prstGeom>
        </p:spPr>
      </p:pic>
      <p:sp>
        <p:nvSpPr>
          <p:cNvPr id="10"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smtClean="0"/>
              <a:t>Click to edit Master title style</a:t>
            </a:r>
            <a:endParaRPr lang="en-GB" dirty="0"/>
          </a:p>
        </p:txBody>
      </p:sp>
      <p:sp>
        <p:nvSpPr>
          <p:cNvPr id="11" name="Content Placeholder 2"/>
          <p:cNvSpPr>
            <a:spLocks noGrp="1"/>
          </p:cNvSpPr>
          <p:nvPr>
            <p:ph idx="1"/>
          </p:nvPr>
        </p:nvSpPr>
        <p:spPr>
          <a:xfrm>
            <a:off x="457200" y="1134531"/>
            <a:ext cx="8229600" cy="4935600"/>
          </a:xfrm>
          <a:prstGeom prst="rect">
            <a:avLst/>
          </a:prstGeom>
        </p:spPr>
        <p:txBody>
          <a:bodyPr numCol="2"/>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2" name="Fußzeilenplatzhalter 7"/>
          <p:cNvSpPr>
            <a:spLocks noGrp="1"/>
          </p:cNvSpPr>
          <p:nvPr>
            <p:ph type="ftr" sz="quarter" idx="3"/>
          </p:nvPr>
        </p:nvSpPr>
        <p:spPr>
          <a:xfrm>
            <a:off x="2895467" y="6238494"/>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smtClean="0"/>
              <a:t>NATO UNCLASSIFIED</a:t>
            </a:r>
            <a:endParaRPr lang="de-DE" dirty="0"/>
          </a:p>
        </p:txBody>
      </p:sp>
      <p:sp>
        <p:nvSpPr>
          <p:cNvPr id="1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solidFill>
                  <a:srgbClr val="003B5B"/>
                </a:solidFill>
              </a:rPr>
              <a:t>| Slide </a:t>
            </a:r>
            <a:fld id="{AC1C9A27-5D71-496E-AC2B-58C1CA833928}" type="slidenum">
              <a:rPr lang="en-GB" smtClean="0">
                <a:solidFill>
                  <a:srgbClr val="003B5B"/>
                </a:solidFill>
              </a:rPr>
              <a:pPr/>
              <a:t>‹#›</a:t>
            </a:fld>
            <a:endParaRPr lang="en-GB" dirty="0">
              <a:solidFill>
                <a:srgbClr val="003B5B"/>
              </a:solidFill>
            </a:endParaRPr>
          </a:p>
        </p:txBody>
      </p:sp>
      <p:sp>
        <p:nvSpPr>
          <p:cNvPr id="17"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58F7480C-BCFC-4B19-8927-2696323DB91D}" type="datetime1">
              <a:rPr lang="en-US" smtClean="0">
                <a:solidFill>
                  <a:srgbClr val="003B5B"/>
                </a:solidFill>
              </a:rPr>
              <a:pPr lvl="1"/>
              <a:t>6/1/2022</a:t>
            </a:fld>
            <a:endParaRPr lang="en-GB" dirty="0">
              <a:solidFill>
                <a:srgbClr val="003B5B"/>
              </a:solidFill>
            </a:endParaRPr>
          </a:p>
        </p:txBody>
      </p:sp>
    </p:spTree>
    <p:extLst>
      <p:ext uri="{BB962C8B-B14F-4D97-AF65-F5344CB8AC3E}">
        <p14:creationId xmlns:p14="http://schemas.microsoft.com/office/powerpoint/2010/main" val="749378699"/>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SO_separate_box">
    <p:spTree>
      <p:nvGrpSpPr>
        <p:cNvPr id="1" name=""/>
        <p:cNvGrpSpPr/>
        <p:nvPr/>
      </p:nvGrpSpPr>
      <p:grpSpPr>
        <a:xfrm>
          <a:off x="0" y="0"/>
          <a:ext cx="0" cy="0"/>
          <a:chOff x="0" y="0"/>
          <a:chExt cx="0" cy="0"/>
        </a:xfrm>
      </p:grpSpPr>
      <p:sp>
        <p:nvSpPr>
          <p:cNvPr id="8" name="Rechteck 4"/>
          <p:cNvSpPr/>
          <p:nvPr userDrawn="1"/>
        </p:nvSpPr>
        <p:spPr>
          <a:xfrm>
            <a:off x="0" y="0"/>
            <a:ext cx="9144000" cy="6184900"/>
          </a:xfrm>
          <a:prstGeom prst="rect">
            <a:avLst/>
          </a:prstGeom>
          <a:gradFill flip="none" rotWithShape="1">
            <a:gsLst>
              <a:gs pos="0">
                <a:srgbClr val="F0F0F0"/>
              </a:gs>
              <a:gs pos="100000">
                <a:srgbClr val="E6E6E6"/>
              </a:gs>
            </a:gsLst>
            <a:lin ang="5400000" scaled="0"/>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sp>
        <p:nvSpPr>
          <p:cNvPr id="9" name="Rechteck 6"/>
          <p:cNvSpPr/>
          <p:nvPr userDrawn="1"/>
        </p:nvSpPr>
        <p:spPr>
          <a:xfrm>
            <a:off x="0" y="0"/>
            <a:ext cx="237067" cy="237067"/>
          </a:xfrm>
          <a:prstGeom prst="rect">
            <a:avLst/>
          </a:prstGeom>
          <a:solidFill>
            <a:srgbClr val="033E5B">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10" name="Bild 9" descr="NATO_Star.png"/>
          <p:cNvPicPr>
            <a:picLocks noChangeAspect="1"/>
          </p:cNvPicPr>
          <p:nvPr userDrawn="1"/>
        </p:nvPicPr>
        <p:blipFill>
          <a:blip r:embed="rId2">
            <a:alphaModFix amt="80000"/>
          </a:blip>
          <a:srcRect t="14047" r="35991"/>
          <a:stretch>
            <a:fillRect/>
          </a:stretch>
        </p:blipFill>
        <p:spPr>
          <a:xfrm>
            <a:off x="3301735" y="21852"/>
            <a:ext cx="5853069" cy="5672506"/>
          </a:xfrm>
          <a:prstGeom prst="rect">
            <a:avLst/>
          </a:prstGeom>
        </p:spPr>
      </p:pic>
      <p:sp>
        <p:nvSpPr>
          <p:cNvPr id="11" name="Content Placeholder 2"/>
          <p:cNvSpPr>
            <a:spLocks noGrp="1"/>
          </p:cNvSpPr>
          <p:nvPr>
            <p:ph idx="1"/>
          </p:nvPr>
        </p:nvSpPr>
        <p:spPr>
          <a:xfrm>
            <a:off x="457200" y="1134531"/>
            <a:ext cx="55548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2" name="Title 1"/>
          <p:cNvSpPr>
            <a:spLocks noGrp="1"/>
          </p:cNvSpPr>
          <p:nvPr>
            <p:ph type="title"/>
          </p:nvPr>
        </p:nvSpPr>
        <p:spPr>
          <a:xfrm>
            <a:off x="457200" y="273600"/>
            <a:ext cx="8229600" cy="748800"/>
          </a:xfrm>
          <a:prstGeom prst="rect">
            <a:avLst/>
          </a:prstGeom>
        </p:spPr>
        <p:txBody>
          <a:bodyPr anchor="b"/>
          <a:lstStyle>
            <a:lvl1pPr algn="l">
              <a:defRPr lang="en-GB" sz="2400" b="1" kern="1200" dirty="0">
                <a:solidFill>
                  <a:srgbClr val="003C5A"/>
                </a:solidFill>
                <a:latin typeface="Arial"/>
                <a:ea typeface="+mj-ea"/>
                <a:cs typeface="Arial"/>
              </a:defRPr>
            </a:lvl1pPr>
          </a:lstStyle>
          <a:p>
            <a:r>
              <a:rPr lang="en-US" smtClean="0"/>
              <a:t>Click to edit Master title style</a:t>
            </a:r>
            <a:endParaRPr lang="en-GB" dirty="0"/>
          </a:p>
        </p:txBody>
      </p:sp>
      <p:sp>
        <p:nvSpPr>
          <p:cNvPr id="13" name="Content Placeholder 2"/>
          <p:cNvSpPr>
            <a:spLocks noGrp="1"/>
          </p:cNvSpPr>
          <p:nvPr>
            <p:ph idx="10"/>
          </p:nvPr>
        </p:nvSpPr>
        <p:spPr>
          <a:xfrm>
            <a:off x="6289200" y="1134531"/>
            <a:ext cx="2397600" cy="4935600"/>
          </a:xfrm>
          <a:prstGeom prst="rect">
            <a:avLst/>
          </a:prstGeom>
        </p:spPr>
        <p:txBody>
          <a:bodyPr numCol="1"/>
          <a:lstStyle>
            <a:lvl1pPr marL="0" indent="0">
              <a:lnSpc>
                <a:spcPct val="114000"/>
              </a:lnSpc>
              <a:buNone/>
              <a:defRPr lang="en-US" sz="2000" b="1" i="0" kern="1200" dirty="0" smtClean="0">
                <a:solidFill>
                  <a:srgbClr val="003D5C"/>
                </a:solidFill>
                <a:latin typeface="Arial"/>
                <a:ea typeface="+mn-ea"/>
                <a:cs typeface="Arial"/>
              </a:defRPr>
            </a:lvl1pPr>
            <a:lvl2pPr marL="0" indent="0">
              <a:lnSpc>
                <a:spcPct val="114000"/>
              </a:lnSpc>
              <a:buNone/>
              <a:defRPr lang="en-US" sz="1800" kern="1200" dirty="0" smtClean="0">
                <a:solidFill>
                  <a:srgbClr val="003D5C"/>
                </a:solidFill>
                <a:latin typeface="Arial" pitchFamily="34" charset="0"/>
                <a:ea typeface="+mn-ea"/>
                <a:cs typeface="Arial" pitchFamily="34" charset="0"/>
              </a:defRPr>
            </a:lvl2pPr>
            <a:lvl3pPr marL="723900" indent="-228600">
              <a:lnSpc>
                <a:spcPct val="114000"/>
              </a:lnSpc>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nSpc>
                <a:spcPct val="114000"/>
              </a:lnSpc>
              <a:defRPr lang="en-US" sz="1600" kern="1200" dirty="0" smtClean="0">
                <a:solidFill>
                  <a:srgbClr val="003D5C"/>
                </a:solidFill>
                <a:latin typeface="Arial"/>
                <a:ea typeface="+mn-ea"/>
                <a:cs typeface="Arial"/>
              </a:defRPr>
            </a:lvl4pPr>
            <a:lvl5pPr marL="1828800" indent="0">
              <a:buNone/>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14" name="Fußzeilenplatzhalter 7"/>
          <p:cNvSpPr>
            <a:spLocks noGrp="1"/>
          </p:cNvSpPr>
          <p:nvPr>
            <p:ph type="ftr" sz="quarter" idx="3"/>
          </p:nvPr>
        </p:nvSpPr>
        <p:spPr>
          <a:xfrm>
            <a:off x="2895467" y="6238494"/>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smtClean="0"/>
              <a:t>NATO UNCLASSIFIED</a:t>
            </a:r>
            <a:endParaRPr lang="de-DE" dirty="0"/>
          </a:p>
        </p:txBody>
      </p:sp>
      <p:sp>
        <p:nvSpPr>
          <p:cNvPr id="18"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solidFill>
                  <a:srgbClr val="003B5B"/>
                </a:solidFill>
              </a:rPr>
              <a:t>| Slide </a:t>
            </a:r>
            <a:fld id="{AC1C9A27-5D71-496E-AC2B-58C1CA833928}" type="slidenum">
              <a:rPr lang="en-GB" smtClean="0">
                <a:solidFill>
                  <a:srgbClr val="003B5B"/>
                </a:solidFill>
              </a:rPr>
              <a:pPr/>
              <a:t>‹#›</a:t>
            </a:fld>
            <a:endParaRPr lang="en-GB" dirty="0">
              <a:solidFill>
                <a:srgbClr val="003B5B"/>
              </a:solidFill>
            </a:endParaRPr>
          </a:p>
        </p:txBody>
      </p:sp>
      <p:sp>
        <p:nvSpPr>
          <p:cNvPr id="19"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6C1E617F-2149-4774-B468-9B635344F74C}" type="datetime1">
              <a:rPr lang="en-US" smtClean="0">
                <a:solidFill>
                  <a:srgbClr val="003B5B"/>
                </a:solidFill>
              </a:rPr>
              <a:pPr lvl="1"/>
              <a:t>6/1/2022</a:t>
            </a:fld>
            <a:endParaRPr lang="en-GB" dirty="0">
              <a:solidFill>
                <a:srgbClr val="003B5B"/>
              </a:solidFill>
            </a:endParaRPr>
          </a:p>
        </p:txBody>
      </p:sp>
    </p:spTree>
    <p:extLst>
      <p:ext uri="{BB962C8B-B14F-4D97-AF65-F5344CB8AC3E}">
        <p14:creationId xmlns:p14="http://schemas.microsoft.com/office/powerpoint/2010/main" val="1208565564"/>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8313" y="188913"/>
            <a:ext cx="7283450" cy="561975"/>
          </a:xfrm>
          <a:prstGeom prst="rect">
            <a:avLst/>
          </a:prstGeom>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fld id="{C0A889C8-793E-471D-8778-193C3B57E2D0}" type="datetime1">
              <a:rPr lang="en-GB">
                <a:solidFill>
                  <a:srgbClr val="000000">
                    <a:tint val="75000"/>
                  </a:srgbClr>
                </a:solidFill>
              </a:rPr>
              <a:pPr>
                <a:defRPr/>
              </a:pPr>
              <a:t>01/06/2022</a:t>
            </a:fld>
            <a:endParaRPr lang="en-GB">
              <a:solidFill>
                <a:srgbClr val="000000">
                  <a:tint val="75000"/>
                </a:srgbClr>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r>
              <a:rPr lang="en-US"/>
              <a:t>NATO UNCLASSIFIED</a:t>
            </a:r>
          </a:p>
        </p:txBody>
      </p:sp>
      <p:sp>
        <p:nvSpPr>
          <p:cNvPr id="5" name="Rectangle 6"/>
          <p:cNvSpPr>
            <a:spLocks noGrp="1" noChangeArrowheads="1"/>
          </p:cNvSpPr>
          <p:nvPr>
            <p:ph type="sldNum" sz="quarter" idx="12"/>
          </p:nvPr>
        </p:nvSpPr>
        <p:spPr>
          <a:ln/>
        </p:spPr>
        <p:txBody>
          <a:bodyPr/>
          <a:lstStyle>
            <a:lvl1pPr>
              <a:defRPr/>
            </a:lvl1pPr>
          </a:lstStyle>
          <a:p>
            <a:pPr>
              <a:defRPr/>
            </a:pPr>
            <a:fld id="{199588F3-4375-467B-8CC6-19AEC79E24EE}" type="slidenum">
              <a:rPr lang="en-US" altLang="nl-BE">
                <a:solidFill>
                  <a:srgbClr val="003B5B"/>
                </a:solidFill>
              </a:rPr>
              <a:pPr>
                <a:defRPr/>
              </a:pPr>
              <a:t>‹#›</a:t>
            </a:fld>
            <a:endParaRPr lang="en-US" altLang="nl-BE">
              <a:solidFill>
                <a:srgbClr val="003B5B"/>
              </a:solidFill>
            </a:endParaRPr>
          </a:p>
        </p:txBody>
      </p:sp>
    </p:spTree>
    <p:extLst>
      <p:ext uri="{BB962C8B-B14F-4D97-AF65-F5344CB8AC3E}">
        <p14:creationId xmlns:p14="http://schemas.microsoft.com/office/powerpoint/2010/main" val="419973291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8313" y="188913"/>
            <a:ext cx="7283450" cy="561975"/>
          </a:xfrm>
          <a:prstGeom prst="rect">
            <a:avLst/>
          </a:prstGeom>
        </p:spPr>
        <p:txBody>
          <a:bodyPr/>
          <a:lstStyle/>
          <a:p>
            <a:r>
              <a:rPr lang="en-US" smtClean="0"/>
              <a:t>Click to edit Master title style</a:t>
            </a:r>
            <a:endParaRPr lang="en-GB"/>
          </a:p>
        </p:txBody>
      </p:sp>
      <p:sp>
        <p:nvSpPr>
          <p:cNvPr id="3" name="Content Placeholder 2"/>
          <p:cNvSpPr>
            <a:spLocks noGrp="1"/>
          </p:cNvSpPr>
          <p:nvPr>
            <p:ph idx="1"/>
          </p:nvPr>
        </p:nvSpPr>
        <p:spPr>
          <a:xfrm>
            <a:off x="457200" y="1412875"/>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5716EC7F-A5B0-4B63-9C24-905C09478305}" type="datetime1">
              <a:rPr lang="en-GB">
                <a:solidFill>
                  <a:srgbClr val="000000">
                    <a:tint val="75000"/>
                  </a:srgbClr>
                </a:solidFill>
              </a:rPr>
              <a:pPr>
                <a:defRPr/>
              </a:pPr>
              <a:t>01/06/2022</a:t>
            </a:fld>
            <a:endParaRPr lang="en-GB">
              <a:solidFill>
                <a:srgbClr val="000000">
                  <a:tint val="75000"/>
                </a:srgbClr>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r>
              <a:rPr lang="en-US"/>
              <a:t>NATO UNCLASSIFIED</a:t>
            </a:r>
          </a:p>
        </p:txBody>
      </p:sp>
      <p:sp>
        <p:nvSpPr>
          <p:cNvPr id="6" name="Rectangle 6"/>
          <p:cNvSpPr>
            <a:spLocks noGrp="1" noChangeArrowheads="1"/>
          </p:cNvSpPr>
          <p:nvPr>
            <p:ph type="sldNum" sz="quarter" idx="12"/>
          </p:nvPr>
        </p:nvSpPr>
        <p:spPr>
          <a:ln/>
        </p:spPr>
        <p:txBody>
          <a:bodyPr/>
          <a:lstStyle>
            <a:lvl1pPr>
              <a:defRPr/>
            </a:lvl1pPr>
          </a:lstStyle>
          <a:p>
            <a:pPr>
              <a:defRPr/>
            </a:pPr>
            <a:fld id="{6D168024-27CD-4560-B21C-576C41101236}" type="slidenum">
              <a:rPr lang="en-US" altLang="nl-BE">
                <a:solidFill>
                  <a:srgbClr val="003B5B"/>
                </a:solidFill>
              </a:rPr>
              <a:pPr>
                <a:defRPr/>
              </a:pPr>
              <a:t>‹#›</a:t>
            </a:fld>
            <a:endParaRPr lang="en-US" altLang="nl-BE">
              <a:solidFill>
                <a:srgbClr val="003B5B"/>
              </a:solidFill>
            </a:endParaRPr>
          </a:p>
        </p:txBody>
      </p:sp>
    </p:spTree>
    <p:extLst>
      <p:ext uri="{BB962C8B-B14F-4D97-AF65-F5344CB8AC3E}">
        <p14:creationId xmlns:p14="http://schemas.microsoft.com/office/powerpoint/2010/main" val="16564920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3.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2.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image" Target="../media/image7.gif"/><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theme" Target="../theme/theme3.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18.xml"/><Relationship Id="rId7" Type="http://schemas.openxmlformats.org/officeDocument/2006/relationships/image" Target="../media/image8.gif"/><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image" Target="../media/image2.png"/><Relationship Id="rId5" Type="http://schemas.openxmlformats.org/officeDocument/2006/relationships/theme" Target="../theme/theme4.xml"/><Relationship Id="rId4" Type="http://schemas.openxmlformats.org/officeDocument/2006/relationships/slideLayout" Target="../slideLayouts/slideLayout19.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22.xml"/><Relationship Id="rId7" Type="http://schemas.openxmlformats.org/officeDocument/2006/relationships/image" Target="../media/image9.gif"/><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image" Target="../media/image2.png"/><Relationship Id="rId5" Type="http://schemas.openxmlformats.org/officeDocument/2006/relationships/theme" Target="../theme/theme5.xml"/><Relationship Id="rId4" Type="http://schemas.openxmlformats.org/officeDocument/2006/relationships/slideLayout" Target="../slideLayouts/slideLayout23.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26.xml"/><Relationship Id="rId7" Type="http://schemas.openxmlformats.org/officeDocument/2006/relationships/image" Target="../media/image10.gif"/><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image" Target="../media/image2.png"/><Relationship Id="rId5" Type="http://schemas.openxmlformats.org/officeDocument/2006/relationships/theme" Target="../theme/theme6.xml"/><Relationship Id="rId4" Type="http://schemas.openxmlformats.org/officeDocument/2006/relationships/slideLayout" Target="../slideLayouts/slideLayout27.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0.xml"/><Relationship Id="rId7" Type="http://schemas.openxmlformats.org/officeDocument/2006/relationships/image" Target="../media/image11.gif"/><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image" Target="../media/image2.png"/><Relationship Id="rId5" Type="http://schemas.openxmlformats.org/officeDocument/2006/relationships/theme" Target="../theme/theme7.xml"/><Relationship Id="rId4" Type="http://schemas.openxmlformats.org/officeDocument/2006/relationships/slideLayout" Target="../slideLayouts/slideLayout31.xml"/><Relationship Id="rId9" Type="http://schemas.openxmlformats.org/officeDocument/2006/relationships/image" Target="../media/image4.png"/></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4.xml"/><Relationship Id="rId7" Type="http://schemas.openxmlformats.org/officeDocument/2006/relationships/image" Target="../media/image12.gif"/><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image" Target="../media/image2.png"/><Relationship Id="rId5" Type="http://schemas.openxmlformats.org/officeDocument/2006/relationships/theme" Target="../theme/theme8.xml"/><Relationship Id="rId4" Type="http://schemas.openxmlformats.org/officeDocument/2006/relationships/slideLayout" Target="../slideLayouts/slideLayout35.xml"/><Relationship Id="rId9" Type="http://schemas.openxmlformats.org/officeDocument/2006/relationships/image" Target="../media/image4.png"/></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38.xml"/><Relationship Id="rId7" Type="http://schemas.openxmlformats.org/officeDocument/2006/relationships/image" Target="../media/image4.png"/><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image" Target="../media/image2.png"/><Relationship Id="rId5" Type="http://schemas.openxmlformats.org/officeDocument/2006/relationships/theme" Target="../theme/theme9.xml"/><Relationship Id="rId4" Type="http://schemas.openxmlformats.org/officeDocument/2006/relationships/slideLayout" Target="../slideLayouts/slideLayout39.xml"/></Relationships>
</file>

<file path=ppt/slideMasters/_rels/slideMaster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42.xml"/><Relationship Id="rId7" Type="http://schemas.openxmlformats.org/officeDocument/2006/relationships/theme" Target="../theme/theme10.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5" Type="http://schemas.openxmlformats.org/officeDocument/2006/relationships/slideLayout" Target="../slideLayouts/slideLayout44.xml"/><Relationship Id="rId10" Type="http://schemas.openxmlformats.org/officeDocument/2006/relationships/image" Target="../media/image4.png"/><Relationship Id="rId4" Type="http://schemas.openxmlformats.org/officeDocument/2006/relationships/slideLayout" Target="../slideLayouts/slideLayout43.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Bild 6" descr="Logo_NATO_School_Logo_RGB.jpg"/>
          <p:cNvPicPr>
            <a:picLocks noChangeAspect="1"/>
          </p:cNvPicPr>
          <p:nvPr/>
        </p:nvPicPr>
        <p:blipFill>
          <a:blip r:embed="rId3"/>
          <a:stretch>
            <a:fillRect/>
          </a:stretch>
        </p:blipFill>
        <p:spPr>
          <a:xfrm>
            <a:off x="1578713" y="2819671"/>
            <a:ext cx="6132628" cy="1462888"/>
          </a:xfrm>
          <a:prstGeom prst="rect">
            <a:avLst/>
          </a:prstGeom>
        </p:spPr>
      </p:pic>
    </p:spTree>
    <p:extLst>
      <p:ext uri="{BB962C8B-B14F-4D97-AF65-F5344CB8AC3E}">
        <p14:creationId xmlns:p14="http://schemas.microsoft.com/office/powerpoint/2010/main" val="4213202153"/>
      </p:ext>
    </p:extLst>
  </p:cSld>
  <p:clrMap bg1="lt1" tx1="dk1" bg2="lt2" tx2="dk2" accent1="accent1" accent2="accent2" accent3="accent3" accent4="accent4" accent5="accent5" accent6="accent6" hlink="hlink" folHlink="folHlink"/>
  <p:sldLayoutIdLst>
    <p:sldLayoutId id="2147483745" r:id="rId1"/>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Bild 11" descr="Logo.png"/>
          <p:cNvPicPr>
            <a:picLocks noChangeAspect="1"/>
          </p:cNvPicPr>
          <p:nvPr/>
        </p:nvPicPr>
        <p:blipFill>
          <a:blip r:embed="rId12"/>
          <a:stretch>
            <a:fillRect/>
          </a:stretch>
        </p:blipFill>
        <p:spPr>
          <a:xfrm>
            <a:off x="7586961" y="6382657"/>
            <a:ext cx="1256817" cy="275186"/>
          </a:xfrm>
          <a:prstGeom prst="rect">
            <a:avLst/>
          </a:prstGeom>
        </p:spPr>
      </p:pic>
      <p:sp>
        <p:nvSpPr>
          <p:cNvPr id="8" name="Rechteck 15"/>
          <p:cNvSpPr/>
          <p:nvPr/>
        </p:nvSpPr>
        <p:spPr>
          <a:xfrm>
            <a:off x="-1" y="0"/>
            <a:ext cx="9144000" cy="6858000"/>
          </a:xfrm>
          <a:prstGeom prst="rect">
            <a:avLst/>
          </a:prstGeom>
          <a:solidFill>
            <a:srgbClr val="003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16" descr="NATO_Star.png"/>
          <p:cNvPicPr>
            <a:picLocks noChangeAspect="1"/>
          </p:cNvPicPr>
          <p:nvPr/>
        </p:nvPicPr>
        <p:blipFill>
          <a:blip r:embed="rId13">
            <a:alphaModFix amt="20000"/>
          </a:blip>
          <a:srcRect t="14047" r="35991"/>
          <a:stretch>
            <a:fillRect/>
          </a:stretch>
        </p:blipFill>
        <p:spPr>
          <a:xfrm>
            <a:off x="3301735" y="9152"/>
            <a:ext cx="5853069" cy="5672506"/>
          </a:xfrm>
          <a:prstGeom prst="rect">
            <a:avLst/>
          </a:prstGeom>
        </p:spPr>
      </p:pic>
      <p:sp>
        <p:nvSpPr>
          <p:cNvPr id="10" name="Rechteck 17"/>
          <p:cNvSpPr/>
          <p:nvPr/>
        </p:nvSpPr>
        <p:spPr>
          <a:xfrm>
            <a:off x="-1"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1" name="Bild 18" descr="Logo.png"/>
          <p:cNvPicPr>
            <a:picLocks noChangeAspect="1"/>
          </p:cNvPicPr>
          <p:nvPr/>
        </p:nvPicPr>
        <p:blipFill>
          <a:blip r:embed="rId12"/>
          <a:stretch>
            <a:fillRect/>
          </a:stretch>
        </p:blipFill>
        <p:spPr>
          <a:xfrm>
            <a:off x="7586961" y="6395415"/>
            <a:ext cx="1256817" cy="275186"/>
          </a:xfrm>
          <a:prstGeom prst="rect">
            <a:avLst/>
          </a:prstGeom>
        </p:spPr>
      </p:pic>
      <p:sp>
        <p:nvSpPr>
          <p:cNvPr id="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2"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4"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6BB2860-EF96-4CDF-BD58-09AA1E5EAA08}" type="datetime1">
              <a:rPr lang="en-US" smtClean="0"/>
              <a:t>6/1/2022</a:t>
            </a:fld>
            <a:endParaRPr lang="en-GB" dirty="0"/>
          </a:p>
        </p:txBody>
      </p:sp>
      <p:grpSp>
        <p:nvGrpSpPr>
          <p:cNvPr id="13" name="Group 12"/>
          <p:cNvGrpSpPr/>
          <p:nvPr userDrawn="1"/>
        </p:nvGrpSpPr>
        <p:grpSpPr>
          <a:xfrm>
            <a:off x="299863" y="6221651"/>
            <a:ext cx="2692002" cy="563779"/>
            <a:chOff x="299863" y="6221651"/>
            <a:chExt cx="2692002" cy="563779"/>
          </a:xfrm>
        </p:grpSpPr>
        <p:sp>
          <p:nvSpPr>
            <p:cNvPr id="14" name="Textfeld 10"/>
            <p:cNvSpPr txBox="1"/>
            <p:nvPr/>
          </p:nvSpPr>
          <p:spPr>
            <a:xfrm>
              <a:off x="705863" y="6236165"/>
              <a:ext cx="2286002" cy="523220"/>
            </a:xfrm>
            <a:prstGeom prst="rect">
              <a:avLst/>
            </a:prstGeom>
            <a:noFill/>
          </p:spPr>
          <p:txBody>
            <a:bodyPr wrap="square" rtlCol="0">
              <a:spAutoFit/>
            </a:bodyPr>
            <a:lstStyle/>
            <a:p>
              <a:r>
                <a:rPr lang="en-US" sz="1400" b="1" dirty="0" smtClean="0">
                  <a:solidFill>
                    <a:schemeClr val="tx2"/>
                  </a:solidFill>
                </a:rPr>
                <a:t>Supreme Headquarters Allied Powers Europe</a:t>
              </a:r>
              <a:endParaRPr lang="en-US" sz="1400" b="1" dirty="0">
                <a:solidFill>
                  <a:schemeClr val="tx2"/>
                </a:solidFill>
              </a:endParaRPr>
            </a:p>
          </p:txBody>
        </p:sp>
        <p:pic>
          <p:nvPicPr>
            <p:cNvPr id="15" name="Picture 2" descr="http://en.academic.ru/pictures/enwiki/83/Shape_big.pn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9863" y="6221651"/>
              <a:ext cx="427415" cy="5637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74323189"/>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805" r:id="rId5"/>
    <p:sldLayoutId id="2147483809" r:id="rId6"/>
    <p:sldLayoutId id="2147483810" r:id="rId7"/>
    <p:sldLayoutId id="2147483811" r:id="rId8"/>
    <p:sldLayoutId id="2147483825" r:id="rId9"/>
    <p:sldLayoutId id="2147483833" r:id="rId10"/>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0"/>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8" name="Bild 11" descr="Logo.png"/>
          <p:cNvPicPr>
            <a:picLocks noChangeAspect="1"/>
          </p:cNvPicPr>
          <p:nvPr/>
        </p:nvPicPr>
        <p:blipFill>
          <a:blip r:embed="rId6"/>
          <a:stretch>
            <a:fillRect/>
          </a:stretch>
        </p:blipFill>
        <p:spPr>
          <a:xfrm>
            <a:off x="7586961" y="6382657"/>
            <a:ext cx="1256817" cy="275186"/>
          </a:xfrm>
          <a:prstGeom prst="rect">
            <a:avLst/>
          </a:prstGeom>
        </p:spPr>
      </p:pic>
      <p:sp>
        <p:nvSpPr>
          <p:cNvPr id="9" name="Rechteck 15"/>
          <p:cNvSpPr/>
          <p:nvPr/>
        </p:nvSpPr>
        <p:spPr>
          <a:xfrm>
            <a:off x="0" y="0"/>
            <a:ext cx="9144000" cy="6858000"/>
          </a:xfrm>
          <a:prstGeom prst="rect">
            <a:avLst/>
          </a:prstGeom>
          <a:solidFill>
            <a:srgbClr val="B43C19">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0" name="Rechteck 17"/>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1" name="Bild 18" descr="Logo.png"/>
          <p:cNvPicPr>
            <a:picLocks noChangeAspect="1"/>
          </p:cNvPicPr>
          <p:nvPr/>
        </p:nvPicPr>
        <p:blipFill>
          <a:blip r:embed="rId6"/>
          <a:stretch>
            <a:fillRect/>
          </a:stretch>
        </p:blipFill>
        <p:spPr>
          <a:xfrm>
            <a:off x="7586961" y="6395415"/>
            <a:ext cx="1256817" cy="275186"/>
          </a:xfrm>
          <a:prstGeom prst="rect">
            <a:avLst/>
          </a:prstGeom>
        </p:spPr>
      </p:pic>
      <p:pic>
        <p:nvPicPr>
          <p:cNvPr id="12" name="Bild 7" descr="INTEL_icon.gif"/>
          <p:cNvPicPr>
            <a:picLocks noChangeAspect="1"/>
          </p:cNvPicPr>
          <p:nvPr/>
        </p:nvPicPr>
        <p:blipFill>
          <a:blip r:embed="rId7"/>
          <a:stretch>
            <a:fillRect/>
          </a:stretch>
        </p:blipFill>
        <p:spPr>
          <a:xfrm>
            <a:off x="0" y="0"/>
            <a:ext cx="741459" cy="701016"/>
          </a:xfrm>
          <a:prstGeom prst="rect">
            <a:avLst/>
          </a:prstGeom>
        </p:spPr>
      </p:pic>
      <p:pic>
        <p:nvPicPr>
          <p:cNvPr id="13" name="Bild 8" descr="NATO_Star.png"/>
          <p:cNvPicPr>
            <a:picLocks noChangeAspect="1"/>
          </p:cNvPicPr>
          <p:nvPr/>
        </p:nvPicPr>
        <p:blipFill>
          <a:blip r:embed="rId8">
            <a:alphaModFix amt="40000"/>
          </a:blip>
          <a:srcRect t="14047" r="35991"/>
          <a:stretch>
            <a:fillRect/>
          </a:stretch>
        </p:blipFill>
        <p:spPr>
          <a:xfrm>
            <a:off x="3301735" y="9152"/>
            <a:ext cx="5853069" cy="5672506"/>
          </a:xfrm>
          <a:prstGeom prst="rect">
            <a:avLst/>
          </a:prstGeom>
        </p:spPr>
      </p:pic>
      <p:sp>
        <p:nvSpPr>
          <p:cNvPr id="19"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20"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21"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54B823F6-0441-4E7B-9B4C-A1EEE067147A}" type="datetime1">
              <a:rPr lang="en-US" smtClean="0"/>
              <a:t>6/1/2022</a:t>
            </a:fld>
            <a:endParaRPr lang="en-GB" dirty="0"/>
          </a:p>
        </p:txBody>
      </p:sp>
      <p:grpSp>
        <p:nvGrpSpPr>
          <p:cNvPr id="14" name="Group 13"/>
          <p:cNvGrpSpPr/>
          <p:nvPr userDrawn="1"/>
        </p:nvGrpSpPr>
        <p:grpSpPr>
          <a:xfrm>
            <a:off x="299863" y="6221651"/>
            <a:ext cx="2692002" cy="563779"/>
            <a:chOff x="299863" y="6221651"/>
            <a:chExt cx="2692002" cy="563779"/>
          </a:xfrm>
        </p:grpSpPr>
        <p:sp>
          <p:nvSpPr>
            <p:cNvPr id="15" name="Textfeld 10"/>
            <p:cNvSpPr txBox="1"/>
            <p:nvPr/>
          </p:nvSpPr>
          <p:spPr>
            <a:xfrm>
              <a:off x="705863" y="6236165"/>
              <a:ext cx="2286002" cy="523220"/>
            </a:xfrm>
            <a:prstGeom prst="rect">
              <a:avLst/>
            </a:prstGeom>
            <a:noFill/>
          </p:spPr>
          <p:txBody>
            <a:bodyPr wrap="square" rtlCol="0">
              <a:spAutoFit/>
            </a:bodyPr>
            <a:lstStyle/>
            <a:p>
              <a:r>
                <a:rPr lang="en-US" sz="1400" b="1" dirty="0" smtClean="0">
                  <a:solidFill>
                    <a:schemeClr val="tx2"/>
                  </a:solidFill>
                </a:rPr>
                <a:t>Supreme Headquarters Allied Powers Europe</a:t>
              </a:r>
              <a:endParaRPr lang="en-US" sz="1400" b="1" dirty="0">
                <a:solidFill>
                  <a:schemeClr val="tx2"/>
                </a:solidFill>
              </a:endParaRPr>
            </a:p>
          </p:txBody>
        </p:sp>
        <p:pic>
          <p:nvPicPr>
            <p:cNvPr id="16" name="Picture 2" descr="http://en.academic.ru/pictures/enwiki/83/Shape_big.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9863" y="6221651"/>
              <a:ext cx="427415" cy="5637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86536578"/>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8"/>
          <p:cNvSpPr/>
          <p:nvPr/>
        </p:nvSpPr>
        <p:spPr>
          <a:xfrm>
            <a:off x="0" y="9152"/>
            <a:ext cx="9144000" cy="6858000"/>
          </a:xfrm>
          <a:prstGeom prst="rect">
            <a:avLst/>
          </a:prstGeom>
          <a:solidFill>
            <a:srgbClr val="0C909D">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Rechteck 6"/>
          <p:cNvSpPr/>
          <p:nvPr/>
        </p:nvSpPr>
        <p:spPr>
          <a:xfrm>
            <a:off x="-3710" y="6178894"/>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7" descr="Logo.png"/>
          <p:cNvPicPr>
            <a:picLocks noChangeAspect="1"/>
          </p:cNvPicPr>
          <p:nvPr/>
        </p:nvPicPr>
        <p:blipFill>
          <a:blip r:embed="rId6"/>
          <a:stretch>
            <a:fillRect/>
          </a:stretch>
        </p:blipFill>
        <p:spPr>
          <a:xfrm>
            <a:off x="7586961" y="6382657"/>
            <a:ext cx="1256817" cy="275186"/>
          </a:xfrm>
          <a:prstGeom prst="rect">
            <a:avLst/>
          </a:prstGeom>
        </p:spPr>
      </p:pic>
      <p:pic>
        <p:nvPicPr>
          <p:cNvPr id="11" name="Bild 12" descr="COSEC_icon.gif"/>
          <p:cNvPicPr>
            <a:picLocks noChangeAspect="1"/>
          </p:cNvPicPr>
          <p:nvPr/>
        </p:nvPicPr>
        <p:blipFill>
          <a:blip r:embed="rId7"/>
          <a:stretch>
            <a:fillRect/>
          </a:stretch>
        </p:blipFill>
        <p:spPr>
          <a:xfrm>
            <a:off x="0" y="0"/>
            <a:ext cx="741459" cy="701016"/>
          </a:xfrm>
          <a:prstGeom prst="rect">
            <a:avLst/>
          </a:prstGeom>
        </p:spPr>
      </p:pic>
      <p:pic>
        <p:nvPicPr>
          <p:cNvPr id="12" name="Bild 13" descr="NATO_Star.png"/>
          <p:cNvPicPr>
            <a:picLocks noChangeAspect="1"/>
          </p:cNvPicPr>
          <p:nvPr/>
        </p:nvPicPr>
        <p:blipFill>
          <a:blip r:embed="rId8">
            <a:alphaModFix amt="40000"/>
          </a:blip>
          <a:srcRect t="14047" r="35991"/>
          <a:stretch>
            <a:fillRect/>
          </a:stretch>
        </p:blipFill>
        <p:spPr>
          <a:xfrm>
            <a:off x="3301735" y="9152"/>
            <a:ext cx="5853069" cy="5672506"/>
          </a:xfrm>
          <a:prstGeom prst="rect">
            <a:avLst/>
          </a:prstGeom>
        </p:spPr>
      </p:pic>
      <p:sp>
        <p:nvSpPr>
          <p:cNvPr id="26"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2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2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F0761BA9-D523-4F2C-A54B-550E0BB6EC21}" type="datetime1">
              <a:rPr lang="en-US" smtClean="0"/>
              <a:t>6/1/2022</a:t>
            </a:fld>
            <a:endParaRPr lang="en-GB" dirty="0"/>
          </a:p>
        </p:txBody>
      </p:sp>
      <p:grpSp>
        <p:nvGrpSpPr>
          <p:cNvPr id="10" name="Group 9"/>
          <p:cNvGrpSpPr/>
          <p:nvPr userDrawn="1"/>
        </p:nvGrpSpPr>
        <p:grpSpPr>
          <a:xfrm>
            <a:off x="299863" y="6221651"/>
            <a:ext cx="2692002" cy="563779"/>
            <a:chOff x="299863" y="6221651"/>
            <a:chExt cx="2692002" cy="563779"/>
          </a:xfrm>
        </p:grpSpPr>
        <p:sp>
          <p:nvSpPr>
            <p:cNvPr id="13" name="Textfeld 10"/>
            <p:cNvSpPr txBox="1"/>
            <p:nvPr/>
          </p:nvSpPr>
          <p:spPr>
            <a:xfrm>
              <a:off x="705863" y="6236165"/>
              <a:ext cx="2286002" cy="523220"/>
            </a:xfrm>
            <a:prstGeom prst="rect">
              <a:avLst/>
            </a:prstGeom>
            <a:noFill/>
          </p:spPr>
          <p:txBody>
            <a:bodyPr wrap="square" rtlCol="0">
              <a:spAutoFit/>
            </a:bodyPr>
            <a:lstStyle/>
            <a:p>
              <a:r>
                <a:rPr lang="en-US" sz="1400" b="1" dirty="0" smtClean="0">
                  <a:solidFill>
                    <a:schemeClr val="tx2"/>
                  </a:solidFill>
                </a:rPr>
                <a:t>Supreme Headquarters Allied Powers Europe</a:t>
              </a:r>
              <a:endParaRPr lang="en-US" sz="1400" b="1" dirty="0">
                <a:solidFill>
                  <a:schemeClr val="tx2"/>
                </a:solidFill>
              </a:endParaRPr>
            </a:p>
          </p:txBody>
        </p:sp>
        <p:pic>
          <p:nvPicPr>
            <p:cNvPr id="14" name="Picture 2" descr="http://en.academic.ru/pictures/enwiki/83/Shape_big.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9863" y="6221651"/>
              <a:ext cx="427415" cy="5637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49635707"/>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71" r:id="rId4"/>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8"/>
          <p:cNvSpPr/>
          <p:nvPr/>
        </p:nvSpPr>
        <p:spPr>
          <a:xfrm>
            <a:off x="0" y="0"/>
            <a:ext cx="9144000" cy="6858000"/>
          </a:xfrm>
          <a:prstGeom prst="rect">
            <a:avLst/>
          </a:prstGeom>
          <a:solidFill>
            <a:srgbClr val="BC8627">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Rechteck 6"/>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7" descr="Logo.png"/>
          <p:cNvPicPr>
            <a:picLocks noChangeAspect="1"/>
          </p:cNvPicPr>
          <p:nvPr/>
        </p:nvPicPr>
        <p:blipFill>
          <a:blip r:embed="rId6"/>
          <a:stretch>
            <a:fillRect/>
          </a:stretch>
        </p:blipFill>
        <p:spPr>
          <a:xfrm>
            <a:off x="7586961" y="6382657"/>
            <a:ext cx="1256817" cy="275186"/>
          </a:xfrm>
          <a:prstGeom prst="rect">
            <a:avLst/>
          </a:prstGeom>
        </p:spPr>
      </p:pic>
      <p:sp>
        <p:nvSpPr>
          <p:cNvPr id="10" name="Rechteck 9"/>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1" name="Bild 10" descr="Logo.png"/>
          <p:cNvPicPr>
            <a:picLocks noChangeAspect="1"/>
          </p:cNvPicPr>
          <p:nvPr/>
        </p:nvPicPr>
        <p:blipFill>
          <a:blip r:embed="rId6"/>
          <a:stretch>
            <a:fillRect/>
          </a:stretch>
        </p:blipFill>
        <p:spPr>
          <a:xfrm>
            <a:off x="7586961" y="6395415"/>
            <a:ext cx="1256817" cy="275186"/>
          </a:xfrm>
          <a:prstGeom prst="rect">
            <a:avLst/>
          </a:prstGeom>
        </p:spPr>
      </p:pic>
      <p:pic>
        <p:nvPicPr>
          <p:cNvPr id="12" name="Bild 13" descr="JOPS_icon.gif"/>
          <p:cNvPicPr>
            <a:picLocks noChangeAspect="1"/>
          </p:cNvPicPr>
          <p:nvPr/>
        </p:nvPicPr>
        <p:blipFill>
          <a:blip r:embed="rId7"/>
          <a:stretch>
            <a:fillRect/>
          </a:stretch>
        </p:blipFill>
        <p:spPr>
          <a:xfrm>
            <a:off x="0" y="0"/>
            <a:ext cx="741459" cy="701016"/>
          </a:xfrm>
          <a:prstGeom prst="rect">
            <a:avLst/>
          </a:prstGeom>
        </p:spPr>
      </p:pic>
      <p:pic>
        <p:nvPicPr>
          <p:cNvPr id="13" name="Bild 12" descr="NATO_Star.png"/>
          <p:cNvPicPr>
            <a:picLocks noChangeAspect="1"/>
          </p:cNvPicPr>
          <p:nvPr/>
        </p:nvPicPr>
        <p:blipFill>
          <a:blip r:embed="rId8">
            <a:alphaModFix amt="40000"/>
          </a:blip>
          <a:srcRect t="14047" r="35991"/>
          <a:stretch>
            <a:fillRect/>
          </a:stretch>
        </p:blipFill>
        <p:spPr>
          <a:xfrm>
            <a:off x="3301735" y="9152"/>
            <a:ext cx="5853069" cy="5672506"/>
          </a:xfrm>
          <a:prstGeom prst="rect">
            <a:avLst/>
          </a:prstGeom>
        </p:spPr>
      </p:pic>
      <p:sp>
        <p:nvSpPr>
          <p:cNvPr id="14"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5"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6"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3E3DDCEB-CEB2-4474-BBBD-42C666EFFE77}" type="datetime1">
              <a:rPr lang="en-US" smtClean="0"/>
              <a:t>6/1/2022</a:t>
            </a:fld>
            <a:endParaRPr lang="en-GB" dirty="0"/>
          </a:p>
        </p:txBody>
      </p:sp>
      <p:grpSp>
        <p:nvGrpSpPr>
          <p:cNvPr id="17" name="Group 16"/>
          <p:cNvGrpSpPr/>
          <p:nvPr userDrawn="1"/>
        </p:nvGrpSpPr>
        <p:grpSpPr>
          <a:xfrm>
            <a:off x="299863" y="6221651"/>
            <a:ext cx="2692002" cy="563779"/>
            <a:chOff x="299863" y="6221651"/>
            <a:chExt cx="2692002" cy="563779"/>
          </a:xfrm>
        </p:grpSpPr>
        <p:sp>
          <p:nvSpPr>
            <p:cNvPr id="18" name="Textfeld 10"/>
            <p:cNvSpPr txBox="1"/>
            <p:nvPr/>
          </p:nvSpPr>
          <p:spPr>
            <a:xfrm>
              <a:off x="705863" y="6236165"/>
              <a:ext cx="2286002" cy="523220"/>
            </a:xfrm>
            <a:prstGeom prst="rect">
              <a:avLst/>
            </a:prstGeom>
            <a:noFill/>
          </p:spPr>
          <p:txBody>
            <a:bodyPr wrap="square" rtlCol="0">
              <a:spAutoFit/>
            </a:bodyPr>
            <a:lstStyle/>
            <a:p>
              <a:r>
                <a:rPr lang="en-US" sz="1400" b="1" dirty="0" smtClean="0">
                  <a:solidFill>
                    <a:schemeClr val="tx2"/>
                  </a:solidFill>
                </a:rPr>
                <a:t>Supreme Headquarters Allied Powers Europe</a:t>
              </a:r>
              <a:endParaRPr lang="en-US" sz="1400" b="1" dirty="0">
                <a:solidFill>
                  <a:schemeClr val="tx2"/>
                </a:solidFill>
              </a:endParaRPr>
            </a:p>
          </p:txBody>
        </p:sp>
        <p:pic>
          <p:nvPicPr>
            <p:cNvPr id="19" name="Picture 2" descr="http://en.academic.ru/pictures/enwiki/83/Shape_big.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9863" y="6221651"/>
              <a:ext cx="427415" cy="5637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62152575"/>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8"/>
          <p:cNvSpPr/>
          <p:nvPr/>
        </p:nvSpPr>
        <p:spPr>
          <a:xfrm>
            <a:off x="0" y="0"/>
            <a:ext cx="9144000" cy="6858000"/>
          </a:xfrm>
          <a:prstGeom prst="rect">
            <a:avLst/>
          </a:prstGeom>
          <a:solidFill>
            <a:srgbClr val="60814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8" name="Rechteck 6"/>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9" name="Bild 7" descr="Logo.png"/>
          <p:cNvPicPr>
            <a:picLocks noChangeAspect="1"/>
          </p:cNvPicPr>
          <p:nvPr/>
        </p:nvPicPr>
        <p:blipFill>
          <a:blip r:embed="rId6"/>
          <a:stretch>
            <a:fillRect/>
          </a:stretch>
        </p:blipFill>
        <p:spPr>
          <a:xfrm>
            <a:off x="7586961" y="6382657"/>
            <a:ext cx="1256817" cy="275186"/>
          </a:xfrm>
          <a:prstGeom prst="rect">
            <a:avLst/>
          </a:prstGeom>
        </p:spPr>
      </p:pic>
      <p:sp>
        <p:nvSpPr>
          <p:cNvPr id="10" name="Rechteck 9"/>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1" name="Bild 10" descr="Logo.png"/>
          <p:cNvPicPr>
            <a:picLocks noChangeAspect="1"/>
          </p:cNvPicPr>
          <p:nvPr/>
        </p:nvPicPr>
        <p:blipFill>
          <a:blip r:embed="rId6"/>
          <a:stretch>
            <a:fillRect/>
          </a:stretch>
        </p:blipFill>
        <p:spPr>
          <a:xfrm>
            <a:off x="7586961" y="6395415"/>
            <a:ext cx="1256817" cy="275186"/>
          </a:xfrm>
          <a:prstGeom prst="rect">
            <a:avLst/>
          </a:prstGeom>
        </p:spPr>
      </p:pic>
      <p:pic>
        <p:nvPicPr>
          <p:cNvPr id="12" name="Bild 14" descr="JPD_icon.gif"/>
          <p:cNvPicPr>
            <a:picLocks noChangeAspect="1"/>
          </p:cNvPicPr>
          <p:nvPr/>
        </p:nvPicPr>
        <p:blipFill>
          <a:blip r:embed="rId7"/>
          <a:stretch>
            <a:fillRect/>
          </a:stretch>
        </p:blipFill>
        <p:spPr>
          <a:xfrm>
            <a:off x="0" y="0"/>
            <a:ext cx="741459" cy="701016"/>
          </a:xfrm>
          <a:prstGeom prst="rect">
            <a:avLst/>
          </a:prstGeom>
        </p:spPr>
      </p:pic>
      <p:pic>
        <p:nvPicPr>
          <p:cNvPr id="13" name="Bild 12" descr="NATO_Star.png"/>
          <p:cNvPicPr>
            <a:picLocks noChangeAspect="1"/>
          </p:cNvPicPr>
          <p:nvPr/>
        </p:nvPicPr>
        <p:blipFill>
          <a:blip r:embed="rId8">
            <a:alphaModFix amt="40000"/>
          </a:blip>
          <a:srcRect t="14047" r="35991"/>
          <a:stretch>
            <a:fillRect/>
          </a:stretch>
        </p:blipFill>
        <p:spPr>
          <a:xfrm>
            <a:off x="3301735" y="9152"/>
            <a:ext cx="5853069" cy="5672506"/>
          </a:xfrm>
          <a:prstGeom prst="rect">
            <a:avLst/>
          </a:prstGeom>
        </p:spPr>
      </p:pic>
      <p:sp>
        <p:nvSpPr>
          <p:cNvPr id="14"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5"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6"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641CF40-70BA-42D5-A7E0-36D5BEB69569}" type="datetime1">
              <a:rPr lang="en-US" smtClean="0"/>
              <a:t>6/1/2022</a:t>
            </a:fld>
            <a:endParaRPr lang="en-GB" dirty="0"/>
          </a:p>
        </p:txBody>
      </p:sp>
      <p:grpSp>
        <p:nvGrpSpPr>
          <p:cNvPr id="17" name="Group 16"/>
          <p:cNvGrpSpPr/>
          <p:nvPr userDrawn="1"/>
        </p:nvGrpSpPr>
        <p:grpSpPr>
          <a:xfrm>
            <a:off x="299863" y="6221651"/>
            <a:ext cx="2692002" cy="563779"/>
            <a:chOff x="299863" y="6221651"/>
            <a:chExt cx="2692002" cy="563779"/>
          </a:xfrm>
        </p:grpSpPr>
        <p:sp>
          <p:nvSpPr>
            <p:cNvPr id="18" name="Textfeld 10"/>
            <p:cNvSpPr txBox="1"/>
            <p:nvPr/>
          </p:nvSpPr>
          <p:spPr>
            <a:xfrm>
              <a:off x="705863" y="6236165"/>
              <a:ext cx="2286002" cy="523220"/>
            </a:xfrm>
            <a:prstGeom prst="rect">
              <a:avLst/>
            </a:prstGeom>
            <a:noFill/>
          </p:spPr>
          <p:txBody>
            <a:bodyPr wrap="square" rtlCol="0">
              <a:spAutoFit/>
            </a:bodyPr>
            <a:lstStyle/>
            <a:p>
              <a:r>
                <a:rPr lang="en-US" sz="1400" b="1" dirty="0" smtClean="0">
                  <a:solidFill>
                    <a:schemeClr val="tx2"/>
                  </a:solidFill>
                </a:rPr>
                <a:t>Supreme Headquarters Allied Powers Europe</a:t>
              </a:r>
              <a:endParaRPr lang="en-US" sz="1400" b="1" dirty="0">
                <a:solidFill>
                  <a:schemeClr val="tx2"/>
                </a:solidFill>
              </a:endParaRPr>
            </a:p>
          </p:txBody>
        </p:sp>
        <p:pic>
          <p:nvPicPr>
            <p:cNvPr id="19" name="Picture 2" descr="http://en.academic.ru/pictures/enwiki/83/Shape_big.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9863" y="6221651"/>
              <a:ext cx="427415" cy="5637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30058046"/>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hteck 8"/>
          <p:cNvSpPr/>
          <p:nvPr/>
        </p:nvSpPr>
        <p:spPr>
          <a:xfrm>
            <a:off x="0" y="0"/>
            <a:ext cx="9144000" cy="6858000"/>
          </a:xfrm>
          <a:prstGeom prst="rect">
            <a:avLst/>
          </a:prstGeom>
          <a:solidFill>
            <a:srgbClr val="90877F">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Rechteck 6"/>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2" name="Bild 7" descr="Logo.png"/>
          <p:cNvPicPr>
            <a:picLocks noChangeAspect="1"/>
          </p:cNvPicPr>
          <p:nvPr/>
        </p:nvPicPr>
        <p:blipFill>
          <a:blip r:embed="rId6"/>
          <a:stretch>
            <a:fillRect/>
          </a:stretch>
        </p:blipFill>
        <p:spPr>
          <a:xfrm>
            <a:off x="7586961" y="6382657"/>
            <a:ext cx="1256817" cy="275186"/>
          </a:xfrm>
          <a:prstGeom prst="rect">
            <a:avLst/>
          </a:prstGeom>
        </p:spPr>
      </p:pic>
      <p:sp>
        <p:nvSpPr>
          <p:cNvPr id="13" name="Rechteck 9"/>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4" name="Bild 10" descr="Logo.png"/>
          <p:cNvPicPr>
            <a:picLocks noChangeAspect="1"/>
          </p:cNvPicPr>
          <p:nvPr/>
        </p:nvPicPr>
        <p:blipFill>
          <a:blip r:embed="rId6"/>
          <a:stretch>
            <a:fillRect/>
          </a:stretch>
        </p:blipFill>
        <p:spPr>
          <a:xfrm>
            <a:off x="7586961" y="6395415"/>
            <a:ext cx="1256817" cy="275186"/>
          </a:xfrm>
          <a:prstGeom prst="rect">
            <a:avLst/>
          </a:prstGeom>
        </p:spPr>
      </p:pic>
      <p:pic>
        <p:nvPicPr>
          <p:cNvPr id="15" name="Bild 15" descr="NCOPD_icon.gif"/>
          <p:cNvPicPr>
            <a:picLocks noChangeAspect="1"/>
          </p:cNvPicPr>
          <p:nvPr/>
        </p:nvPicPr>
        <p:blipFill>
          <a:blip r:embed="rId7"/>
          <a:stretch>
            <a:fillRect/>
          </a:stretch>
        </p:blipFill>
        <p:spPr>
          <a:xfrm>
            <a:off x="0" y="0"/>
            <a:ext cx="741459" cy="701016"/>
          </a:xfrm>
          <a:prstGeom prst="rect">
            <a:avLst/>
          </a:prstGeom>
        </p:spPr>
      </p:pic>
      <p:pic>
        <p:nvPicPr>
          <p:cNvPr id="16" name="Bild 12" descr="NATO_Star.png"/>
          <p:cNvPicPr>
            <a:picLocks noChangeAspect="1"/>
          </p:cNvPicPr>
          <p:nvPr/>
        </p:nvPicPr>
        <p:blipFill>
          <a:blip r:embed="rId8">
            <a:alphaModFix amt="40000"/>
          </a:blip>
          <a:srcRect t="14047" r="35991"/>
          <a:stretch>
            <a:fillRect/>
          </a:stretch>
        </p:blipFill>
        <p:spPr>
          <a:xfrm>
            <a:off x="3301735" y="9152"/>
            <a:ext cx="5853069" cy="5672506"/>
          </a:xfrm>
          <a:prstGeom prst="rect">
            <a:avLst/>
          </a:prstGeom>
        </p:spPr>
      </p:pic>
      <p:sp>
        <p:nvSpPr>
          <p:cNvPr id="9"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F5F164F2-F494-409A-9E49-4399B4EF363A}" type="datetime1">
              <a:rPr lang="en-US" smtClean="0"/>
              <a:t>6/1/2022</a:t>
            </a:fld>
            <a:endParaRPr lang="en-GB" dirty="0"/>
          </a:p>
        </p:txBody>
      </p:sp>
      <p:grpSp>
        <p:nvGrpSpPr>
          <p:cNvPr id="19" name="Group 18"/>
          <p:cNvGrpSpPr/>
          <p:nvPr userDrawn="1"/>
        </p:nvGrpSpPr>
        <p:grpSpPr>
          <a:xfrm>
            <a:off x="299863" y="6221651"/>
            <a:ext cx="2692002" cy="563779"/>
            <a:chOff x="299863" y="6221651"/>
            <a:chExt cx="2692002" cy="563779"/>
          </a:xfrm>
        </p:grpSpPr>
        <p:sp>
          <p:nvSpPr>
            <p:cNvPr id="20" name="Textfeld 10"/>
            <p:cNvSpPr txBox="1"/>
            <p:nvPr/>
          </p:nvSpPr>
          <p:spPr>
            <a:xfrm>
              <a:off x="705863" y="6236165"/>
              <a:ext cx="2286002" cy="523220"/>
            </a:xfrm>
            <a:prstGeom prst="rect">
              <a:avLst/>
            </a:prstGeom>
            <a:noFill/>
          </p:spPr>
          <p:txBody>
            <a:bodyPr wrap="square" rtlCol="0">
              <a:spAutoFit/>
            </a:bodyPr>
            <a:lstStyle/>
            <a:p>
              <a:r>
                <a:rPr lang="en-US" sz="1400" b="1" dirty="0" smtClean="0">
                  <a:solidFill>
                    <a:schemeClr val="tx2"/>
                  </a:solidFill>
                </a:rPr>
                <a:t>Supreme Headquarters Allied Powers Europe</a:t>
              </a:r>
              <a:endParaRPr lang="en-US" sz="1400" b="1" dirty="0">
                <a:solidFill>
                  <a:schemeClr val="tx2"/>
                </a:solidFill>
              </a:endParaRPr>
            </a:p>
          </p:txBody>
        </p:sp>
        <p:pic>
          <p:nvPicPr>
            <p:cNvPr id="21" name="Picture 2" descr="http://en.academic.ru/pictures/enwiki/83/Shape_big.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9863" y="6221651"/>
              <a:ext cx="427415" cy="5637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65807677"/>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hteck 8"/>
          <p:cNvSpPr/>
          <p:nvPr/>
        </p:nvSpPr>
        <p:spPr>
          <a:xfrm>
            <a:off x="0" y="0"/>
            <a:ext cx="9144000" cy="6858000"/>
          </a:xfrm>
          <a:prstGeom prst="rect">
            <a:avLst/>
          </a:prstGeom>
          <a:solidFill>
            <a:srgbClr val="000000">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1" name="Rechteck 6"/>
          <p:cNvSpPr/>
          <p:nvPr/>
        </p:nvSpPr>
        <p:spPr>
          <a:xfrm>
            <a:off x="0"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2" name="Bild 7" descr="Logo.png"/>
          <p:cNvPicPr>
            <a:picLocks noChangeAspect="1"/>
          </p:cNvPicPr>
          <p:nvPr/>
        </p:nvPicPr>
        <p:blipFill>
          <a:blip r:embed="rId6"/>
          <a:stretch>
            <a:fillRect/>
          </a:stretch>
        </p:blipFill>
        <p:spPr>
          <a:xfrm>
            <a:off x="7586961" y="6382657"/>
            <a:ext cx="1256817" cy="275186"/>
          </a:xfrm>
          <a:prstGeom prst="rect">
            <a:avLst/>
          </a:prstGeom>
        </p:spPr>
      </p:pic>
      <p:sp>
        <p:nvSpPr>
          <p:cNvPr id="13" name="Rechteck 9"/>
          <p:cNvSpPr/>
          <p:nvPr/>
        </p:nvSpPr>
        <p:spPr>
          <a:xfrm>
            <a:off x="0" y="6182500"/>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pic>
        <p:nvPicPr>
          <p:cNvPr id="14" name="Bild 10" descr="Logo.png"/>
          <p:cNvPicPr>
            <a:picLocks noChangeAspect="1"/>
          </p:cNvPicPr>
          <p:nvPr/>
        </p:nvPicPr>
        <p:blipFill>
          <a:blip r:embed="rId6"/>
          <a:stretch>
            <a:fillRect/>
          </a:stretch>
        </p:blipFill>
        <p:spPr>
          <a:xfrm>
            <a:off x="7586961" y="6395415"/>
            <a:ext cx="1256817" cy="275186"/>
          </a:xfrm>
          <a:prstGeom prst="rect">
            <a:avLst/>
          </a:prstGeom>
        </p:spPr>
      </p:pic>
      <p:pic>
        <p:nvPicPr>
          <p:cNvPr id="15" name="Bild 16" descr="PROT_icon.gif"/>
          <p:cNvPicPr>
            <a:picLocks noChangeAspect="1"/>
          </p:cNvPicPr>
          <p:nvPr/>
        </p:nvPicPr>
        <p:blipFill>
          <a:blip r:embed="rId7"/>
          <a:stretch>
            <a:fillRect/>
          </a:stretch>
        </p:blipFill>
        <p:spPr>
          <a:xfrm>
            <a:off x="0" y="0"/>
            <a:ext cx="741459" cy="701016"/>
          </a:xfrm>
          <a:prstGeom prst="rect">
            <a:avLst/>
          </a:prstGeom>
        </p:spPr>
      </p:pic>
      <p:pic>
        <p:nvPicPr>
          <p:cNvPr id="16" name="Bild 12" descr="NATO_Star.png"/>
          <p:cNvPicPr>
            <a:picLocks noChangeAspect="1"/>
          </p:cNvPicPr>
          <p:nvPr/>
        </p:nvPicPr>
        <p:blipFill>
          <a:blip r:embed="rId8">
            <a:alphaModFix amt="20000"/>
          </a:blip>
          <a:srcRect t="14047" r="35991"/>
          <a:stretch>
            <a:fillRect/>
          </a:stretch>
        </p:blipFill>
        <p:spPr>
          <a:xfrm>
            <a:off x="3301735" y="9152"/>
            <a:ext cx="5853069" cy="5672506"/>
          </a:xfrm>
          <a:prstGeom prst="rect">
            <a:avLst/>
          </a:prstGeom>
        </p:spPr>
      </p:pic>
      <p:sp>
        <p:nvSpPr>
          <p:cNvPr id="9"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17"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18"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87E678CC-4A2E-4389-B280-9DD130C7EB4F}" type="datetime1">
              <a:rPr lang="en-US" smtClean="0"/>
              <a:t>6/1/2022</a:t>
            </a:fld>
            <a:endParaRPr lang="en-GB" dirty="0"/>
          </a:p>
        </p:txBody>
      </p:sp>
      <p:grpSp>
        <p:nvGrpSpPr>
          <p:cNvPr id="19" name="Group 18"/>
          <p:cNvGrpSpPr/>
          <p:nvPr userDrawn="1"/>
        </p:nvGrpSpPr>
        <p:grpSpPr>
          <a:xfrm>
            <a:off x="299863" y="6221651"/>
            <a:ext cx="2692002" cy="563779"/>
            <a:chOff x="299863" y="6221651"/>
            <a:chExt cx="2692002" cy="563779"/>
          </a:xfrm>
        </p:grpSpPr>
        <p:sp>
          <p:nvSpPr>
            <p:cNvPr id="20" name="Textfeld 10"/>
            <p:cNvSpPr txBox="1"/>
            <p:nvPr/>
          </p:nvSpPr>
          <p:spPr>
            <a:xfrm>
              <a:off x="705863" y="6236165"/>
              <a:ext cx="2286002" cy="523220"/>
            </a:xfrm>
            <a:prstGeom prst="rect">
              <a:avLst/>
            </a:prstGeom>
            <a:noFill/>
          </p:spPr>
          <p:txBody>
            <a:bodyPr wrap="square" rtlCol="0">
              <a:spAutoFit/>
            </a:bodyPr>
            <a:lstStyle/>
            <a:p>
              <a:r>
                <a:rPr lang="en-US" sz="1400" b="1" dirty="0" smtClean="0">
                  <a:solidFill>
                    <a:schemeClr val="tx2"/>
                  </a:solidFill>
                </a:rPr>
                <a:t>Supreme Headquarters Allied Powers Europe</a:t>
              </a:r>
              <a:endParaRPr lang="en-US" sz="1400" b="1" dirty="0">
                <a:solidFill>
                  <a:schemeClr val="tx2"/>
                </a:solidFill>
              </a:endParaRPr>
            </a:p>
          </p:txBody>
        </p:sp>
        <p:pic>
          <p:nvPicPr>
            <p:cNvPr id="21" name="Picture 2" descr="http://en.academic.ru/pictures/enwiki/83/Shape_big.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9863" y="6221651"/>
              <a:ext cx="427415" cy="5637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92428696"/>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Bild 10" descr="Logo.png"/>
          <p:cNvPicPr>
            <a:picLocks noChangeAspect="1"/>
          </p:cNvPicPr>
          <p:nvPr/>
        </p:nvPicPr>
        <p:blipFill>
          <a:blip r:embed="rId6"/>
          <a:stretch>
            <a:fillRect/>
          </a:stretch>
        </p:blipFill>
        <p:spPr>
          <a:xfrm>
            <a:off x="7586961" y="6395415"/>
            <a:ext cx="1256817" cy="275186"/>
          </a:xfrm>
          <a:prstGeom prst="rect">
            <a:avLst/>
          </a:prstGeom>
        </p:spPr>
      </p:pic>
      <p:sp>
        <p:nvSpPr>
          <p:cNvPr id="3"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t>| Slide </a:t>
            </a:r>
            <a:fld id="{AC1C9A27-5D71-496E-AC2B-58C1CA833928}" type="slidenum">
              <a:rPr lang="en-GB" smtClean="0"/>
              <a:pPr/>
              <a:t>‹#›</a:t>
            </a:fld>
            <a:endParaRPr lang="en-GB" dirty="0"/>
          </a:p>
        </p:txBody>
      </p:sp>
      <p:sp>
        <p:nvSpPr>
          <p:cNvPr id="4"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5"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54D8506-EA97-4DC4-A4E2-C1F8CE278638}" type="datetime1">
              <a:rPr lang="en-US" smtClean="0"/>
              <a:t>6/1/2022</a:t>
            </a:fld>
            <a:endParaRPr lang="en-GB" dirty="0"/>
          </a:p>
        </p:txBody>
      </p:sp>
      <p:grpSp>
        <p:nvGrpSpPr>
          <p:cNvPr id="6" name="Group 5"/>
          <p:cNvGrpSpPr/>
          <p:nvPr userDrawn="1"/>
        </p:nvGrpSpPr>
        <p:grpSpPr>
          <a:xfrm>
            <a:off x="299863" y="6221651"/>
            <a:ext cx="2692002" cy="563779"/>
            <a:chOff x="299863" y="6221651"/>
            <a:chExt cx="2692002" cy="563779"/>
          </a:xfrm>
        </p:grpSpPr>
        <p:sp>
          <p:nvSpPr>
            <p:cNvPr id="8" name="Textfeld 10"/>
            <p:cNvSpPr txBox="1"/>
            <p:nvPr/>
          </p:nvSpPr>
          <p:spPr>
            <a:xfrm>
              <a:off x="705863" y="6236165"/>
              <a:ext cx="2286002" cy="523220"/>
            </a:xfrm>
            <a:prstGeom prst="rect">
              <a:avLst/>
            </a:prstGeom>
            <a:noFill/>
          </p:spPr>
          <p:txBody>
            <a:bodyPr wrap="square" rtlCol="0">
              <a:spAutoFit/>
            </a:bodyPr>
            <a:lstStyle/>
            <a:p>
              <a:r>
                <a:rPr lang="en-US" sz="1400" b="1" dirty="0" smtClean="0">
                  <a:solidFill>
                    <a:schemeClr val="tx2"/>
                  </a:solidFill>
                </a:rPr>
                <a:t>Supreme Headquarters Allied Powers Europe</a:t>
              </a:r>
              <a:endParaRPr lang="en-US" sz="1400" b="1" dirty="0">
                <a:solidFill>
                  <a:schemeClr val="tx2"/>
                </a:solidFill>
              </a:endParaRPr>
            </a:p>
          </p:txBody>
        </p:sp>
        <p:pic>
          <p:nvPicPr>
            <p:cNvPr id="9" name="Picture 2" descr="http://en.academic.ru/pictures/enwiki/83/Shape_big.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9863" y="6221651"/>
              <a:ext cx="427415" cy="5637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52589305"/>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Bild 11" descr="Logo.png"/>
          <p:cNvPicPr>
            <a:picLocks noChangeAspect="1"/>
          </p:cNvPicPr>
          <p:nvPr/>
        </p:nvPicPr>
        <p:blipFill>
          <a:blip r:embed="rId8"/>
          <a:stretch>
            <a:fillRect/>
          </a:stretch>
        </p:blipFill>
        <p:spPr>
          <a:xfrm>
            <a:off x="7586961" y="6382657"/>
            <a:ext cx="1256817" cy="275186"/>
          </a:xfrm>
          <a:prstGeom prst="rect">
            <a:avLst/>
          </a:prstGeom>
        </p:spPr>
      </p:pic>
      <p:sp>
        <p:nvSpPr>
          <p:cNvPr id="8" name="Rechteck 15"/>
          <p:cNvSpPr/>
          <p:nvPr/>
        </p:nvSpPr>
        <p:spPr>
          <a:xfrm>
            <a:off x="-1" y="0"/>
            <a:ext cx="9144000" cy="6858000"/>
          </a:xfrm>
          <a:prstGeom prst="rect">
            <a:avLst/>
          </a:prstGeom>
          <a:solidFill>
            <a:srgbClr val="003C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9" name="Bild 16" descr="NATO_Star.png"/>
          <p:cNvPicPr>
            <a:picLocks noChangeAspect="1"/>
          </p:cNvPicPr>
          <p:nvPr/>
        </p:nvPicPr>
        <p:blipFill>
          <a:blip r:embed="rId9">
            <a:alphaModFix amt="20000"/>
          </a:blip>
          <a:srcRect t="14047" r="35991"/>
          <a:stretch>
            <a:fillRect/>
          </a:stretch>
        </p:blipFill>
        <p:spPr>
          <a:xfrm>
            <a:off x="3301735" y="9152"/>
            <a:ext cx="5853069" cy="5672506"/>
          </a:xfrm>
          <a:prstGeom prst="rect">
            <a:avLst/>
          </a:prstGeom>
        </p:spPr>
      </p:pic>
      <p:sp>
        <p:nvSpPr>
          <p:cNvPr id="10" name="Rechteck 17"/>
          <p:cNvSpPr/>
          <p:nvPr/>
        </p:nvSpPr>
        <p:spPr>
          <a:xfrm>
            <a:off x="-1" y="6169742"/>
            <a:ext cx="9144000" cy="6882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solidFill>
                <a:prstClr val="white"/>
              </a:solidFill>
            </a:endParaRPr>
          </a:p>
        </p:txBody>
      </p:sp>
      <p:pic>
        <p:nvPicPr>
          <p:cNvPr id="11" name="Bild 18" descr="Logo.png"/>
          <p:cNvPicPr>
            <a:picLocks noChangeAspect="1"/>
          </p:cNvPicPr>
          <p:nvPr/>
        </p:nvPicPr>
        <p:blipFill>
          <a:blip r:embed="rId8"/>
          <a:stretch>
            <a:fillRect/>
          </a:stretch>
        </p:blipFill>
        <p:spPr>
          <a:xfrm>
            <a:off x="7586961" y="6395415"/>
            <a:ext cx="1256817" cy="275186"/>
          </a:xfrm>
          <a:prstGeom prst="rect">
            <a:avLst/>
          </a:prstGeom>
        </p:spPr>
      </p:pic>
      <p:sp>
        <p:nvSpPr>
          <p:cNvPr id="2" name="Slide Number Placeholder 1"/>
          <p:cNvSpPr>
            <a:spLocks noGrp="1"/>
          </p:cNvSpPr>
          <p:nvPr>
            <p:ph type="sldNum" sz="quarter" idx="4"/>
          </p:nvPr>
        </p:nvSpPr>
        <p:spPr>
          <a:xfrm>
            <a:off x="6938967" y="6410415"/>
            <a:ext cx="738203" cy="365125"/>
          </a:xfrm>
          <a:prstGeom prst="rect">
            <a:avLst/>
          </a:prstGeom>
        </p:spPr>
        <p:txBody>
          <a:bodyPr vert="horz" lIns="0" tIns="45720" rIns="91440" bIns="45720" rtlCol="0" anchor="ctr"/>
          <a:lstStyle>
            <a:lvl1pPr algn="l">
              <a:defRPr sz="900">
                <a:solidFill>
                  <a:schemeClr val="tx2"/>
                </a:solidFill>
                <a:latin typeface="Arial" pitchFamily="34" charset="0"/>
                <a:cs typeface="Arial" pitchFamily="34" charset="0"/>
              </a:defRPr>
            </a:lvl1pPr>
          </a:lstStyle>
          <a:p>
            <a:r>
              <a:rPr lang="en-GB" dirty="0" smtClean="0">
                <a:solidFill>
                  <a:srgbClr val="003B5B"/>
                </a:solidFill>
              </a:rPr>
              <a:t>| Slide </a:t>
            </a:r>
            <a:fld id="{AC1C9A27-5D71-496E-AC2B-58C1CA833928}" type="slidenum">
              <a:rPr lang="en-GB" smtClean="0">
                <a:solidFill>
                  <a:srgbClr val="003B5B"/>
                </a:solidFill>
              </a:rPr>
              <a:pPr/>
              <a:t>‹#›</a:t>
            </a:fld>
            <a:endParaRPr lang="en-GB" dirty="0">
              <a:solidFill>
                <a:srgbClr val="003B5B"/>
              </a:solidFill>
            </a:endParaRPr>
          </a:p>
        </p:txBody>
      </p:sp>
      <p:sp>
        <p:nvSpPr>
          <p:cNvPr id="12" name="Fußzeilenplatzhalter 7"/>
          <p:cNvSpPr>
            <a:spLocks noGrp="1"/>
          </p:cNvSpPr>
          <p:nvPr>
            <p:ph type="ftr" sz="quarter" idx="3"/>
          </p:nvPr>
        </p:nvSpPr>
        <p:spPr>
          <a:xfrm>
            <a:off x="2895467" y="6235823"/>
            <a:ext cx="3353065" cy="688258"/>
          </a:xfrm>
          <a:prstGeom prst="rect">
            <a:avLst/>
          </a:prstGeom>
        </p:spPr>
        <p:txBody>
          <a:bodyPr vert="horz" lIns="0" tIns="0" rIns="0" bIns="0" rtlCol="0" anchor="ctr"/>
          <a:lstStyle>
            <a:lvl1pPr algn="ctr">
              <a:defRPr sz="1200">
                <a:solidFill>
                  <a:srgbClr val="033E5B"/>
                </a:solidFill>
                <a:latin typeface="Arial"/>
                <a:cs typeface="Arial"/>
              </a:defRPr>
            </a:lvl1pPr>
          </a:lstStyle>
          <a:p>
            <a:r>
              <a:rPr lang="de-DE" dirty="0" smtClean="0"/>
              <a:t>NATO UNCLASSIFIED</a:t>
            </a:r>
            <a:endParaRPr lang="de-DE" dirty="0"/>
          </a:p>
        </p:txBody>
      </p:sp>
      <p:sp>
        <p:nvSpPr>
          <p:cNvPr id="4" name="Date Placeholder 3"/>
          <p:cNvSpPr>
            <a:spLocks noGrp="1"/>
          </p:cNvSpPr>
          <p:nvPr>
            <p:ph type="dt" sz="half" idx="2"/>
          </p:nvPr>
        </p:nvSpPr>
        <p:spPr>
          <a:xfrm>
            <a:off x="6145096" y="6410415"/>
            <a:ext cx="756938" cy="365125"/>
          </a:xfrm>
          <a:prstGeom prst="rect">
            <a:avLst/>
          </a:prstGeom>
        </p:spPr>
        <p:txBody>
          <a:bodyPr vert="horz" lIns="91440" tIns="45720" rIns="0" bIns="45720" rtlCol="0" anchor="ctr"/>
          <a:lstStyle>
            <a:lvl1pPr algn="l">
              <a:defRPr sz="1200">
                <a:solidFill>
                  <a:schemeClr val="tx1">
                    <a:tint val="75000"/>
                  </a:schemeClr>
                </a:solidFill>
                <a:latin typeface="Arial" pitchFamily="34" charset="0"/>
                <a:cs typeface="Arial" pitchFamily="34" charset="0"/>
              </a:defRPr>
            </a:lvl1pPr>
            <a:lvl2pPr marL="0" algn="r">
              <a:defRPr sz="900">
                <a:solidFill>
                  <a:schemeClr val="tx2"/>
                </a:solidFill>
                <a:latin typeface="Arial" pitchFamily="34" charset="0"/>
                <a:cs typeface="Arial" pitchFamily="34" charset="0"/>
              </a:defRPr>
            </a:lvl2pPr>
          </a:lstStyle>
          <a:p>
            <a:pPr lvl="1"/>
            <a:fld id="{B6BB2860-EF96-4CDF-BD58-09AA1E5EAA08}" type="datetime1">
              <a:rPr lang="en-US" smtClean="0">
                <a:solidFill>
                  <a:srgbClr val="003B5B"/>
                </a:solidFill>
              </a:rPr>
              <a:pPr lvl="1"/>
              <a:t>6/1/2022</a:t>
            </a:fld>
            <a:endParaRPr lang="en-GB" dirty="0">
              <a:solidFill>
                <a:srgbClr val="003B5B"/>
              </a:solidFill>
            </a:endParaRPr>
          </a:p>
        </p:txBody>
      </p:sp>
      <p:grpSp>
        <p:nvGrpSpPr>
          <p:cNvPr id="13" name="Group 12"/>
          <p:cNvGrpSpPr/>
          <p:nvPr/>
        </p:nvGrpSpPr>
        <p:grpSpPr>
          <a:xfrm>
            <a:off x="299863" y="6221651"/>
            <a:ext cx="2692002" cy="563779"/>
            <a:chOff x="299863" y="6221651"/>
            <a:chExt cx="2692002" cy="563779"/>
          </a:xfrm>
        </p:grpSpPr>
        <p:sp>
          <p:nvSpPr>
            <p:cNvPr id="14" name="Textfeld 10"/>
            <p:cNvSpPr txBox="1"/>
            <p:nvPr/>
          </p:nvSpPr>
          <p:spPr>
            <a:xfrm>
              <a:off x="705863" y="6236165"/>
              <a:ext cx="2286002" cy="523220"/>
            </a:xfrm>
            <a:prstGeom prst="rect">
              <a:avLst/>
            </a:prstGeom>
            <a:noFill/>
          </p:spPr>
          <p:txBody>
            <a:bodyPr wrap="square" rtlCol="0">
              <a:spAutoFit/>
            </a:bodyPr>
            <a:lstStyle/>
            <a:p>
              <a:r>
                <a:rPr lang="en-US" sz="1400" b="1" dirty="0" smtClean="0">
                  <a:solidFill>
                    <a:srgbClr val="003B5B"/>
                  </a:solidFill>
                </a:rPr>
                <a:t>Supreme Headquarters Allied Powers Europe</a:t>
              </a:r>
              <a:endParaRPr lang="en-US" sz="1400" b="1" dirty="0">
                <a:solidFill>
                  <a:srgbClr val="003B5B"/>
                </a:solidFill>
              </a:endParaRPr>
            </a:p>
          </p:txBody>
        </p:sp>
        <p:pic>
          <p:nvPicPr>
            <p:cNvPr id="15" name="Picture 2" descr="http://en.academic.ru/pictures/enwiki/83/Shape_big.png"/>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9863" y="6221651"/>
              <a:ext cx="427415" cy="56377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21451846"/>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hyperlink" Target="http://www.google.de/url?url=http://www.moneytalksnews.com/2014/01/01/resolutions-2014-6-steps-to-budget-your-way-to-your-financial-goals/&amp;rct=j&amp;frm=1&amp;q=&amp;esrc=s&amp;sa=U&amp;ei=cgdGVNaDOJTXarzlguAK&amp;ved=0CCYQ9QEwCA&amp;usg=AFQjCNEWFloFe08H4pRD31cV8kGmXXaL-g" TargetMode="Externa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microsoft.com/office/2007/relationships/hdphoto" Target="../media/hdphoto2.wdp"/><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image" Target="../media/image15.jpeg"/></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6.png"/><Relationship Id="rId7" Type="http://schemas.openxmlformats.org/officeDocument/2006/relationships/diagramQuickStyle" Target="../diagrams/quickStyle3.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Layout" Target="../diagrams/layout3.xml"/><Relationship Id="rId5" Type="http://schemas.openxmlformats.org/officeDocument/2006/relationships/diagramData" Target="../diagrams/data3.xml"/><Relationship Id="rId4" Type="http://schemas.microsoft.com/office/2007/relationships/hdphoto" Target="../media/hdphoto3.wdp"/><Relationship Id="rId9" Type="http://schemas.microsoft.com/office/2007/relationships/diagramDrawing" Target="../diagrams/drawing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18.emf"/><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Mr. Frederic Salarnier</a:t>
            </a:r>
            <a:br>
              <a:rPr lang="en-US" dirty="0"/>
            </a:br>
            <a:r>
              <a:rPr lang="en-US" dirty="0"/>
              <a:t>Senior Contracting Officer </a:t>
            </a:r>
            <a:br>
              <a:rPr lang="en-US" dirty="0"/>
            </a:br>
            <a:r>
              <a:rPr lang="en-US" dirty="0"/>
              <a:t>SHAPE,  FINAC</a:t>
            </a:r>
            <a:br>
              <a:rPr lang="en-US" dirty="0"/>
            </a:br>
            <a:endParaRPr lang="en-US" dirty="0"/>
          </a:p>
        </p:txBody>
      </p:sp>
      <p:sp>
        <p:nvSpPr>
          <p:cNvPr id="3" name="Text Placeholder 2"/>
          <p:cNvSpPr>
            <a:spLocks noGrp="1"/>
          </p:cNvSpPr>
          <p:nvPr>
            <p:ph type="body" idx="1"/>
          </p:nvPr>
        </p:nvSpPr>
        <p:spPr>
          <a:xfrm>
            <a:off x="634139" y="3275303"/>
            <a:ext cx="7694073" cy="1500187"/>
          </a:xfrm>
        </p:spPr>
        <p:txBody>
          <a:bodyPr>
            <a:normAutofit/>
          </a:bodyPr>
          <a:lstStyle/>
          <a:p>
            <a:r>
              <a:rPr lang="en-US" dirty="0"/>
              <a:t>ACO Finance and Acquisition </a:t>
            </a:r>
            <a:br>
              <a:rPr lang="en-US" dirty="0"/>
            </a:br>
            <a:r>
              <a:rPr lang="en-US" dirty="0" smtClean="0"/>
              <a:t>Considerations </a:t>
            </a:r>
            <a:r>
              <a:rPr lang="en-US" dirty="0"/>
              <a:t>for Logistics Planning </a:t>
            </a:r>
          </a:p>
        </p:txBody>
      </p:sp>
    </p:spTree>
    <p:extLst>
      <p:ext uri="{BB962C8B-B14F-4D97-AF65-F5344CB8AC3E}">
        <p14:creationId xmlns:p14="http://schemas.microsoft.com/office/powerpoint/2010/main" val="37344813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Outline</a:t>
            </a:r>
            <a:endParaRPr lang="en-US" dirty="0"/>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US" dirty="0" smtClean="0"/>
              <a:t>Funding Fundamentals</a:t>
            </a:r>
          </a:p>
          <a:p>
            <a:pPr marL="342900" indent="-342900">
              <a:buFont typeface="Arial" panose="020B0604020202020204" pitchFamily="34" charset="0"/>
              <a:buChar char="•"/>
            </a:pPr>
            <a:endParaRPr lang="en-US" dirty="0" smtClean="0"/>
          </a:p>
          <a:p>
            <a:pPr marL="342900" indent="-342900">
              <a:buFont typeface="Arial" panose="020B0604020202020204" pitchFamily="34" charset="0"/>
              <a:buChar char="•"/>
            </a:pPr>
            <a:r>
              <a:rPr lang="en-US" dirty="0" smtClean="0"/>
              <a:t>Outsourcing </a:t>
            </a:r>
            <a:r>
              <a:rPr lang="en-US" dirty="0"/>
              <a:t>F</a:t>
            </a:r>
            <a:r>
              <a:rPr lang="en-US" dirty="0" smtClean="0"/>
              <a:t>undamentals</a:t>
            </a:r>
          </a:p>
          <a:p>
            <a:pPr marL="342900" indent="-342900">
              <a:buFont typeface="Arial" panose="020B0604020202020204" pitchFamily="34" charset="0"/>
              <a:buChar char="•"/>
            </a:pPr>
            <a:endParaRPr lang="en-US" dirty="0" smtClean="0"/>
          </a:p>
          <a:p>
            <a:pPr marL="342900" indent="-342900">
              <a:buFont typeface="Arial" panose="020B0604020202020204" pitchFamily="34" charset="0"/>
              <a:buChar char="•"/>
            </a:pPr>
            <a:r>
              <a:rPr lang="en-US" dirty="0" smtClean="0"/>
              <a:t>Planning for Contracted Solutions</a:t>
            </a:r>
          </a:p>
          <a:p>
            <a:pPr marL="342900" indent="-342900">
              <a:buFont typeface="Arial" panose="020B0604020202020204" pitchFamily="34" charset="0"/>
              <a:buChar char="•"/>
            </a:pPr>
            <a:endParaRPr lang="en-US" dirty="0"/>
          </a:p>
          <a:p>
            <a:pPr marL="1066800" lvl="2" indent="-342900">
              <a:buFont typeface="Arial" panose="020B0604020202020204" pitchFamily="34" charset="0"/>
              <a:buChar char="•"/>
            </a:pPr>
            <a:r>
              <a:rPr lang="en-US" dirty="0" smtClean="0"/>
              <a:t>Acquisition Planning</a:t>
            </a:r>
          </a:p>
          <a:p>
            <a:pPr marL="342900" indent="-342900">
              <a:buFont typeface="Arial" panose="020B0604020202020204" pitchFamily="34" charset="0"/>
              <a:buChar char="•"/>
            </a:pPr>
            <a:endParaRPr lang="en-US" dirty="0"/>
          </a:p>
          <a:p>
            <a:pPr marL="1066800" lvl="2" indent="-342900">
              <a:buFont typeface="Arial" panose="020B0604020202020204" pitchFamily="34" charset="0"/>
              <a:buChar char="•"/>
            </a:pPr>
            <a:r>
              <a:rPr lang="en-US" dirty="0" smtClean="0"/>
              <a:t>Agency Support</a:t>
            </a:r>
          </a:p>
          <a:p>
            <a:pPr marL="342900" indent="-342900">
              <a:buFont typeface="Arial" panose="020B0604020202020204" pitchFamily="34" charset="0"/>
              <a:buChar char="•"/>
            </a:pPr>
            <a:endParaRPr lang="en-US" dirty="0"/>
          </a:p>
          <a:p>
            <a:pPr marL="1066800" lvl="2" indent="-342900">
              <a:buFont typeface="Arial" panose="020B0604020202020204" pitchFamily="34" charset="0"/>
              <a:buChar char="•"/>
            </a:pPr>
            <a:r>
              <a:rPr lang="en-US" dirty="0" smtClean="0"/>
              <a:t>Deployment, Sustainment, Redeployment </a:t>
            </a:r>
            <a:endParaRPr lang="en-US" dirty="0"/>
          </a:p>
        </p:txBody>
      </p:sp>
      <p:sp>
        <p:nvSpPr>
          <p:cNvPr id="5" name="Footer Placeholder 3"/>
          <p:cNvSpPr txBox="1">
            <a:spLocks/>
          </p:cNvSpPr>
          <p:nvPr/>
        </p:nvSpPr>
        <p:spPr>
          <a:xfrm>
            <a:off x="3153564" y="6169742"/>
            <a:ext cx="3353065" cy="688258"/>
          </a:xfrm>
          <a:prstGeom prst="rect">
            <a:avLst/>
          </a:prstGeom>
        </p:spPr>
        <p:txBody>
          <a:bodyPr vert="horz" lIns="0" tIns="0" rIns="0" bIns="0" rtlCol="0" anchor="ctr"/>
          <a:lstStyle>
            <a:defPPr>
              <a:defRPr lang="de-DE"/>
            </a:defPPr>
            <a:lvl1pPr marL="0" algn="ctr" defTabSz="457200" rtl="0" eaLnBrk="1" latinLnBrk="0" hangingPunct="1">
              <a:defRPr sz="1200" kern="1200">
                <a:solidFill>
                  <a:srgbClr val="033E5B"/>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de-DE" dirty="0" smtClean="0"/>
              <a:t>NATO UNCLASSIFIED</a:t>
            </a:r>
            <a:endParaRPr lang="de-DE" dirty="0"/>
          </a:p>
        </p:txBody>
      </p:sp>
      <p:sp>
        <p:nvSpPr>
          <p:cNvPr id="6"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2</a:t>
            </a:fld>
            <a:endParaRPr lang="en-GB" dirty="0"/>
          </a:p>
        </p:txBody>
      </p:sp>
    </p:spTree>
    <p:extLst>
      <p:ext uri="{BB962C8B-B14F-4D97-AF65-F5344CB8AC3E}">
        <p14:creationId xmlns:p14="http://schemas.microsoft.com/office/powerpoint/2010/main" val="2372396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PART I</a:t>
            </a:r>
            <a:endParaRPr lang="en-US" dirty="0"/>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US" dirty="0" smtClean="0">
                <a:solidFill>
                  <a:srgbClr val="FF0000"/>
                </a:solidFill>
              </a:rPr>
              <a:t>Funding Fundamentals</a:t>
            </a:r>
          </a:p>
          <a:p>
            <a:pPr marL="342900" indent="-342900">
              <a:buFont typeface="Arial" panose="020B0604020202020204" pitchFamily="34" charset="0"/>
              <a:buChar char="•"/>
            </a:pPr>
            <a:endParaRPr lang="en-US" dirty="0" smtClean="0"/>
          </a:p>
          <a:p>
            <a:pPr marL="342900" indent="-342900">
              <a:buFont typeface="Arial" panose="020B0604020202020204" pitchFamily="34" charset="0"/>
              <a:buChar char="•"/>
            </a:pPr>
            <a:r>
              <a:rPr lang="en-US" dirty="0" smtClean="0"/>
              <a:t>Outsourcing </a:t>
            </a:r>
            <a:r>
              <a:rPr lang="en-US" dirty="0"/>
              <a:t>F</a:t>
            </a:r>
            <a:r>
              <a:rPr lang="en-US" dirty="0" smtClean="0"/>
              <a:t>undamentals</a:t>
            </a:r>
          </a:p>
          <a:p>
            <a:pPr marL="342900" indent="-342900">
              <a:buFont typeface="Arial" panose="020B0604020202020204" pitchFamily="34" charset="0"/>
              <a:buChar char="•"/>
            </a:pPr>
            <a:endParaRPr lang="en-US" dirty="0" smtClean="0"/>
          </a:p>
          <a:p>
            <a:pPr marL="342900" indent="-342900">
              <a:buFont typeface="Arial" panose="020B0604020202020204" pitchFamily="34" charset="0"/>
              <a:buChar char="•"/>
            </a:pPr>
            <a:r>
              <a:rPr lang="en-US" dirty="0" smtClean="0"/>
              <a:t>Planning for Contracted Solutions</a:t>
            </a:r>
          </a:p>
          <a:p>
            <a:pPr marL="342900" indent="-342900">
              <a:buFont typeface="Arial" panose="020B0604020202020204" pitchFamily="34" charset="0"/>
              <a:buChar char="•"/>
            </a:pPr>
            <a:endParaRPr lang="en-US" dirty="0"/>
          </a:p>
          <a:p>
            <a:pPr marL="1066800" lvl="2" indent="-342900">
              <a:buFont typeface="Arial" panose="020B0604020202020204" pitchFamily="34" charset="0"/>
              <a:buChar char="•"/>
            </a:pPr>
            <a:r>
              <a:rPr lang="en-US" dirty="0" smtClean="0"/>
              <a:t>Acquisition Planning</a:t>
            </a:r>
          </a:p>
          <a:p>
            <a:pPr marL="342900" indent="-342900">
              <a:buFont typeface="Arial" panose="020B0604020202020204" pitchFamily="34" charset="0"/>
              <a:buChar char="•"/>
            </a:pPr>
            <a:endParaRPr lang="en-US" dirty="0"/>
          </a:p>
          <a:p>
            <a:pPr marL="1066800" lvl="2" indent="-342900">
              <a:buFont typeface="Arial" panose="020B0604020202020204" pitchFamily="34" charset="0"/>
              <a:buChar char="•"/>
            </a:pPr>
            <a:r>
              <a:rPr lang="en-US" dirty="0" smtClean="0"/>
              <a:t>Agency Support</a:t>
            </a:r>
          </a:p>
          <a:p>
            <a:pPr marL="342900" indent="-342900">
              <a:buFont typeface="Arial" panose="020B0604020202020204" pitchFamily="34" charset="0"/>
              <a:buChar char="•"/>
            </a:pPr>
            <a:endParaRPr lang="en-US" dirty="0"/>
          </a:p>
          <a:p>
            <a:pPr marL="1066800" lvl="2" indent="-342900">
              <a:buFont typeface="Arial" panose="020B0604020202020204" pitchFamily="34" charset="0"/>
              <a:buChar char="•"/>
            </a:pPr>
            <a:r>
              <a:rPr lang="en-US" dirty="0" smtClean="0"/>
              <a:t>Deployment, Sustainment, Redeployment </a:t>
            </a:r>
            <a:endParaRPr lang="en-US" dirty="0"/>
          </a:p>
        </p:txBody>
      </p:sp>
      <p:sp>
        <p:nvSpPr>
          <p:cNvPr id="5" name="Footer Placeholder 3"/>
          <p:cNvSpPr txBox="1">
            <a:spLocks/>
          </p:cNvSpPr>
          <p:nvPr/>
        </p:nvSpPr>
        <p:spPr>
          <a:xfrm>
            <a:off x="3153564" y="6169742"/>
            <a:ext cx="3353065" cy="688258"/>
          </a:xfrm>
          <a:prstGeom prst="rect">
            <a:avLst/>
          </a:prstGeom>
        </p:spPr>
        <p:txBody>
          <a:bodyPr vert="horz" lIns="0" tIns="0" rIns="0" bIns="0" rtlCol="0" anchor="ctr"/>
          <a:lstStyle>
            <a:defPPr>
              <a:defRPr lang="de-DE"/>
            </a:defPPr>
            <a:lvl1pPr marL="0" algn="ctr" defTabSz="457200" rtl="0" eaLnBrk="1" latinLnBrk="0" hangingPunct="1">
              <a:defRPr sz="1200" kern="1200">
                <a:solidFill>
                  <a:srgbClr val="033E5B"/>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de-DE" dirty="0" smtClean="0"/>
              <a:t>NATO UNCLASSIFIED</a:t>
            </a:r>
            <a:endParaRPr lang="de-DE" dirty="0"/>
          </a:p>
        </p:txBody>
      </p:sp>
      <p:sp>
        <p:nvSpPr>
          <p:cNvPr id="6"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3</a:t>
            </a:fld>
            <a:endParaRPr lang="en-GB" dirty="0"/>
          </a:p>
        </p:txBody>
      </p:sp>
    </p:spTree>
    <p:extLst>
      <p:ext uri="{BB962C8B-B14F-4D97-AF65-F5344CB8AC3E}">
        <p14:creationId xmlns:p14="http://schemas.microsoft.com/office/powerpoint/2010/main" val="5999339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937404" y="262535"/>
            <a:ext cx="6858000" cy="638175"/>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defRPr/>
            </a:pPr>
            <a:r>
              <a:rPr lang="en-GB" altLang="en-US" sz="2400" b="1" kern="0" dirty="0" smtClean="0">
                <a:solidFill>
                  <a:schemeClr val="bg1"/>
                </a:solidFill>
                <a:latin typeface="Arial" panose="020B0604020202020204" pitchFamily="34" charset="0"/>
                <a:cs typeface="Arial" panose="020B0604020202020204" pitchFamily="34" charset="0"/>
              </a:rPr>
              <a:t>Types of Funding</a:t>
            </a:r>
          </a:p>
        </p:txBody>
      </p:sp>
      <p:sp>
        <p:nvSpPr>
          <p:cNvPr id="6" name="Rounded Rectangle 5"/>
          <p:cNvSpPr/>
          <p:nvPr/>
        </p:nvSpPr>
        <p:spPr>
          <a:xfrm>
            <a:off x="131735" y="1777687"/>
            <a:ext cx="2124075" cy="3106720"/>
          </a:xfrm>
          <a:prstGeom prst="roundRect">
            <a:avLst/>
          </a:prstGeom>
          <a:gradFill flip="none" rotWithShape="1">
            <a:gsLst>
              <a:gs pos="0">
                <a:schemeClr val="accent3">
                  <a:lumMod val="40000"/>
                  <a:lumOff val="60000"/>
                </a:schemeClr>
              </a:gs>
              <a:gs pos="50000">
                <a:schemeClr val="accent4">
                  <a:lumMod val="60000"/>
                  <a:lumOff val="40000"/>
                </a:schemeClr>
              </a:gs>
              <a:gs pos="100000">
                <a:schemeClr val="accent3">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defRPr/>
            </a:pPr>
            <a:endParaRPr lang="en-GB" sz="1200">
              <a:solidFill>
                <a:srgbClr val="003C5A"/>
              </a:solidFill>
              <a:ea typeface="+mj-ea"/>
              <a:cs typeface="Arial"/>
            </a:endParaRPr>
          </a:p>
        </p:txBody>
      </p:sp>
      <p:sp>
        <p:nvSpPr>
          <p:cNvPr id="15366" name="TextBox 7"/>
          <p:cNvSpPr txBox="1">
            <a:spLocks noChangeArrowheads="1"/>
          </p:cNvSpPr>
          <p:nvPr/>
        </p:nvSpPr>
        <p:spPr bwMode="auto">
          <a:xfrm>
            <a:off x="-7249" y="1311421"/>
            <a:ext cx="2449513"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lnSpc>
                <a:spcPct val="114000"/>
              </a:lnSpc>
              <a:buFont typeface="Arial" panose="020B0604020202020204" pitchFamily="34" charset="0"/>
              <a:buNone/>
            </a:pPr>
            <a:r>
              <a:rPr lang="en-US" altLang="en-US" dirty="0">
                <a:solidFill>
                  <a:schemeClr val="bg1"/>
                </a:solidFill>
              </a:rPr>
              <a:t>National Funding</a:t>
            </a:r>
            <a:endParaRPr lang="en-GB" altLang="en-US" dirty="0">
              <a:solidFill>
                <a:schemeClr val="bg1"/>
              </a:solidFill>
            </a:endParaRPr>
          </a:p>
        </p:txBody>
      </p:sp>
      <p:sp>
        <p:nvSpPr>
          <p:cNvPr id="15367" name="TextBox 8"/>
          <p:cNvSpPr txBox="1">
            <a:spLocks noChangeArrowheads="1"/>
          </p:cNvSpPr>
          <p:nvPr/>
        </p:nvSpPr>
        <p:spPr bwMode="auto">
          <a:xfrm>
            <a:off x="2310922" y="1311421"/>
            <a:ext cx="6656388"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lnSpc>
                <a:spcPct val="114000"/>
              </a:lnSpc>
              <a:buFont typeface="Arial" panose="020B0604020202020204" pitchFamily="34" charset="0"/>
              <a:buNone/>
            </a:pPr>
            <a:r>
              <a:rPr lang="en-US" altLang="en-US" sz="2000" dirty="0">
                <a:solidFill>
                  <a:schemeClr val="bg1"/>
                </a:solidFill>
              </a:rPr>
              <a:t>Multinational Funding</a:t>
            </a:r>
            <a:endParaRPr lang="en-GB" altLang="en-US" sz="2000" dirty="0">
              <a:solidFill>
                <a:schemeClr val="bg1"/>
              </a:solidFill>
            </a:endParaRPr>
          </a:p>
        </p:txBody>
      </p:sp>
      <p:sp>
        <p:nvSpPr>
          <p:cNvPr id="10" name="Rounded Rectangle 9"/>
          <p:cNvSpPr/>
          <p:nvPr/>
        </p:nvSpPr>
        <p:spPr>
          <a:xfrm>
            <a:off x="2433958" y="1795571"/>
            <a:ext cx="2124075" cy="3089890"/>
          </a:xfrm>
          <a:prstGeom prst="roundRect">
            <a:avLst/>
          </a:prstGeom>
          <a:gradFill flip="none" rotWithShape="1">
            <a:gsLst>
              <a:gs pos="0">
                <a:schemeClr val="accent3">
                  <a:lumMod val="40000"/>
                  <a:lumOff val="60000"/>
                </a:schemeClr>
              </a:gs>
              <a:gs pos="50000">
                <a:schemeClr val="accent4">
                  <a:lumMod val="60000"/>
                  <a:lumOff val="40000"/>
                </a:schemeClr>
              </a:gs>
              <a:gs pos="100000">
                <a:schemeClr val="accent3">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defRPr/>
            </a:pPr>
            <a:endParaRPr lang="en-GB" sz="1200">
              <a:solidFill>
                <a:srgbClr val="003C5A"/>
              </a:solidFill>
              <a:ea typeface="+mj-ea"/>
              <a:cs typeface="Arial"/>
            </a:endParaRPr>
          </a:p>
        </p:txBody>
      </p:sp>
      <p:sp>
        <p:nvSpPr>
          <p:cNvPr id="11" name="Rounded Rectangle 10"/>
          <p:cNvSpPr/>
          <p:nvPr/>
        </p:nvSpPr>
        <p:spPr>
          <a:xfrm>
            <a:off x="4643757" y="1812463"/>
            <a:ext cx="2124075" cy="3089890"/>
          </a:xfrm>
          <a:prstGeom prst="roundRect">
            <a:avLst/>
          </a:prstGeom>
          <a:gradFill flip="none" rotWithShape="1">
            <a:gsLst>
              <a:gs pos="0">
                <a:schemeClr val="accent3">
                  <a:lumMod val="40000"/>
                  <a:lumOff val="60000"/>
                </a:schemeClr>
              </a:gs>
              <a:gs pos="50000">
                <a:schemeClr val="accent4">
                  <a:lumMod val="60000"/>
                  <a:lumOff val="40000"/>
                </a:schemeClr>
              </a:gs>
              <a:gs pos="100000">
                <a:schemeClr val="accent3">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defRPr/>
            </a:pPr>
            <a:endParaRPr lang="en-GB" sz="1200">
              <a:solidFill>
                <a:srgbClr val="003C5A"/>
              </a:solidFill>
              <a:ea typeface="+mj-ea"/>
              <a:cs typeface="Arial"/>
            </a:endParaRPr>
          </a:p>
        </p:txBody>
      </p:sp>
      <p:sp>
        <p:nvSpPr>
          <p:cNvPr id="12" name="Rounded Rectangle 11"/>
          <p:cNvSpPr/>
          <p:nvPr/>
        </p:nvSpPr>
        <p:spPr>
          <a:xfrm>
            <a:off x="6869780" y="1813455"/>
            <a:ext cx="2124075" cy="3089890"/>
          </a:xfrm>
          <a:prstGeom prst="roundRect">
            <a:avLst/>
          </a:prstGeom>
          <a:gradFill flip="none" rotWithShape="1">
            <a:gsLst>
              <a:gs pos="0">
                <a:schemeClr val="accent3">
                  <a:lumMod val="40000"/>
                  <a:lumOff val="60000"/>
                </a:schemeClr>
              </a:gs>
              <a:gs pos="50000">
                <a:schemeClr val="accent4">
                  <a:lumMod val="60000"/>
                  <a:lumOff val="40000"/>
                </a:schemeClr>
              </a:gs>
              <a:gs pos="100000">
                <a:schemeClr val="accent3">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defRPr/>
            </a:pPr>
            <a:endParaRPr lang="en-GB" sz="1200">
              <a:solidFill>
                <a:srgbClr val="003C5A"/>
              </a:solidFill>
              <a:ea typeface="+mj-ea"/>
              <a:cs typeface="Arial"/>
            </a:endParaRPr>
          </a:p>
        </p:txBody>
      </p:sp>
      <p:sp>
        <p:nvSpPr>
          <p:cNvPr id="13" name="Rounded Rectangle 12"/>
          <p:cNvSpPr/>
          <p:nvPr/>
        </p:nvSpPr>
        <p:spPr>
          <a:xfrm>
            <a:off x="2433958" y="4928936"/>
            <a:ext cx="2124075" cy="1154521"/>
          </a:xfrm>
          <a:prstGeom prst="roundRect">
            <a:avLst/>
          </a:prstGeom>
          <a:gradFill flip="none" rotWithShape="1">
            <a:gsLst>
              <a:gs pos="0">
                <a:schemeClr val="accent3">
                  <a:lumMod val="40000"/>
                  <a:lumOff val="60000"/>
                </a:schemeClr>
              </a:gs>
              <a:gs pos="50000">
                <a:schemeClr val="accent4">
                  <a:lumMod val="60000"/>
                  <a:lumOff val="40000"/>
                </a:schemeClr>
              </a:gs>
              <a:gs pos="100000">
                <a:schemeClr val="accent3">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defRPr/>
            </a:pPr>
            <a:endParaRPr lang="en-GB" sz="1200">
              <a:solidFill>
                <a:srgbClr val="003C5A"/>
              </a:solidFill>
              <a:ea typeface="+mj-ea"/>
              <a:cs typeface="Arial"/>
            </a:endParaRPr>
          </a:p>
        </p:txBody>
      </p:sp>
      <p:sp>
        <p:nvSpPr>
          <p:cNvPr id="14" name="Rounded Rectangle 13"/>
          <p:cNvSpPr/>
          <p:nvPr/>
        </p:nvSpPr>
        <p:spPr>
          <a:xfrm>
            <a:off x="4643757" y="4945828"/>
            <a:ext cx="2124075" cy="1154521"/>
          </a:xfrm>
          <a:prstGeom prst="roundRect">
            <a:avLst/>
          </a:prstGeom>
          <a:gradFill flip="none" rotWithShape="1">
            <a:gsLst>
              <a:gs pos="0">
                <a:schemeClr val="accent3">
                  <a:lumMod val="40000"/>
                  <a:lumOff val="60000"/>
                </a:schemeClr>
              </a:gs>
              <a:gs pos="50000">
                <a:schemeClr val="accent4">
                  <a:lumMod val="60000"/>
                  <a:lumOff val="40000"/>
                </a:schemeClr>
              </a:gs>
              <a:gs pos="100000">
                <a:schemeClr val="accent3">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defRPr/>
            </a:pPr>
            <a:endParaRPr lang="en-GB" sz="1200">
              <a:solidFill>
                <a:srgbClr val="003C5A"/>
              </a:solidFill>
              <a:ea typeface="+mj-ea"/>
              <a:cs typeface="Arial"/>
            </a:endParaRPr>
          </a:p>
        </p:txBody>
      </p:sp>
      <p:sp>
        <p:nvSpPr>
          <p:cNvPr id="15" name="Rounded Rectangle 14"/>
          <p:cNvSpPr/>
          <p:nvPr/>
        </p:nvSpPr>
        <p:spPr>
          <a:xfrm>
            <a:off x="6867845" y="4946820"/>
            <a:ext cx="2124075" cy="1154521"/>
          </a:xfrm>
          <a:prstGeom prst="roundRect">
            <a:avLst/>
          </a:prstGeom>
          <a:gradFill flip="none" rotWithShape="1">
            <a:gsLst>
              <a:gs pos="0">
                <a:schemeClr val="accent3">
                  <a:lumMod val="40000"/>
                  <a:lumOff val="60000"/>
                </a:schemeClr>
              </a:gs>
              <a:gs pos="50000">
                <a:schemeClr val="accent4">
                  <a:lumMod val="60000"/>
                  <a:lumOff val="40000"/>
                </a:schemeClr>
              </a:gs>
              <a:gs pos="100000">
                <a:schemeClr val="accent3">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eaLnBrk="1" hangingPunct="1">
              <a:defRPr/>
            </a:pPr>
            <a:endParaRPr lang="en-GB" sz="1200">
              <a:solidFill>
                <a:srgbClr val="003C5A"/>
              </a:solidFill>
              <a:ea typeface="+mj-ea"/>
              <a:cs typeface="Arial"/>
            </a:endParaRPr>
          </a:p>
        </p:txBody>
      </p:sp>
      <p:cxnSp>
        <p:nvCxnSpPr>
          <p:cNvPr id="16" name="Straight Connector 15"/>
          <p:cNvCxnSpPr/>
          <p:nvPr/>
        </p:nvCxnSpPr>
        <p:spPr>
          <a:xfrm>
            <a:off x="2346325" y="1039813"/>
            <a:ext cx="0" cy="5043487"/>
          </a:xfrm>
          <a:prstGeom prst="line">
            <a:avLst/>
          </a:prstGeom>
          <a:ln>
            <a:prstDash val="sysDash"/>
          </a:ln>
        </p:spPr>
        <p:style>
          <a:lnRef idx="3">
            <a:schemeClr val="accent1"/>
          </a:lnRef>
          <a:fillRef idx="0">
            <a:schemeClr val="accent1"/>
          </a:fillRef>
          <a:effectRef idx="2">
            <a:schemeClr val="accent1"/>
          </a:effectRef>
          <a:fontRef idx="minor">
            <a:schemeClr val="tx1"/>
          </a:fontRef>
        </p:style>
      </p:cxnSp>
      <p:sp>
        <p:nvSpPr>
          <p:cNvPr id="15387" name="TextBox 16"/>
          <p:cNvSpPr txBox="1">
            <a:spLocks noChangeArrowheads="1"/>
          </p:cNvSpPr>
          <p:nvPr/>
        </p:nvSpPr>
        <p:spPr bwMode="auto">
          <a:xfrm>
            <a:off x="138113" y="2289175"/>
            <a:ext cx="2117725"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lnSpc>
                <a:spcPct val="114000"/>
              </a:lnSpc>
              <a:buFont typeface="Arial" panose="020B0604020202020204" pitchFamily="34" charset="0"/>
              <a:buNone/>
            </a:pPr>
            <a:r>
              <a:rPr lang="en-US" altLang="en-US" sz="1000" b="0">
                <a:solidFill>
                  <a:srgbClr val="003C5A"/>
                </a:solidFill>
              </a:rPr>
              <a:t>- Salaries of people working in</a:t>
            </a:r>
            <a:br>
              <a:rPr lang="en-US" altLang="en-US" sz="1000" b="0">
                <a:solidFill>
                  <a:srgbClr val="003C5A"/>
                </a:solidFill>
              </a:rPr>
            </a:br>
            <a:r>
              <a:rPr lang="en-US" altLang="en-US" sz="1000" b="0">
                <a:solidFill>
                  <a:srgbClr val="003C5A"/>
                </a:solidFill>
              </a:rPr>
              <a:t>  national delegations at NATO</a:t>
            </a:r>
            <a:br>
              <a:rPr lang="en-US" altLang="en-US" sz="1000" b="0">
                <a:solidFill>
                  <a:srgbClr val="003C5A"/>
                </a:solidFill>
              </a:rPr>
            </a:br>
            <a:r>
              <a:rPr lang="en-US" altLang="en-US" sz="1000" b="0">
                <a:solidFill>
                  <a:srgbClr val="003C5A"/>
                </a:solidFill>
              </a:rPr>
              <a:t>  HQs </a:t>
            </a:r>
            <a:r>
              <a:rPr lang="en-US" altLang="en-US" sz="900" b="0">
                <a:solidFill>
                  <a:srgbClr val="003C5A"/>
                </a:solidFill>
              </a:rPr>
              <a:t>(Ambassador, MilRep,</a:t>
            </a:r>
            <a:br>
              <a:rPr lang="en-US" altLang="en-US" sz="900" b="0">
                <a:solidFill>
                  <a:srgbClr val="003C5A"/>
                </a:solidFill>
              </a:rPr>
            </a:br>
            <a:r>
              <a:rPr lang="en-US" altLang="en-US" sz="900" b="0">
                <a:solidFill>
                  <a:srgbClr val="003C5A"/>
                </a:solidFill>
              </a:rPr>
              <a:t>  Member of the IC, …)</a:t>
            </a:r>
            <a:endParaRPr lang="en-GB" altLang="en-US" sz="900" b="0">
              <a:solidFill>
                <a:srgbClr val="003C5A"/>
              </a:solidFill>
            </a:endParaRPr>
          </a:p>
        </p:txBody>
      </p:sp>
      <p:sp>
        <p:nvSpPr>
          <p:cNvPr id="15388" name="TextBox 17"/>
          <p:cNvSpPr txBox="1">
            <a:spLocks noChangeArrowheads="1"/>
          </p:cNvSpPr>
          <p:nvPr/>
        </p:nvSpPr>
        <p:spPr bwMode="auto">
          <a:xfrm>
            <a:off x="2346325" y="2179638"/>
            <a:ext cx="229552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lnSpc>
                <a:spcPct val="114000"/>
              </a:lnSpc>
              <a:buFont typeface="Arial" panose="020B0604020202020204" pitchFamily="34" charset="0"/>
              <a:buNone/>
            </a:pPr>
            <a:r>
              <a:rPr lang="en-US" altLang="en-US" sz="1200" i="1">
                <a:solidFill>
                  <a:srgbClr val="003C5A"/>
                </a:solidFill>
              </a:rPr>
              <a:t>“Bi-/multilateral arrangements outside</a:t>
            </a:r>
            <a:br>
              <a:rPr lang="en-US" altLang="en-US" sz="1200" i="1">
                <a:solidFill>
                  <a:srgbClr val="003C5A"/>
                </a:solidFill>
              </a:rPr>
            </a:br>
            <a:r>
              <a:rPr lang="en-US" altLang="en-US" sz="1200" i="1">
                <a:solidFill>
                  <a:srgbClr val="003C5A"/>
                </a:solidFill>
              </a:rPr>
              <a:t>NATO structure between concerned nations”</a:t>
            </a:r>
            <a:endParaRPr lang="en-GB" altLang="en-US" sz="1200" i="1">
              <a:solidFill>
                <a:srgbClr val="003C5A"/>
              </a:solidFill>
            </a:endParaRPr>
          </a:p>
        </p:txBody>
      </p:sp>
      <p:sp>
        <p:nvSpPr>
          <p:cNvPr id="15389" name="TextBox 18"/>
          <p:cNvSpPr txBox="1">
            <a:spLocks noChangeArrowheads="1"/>
          </p:cNvSpPr>
          <p:nvPr/>
        </p:nvSpPr>
        <p:spPr bwMode="auto">
          <a:xfrm>
            <a:off x="2436813" y="3094038"/>
            <a:ext cx="2159000"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lnSpc>
                <a:spcPct val="114000"/>
              </a:lnSpc>
              <a:buFont typeface="Arial" panose="020B0604020202020204" pitchFamily="34" charset="0"/>
              <a:buNone/>
            </a:pPr>
            <a:r>
              <a:rPr lang="en-US" altLang="en-US" sz="1000" b="0">
                <a:solidFill>
                  <a:srgbClr val="003C5A"/>
                </a:solidFill>
              </a:rPr>
              <a:t>- Used for international cooperative</a:t>
            </a:r>
            <a:br>
              <a:rPr lang="en-US" altLang="en-US" sz="1000" b="0">
                <a:solidFill>
                  <a:srgbClr val="003C5A"/>
                </a:solidFill>
              </a:rPr>
            </a:br>
            <a:r>
              <a:rPr lang="en-US" altLang="en-US" sz="1000" b="0">
                <a:solidFill>
                  <a:srgbClr val="003C5A"/>
                </a:solidFill>
              </a:rPr>
              <a:t>  development projects or </a:t>
            </a:r>
            <a:br>
              <a:rPr lang="en-US" altLang="en-US" sz="1000" b="0">
                <a:solidFill>
                  <a:srgbClr val="003C5A"/>
                </a:solidFill>
              </a:rPr>
            </a:br>
            <a:r>
              <a:rPr lang="en-US" altLang="en-US" sz="1000" b="0">
                <a:solidFill>
                  <a:srgbClr val="003C5A"/>
                </a:solidFill>
              </a:rPr>
              <a:t>  cooperative procurements </a:t>
            </a:r>
            <a:br>
              <a:rPr lang="en-US" altLang="en-US" sz="1000" b="0">
                <a:solidFill>
                  <a:srgbClr val="003C5A"/>
                </a:solidFill>
              </a:rPr>
            </a:br>
            <a:r>
              <a:rPr lang="en-US" altLang="en-US" sz="1000" b="0">
                <a:solidFill>
                  <a:srgbClr val="003C5A"/>
                </a:solidFill>
              </a:rPr>
              <a:t>  </a:t>
            </a:r>
            <a:r>
              <a:rPr lang="en-US" altLang="en-US" sz="900" b="0">
                <a:solidFill>
                  <a:srgbClr val="003C5A"/>
                </a:solidFill>
              </a:rPr>
              <a:t>(such as the F-16 aircraft)</a:t>
            </a:r>
            <a:endParaRPr lang="en-GB" altLang="en-US" sz="900" b="0">
              <a:solidFill>
                <a:srgbClr val="003C5A"/>
              </a:solidFill>
            </a:endParaRPr>
          </a:p>
        </p:txBody>
      </p:sp>
      <p:sp>
        <p:nvSpPr>
          <p:cNvPr id="15390" name="TextBox 19"/>
          <p:cNvSpPr txBox="1">
            <a:spLocks noChangeArrowheads="1"/>
          </p:cNvSpPr>
          <p:nvPr/>
        </p:nvSpPr>
        <p:spPr bwMode="auto">
          <a:xfrm>
            <a:off x="2422525" y="1871663"/>
            <a:ext cx="2128838"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lnSpc>
                <a:spcPct val="114000"/>
              </a:lnSpc>
              <a:buFont typeface="Arial" panose="020B0604020202020204" pitchFamily="34" charset="0"/>
              <a:buNone/>
            </a:pPr>
            <a:r>
              <a:rPr lang="en-US" altLang="en-US" sz="1400" u="sng">
                <a:solidFill>
                  <a:srgbClr val="003C5A"/>
                </a:solidFill>
              </a:rPr>
              <a:t>Multinational Funding</a:t>
            </a:r>
            <a:endParaRPr lang="en-GB" altLang="en-US" sz="1400" u="sng">
              <a:solidFill>
                <a:srgbClr val="003C5A"/>
              </a:solidFill>
            </a:endParaRPr>
          </a:p>
        </p:txBody>
      </p:sp>
      <p:sp>
        <p:nvSpPr>
          <p:cNvPr id="15391" name="TextBox 20"/>
          <p:cNvSpPr txBox="1">
            <a:spLocks noChangeArrowheads="1"/>
          </p:cNvSpPr>
          <p:nvPr/>
        </p:nvSpPr>
        <p:spPr bwMode="auto">
          <a:xfrm>
            <a:off x="4641850" y="1871663"/>
            <a:ext cx="2128838"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lnSpc>
                <a:spcPct val="114000"/>
              </a:lnSpc>
              <a:buFont typeface="Arial" panose="020B0604020202020204" pitchFamily="34" charset="0"/>
              <a:buNone/>
            </a:pPr>
            <a:r>
              <a:rPr lang="en-US" altLang="en-US" sz="1400" u="sng">
                <a:solidFill>
                  <a:srgbClr val="003C5A"/>
                </a:solidFill>
              </a:rPr>
              <a:t>Joint Funding</a:t>
            </a:r>
            <a:endParaRPr lang="en-GB" altLang="en-US" sz="1400" u="sng">
              <a:solidFill>
                <a:srgbClr val="003C5A"/>
              </a:solidFill>
            </a:endParaRPr>
          </a:p>
        </p:txBody>
      </p:sp>
      <p:sp>
        <p:nvSpPr>
          <p:cNvPr id="15392" name="TextBox 21"/>
          <p:cNvSpPr txBox="1">
            <a:spLocks noChangeArrowheads="1"/>
          </p:cNvSpPr>
          <p:nvPr/>
        </p:nvSpPr>
        <p:spPr bwMode="auto">
          <a:xfrm>
            <a:off x="6870700" y="1871663"/>
            <a:ext cx="2128838"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lnSpc>
                <a:spcPct val="114000"/>
              </a:lnSpc>
              <a:buFont typeface="Arial" panose="020B0604020202020204" pitchFamily="34" charset="0"/>
              <a:buNone/>
            </a:pPr>
            <a:r>
              <a:rPr lang="en-US" altLang="en-US" sz="1400" u="sng">
                <a:solidFill>
                  <a:srgbClr val="003C5A"/>
                </a:solidFill>
              </a:rPr>
              <a:t>Common Funding</a:t>
            </a:r>
            <a:endParaRPr lang="en-GB" altLang="en-US" sz="1400" u="sng">
              <a:solidFill>
                <a:srgbClr val="003C5A"/>
              </a:solidFill>
            </a:endParaRPr>
          </a:p>
        </p:txBody>
      </p:sp>
      <p:sp>
        <p:nvSpPr>
          <p:cNvPr id="15393" name="TextBox 22"/>
          <p:cNvSpPr txBox="1">
            <a:spLocks noChangeArrowheads="1"/>
          </p:cNvSpPr>
          <p:nvPr/>
        </p:nvSpPr>
        <p:spPr bwMode="auto">
          <a:xfrm>
            <a:off x="4546600" y="2179638"/>
            <a:ext cx="232410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lnSpc>
                <a:spcPct val="114000"/>
              </a:lnSpc>
              <a:buFont typeface="Arial" panose="020B0604020202020204" pitchFamily="34" charset="0"/>
              <a:buNone/>
            </a:pPr>
            <a:r>
              <a:rPr lang="en-US" altLang="en-US" sz="1200" i="1">
                <a:solidFill>
                  <a:srgbClr val="003C5A"/>
                </a:solidFill>
              </a:rPr>
              <a:t>“Formal cost sharing mechanism”</a:t>
            </a:r>
            <a:endParaRPr lang="en-GB" altLang="en-US" sz="1200" i="1">
              <a:solidFill>
                <a:srgbClr val="003C5A"/>
              </a:solidFill>
            </a:endParaRPr>
          </a:p>
        </p:txBody>
      </p:sp>
      <p:sp>
        <p:nvSpPr>
          <p:cNvPr id="15394" name="TextBox 23"/>
          <p:cNvSpPr txBox="1">
            <a:spLocks noChangeArrowheads="1"/>
          </p:cNvSpPr>
          <p:nvPr/>
        </p:nvSpPr>
        <p:spPr bwMode="auto">
          <a:xfrm>
            <a:off x="4656138" y="2662238"/>
            <a:ext cx="2147887" cy="150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lnSpc>
                <a:spcPct val="114000"/>
              </a:lnSpc>
              <a:buFont typeface="Arial" panose="020B0604020202020204" pitchFamily="34" charset="0"/>
              <a:buNone/>
            </a:pPr>
            <a:r>
              <a:rPr lang="en-US" altLang="en-US" sz="1000" b="0">
                <a:solidFill>
                  <a:srgbClr val="003C5A"/>
                </a:solidFill>
              </a:rPr>
              <a:t>- Participating nations identify</a:t>
            </a:r>
            <a:br>
              <a:rPr lang="en-US" altLang="en-US" sz="1000" b="0">
                <a:solidFill>
                  <a:srgbClr val="003C5A"/>
                </a:solidFill>
              </a:rPr>
            </a:br>
            <a:r>
              <a:rPr lang="en-US" altLang="en-US" sz="1000" b="0">
                <a:solidFill>
                  <a:srgbClr val="003C5A"/>
                </a:solidFill>
              </a:rPr>
              <a:t>  reqs, priorities, funding levels,</a:t>
            </a:r>
            <a:br>
              <a:rPr lang="en-US" altLang="en-US" sz="1000" b="0">
                <a:solidFill>
                  <a:srgbClr val="003C5A"/>
                </a:solidFill>
              </a:rPr>
            </a:br>
            <a:r>
              <a:rPr lang="en-US" altLang="en-US" sz="1000" b="0">
                <a:solidFill>
                  <a:srgbClr val="003C5A"/>
                </a:solidFill>
              </a:rPr>
              <a:t>  and develop a formal cost sharing</a:t>
            </a:r>
            <a:br>
              <a:rPr lang="en-US" altLang="en-US" sz="1000" b="0">
                <a:solidFill>
                  <a:srgbClr val="003C5A"/>
                </a:solidFill>
              </a:rPr>
            </a:br>
            <a:r>
              <a:rPr lang="en-US" altLang="en-US" sz="1000" b="0">
                <a:solidFill>
                  <a:srgbClr val="003C5A"/>
                </a:solidFill>
              </a:rPr>
              <a:t>  mechanism.</a:t>
            </a:r>
            <a:br>
              <a:rPr lang="en-US" altLang="en-US" sz="1000" b="0">
                <a:solidFill>
                  <a:srgbClr val="003C5A"/>
                </a:solidFill>
              </a:rPr>
            </a:br>
            <a:r>
              <a:rPr lang="en-US" altLang="en-US" sz="1000" b="0">
                <a:solidFill>
                  <a:srgbClr val="003C5A"/>
                </a:solidFill>
              </a:rPr>
              <a:t>  NATO has visibility into these</a:t>
            </a:r>
            <a:br>
              <a:rPr lang="en-US" altLang="en-US" sz="1000" b="0">
                <a:solidFill>
                  <a:srgbClr val="003C5A"/>
                </a:solidFill>
              </a:rPr>
            </a:br>
            <a:r>
              <a:rPr lang="en-US" altLang="en-US" sz="1000" b="0">
                <a:solidFill>
                  <a:srgbClr val="003C5A"/>
                </a:solidFill>
              </a:rPr>
              <a:t>  arrangements and often provides</a:t>
            </a:r>
            <a:br>
              <a:rPr lang="en-US" altLang="en-US" sz="1000" b="0">
                <a:solidFill>
                  <a:srgbClr val="003C5A"/>
                </a:solidFill>
              </a:rPr>
            </a:br>
            <a:r>
              <a:rPr lang="en-US" altLang="en-US" sz="1000" b="0">
                <a:solidFill>
                  <a:srgbClr val="003C5A"/>
                </a:solidFill>
              </a:rPr>
              <a:t>  political / financial oversight</a:t>
            </a:r>
            <a:endParaRPr lang="en-GB" altLang="en-US" sz="1000" b="0">
              <a:solidFill>
                <a:srgbClr val="003C5A"/>
              </a:solidFill>
            </a:endParaRPr>
          </a:p>
        </p:txBody>
      </p:sp>
      <p:sp>
        <p:nvSpPr>
          <p:cNvPr id="15395" name="TextBox 24"/>
          <p:cNvSpPr txBox="1">
            <a:spLocks noChangeArrowheads="1"/>
          </p:cNvSpPr>
          <p:nvPr/>
        </p:nvSpPr>
        <p:spPr bwMode="auto">
          <a:xfrm>
            <a:off x="4652963" y="3944938"/>
            <a:ext cx="2109787"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lnSpc>
                <a:spcPct val="114000"/>
              </a:lnSpc>
              <a:buFont typeface="Arial" panose="020B0604020202020204" pitchFamily="34" charset="0"/>
              <a:buNone/>
            </a:pPr>
            <a:r>
              <a:rPr lang="en-US" altLang="en-US" sz="1000" b="0">
                <a:solidFill>
                  <a:srgbClr val="003C5A"/>
                </a:solidFill>
              </a:rPr>
              <a:t>- In many cases, a NATO</a:t>
            </a:r>
            <a:br>
              <a:rPr lang="en-US" altLang="en-US" sz="1000" b="0">
                <a:solidFill>
                  <a:srgbClr val="003C5A"/>
                </a:solidFill>
              </a:rPr>
            </a:br>
            <a:r>
              <a:rPr lang="en-US" altLang="en-US" sz="1000" b="0">
                <a:solidFill>
                  <a:srgbClr val="003C5A"/>
                </a:solidFill>
              </a:rPr>
              <a:t>  Production &amp; Logistics Org </a:t>
            </a:r>
            <a:br>
              <a:rPr lang="en-US" altLang="en-US" sz="1000" b="0">
                <a:solidFill>
                  <a:srgbClr val="003C5A"/>
                </a:solidFill>
              </a:rPr>
            </a:br>
            <a:r>
              <a:rPr lang="en-US" altLang="en-US" sz="1000" b="0">
                <a:solidFill>
                  <a:srgbClr val="003C5A"/>
                </a:solidFill>
              </a:rPr>
              <a:t>  is established as part of a Joint</a:t>
            </a:r>
            <a:br>
              <a:rPr lang="en-US" altLang="en-US" sz="1000" b="0">
                <a:solidFill>
                  <a:srgbClr val="003C5A"/>
                </a:solidFill>
              </a:rPr>
            </a:br>
            <a:r>
              <a:rPr lang="en-US" altLang="en-US" sz="1000" b="0">
                <a:solidFill>
                  <a:srgbClr val="003C5A"/>
                </a:solidFill>
              </a:rPr>
              <a:t>  Funding arrangement</a:t>
            </a:r>
            <a:endParaRPr lang="en-GB" altLang="en-US" sz="1000" b="0">
              <a:solidFill>
                <a:srgbClr val="003C5A"/>
              </a:solidFill>
            </a:endParaRPr>
          </a:p>
        </p:txBody>
      </p:sp>
      <p:sp>
        <p:nvSpPr>
          <p:cNvPr id="15396" name="TextBox 25"/>
          <p:cNvSpPr txBox="1">
            <a:spLocks noChangeArrowheads="1"/>
          </p:cNvSpPr>
          <p:nvPr/>
        </p:nvSpPr>
        <p:spPr bwMode="auto">
          <a:xfrm>
            <a:off x="2433638" y="4964113"/>
            <a:ext cx="2128837"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lnSpc>
                <a:spcPct val="114000"/>
              </a:lnSpc>
              <a:buFont typeface="Arial" panose="020B0604020202020204" pitchFamily="34" charset="0"/>
              <a:buNone/>
            </a:pPr>
            <a:r>
              <a:rPr lang="en-US" altLang="en-US" sz="1400" u="sng">
                <a:solidFill>
                  <a:srgbClr val="003C5A"/>
                </a:solidFill>
              </a:rPr>
              <a:t>Coalition of the willing</a:t>
            </a:r>
            <a:endParaRPr lang="en-GB" altLang="en-US" sz="1400" u="sng">
              <a:solidFill>
                <a:srgbClr val="003C5A"/>
              </a:solidFill>
            </a:endParaRPr>
          </a:p>
        </p:txBody>
      </p:sp>
      <p:sp>
        <p:nvSpPr>
          <p:cNvPr id="15397" name="TextBox 26"/>
          <p:cNvSpPr txBox="1">
            <a:spLocks noChangeArrowheads="1"/>
          </p:cNvSpPr>
          <p:nvPr/>
        </p:nvSpPr>
        <p:spPr bwMode="auto">
          <a:xfrm>
            <a:off x="2455863" y="5753100"/>
            <a:ext cx="2185987"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lnSpc>
                <a:spcPct val="114000"/>
              </a:lnSpc>
              <a:buFont typeface="Arial" panose="020B0604020202020204" pitchFamily="34" charset="0"/>
              <a:buNone/>
            </a:pPr>
            <a:r>
              <a:rPr lang="en-US" altLang="en-US" sz="1000" b="0">
                <a:solidFill>
                  <a:srgbClr val="003C5A"/>
                </a:solidFill>
              </a:rPr>
              <a:t>- Programme/project funding</a:t>
            </a:r>
            <a:endParaRPr lang="en-GB" altLang="en-US" sz="1000" b="0">
              <a:solidFill>
                <a:srgbClr val="003C5A"/>
              </a:solidFill>
            </a:endParaRPr>
          </a:p>
        </p:txBody>
      </p:sp>
      <p:sp>
        <p:nvSpPr>
          <p:cNvPr id="15398" name="TextBox 27"/>
          <p:cNvSpPr txBox="1">
            <a:spLocks noChangeArrowheads="1"/>
          </p:cNvSpPr>
          <p:nvPr/>
        </p:nvSpPr>
        <p:spPr bwMode="auto">
          <a:xfrm>
            <a:off x="2319338" y="5278438"/>
            <a:ext cx="2324100"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lnSpc>
                <a:spcPct val="114000"/>
              </a:lnSpc>
              <a:buFont typeface="Arial" panose="020B0604020202020204" pitchFamily="34" charset="0"/>
              <a:buNone/>
            </a:pPr>
            <a:r>
              <a:rPr lang="en-US" altLang="en-US" sz="1200" i="1">
                <a:solidFill>
                  <a:srgbClr val="003C5A"/>
                </a:solidFill>
              </a:rPr>
              <a:t>“Ad-hoc for specific activities”</a:t>
            </a:r>
            <a:endParaRPr lang="en-GB" altLang="en-US" sz="1200" i="1">
              <a:solidFill>
                <a:srgbClr val="003C5A"/>
              </a:solidFill>
            </a:endParaRPr>
          </a:p>
        </p:txBody>
      </p:sp>
      <p:sp>
        <p:nvSpPr>
          <p:cNvPr id="15399" name="TextBox 28"/>
          <p:cNvSpPr txBox="1">
            <a:spLocks noChangeArrowheads="1"/>
          </p:cNvSpPr>
          <p:nvPr/>
        </p:nvSpPr>
        <p:spPr bwMode="auto">
          <a:xfrm>
            <a:off x="4714875" y="4965700"/>
            <a:ext cx="1979613"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lnSpc>
                <a:spcPct val="114000"/>
              </a:lnSpc>
              <a:buFont typeface="Arial" panose="020B0604020202020204" pitchFamily="34" charset="0"/>
              <a:buNone/>
            </a:pPr>
            <a:r>
              <a:rPr lang="en-US" altLang="en-US" sz="1400" u="sng">
                <a:solidFill>
                  <a:srgbClr val="003C5A"/>
                </a:solidFill>
              </a:rPr>
              <a:t>Contribution in kind</a:t>
            </a:r>
            <a:endParaRPr lang="en-GB" altLang="en-US" sz="1400" u="sng">
              <a:solidFill>
                <a:srgbClr val="003C5A"/>
              </a:solidFill>
            </a:endParaRPr>
          </a:p>
        </p:txBody>
      </p:sp>
      <p:sp>
        <p:nvSpPr>
          <p:cNvPr id="15400" name="TextBox 29"/>
          <p:cNvSpPr txBox="1">
            <a:spLocks noChangeArrowheads="1"/>
          </p:cNvSpPr>
          <p:nvPr/>
        </p:nvSpPr>
        <p:spPr bwMode="auto">
          <a:xfrm>
            <a:off x="4595813" y="5276850"/>
            <a:ext cx="2259012"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lnSpc>
                <a:spcPct val="114000"/>
              </a:lnSpc>
              <a:buFont typeface="Arial" panose="020B0604020202020204" pitchFamily="34" charset="0"/>
              <a:buNone/>
            </a:pPr>
            <a:r>
              <a:rPr lang="en-US" altLang="en-US" sz="1000" b="0">
                <a:solidFill>
                  <a:srgbClr val="003C5A"/>
                </a:solidFill>
              </a:rPr>
              <a:t>- Involves typically provision of</a:t>
            </a:r>
            <a:br>
              <a:rPr lang="en-US" altLang="en-US" sz="1000" b="0">
                <a:solidFill>
                  <a:srgbClr val="003C5A"/>
                </a:solidFill>
              </a:rPr>
            </a:br>
            <a:r>
              <a:rPr lang="en-US" altLang="en-US" sz="1000" b="0">
                <a:solidFill>
                  <a:srgbClr val="003C5A"/>
                </a:solidFill>
              </a:rPr>
              <a:t>  facilities, capabilities, personnel,</a:t>
            </a:r>
            <a:br>
              <a:rPr lang="en-US" altLang="en-US" sz="1000" b="0">
                <a:solidFill>
                  <a:srgbClr val="003C5A"/>
                </a:solidFill>
              </a:rPr>
            </a:br>
            <a:r>
              <a:rPr lang="en-US" altLang="en-US" sz="1000" b="0">
                <a:solidFill>
                  <a:srgbClr val="003C5A"/>
                </a:solidFill>
              </a:rPr>
              <a:t>  special know-how, as opposed</a:t>
            </a:r>
            <a:br>
              <a:rPr lang="en-US" altLang="en-US" sz="1000" b="0">
                <a:solidFill>
                  <a:srgbClr val="003C5A"/>
                </a:solidFill>
              </a:rPr>
            </a:br>
            <a:r>
              <a:rPr lang="en-US" altLang="en-US" sz="1000" b="0">
                <a:solidFill>
                  <a:srgbClr val="003C5A"/>
                </a:solidFill>
              </a:rPr>
              <a:t>  to making financial contribution</a:t>
            </a:r>
            <a:endParaRPr lang="en-GB" altLang="en-US" sz="1000" b="0">
              <a:solidFill>
                <a:srgbClr val="003C5A"/>
              </a:solidFill>
            </a:endParaRPr>
          </a:p>
        </p:txBody>
      </p:sp>
      <p:sp>
        <p:nvSpPr>
          <p:cNvPr id="15401" name="TextBox 30"/>
          <p:cNvSpPr txBox="1">
            <a:spLocks noChangeArrowheads="1"/>
          </p:cNvSpPr>
          <p:nvPr/>
        </p:nvSpPr>
        <p:spPr bwMode="auto">
          <a:xfrm>
            <a:off x="6877050" y="4964113"/>
            <a:ext cx="2128838"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lnSpc>
                <a:spcPct val="114000"/>
              </a:lnSpc>
              <a:buFont typeface="Arial" panose="020B0604020202020204" pitchFamily="34" charset="0"/>
              <a:buNone/>
            </a:pPr>
            <a:r>
              <a:rPr lang="en-US" altLang="en-US" sz="1400" u="sng">
                <a:solidFill>
                  <a:srgbClr val="003C5A"/>
                </a:solidFill>
              </a:rPr>
              <a:t>Trust funds</a:t>
            </a:r>
            <a:endParaRPr lang="en-GB" altLang="en-US" sz="1400" u="sng">
              <a:solidFill>
                <a:srgbClr val="003C5A"/>
              </a:solidFill>
            </a:endParaRPr>
          </a:p>
        </p:txBody>
      </p:sp>
      <p:sp>
        <p:nvSpPr>
          <p:cNvPr id="15402" name="TextBox 31"/>
          <p:cNvSpPr txBox="1">
            <a:spLocks noChangeArrowheads="1"/>
          </p:cNvSpPr>
          <p:nvPr/>
        </p:nvSpPr>
        <p:spPr bwMode="auto">
          <a:xfrm>
            <a:off x="6843713" y="5480050"/>
            <a:ext cx="2228850"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lnSpc>
                <a:spcPct val="114000"/>
              </a:lnSpc>
              <a:buFont typeface="Arial" panose="020B0604020202020204" pitchFamily="34" charset="0"/>
              <a:buNone/>
            </a:pPr>
            <a:r>
              <a:rPr lang="en-US" altLang="en-US" sz="1000" b="0">
                <a:solidFill>
                  <a:srgbClr val="003C5A"/>
                </a:solidFill>
              </a:rPr>
              <a:t>- Example: </a:t>
            </a:r>
            <a:br>
              <a:rPr lang="en-US" altLang="en-US" sz="1000" b="0">
                <a:solidFill>
                  <a:srgbClr val="003C5A"/>
                </a:solidFill>
              </a:rPr>
            </a:br>
            <a:r>
              <a:rPr lang="en-US" altLang="en-US" sz="1000" b="0">
                <a:solidFill>
                  <a:srgbClr val="003C5A"/>
                </a:solidFill>
              </a:rPr>
              <a:t>  Travel &amp; Subsistence Trust Fund</a:t>
            </a:r>
            <a:br>
              <a:rPr lang="en-US" altLang="en-US" sz="1000" b="0">
                <a:solidFill>
                  <a:srgbClr val="003C5A"/>
                </a:solidFill>
              </a:rPr>
            </a:br>
            <a:r>
              <a:rPr lang="en-US" altLang="en-US" sz="1000" b="0">
                <a:solidFill>
                  <a:srgbClr val="003C5A"/>
                </a:solidFill>
              </a:rPr>
              <a:t>   within framework of NTM-I</a:t>
            </a:r>
            <a:endParaRPr lang="en-GB" altLang="en-US" sz="1000" b="0">
              <a:solidFill>
                <a:srgbClr val="003C5A"/>
              </a:solidFill>
            </a:endParaRPr>
          </a:p>
        </p:txBody>
      </p:sp>
      <p:sp>
        <p:nvSpPr>
          <p:cNvPr id="15403" name="TextBox 32"/>
          <p:cNvSpPr txBox="1">
            <a:spLocks noChangeArrowheads="1"/>
          </p:cNvSpPr>
          <p:nvPr/>
        </p:nvSpPr>
        <p:spPr bwMode="auto">
          <a:xfrm>
            <a:off x="6762750" y="5226050"/>
            <a:ext cx="2324100"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lnSpc>
                <a:spcPct val="114000"/>
              </a:lnSpc>
              <a:buFont typeface="Arial" panose="020B0604020202020204" pitchFamily="34" charset="0"/>
              <a:buNone/>
            </a:pPr>
            <a:r>
              <a:rPr lang="en-US" altLang="en-US" sz="1200" i="1">
                <a:solidFill>
                  <a:srgbClr val="003C5A"/>
                </a:solidFill>
              </a:rPr>
              <a:t>“Open for non-members”</a:t>
            </a:r>
            <a:endParaRPr lang="en-GB" altLang="en-US" sz="1200" i="1">
              <a:solidFill>
                <a:srgbClr val="003C5A"/>
              </a:solidFill>
            </a:endParaRPr>
          </a:p>
        </p:txBody>
      </p:sp>
      <p:sp>
        <p:nvSpPr>
          <p:cNvPr id="15404" name="TextBox 33"/>
          <p:cNvSpPr txBox="1">
            <a:spLocks noChangeArrowheads="1"/>
          </p:cNvSpPr>
          <p:nvPr/>
        </p:nvSpPr>
        <p:spPr bwMode="auto">
          <a:xfrm>
            <a:off x="6765925" y="2179638"/>
            <a:ext cx="2324100"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lnSpc>
                <a:spcPct val="114000"/>
              </a:lnSpc>
              <a:buFont typeface="Arial" panose="020B0604020202020204" pitchFamily="34" charset="0"/>
              <a:buNone/>
            </a:pPr>
            <a:r>
              <a:rPr lang="en-US" altLang="en-US" sz="1200" i="1">
                <a:solidFill>
                  <a:srgbClr val="003C5A"/>
                </a:solidFill>
              </a:rPr>
              <a:t>“(Collective Budget)”</a:t>
            </a:r>
            <a:br>
              <a:rPr lang="en-US" altLang="en-US" sz="1200" i="1">
                <a:solidFill>
                  <a:srgbClr val="003C5A"/>
                </a:solidFill>
              </a:rPr>
            </a:br>
            <a:r>
              <a:rPr lang="en-US" altLang="en-US" sz="1200" i="1">
                <a:solidFill>
                  <a:srgbClr val="003C5A"/>
                </a:solidFill>
              </a:rPr>
              <a:t>Civil Budget, Military Budget</a:t>
            </a:r>
            <a:br>
              <a:rPr lang="en-US" altLang="en-US" sz="1200" i="1">
                <a:solidFill>
                  <a:srgbClr val="003C5A"/>
                </a:solidFill>
              </a:rPr>
            </a:br>
            <a:r>
              <a:rPr lang="en-US" altLang="en-US" sz="1200" i="1">
                <a:solidFill>
                  <a:srgbClr val="003C5A"/>
                </a:solidFill>
              </a:rPr>
              <a:t>NSIP</a:t>
            </a:r>
            <a:endParaRPr lang="en-GB" altLang="en-US" sz="1200" i="1">
              <a:solidFill>
                <a:srgbClr val="003C5A"/>
              </a:solidFill>
            </a:endParaRPr>
          </a:p>
        </p:txBody>
      </p:sp>
      <p:sp>
        <p:nvSpPr>
          <p:cNvPr id="15405" name="TextBox 34"/>
          <p:cNvSpPr txBox="1">
            <a:spLocks noChangeArrowheads="1"/>
          </p:cNvSpPr>
          <p:nvPr/>
        </p:nvSpPr>
        <p:spPr bwMode="auto">
          <a:xfrm>
            <a:off x="6872288" y="2908300"/>
            <a:ext cx="2117725"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lnSpc>
                <a:spcPct val="114000"/>
              </a:lnSpc>
              <a:buFont typeface="Arial" panose="020B0604020202020204" pitchFamily="34" charset="0"/>
              <a:buNone/>
            </a:pPr>
            <a:r>
              <a:rPr lang="en-US" altLang="en-US" sz="1000" b="0">
                <a:solidFill>
                  <a:srgbClr val="003C5A"/>
                </a:solidFill>
              </a:rPr>
              <a:t>- Pre-agreed annual ceilings</a:t>
            </a:r>
            <a:endParaRPr lang="en-GB" altLang="en-US" sz="1000" b="0">
              <a:solidFill>
                <a:srgbClr val="003C5A"/>
              </a:solidFill>
            </a:endParaRPr>
          </a:p>
        </p:txBody>
      </p:sp>
      <p:sp>
        <p:nvSpPr>
          <p:cNvPr id="15406" name="TextBox 35"/>
          <p:cNvSpPr txBox="1">
            <a:spLocks noChangeArrowheads="1"/>
          </p:cNvSpPr>
          <p:nvPr/>
        </p:nvSpPr>
        <p:spPr bwMode="auto">
          <a:xfrm>
            <a:off x="6873875" y="3121025"/>
            <a:ext cx="2116138" cy="31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lnSpc>
                <a:spcPct val="114000"/>
              </a:lnSpc>
              <a:buFont typeface="Arial" panose="020B0604020202020204" pitchFamily="34" charset="0"/>
              <a:buNone/>
            </a:pPr>
            <a:r>
              <a:rPr lang="en-US" altLang="en-US" sz="1000" b="0">
                <a:solidFill>
                  <a:srgbClr val="003C5A"/>
                </a:solidFill>
              </a:rPr>
              <a:t>- Pre-defined cost shares</a:t>
            </a:r>
            <a:endParaRPr lang="en-GB" altLang="en-US" sz="1000" b="0">
              <a:solidFill>
                <a:srgbClr val="003C5A"/>
              </a:solidFill>
            </a:endParaRPr>
          </a:p>
        </p:txBody>
      </p:sp>
      <p:sp>
        <p:nvSpPr>
          <p:cNvPr id="15407" name="TextBox 36"/>
          <p:cNvSpPr txBox="1">
            <a:spLocks noChangeArrowheads="1"/>
          </p:cNvSpPr>
          <p:nvPr/>
        </p:nvSpPr>
        <p:spPr bwMode="auto">
          <a:xfrm>
            <a:off x="6875463" y="3325813"/>
            <a:ext cx="2116137" cy="65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lnSpc>
                <a:spcPct val="114000"/>
              </a:lnSpc>
              <a:buFont typeface="Arial" panose="020B0604020202020204" pitchFamily="34" charset="0"/>
              <a:buNone/>
            </a:pPr>
            <a:r>
              <a:rPr lang="en-US" altLang="en-US" sz="1000" b="0">
                <a:solidFill>
                  <a:srgbClr val="003C5A"/>
                </a:solidFill>
              </a:rPr>
              <a:t>- Managed by different Committee</a:t>
            </a:r>
            <a:br>
              <a:rPr lang="en-US" altLang="en-US" sz="1000" b="0">
                <a:solidFill>
                  <a:srgbClr val="003C5A"/>
                </a:solidFill>
              </a:rPr>
            </a:br>
            <a:r>
              <a:rPr lang="en-US" altLang="en-US" sz="1000" b="0">
                <a:solidFill>
                  <a:srgbClr val="003C5A"/>
                </a:solidFill>
              </a:rPr>
              <a:t>  consisting of Reps from</a:t>
            </a:r>
            <a:br>
              <a:rPr lang="en-US" altLang="en-US" sz="1000" b="0">
                <a:solidFill>
                  <a:srgbClr val="003C5A"/>
                </a:solidFill>
              </a:rPr>
            </a:br>
            <a:r>
              <a:rPr lang="en-US" altLang="en-US" sz="1000" b="0">
                <a:solidFill>
                  <a:srgbClr val="003C5A"/>
                </a:solidFill>
              </a:rPr>
              <a:t>  contributive nations</a:t>
            </a:r>
            <a:endParaRPr lang="en-GB" altLang="en-US" sz="1000" b="0">
              <a:solidFill>
                <a:srgbClr val="003C5A"/>
              </a:solidFill>
            </a:endParaRPr>
          </a:p>
        </p:txBody>
      </p:sp>
      <p:sp>
        <p:nvSpPr>
          <p:cNvPr id="15408" name="TextBox 37"/>
          <p:cNvSpPr txBox="1">
            <a:spLocks noChangeArrowheads="1"/>
          </p:cNvSpPr>
          <p:nvPr/>
        </p:nvSpPr>
        <p:spPr bwMode="auto">
          <a:xfrm>
            <a:off x="6873875" y="3876675"/>
            <a:ext cx="2116138" cy="315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lnSpc>
                <a:spcPct val="114000"/>
              </a:lnSpc>
              <a:buFont typeface="Arial" panose="020B0604020202020204" pitchFamily="34" charset="0"/>
              <a:buNone/>
            </a:pPr>
            <a:r>
              <a:rPr lang="en-US" altLang="en-US" sz="1000" b="0">
                <a:solidFill>
                  <a:srgbClr val="003C5A"/>
                </a:solidFill>
              </a:rPr>
              <a:t>- Each type has rules and</a:t>
            </a:r>
            <a:br>
              <a:rPr lang="en-US" altLang="en-US" sz="1000" b="0">
                <a:solidFill>
                  <a:srgbClr val="003C5A"/>
                </a:solidFill>
              </a:rPr>
            </a:br>
            <a:r>
              <a:rPr lang="en-US" altLang="en-US" sz="1000" b="0">
                <a:solidFill>
                  <a:srgbClr val="003C5A"/>
                </a:solidFill>
              </a:rPr>
              <a:t>  procedures governing how funds</a:t>
            </a:r>
            <a:br>
              <a:rPr lang="en-US" altLang="en-US" sz="1000" b="0">
                <a:solidFill>
                  <a:srgbClr val="003C5A"/>
                </a:solidFill>
              </a:rPr>
            </a:br>
            <a:r>
              <a:rPr lang="en-US" altLang="en-US" sz="1000" b="0">
                <a:solidFill>
                  <a:srgbClr val="003C5A"/>
                </a:solidFill>
              </a:rPr>
              <a:t>  may be used </a:t>
            </a:r>
            <a:endParaRPr lang="en-GB" altLang="en-US" sz="1000" b="0">
              <a:solidFill>
                <a:srgbClr val="003C5A"/>
              </a:solidFill>
            </a:endParaRPr>
          </a:p>
        </p:txBody>
      </p:sp>
      <p:sp>
        <p:nvSpPr>
          <p:cNvPr id="15409" name="TextBox 38"/>
          <p:cNvSpPr txBox="1">
            <a:spLocks noChangeArrowheads="1"/>
          </p:cNvSpPr>
          <p:nvPr/>
        </p:nvSpPr>
        <p:spPr bwMode="auto">
          <a:xfrm>
            <a:off x="6883400" y="4430713"/>
            <a:ext cx="2116138"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lnSpc>
                <a:spcPct val="114000"/>
              </a:lnSpc>
              <a:buFont typeface="Arial" panose="020B0604020202020204" pitchFamily="34" charset="0"/>
              <a:buNone/>
            </a:pPr>
            <a:r>
              <a:rPr lang="en-US" altLang="en-US" sz="1000" b="0">
                <a:solidFill>
                  <a:srgbClr val="003C5A"/>
                </a:solidFill>
              </a:rPr>
              <a:t>- HQ, NATO C2 systems, ops and</a:t>
            </a:r>
            <a:br>
              <a:rPr lang="en-US" altLang="en-US" sz="1000" b="0">
                <a:solidFill>
                  <a:srgbClr val="003C5A"/>
                </a:solidFill>
              </a:rPr>
            </a:br>
            <a:r>
              <a:rPr lang="en-US" altLang="en-US" sz="1000" b="0">
                <a:solidFill>
                  <a:srgbClr val="003C5A"/>
                </a:solidFill>
              </a:rPr>
              <a:t>  exercises, …</a:t>
            </a:r>
            <a:endParaRPr lang="en-GB" altLang="en-US" sz="1000" b="0">
              <a:solidFill>
                <a:srgbClr val="003C5A"/>
              </a:solidFill>
            </a:endParaRPr>
          </a:p>
        </p:txBody>
      </p:sp>
      <p:sp>
        <p:nvSpPr>
          <p:cNvPr id="15412" name="TextBox 41"/>
          <p:cNvSpPr txBox="1">
            <a:spLocks noChangeArrowheads="1"/>
          </p:cNvSpPr>
          <p:nvPr/>
        </p:nvSpPr>
        <p:spPr bwMode="auto">
          <a:xfrm>
            <a:off x="2863850" y="1519238"/>
            <a:ext cx="5635625" cy="255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lnSpc>
                <a:spcPct val="114000"/>
              </a:lnSpc>
              <a:buFont typeface="Arial" panose="020B0604020202020204" pitchFamily="34" charset="0"/>
              <a:buNone/>
            </a:pPr>
            <a:r>
              <a:rPr lang="en-US" altLang="en-US" sz="1200" b="0" dirty="0">
                <a:solidFill>
                  <a:srgbClr val="003C5A"/>
                </a:solidFill>
              </a:rPr>
              <a:t>Through NATO members and/or participating nations</a:t>
            </a:r>
            <a:endParaRPr lang="en-GB" altLang="en-US" sz="1200" b="0" dirty="0">
              <a:solidFill>
                <a:srgbClr val="003C5A"/>
              </a:solidFill>
            </a:endParaRPr>
          </a:p>
        </p:txBody>
      </p:sp>
      <p:sp>
        <p:nvSpPr>
          <p:cNvPr id="15413" name="TextBox 42"/>
          <p:cNvSpPr txBox="1">
            <a:spLocks noChangeArrowheads="1"/>
          </p:cNvSpPr>
          <p:nvPr/>
        </p:nvSpPr>
        <p:spPr bwMode="auto">
          <a:xfrm>
            <a:off x="127000" y="1949450"/>
            <a:ext cx="2128838" cy="41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723900" indent="-228600">
              <a:defRPr b="1">
                <a:solidFill>
                  <a:schemeClr val="tx1"/>
                </a:solidFill>
                <a:latin typeface="Arial" panose="020B0604020202020204" pitchFamily="34" charset="0"/>
                <a:cs typeface="Arial" panose="020B0604020202020204" pitchFamily="34" charset="0"/>
              </a:defRPr>
            </a:lvl3pPr>
            <a:lvl4pPr marL="7239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lnSpc>
                <a:spcPct val="114000"/>
              </a:lnSpc>
              <a:buFont typeface="Arial" panose="020B0604020202020204" pitchFamily="34" charset="0"/>
              <a:buNone/>
            </a:pPr>
            <a:r>
              <a:rPr lang="en-US" altLang="en-US" sz="1200" i="1">
                <a:solidFill>
                  <a:srgbClr val="FF0000"/>
                </a:solidFill>
              </a:rPr>
              <a:t>“Costs lie where they fall”</a:t>
            </a:r>
            <a:endParaRPr lang="en-GB" altLang="en-US" sz="1200" i="1">
              <a:solidFill>
                <a:srgbClr val="FF0000"/>
              </a:solidFill>
            </a:endParaRPr>
          </a:p>
        </p:txBody>
      </p:sp>
    </p:spTree>
    <p:extLst>
      <p:ext uri="{BB962C8B-B14F-4D97-AF65-F5344CB8AC3E}">
        <p14:creationId xmlns:p14="http://schemas.microsoft.com/office/powerpoint/2010/main" val="15815421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rapezoid 3"/>
          <p:cNvSpPr/>
          <p:nvPr/>
        </p:nvSpPr>
        <p:spPr>
          <a:xfrm rot="5400000">
            <a:off x="-676228" y="2709774"/>
            <a:ext cx="4139842" cy="1521870"/>
          </a:xfrm>
          <a:prstGeom prst="trapezoid">
            <a:avLst>
              <a:gd name="adj" fmla="val 60922"/>
            </a:avLst>
          </a:prstGeom>
          <a:gradFill flip="none" rotWithShape="1">
            <a:gsLst>
              <a:gs pos="0">
                <a:schemeClr val="accent3">
                  <a:lumMod val="40000"/>
                  <a:lumOff val="60000"/>
                </a:schemeClr>
              </a:gs>
              <a:gs pos="50000">
                <a:schemeClr val="accent4">
                  <a:lumMod val="60000"/>
                  <a:lumOff val="40000"/>
                </a:schemeClr>
              </a:gs>
              <a:gs pos="100000">
                <a:schemeClr val="accent4">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vert="vert270" rtlCol="0" anchor="ctr" anchorCtr="1"/>
          <a:lstStyle/>
          <a:p>
            <a:r>
              <a:rPr lang="en-US" sz="1400" b="1" i="1" dirty="0">
                <a:solidFill>
                  <a:srgbClr val="003C5A"/>
                </a:solidFill>
                <a:latin typeface="Arial"/>
                <a:ea typeface="+mj-ea"/>
                <a:cs typeface="Arial"/>
              </a:rPr>
              <a:t>Costs lie where they fall </a:t>
            </a:r>
            <a:endParaRPr lang="en-US" sz="600" b="1" i="1" dirty="0">
              <a:solidFill>
                <a:srgbClr val="003C5A"/>
              </a:solidFill>
              <a:latin typeface="Arial"/>
              <a:ea typeface="+mj-ea"/>
              <a:cs typeface="Arial"/>
            </a:endParaRPr>
          </a:p>
          <a:p>
            <a:r>
              <a:rPr lang="en-US" sz="600" b="1" dirty="0">
                <a:solidFill>
                  <a:srgbClr val="003C5A"/>
                </a:solidFill>
                <a:latin typeface="Arial"/>
                <a:ea typeface="+mj-ea"/>
                <a:cs typeface="Arial"/>
              </a:rPr>
              <a:t>	</a:t>
            </a:r>
            <a:r>
              <a:rPr lang="en-US" sz="800" b="1" dirty="0" smtClean="0">
                <a:solidFill>
                  <a:srgbClr val="003C5A"/>
                </a:solidFill>
                <a:latin typeface="Arial"/>
                <a:ea typeface="+mj-ea"/>
                <a:cs typeface="Arial"/>
              </a:rPr>
              <a:t/>
            </a:r>
            <a:br>
              <a:rPr lang="en-US" sz="800" b="1" dirty="0" smtClean="0">
                <a:solidFill>
                  <a:srgbClr val="003C5A"/>
                </a:solidFill>
                <a:latin typeface="Arial"/>
                <a:ea typeface="+mj-ea"/>
                <a:cs typeface="Arial"/>
              </a:rPr>
            </a:br>
            <a:r>
              <a:rPr lang="en-US" sz="1100" dirty="0" smtClean="0">
                <a:solidFill>
                  <a:srgbClr val="003C5A"/>
                </a:solidFill>
                <a:latin typeface="Arial"/>
                <a:ea typeface="+mj-ea"/>
                <a:cs typeface="Arial"/>
              </a:rPr>
              <a:t>= overarching </a:t>
            </a:r>
            <a:r>
              <a:rPr lang="en-US" sz="1100" dirty="0">
                <a:solidFill>
                  <a:srgbClr val="003C5A"/>
                </a:solidFill>
                <a:latin typeface="Arial"/>
                <a:ea typeface="+mj-ea"/>
                <a:cs typeface="Arial"/>
              </a:rPr>
              <a:t>principle of NATO common </a:t>
            </a:r>
            <a:r>
              <a:rPr lang="en-US" sz="1100" dirty="0" smtClean="0">
                <a:solidFill>
                  <a:srgbClr val="003C5A"/>
                </a:solidFill>
                <a:latin typeface="Arial"/>
                <a:ea typeface="+mj-ea"/>
                <a:cs typeface="Arial"/>
              </a:rPr>
              <a:t>funding</a:t>
            </a:r>
            <a:r>
              <a:rPr lang="en-US" sz="600" dirty="0" smtClean="0">
                <a:solidFill>
                  <a:srgbClr val="003C5A"/>
                </a:solidFill>
                <a:latin typeface="Arial"/>
                <a:ea typeface="+mj-ea"/>
                <a:cs typeface="Arial"/>
              </a:rPr>
              <a:t/>
            </a:r>
            <a:br>
              <a:rPr lang="en-US" sz="600" dirty="0" smtClean="0">
                <a:solidFill>
                  <a:srgbClr val="003C5A"/>
                </a:solidFill>
                <a:latin typeface="Arial"/>
                <a:ea typeface="+mj-ea"/>
                <a:cs typeface="Arial"/>
              </a:rPr>
            </a:br>
            <a:r>
              <a:rPr lang="en-US" sz="600" dirty="0" smtClean="0">
                <a:solidFill>
                  <a:srgbClr val="003C5A"/>
                </a:solidFill>
                <a:latin typeface="Arial"/>
                <a:ea typeface="+mj-ea"/>
                <a:cs typeface="Arial"/>
              </a:rPr>
              <a:t> </a:t>
            </a:r>
            <a:br>
              <a:rPr lang="en-US" sz="600" dirty="0" smtClean="0">
                <a:solidFill>
                  <a:srgbClr val="003C5A"/>
                </a:solidFill>
                <a:latin typeface="Arial"/>
                <a:ea typeface="+mj-ea"/>
                <a:cs typeface="Arial"/>
              </a:rPr>
            </a:br>
            <a:r>
              <a:rPr lang="en-US" sz="1100" dirty="0" smtClean="0">
                <a:solidFill>
                  <a:srgbClr val="003C5A"/>
                </a:solidFill>
                <a:latin typeface="Arial"/>
                <a:ea typeface="+mj-ea"/>
                <a:cs typeface="Arial"/>
              </a:rPr>
              <a:t>This means: </a:t>
            </a:r>
            <a:br>
              <a:rPr lang="en-US" sz="1100" dirty="0" smtClean="0">
                <a:solidFill>
                  <a:srgbClr val="003C5A"/>
                </a:solidFill>
                <a:latin typeface="Arial"/>
                <a:ea typeface="+mj-ea"/>
                <a:cs typeface="Arial"/>
              </a:rPr>
            </a:br>
            <a:r>
              <a:rPr lang="en-US" sz="1100" dirty="0" smtClean="0">
                <a:solidFill>
                  <a:srgbClr val="003C5A"/>
                </a:solidFill>
                <a:latin typeface="Arial"/>
                <a:ea typeface="+mj-ea"/>
                <a:cs typeface="Arial"/>
              </a:rPr>
              <a:t>If </a:t>
            </a:r>
            <a:r>
              <a:rPr lang="en-US" sz="1100" dirty="0">
                <a:solidFill>
                  <a:srgbClr val="003C5A"/>
                </a:solidFill>
                <a:latin typeface="Arial"/>
                <a:ea typeface="+mj-ea"/>
                <a:cs typeface="Arial"/>
              </a:rPr>
              <a:t>a nation chooses to participate in a mission, </a:t>
            </a:r>
            <a:r>
              <a:rPr lang="en-US" sz="1100" dirty="0" smtClean="0">
                <a:solidFill>
                  <a:srgbClr val="003C5A"/>
                </a:solidFill>
                <a:latin typeface="Arial"/>
                <a:ea typeface="+mj-ea"/>
                <a:cs typeface="Arial"/>
              </a:rPr>
              <a:t>the nation </a:t>
            </a:r>
            <a:r>
              <a:rPr lang="en-US" sz="1100" dirty="0">
                <a:solidFill>
                  <a:srgbClr val="003C5A"/>
                </a:solidFill>
                <a:latin typeface="Arial"/>
                <a:ea typeface="+mj-ea"/>
                <a:cs typeface="Arial"/>
              </a:rPr>
              <a:t>is expected to pay its own way for </a:t>
            </a:r>
            <a:r>
              <a:rPr lang="en-US" sz="1100" dirty="0" smtClean="0">
                <a:solidFill>
                  <a:srgbClr val="003C5A"/>
                </a:solidFill>
                <a:latin typeface="Arial"/>
                <a:ea typeface="+mj-ea"/>
                <a:cs typeface="Arial"/>
              </a:rPr>
              <a:t>virtually everything </a:t>
            </a:r>
            <a:r>
              <a:rPr lang="en-US" sz="1100" dirty="0">
                <a:solidFill>
                  <a:srgbClr val="003C5A"/>
                </a:solidFill>
                <a:latin typeface="Arial"/>
                <a:ea typeface="+mj-ea"/>
                <a:cs typeface="Arial"/>
              </a:rPr>
              <a:t>related to their </a:t>
            </a:r>
            <a:r>
              <a:rPr lang="en-US" sz="1100" dirty="0" smtClean="0">
                <a:solidFill>
                  <a:srgbClr val="003C5A"/>
                </a:solidFill>
                <a:latin typeface="Arial"/>
                <a:ea typeface="+mj-ea"/>
                <a:cs typeface="Arial"/>
              </a:rPr>
              <a:t>participation</a:t>
            </a:r>
          </a:p>
        </p:txBody>
      </p:sp>
      <p:sp>
        <p:nvSpPr>
          <p:cNvPr id="10" name="Trapezoid 9"/>
          <p:cNvSpPr/>
          <p:nvPr/>
        </p:nvSpPr>
        <p:spPr>
          <a:xfrm rot="5400000">
            <a:off x="901535" y="2709777"/>
            <a:ext cx="4139845" cy="1521870"/>
          </a:xfrm>
          <a:prstGeom prst="trapezoid">
            <a:avLst>
              <a:gd name="adj" fmla="val 60922"/>
            </a:avLst>
          </a:prstGeom>
          <a:gradFill flip="none" rotWithShape="1">
            <a:gsLst>
              <a:gs pos="0">
                <a:schemeClr val="accent3">
                  <a:lumMod val="40000"/>
                  <a:lumOff val="60000"/>
                </a:schemeClr>
              </a:gs>
              <a:gs pos="50000">
                <a:schemeClr val="accent4">
                  <a:lumMod val="60000"/>
                  <a:lumOff val="40000"/>
                </a:schemeClr>
              </a:gs>
              <a:gs pos="100000">
                <a:schemeClr val="accent4">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vert="vert270" rtlCol="0" anchor="ctr" anchorCtr="1"/>
          <a:lstStyle/>
          <a:p>
            <a:r>
              <a:rPr lang="en-US" sz="1400" b="1" i="1" dirty="0">
                <a:solidFill>
                  <a:srgbClr val="003C5A"/>
                </a:solidFill>
                <a:latin typeface="Arial"/>
                <a:ea typeface="+mj-ea"/>
                <a:cs typeface="Arial"/>
              </a:rPr>
              <a:t>Costs </a:t>
            </a:r>
            <a:r>
              <a:rPr lang="en-US" sz="1400" b="1" i="1" dirty="0" smtClean="0">
                <a:solidFill>
                  <a:srgbClr val="003C5A"/>
                </a:solidFill>
                <a:latin typeface="Arial"/>
                <a:ea typeface="+mj-ea"/>
                <a:cs typeface="Arial"/>
              </a:rPr>
              <a:t>not attributable to a specific nation</a:t>
            </a:r>
            <a:r>
              <a:rPr lang="en-US" sz="1100" b="1" dirty="0">
                <a:solidFill>
                  <a:srgbClr val="003C5A"/>
                </a:solidFill>
                <a:latin typeface="Arial"/>
                <a:ea typeface="+mj-ea"/>
                <a:cs typeface="Arial"/>
              </a:rPr>
              <a:t>	</a:t>
            </a: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endParaRPr lang="en-US" sz="1200" dirty="0">
              <a:solidFill>
                <a:srgbClr val="003C5A"/>
              </a:solidFill>
              <a:latin typeface="Arial"/>
              <a:ea typeface="+mj-ea"/>
              <a:cs typeface="Arial"/>
            </a:endParaRPr>
          </a:p>
        </p:txBody>
      </p:sp>
      <p:sp>
        <p:nvSpPr>
          <p:cNvPr id="11" name="Trapezoid 10"/>
          <p:cNvSpPr/>
          <p:nvPr/>
        </p:nvSpPr>
        <p:spPr>
          <a:xfrm rot="5400000">
            <a:off x="2476585" y="2698283"/>
            <a:ext cx="4139845" cy="1521870"/>
          </a:xfrm>
          <a:prstGeom prst="trapezoid">
            <a:avLst>
              <a:gd name="adj" fmla="val 60922"/>
            </a:avLst>
          </a:prstGeom>
          <a:gradFill flip="none" rotWithShape="1">
            <a:gsLst>
              <a:gs pos="0">
                <a:schemeClr val="accent3">
                  <a:lumMod val="40000"/>
                  <a:lumOff val="60000"/>
                </a:schemeClr>
              </a:gs>
              <a:gs pos="50000">
                <a:schemeClr val="accent4">
                  <a:lumMod val="60000"/>
                  <a:lumOff val="40000"/>
                </a:schemeClr>
              </a:gs>
              <a:gs pos="100000">
                <a:schemeClr val="accent4">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vert="vert270" rtlCol="0" anchor="ctr" anchorCtr="1"/>
          <a:lstStyle/>
          <a:p>
            <a:r>
              <a:rPr lang="en-US" sz="1400" b="1" i="1" dirty="0" smtClean="0">
                <a:solidFill>
                  <a:srgbClr val="003C5A"/>
                </a:solidFill>
                <a:latin typeface="Arial"/>
                <a:ea typeface="+mj-ea"/>
                <a:cs typeface="Arial"/>
              </a:rPr>
              <a:t>Minimum Military Requirement (MMR)</a:t>
            </a:r>
          </a:p>
          <a:p>
            <a:r>
              <a:rPr lang="en-US" sz="800" dirty="0" smtClean="0">
                <a:solidFill>
                  <a:srgbClr val="003C5A"/>
                </a:solidFill>
                <a:latin typeface="Arial"/>
                <a:cs typeface="Arial"/>
              </a:rPr>
              <a:t> </a:t>
            </a:r>
            <a:br>
              <a:rPr lang="en-US" sz="800" dirty="0" smtClean="0">
                <a:solidFill>
                  <a:srgbClr val="003C5A"/>
                </a:solidFill>
                <a:latin typeface="Arial"/>
                <a:cs typeface="Arial"/>
              </a:rPr>
            </a:br>
            <a:r>
              <a:rPr lang="en-US" sz="1100" dirty="0" smtClean="0">
                <a:solidFill>
                  <a:srgbClr val="003C5A"/>
                </a:solidFill>
                <a:latin typeface="Arial"/>
                <a:cs typeface="Arial"/>
              </a:rPr>
              <a:t>= in NATO, a level of military resources below which, in the opinion of a military commander, operations cannot be successfully initiated, sustained or completed</a:t>
            </a:r>
            <a:endParaRPr lang="en-US" sz="1200" dirty="0">
              <a:solidFill>
                <a:srgbClr val="003C5A"/>
              </a:solidFill>
              <a:latin typeface="Arial"/>
              <a:ea typeface="+mj-ea"/>
              <a:cs typeface="Arial"/>
            </a:endParaRPr>
          </a:p>
        </p:txBody>
      </p:sp>
      <p:sp>
        <p:nvSpPr>
          <p:cNvPr id="12" name="Trapezoid 11"/>
          <p:cNvSpPr/>
          <p:nvPr/>
        </p:nvSpPr>
        <p:spPr>
          <a:xfrm rot="5400000">
            <a:off x="4060261" y="2686789"/>
            <a:ext cx="4139845" cy="1521870"/>
          </a:xfrm>
          <a:prstGeom prst="trapezoid">
            <a:avLst>
              <a:gd name="adj" fmla="val 60922"/>
            </a:avLst>
          </a:prstGeom>
          <a:gradFill flip="none" rotWithShape="1">
            <a:gsLst>
              <a:gs pos="0">
                <a:schemeClr val="accent3">
                  <a:lumMod val="40000"/>
                  <a:lumOff val="60000"/>
                </a:schemeClr>
              </a:gs>
              <a:gs pos="50000">
                <a:schemeClr val="accent4">
                  <a:lumMod val="60000"/>
                  <a:lumOff val="40000"/>
                </a:schemeClr>
              </a:gs>
              <a:gs pos="100000">
                <a:schemeClr val="accent4">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vert="vert270" rtlCol="0" anchor="ctr" anchorCtr="1"/>
          <a:lstStyle/>
          <a:p>
            <a:r>
              <a:rPr lang="en-US" sz="1400" b="1" i="1" dirty="0" smtClean="0">
                <a:solidFill>
                  <a:srgbClr val="003C5A"/>
                </a:solidFill>
                <a:latin typeface="Arial"/>
                <a:ea typeface="+mj-ea"/>
                <a:cs typeface="Arial"/>
              </a:rPr>
              <a:t>No nation building purpose</a:t>
            </a:r>
            <a:endParaRPr lang="en-US" sz="800" b="1" i="1" dirty="0" smtClean="0">
              <a:solidFill>
                <a:srgbClr val="003C5A"/>
              </a:solidFill>
              <a:latin typeface="Arial"/>
              <a:ea typeface="+mj-ea"/>
              <a:cs typeface="Arial"/>
            </a:endParaRPr>
          </a:p>
          <a:p>
            <a:r>
              <a:rPr lang="en-US" sz="800" dirty="0" smtClean="0">
                <a:solidFill>
                  <a:srgbClr val="003C5A"/>
                </a:solidFill>
                <a:latin typeface="Arial"/>
                <a:cs typeface="Arial"/>
              </a:rPr>
              <a:t> </a:t>
            </a:r>
            <a:r>
              <a:rPr lang="en-US" sz="1400" dirty="0" smtClean="0">
                <a:solidFill>
                  <a:srgbClr val="003C5A"/>
                </a:solidFill>
                <a:latin typeface="Arial"/>
                <a:cs typeface="Arial"/>
              </a:rPr>
              <a:t/>
            </a:r>
            <a:br>
              <a:rPr lang="en-US" sz="1400" dirty="0" smtClean="0">
                <a:solidFill>
                  <a:srgbClr val="003C5A"/>
                </a:solidFill>
                <a:latin typeface="Arial"/>
                <a:cs typeface="Arial"/>
              </a:rPr>
            </a:br>
            <a:r>
              <a:rPr lang="en-US" sz="1100" dirty="0" smtClean="0">
                <a:solidFill>
                  <a:srgbClr val="003C5A"/>
                </a:solidFill>
                <a:latin typeface="Arial"/>
                <a:cs typeface="Arial"/>
              </a:rPr>
              <a:t>= a job for the UN, NGO or IOs</a:t>
            </a:r>
            <a:endParaRPr lang="en-US" sz="1200" dirty="0" smtClean="0">
              <a:solidFill>
                <a:srgbClr val="003C5A"/>
              </a:solidFill>
              <a:latin typeface="Arial"/>
              <a:ea typeface="+mj-ea"/>
              <a:cs typeface="Arial"/>
            </a:endParaRPr>
          </a:p>
          <a:p>
            <a:endParaRPr lang="en-US" sz="1200" dirty="0">
              <a:solidFill>
                <a:srgbClr val="003C5A"/>
              </a:solidFill>
              <a:latin typeface="Arial"/>
              <a:ea typeface="+mj-ea"/>
              <a:cs typeface="Arial"/>
            </a:endParaRPr>
          </a:p>
          <a:p>
            <a:endParaRPr lang="en-US" sz="1200" dirty="0" smtClean="0">
              <a:solidFill>
                <a:srgbClr val="003C5A"/>
              </a:solidFill>
              <a:latin typeface="Arial"/>
              <a:ea typeface="+mj-ea"/>
              <a:cs typeface="Arial"/>
            </a:endParaRPr>
          </a:p>
          <a:p>
            <a:endParaRPr lang="en-US" sz="1200" dirty="0">
              <a:solidFill>
                <a:srgbClr val="003C5A"/>
              </a:solidFill>
              <a:latin typeface="Arial"/>
              <a:ea typeface="+mj-ea"/>
              <a:cs typeface="Arial"/>
            </a:endParaRPr>
          </a:p>
          <a:p>
            <a:endParaRPr lang="en-US" sz="1200" dirty="0" smtClean="0">
              <a:solidFill>
                <a:srgbClr val="003C5A"/>
              </a:solidFill>
              <a:latin typeface="Arial"/>
              <a:ea typeface="+mj-ea"/>
              <a:cs typeface="Arial"/>
            </a:endParaRPr>
          </a:p>
          <a:p>
            <a:endParaRPr lang="en-US" sz="1200" dirty="0">
              <a:solidFill>
                <a:srgbClr val="003C5A"/>
              </a:solidFill>
              <a:latin typeface="Arial"/>
              <a:ea typeface="+mj-ea"/>
              <a:cs typeface="Arial"/>
            </a:endParaRPr>
          </a:p>
          <a:p>
            <a:endParaRPr lang="en-US" sz="1200" dirty="0" smtClean="0">
              <a:solidFill>
                <a:srgbClr val="003C5A"/>
              </a:solidFill>
              <a:latin typeface="Arial"/>
              <a:ea typeface="+mj-ea"/>
              <a:cs typeface="Arial"/>
            </a:endParaRPr>
          </a:p>
          <a:p>
            <a:endParaRPr lang="en-US" sz="1200" dirty="0">
              <a:solidFill>
                <a:srgbClr val="003C5A"/>
              </a:solidFill>
              <a:latin typeface="Arial"/>
              <a:ea typeface="+mj-ea"/>
              <a:cs typeface="Arial"/>
            </a:endParaRPr>
          </a:p>
          <a:p>
            <a:endParaRPr lang="en-US" sz="1200" dirty="0" smtClean="0">
              <a:solidFill>
                <a:srgbClr val="003C5A"/>
              </a:solidFill>
              <a:latin typeface="Arial"/>
              <a:ea typeface="+mj-ea"/>
              <a:cs typeface="Arial"/>
            </a:endParaRPr>
          </a:p>
          <a:p>
            <a:endParaRPr lang="en-US" sz="1200" dirty="0">
              <a:solidFill>
                <a:srgbClr val="003C5A"/>
              </a:solidFill>
              <a:latin typeface="Arial"/>
              <a:ea typeface="+mj-ea"/>
              <a:cs typeface="Arial"/>
            </a:endParaRPr>
          </a:p>
        </p:txBody>
      </p:sp>
      <p:sp>
        <p:nvSpPr>
          <p:cNvPr id="13" name="Trapezoid 12"/>
          <p:cNvSpPr/>
          <p:nvPr/>
        </p:nvSpPr>
        <p:spPr>
          <a:xfrm rot="5400000">
            <a:off x="5643940" y="2718423"/>
            <a:ext cx="4139839" cy="1521870"/>
          </a:xfrm>
          <a:prstGeom prst="trapezoid">
            <a:avLst>
              <a:gd name="adj" fmla="val 60922"/>
            </a:avLst>
          </a:prstGeom>
          <a:gradFill flip="none" rotWithShape="1">
            <a:gsLst>
              <a:gs pos="0">
                <a:schemeClr val="accent3">
                  <a:lumMod val="40000"/>
                  <a:lumOff val="60000"/>
                </a:schemeClr>
              </a:gs>
              <a:gs pos="50000">
                <a:schemeClr val="accent4">
                  <a:lumMod val="60000"/>
                  <a:lumOff val="40000"/>
                </a:schemeClr>
              </a:gs>
              <a:gs pos="100000">
                <a:schemeClr val="accent4">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vert="vert270" rtlCol="0" anchor="ctr" anchorCtr="1"/>
          <a:lstStyle/>
          <a:p>
            <a:r>
              <a:rPr lang="en-US" sz="1400" b="1" i="1" dirty="0" smtClean="0">
                <a:solidFill>
                  <a:srgbClr val="003C5A"/>
                </a:solidFill>
                <a:latin typeface="Arial"/>
                <a:ea typeface="+mj-ea"/>
                <a:cs typeface="Arial"/>
              </a:rPr>
              <a:t>Over and above</a:t>
            </a:r>
            <a:endParaRPr lang="en-US" sz="800" b="1" i="1" dirty="0" smtClean="0">
              <a:solidFill>
                <a:srgbClr val="003C5A"/>
              </a:solidFill>
              <a:latin typeface="Arial"/>
              <a:ea typeface="+mj-ea"/>
              <a:cs typeface="Arial"/>
            </a:endParaRPr>
          </a:p>
          <a:p>
            <a:r>
              <a:rPr lang="en-US" sz="800" dirty="0" smtClean="0">
                <a:solidFill>
                  <a:srgbClr val="003C5A"/>
                </a:solidFill>
                <a:latin typeface="Arial"/>
                <a:cs typeface="Arial"/>
              </a:rPr>
              <a:t> </a:t>
            </a:r>
            <a:r>
              <a:rPr lang="en-US" sz="1400" dirty="0" smtClean="0">
                <a:solidFill>
                  <a:srgbClr val="003C5A"/>
                </a:solidFill>
                <a:latin typeface="Arial"/>
                <a:cs typeface="Arial"/>
              </a:rPr>
              <a:t/>
            </a:r>
            <a:br>
              <a:rPr lang="en-US" sz="1400" dirty="0" smtClean="0">
                <a:solidFill>
                  <a:srgbClr val="003C5A"/>
                </a:solidFill>
                <a:latin typeface="Arial"/>
                <a:cs typeface="Arial"/>
              </a:rPr>
            </a:br>
            <a:r>
              <a:rPr lang="en-US" sz="1100" dirty="0" smtClean="0">
                <a:solidFill>
                  <a:srgbClr val="003C5A"/>
                </a:solidFill>
                <a:latin typeface="Arial"/>
                <a:cs typeface="Arial"/>
              </a:rPr>
              <a:t>IOT be eligible for common funding, </a:t>
            </a:r>
            <a:br>
              <a:rPr lang="en-US" sz="1100" dirty="0" smtClean="0">
                <a:solidFill>
                  <a:srgbClr val="003C5A"/>
                </a:solidFill>
                <a:latin typeface="Arial"/>
                <a:cs typeface="Arial"/>
              </a:rPr>
            </a:br>
            <a:r>
              <a:rPr lang="en-US" sz="1100" dirty="0" smtClean="0">
                <a:solidFill>
                  <a:srgbClr val="003C5A"/>
                </a:solidFill>
                <a:latin typeface="Arial"/>
                <a:cs typeface="Arial"/>
              </a:rPr>
              <a:t>a requirement must be deemed to be </a:t>
            </a:r>
          </a:p>
          <a:p>
            <a:r>
              <a:rPr lang="en-US" sz="1100" dirty="0" smtClean="0">
                <a:solidFill>
                  <a:srgbClr val="003C5A"/>
                </a:solidFill>
                <a:latin typeface="Arial"/>
                <a:cs typeface="Arial"/>
              </a:rPr>
              <a:t>“Over” the existing available assets, </a:t>
            </a:r>
            <a:br>
              <a:rPr lang="en-US" sz="1100" dirty="0" smtClean="0">
                <a:solidFill>
                  <a:srgbClr val="003C5A"/>
                </a:solidFill>
                <a:latin typeface="Arial"/>
                <a:cs typeface="Arial"/>
              </a:rPr>
            </a:br>
            <a:r>
              <a:rPr lang="en-US" sz="1100" dirty="0" smtClean="0">
                <a:solidFill>
                  <a:srgbClr val="003C5A"/>
                </a:solidFill>
                <a:latin typeface="Arial"/>
                <a:cs typeface="Arial"/>
              </a:rPr>
              <a:t>and also </a:t>
            </a:r>
          </a:p>
          <a:p>
            <a:r>
              <a:rPr lang="en-US" sz="1100" dirty="0" smtClean="0">
                <a:solidFill>
                  <a:srgbClr val="003C5A"/>
                </a:solidFill>
                <a:latin typeface="Arial"/>
                <a:cs typeface="Arial"/>
              </a:rPr>
              <a:t>“Above” reasonable expectations of provision from national resources</a:t>
            </a:r>
            <a:r>
              <a:rPr lang="en-US" sz="1200" dirty="0" smtClean="0">
                <a:solidFill>
                  <a:srgbClr val="003C5A"/>
                </a:solidFill>
                <a:latin typeface="Arial"/>
                <a:ea typeface="+mj-ea"/>
                <a:cs typeface="Arial"/>
              </a:rPr>
              <a:t/>
            </a:r>
            <a:br>
              <a:rPr lang="en-US" sz="1200" dirty="0" smtClean="0">
                <a:solidFill>
                  <a:srgbClr val="003C5A"/>
                </a:solidFill>
                <a:latin typeface="Arial"/>
                <a:ea typeface="+mj-ea"/>
                <a:cs typeface="Arial"/>
              </a:rPr>
            </a:br>
            <a:endParaRPr lang="en-US" sz="1200" dirty="0">
              <a:solidFill>
                <a:srgbClr val="003C5A"/>
              </a:solidFill>
              <a:latin typeface="Arial"/>
              <a:ea typeface="+mj-ea"/>
              <a:cs typeface="Arial"/>
            </a:endParaRPr>
          </a:p>
        </p:txBody>
      </p:sp>
      <p:sp>
        <p:nvSpPr>
          <p:cNvPr id="15" name="Rectangle 2"/>
          <p:cNvSpPr txBox="1">
            <a:spLocks noChangeArrowheads="1"/>
          </p:cNvSpPr>
          <p:nvPr/>
        </p:nvSpPr>
        <p:spPr bwMode="auto">
          <a:xfrm>
            <a:off x="457200" y="273600"/>
            <a:ext cx="8229600" cy="545006"/>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de-DE"/>
            </a:defPPr>
            <a:lvl1pPr algn="ctr" defTabSz="914400">
              <a:spcBef>
                <a:spcPct val="0"/>
              </a:spcBef>
              <a:buNone/>
              <a:defRPr sz="2400" b="1">
                <a:solidFill>
                  <a:srgbClr val="003C5A"/>
                </a:solidFill>
                <a:latin typeface="Arial"/>
                <a:ea typeface="+mj-ea"/>
                <a:cs typeface="Arial"/>
              </a:defRPr>
            </a:lvl1pPr>
          </a:lstStyle>
          <a:p>
            <a:r>
              <a:rPr lang="en-US" altLang="en-US" dirty="0" smtClean="0"/>
              <a:t> Common </a:t>
            </a:r>
            <a:r>
              <a:rPr lang="en-US" altLang="en-US" dirty="0"/>
              <a:t>Funding Eligibility </a:t>
            </a:r>
            <a:r>
              <a:rPr lang="en-US" altLang="en-US" dirty="0" smtClean="0"/>
              <a:t>Criteria </a:t>
            </a:r>
            <a:endParaRPr lang="en-US" altLang="en-US" dirty="0"/>
          </a:p>
        </p:txBody>
      </p:sp>
      <p:sp>
        <p:nvSpPr>
          <p:cNvPr id="9" name="Footer Placeholder 3"/>
          <p:cNvSpPr>
            <a:spLocks noGrp="1"/>
          </p:cNvSpPr>
          <p:nvPr>
            <p:ph type="ftr" sz="quarter" idx="3"/>
          </p:nvPr>
        </p:nvSpPr>
        <p:spPr>
          <a:xfrm>
            <a:off x="2895467" y="6235030"/>
            <a:ext cx="3353065" cy="688258"/>
          </a:xfrm>
        </p:spPr>
        <p:txBody>
          <a:bodyPr/>
          <a:lstStyle/>
          <a:p>
            <a:r>
              <a:rPr lang="de-DE" dirty="0" smtClean="0"/>
              <a:t>NATO UNCLASSIFIED</a:t>
            </a:r>
            <a:endParaRPr lang="de-DE"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1900" y="498475"/>
            <a:ext cx="1330943" cy="99331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5</a:t>
            </a:fld>
            <a:endParaRPr lang="en-GB" dirty="0"/>
          </a:p>
        </p:txBody>
      </p:sp>
    </p:spTree>
    <p:extLst>
      <p:ext uri="{BB962C8B-B14F-4D97-AF65-F5344CB8AC3E}">
        <p14:creationId xmlns:p14="http://schemas.microsoft.com/office/powerpoint/2010/main" val="2313222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8" name="Picture 10"/>
          <p:cNvPicPr>
            <a:picLocks noChangeAspect="1" noChangeArrowheads="1"/>
          </p:cNvPicPr>
          <p:nvPr/>
        </p:nvPicPr>
        <p:blipFill>
          <a:blip r:embed="rId3">
            <a:extLst>
              <a:ext uri="{BEBA8EAE-BF5A-486C-A8C5-ECC9F3942E4B}">
                <a14:imgProps xmlns:a14="http://schemas.microsoft.com/office/drawing/2010/main">
                  <a14:imgLayer r:embed="rId4">
                    <a14:imgEffect>
                      <a14:saturation sat="66000"/>
                    </a14:imgEffect>
                    <a14:imgEffect>
                      <a14:brightnessContrast bright="-20000" contrast="50000"/>
                    </a14:imgEffect>
                  </a14:imgLayer>
                </a14:imgProps>
              </a:ext>
              <a:ext uri="{28A0092B-C50C-407E-A947-70E740481C1C}">
                <a14:useLocalDpi xmlns:a14="http://schemas.microsoft.com/office/drawing/2010/main" val="0"/>
              </a:ext>
            </a:extLst>
          </a:blip>
          <a:srcRect/>
          <a:stretch>
            <a:fillRect/>
          </a:stretch>
        </p:blipFill>
        <p:spPr bwMode="auto">
          <a:xfrm>
            <a:off x="240374" y="762432"/>
            <a:ext cx="1675972" cy="1675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369" name="Rectangle 5"/>
          <p:cNvSpPr>
            <a:spLocks noChangeArrowheads="1"/>
          </p:cNvSpPr>
          <p:nvPr/>
        </p:nvSpPr>
        <p:spPr bwMode="auto">
          <a:xfrm>
            <a:off x="561787" y="3376498"/>
            <a:ext cx="340985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bg1"/>
                </a:solidFill>
                <a:latin typeface="Arial" charset="0"/>
              </a:defRPr>
            </a:lvl1pPr>
            <a:lvl2pPr marL="742950" indent="-285750">
              <a:defRPr sz="2400">
                <a:solidFill>
                  <a:schemeClr val="bg1"/>
                </a:solidFill>
                <a:latin typeface="Arial" charset="0"/>
              </a:defRPr>
            </a:lvl2pPr>
            <a:lvl3pPr marL="1143000" indent="-228600">
              <a:defRPr sz="2400">
                <a:solidFill>
                  <a:schemeClr val="bg1"/>
                </a:solidFill>
                <a:latin typeface="Arial" charset="0"/>
              </a:defRPr>
            </a:lvl3pPr>
            <a:lvl4pPr marL="1600200" indent="-228600">
              <a:defRPr sz="2400">
                <a:solidFill>
                  <a:schemeClr val="bg1"/>
                </a:solidFill>
                <a:latin typeface="Arial" charset="0"/>
              </a:defRPr>
            </a:lvl4pPr>
            <a:lvl5pPr marL="2057400" indent="-228600">
              <a:defRPr sz="2400">
                <a:solidFill>
                  <a:schemeClr val="bg1"/>
                </a:solidFill>
                <a:latin typeface="Arial" charset="0"/>
              </a:defRPr>
            </a:lvl5pPr>
            <a:lvl6pPr marL="2514600" indent="-228600" algn="r" eaLnBrk="0" fontAlgn="base" hangingPunct="0">
              <a:spcBef>
                <a:spcPct val="0"/>
              </a:spcBef>
              <a:spcAft>
                <a:spcPct val="0"/>
              </a:spcAft>
              <a:defRPr sz="2400">
                <a:solidFill>
                  <a:schemeClr val="bg1"/>
                </a:solidFill>
                <a:latin typeface="Arial" charset="0"/>
              </a:defRPr>
            </a:lvl6pPr>
            <a:lvl7pPr marL="2971800" indent="-228600" algn="r" eaLnBrk="0" fontAlgn="base" hangingPunct="0">
              <a:spcBef>
                <a:spcPct val="0"/>
              </a:spcBef>
              <a:spcAft>
                <a:spcPct val="0"/>
              </a:spcAft>
              <a:defRPr sz="2400">
                <a:solidFill>
                  <a:schemeClr val="bg1"/>
                </a:solidFill>
                <a:latin typeface="Arial" charset="0"/>
              </a:defRPr>
            </a:lvl7pPr>
            <a:lvl8pPr marL="3429000" indent="-228600" algn="r" eaLnBrk="0" fontAlgn="base" hangingPunct="0">
              <a:spcBef>
                <a:spcPct val="0"/>
              </a:spcBef>
              <a:spcAft>
                <a:spcPct val="0"/>
              </a:spcAft>
              <a:defRPr sz="2400">
                <a:solidFill>
                  <a:schemeClr val="bg1"/>
                </a:solidFill>
                <a:latin typeface="Arial" charset="0"/>
              </a:defRPr>
            </a:lvl8pPr>
            <a:lvl9pPr marL="3886200" indent="-228600" algn="r" eaLnBrk="0" fontAlgn="base" hangingPunct="0">
              <a:spcBef>
                <a:spcPct val="0"/>
              </a:spcBef>
              <a:spcAft>
                <a:spcPct val="0"/>
              </a:spcAft>
              <a:defRPr sz="2400">
                <a:solidFill>
                  <a:schemeClr val="bg1"/>
                </a:solidFill>
                <a:latin typeface="Arial" charset="0"/>
              </a:defRPr>
            </a:lvl9pPr>
          </a:lstStyle>
          <a:p>
            <a:r>
              <a:rPr lang="en-US" altLang="en-US" sz="2000" b="1" dirty="0">
                <a:solidFill>
                  <a:srgbClr val="003D5C"/>
                </a:solidFill>
                <a:latin typeface="Arial" pitchFamily="34" charset="0"/>
                <a:cs typeface="Arial" pitchFamily="34" charset="0"/>
              </a:rPr>
              <a:t>   Do </a:t>
            </a:r>
            <a:r>
              <a:rPr lang="en-US" altLang="en-US" sz="2000" b="1" dirty="0" smtClean="0">
                <a:solidFill>
                  <a:srgbClr val="003D5C"/>
                </a:solidFill>
                <a:latin typeface="Arial" pitchFamily="34" charset="0"/>
                <a:cs typeface="Arial" pitchFamily="34" charset="0"/>
              </a:rPr>
              <a:t>30 </a:t>
            </a:r>
            <a:r>
              <a:rPr lang="en-US" altLang="en-US" sz="2000" b="1" dirty="0">
                <a:solidFill>
                  <a:srgbClr val="003D5C"/>
                </a:solidFill>
                <a:latin typeface="Arial" pitchFamily="34" charset="0"/>
                <a:cs typeface="Arial" pitchFamily="34" charset="0"/>
              </a:rPr>
              <a:t>nations agree: </a:t>
            </a:r>
            <a:endParaRPr lang="en-US" altLang="en-US" sz="2000" b="1" dirty="0" smtClean="0">
              <a:solidFill>
                <a:srgbClr val="003D5C"/>
              </a:solidFill>
              <a:latin typeface="Arial" pitchFamily="34" charset="0"/>
              <a:cs typeface="Arial" pitchFamily="34" charset="0"/>
            </a:endParaRPr>
          </a:p>
          <a:p>
            <a:r>
              <a:rPr lang="en-US" altLang="en-US" sz="2000" b="1" dirty="0" smtClean="0">
                <a:solidFill>
                  <a:srgbClr val="003D5C"/>
                </a:solidFill>
                <a:latin typeface="Arial" pitchFamily="34" charset="0"/>
                <a:cs typeface="Arial" pitchFamily="34" charset="0"/>
              </a:rPr>
              <a:t>	- </a:t>
            </a:r>
            <a:r>
              <a:rPr lang="en-US" altLang="en-US" sz="2000" b="1" dirty="0">
                <a:solidFill>
                  <a:srgbClr val="003D5C"/>
                </a:solidFill>
                <a:latin typeface="Arial" pitchFamily="34" charset="0"/>
                <a:cs typeface="Arial" pitchFamily="34" charset="0"/>
              </a:rPr>
              <a:t>to pay for it</a:t>
            </a:r>
            <a:r>
              <a:rPr lang="en-US" altLang="en-US" sz="2000" b="1" dirty="0" smtClean="0">
                <a:solidFill>
                  <a:srgbClr val="003D5C"/>
                </a:solidFill>
                <a:latin typeface="Arial" pitchFamily="34" charset="0"/>
                <a:cs typeface="Arial" pitchFamily="34" charset="0"/>
              </a:rPr>
              <a:t>?</a:t>
            </a:r>
          </a:p>
          <a:p>
            <a:r>
              <a:rPr lang="en-US" altLang="en-US" sz="2000" b="1" dirty="0" smtClean="0">
                <a:solidFill>
                  <a:srgbClr val="003D5C"/>
                </a:solidFill>
                <a:latin typeface="Arial" pitchFamily="34" charset="0"/>
                <a:cs typeface="Arial" pitchFamily="34" charset="0"/>
              </a:rPr>
              <a:t>	- </a:t>
            </a:r>
            <a:r>
              <a:rPr lang="en-US" altLang="en-US" sz="2000" b="1" dirty="0">
                <a:solidFill>
                  <a:srgbClr val="003D5C"/>
                </a:solidFill>
                <a:latin typeface="Arial" pitchFamily="34" charset="0"/>
                <a:cs typeface="Arial" pitchFamily="34" charset="0"/>
              </a:rPr>
              <a:t>that it </a:t>
            </a:r>
            <a:r>
              <a:rPr lang="en-US" altLang="en-US" sz="2000" b="1" dirty="0" smtClean="0">
                <a:solidFill>
                  <a:srgbClr val="003D5C"/>
                </a:solidFill>
                <a:latin typeface="Arial" pitchFamily="34" charset="0"/>
                <a:cs typeface="Arial" pitchFamily="34" charset="0"/>
              </a:rPr>
              <a:t>is affordable</a:t>
            </a:r>
            <a:r>
              <a:rPr lang="en-US" altLang="en-US" sz="2000" b="1" dirty="0">
                <a:solidFill>
                  <a:srgbClr val="003D5C"/>
                </a:solidFill>
                <a:latin typeface="Arial" pitchFamily="34" charset="0"/>
                <a:cs typeface="Arial" pitchFamily="34" charset="0"/>
              </a:rPr>
              <a:t>?</a:t>
            </a:r>
          </a:p>
        </p:txBody>
      </p:sp>
      <p:sp>
        <p:nvSpPr>
          <p:cNvPr id="15370" name="Rectangle 5"/>
          <p:cNvSpPr>
            <a:spLocks noChangeArrowheads="1"/>
          </p:cNvSpPr>
          <p:nvPr/>
        </p:nvSpPr>
        <p:spPr bwMode="auto">
          <a:xfrm>
            <a:off x="9314" y="1335812"/>
            <a:ext cx="9144001"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bg1"/>
                </a:solidFill>
                <a:latin typeface="Arial" charset="0"/>
              </a:defRPr>
            </a:lvl1pPr>
            <a:lvl2pPr marL="742950" indent="-285750">
              <a:defRPr sz="2400">
                <a:solidFill>
                  <a:schemeClr val="bg1"/>
                </a:solidFill>
                <a:latin typeface="Arial" charset="0"/>
              </a:defRPr>
            </a:lvl2pPr>
            <a:lvl3pPr marL="1143000" indent="-228600">
              <a:defRPr sz="2400">
                <a:solidFill>
                  <a:schemeClr val="bg1"/>
                </a:solidFill>
                <a:latin typeface="Arial" charset="0"/>
              </a:defRPr>
            </a:lvl3pPr>
            <a:lvl4pPr marL="1600200" indent="-228600">
              <a:defRPr sz="2400">
                <a:solidFill>
                  <a:schemeClr val="bg1"/>
                </a:solidFill>
                <a:latin typeface="Arial" charset="0"/>
              </a:defRPr>
            </a:lvl4pPr>
            <a:lvl5pPr marL="2057400" indent="-228600">
              <a:defRPr sz="2400">
                <a:solidFill>
                  <a:schemeClr val="bg1"/>
                </a:solidFill>
                <a:latin typeface="Arial" charset="0"/>
              </a:defRPr>
            </a:lvl5pPr>
            <a:lvl6pPr marL="2514600" indent="-228600" algn="r" eaLnBrk="0" fontAlgn="base" hangingPunct="0">
              <a:spcBef>
                <a:spcPct val="0"/>
              </a:spcBef>
              <a:spcAft>
                <a:spcPct val="0"/>
              </a:spcAft>
              <a:defRPr sz="2400">
                <a:solidFill>
                  <a:schemeClr val="bg1"/>
                </a:solidFill>
                <a:latin typeface="Arial" charset="0"/>
              </a:defRPr>
            </a:lvl6pPr>
            <a:lvl7pPr marL="2971800" indent="-228600" algn="r" eaLnBrk="0" fontAlgn="base" hangingPunct="0">
              <a:spcBef>
                <a:spcPct val="0"/>
              </a:spcBef>
              <a:spcAft>
                <a:spcPct val="0"/>
              </a:spcAft>
              <a:defRPr sz="2400">
                <a:solidFill>
                  <a:schemeClr val="bg1"/>
                </a:solidFill>
                <a:latin typeface="Arial" charset="0"/>
              </a:defRPr>
            </a:lvl7pPr>
            <a:lvl8pPr marL="3429000" indent="-228600" algn="r" eaLnBrk="0" fontAlgn="base" hangingPunct="0">
              <a:spcBef>
                <a:spcPct val="0"/>
              </a:spcBef>
              <a:spcAft>
                <a:spcPct val="0"/>
              </a:spcAft>
              <a:defRPr sz="2400">
                <a:solidFill>
                  <a:schemeClr val="bg1"/>
                </a:solidFill>
                <a:latin typeface="Arial" charset="0"/>
              </a:defRPr>
            </a:lvl8pPr>
            <a:lvl9pPr marL="3886200" indent="-228600" algn="r" eaLnBrk="0" fontAlgn="base" hangingPunct="0">
              <a:spcBef>
                <a:spcPct val="0"/>
              </a:spcBef>
              <a:spcAft>
                <a:spcPct val="0"/>
              </a:spcAft>
              <a:defRPr sz="2400">
                <a:solidFill>
                  <a:schemeClr val="bg1"/>
                </a:solidFill>
                <a:latin typeface="Arial" charset="0"/>
              </a:defRPr>
            </a:lvl9pPr>
          </a:lstStyle>
          <a:p>
            <a:r>
              <a:rPr lang="en-US" altLang="en-US" sz="2000" dirty="0">
                <a:solidFill>
                  <a:srgbClr val="003D5C"/>
                </a:solidFill>
                <a:latin typeface="Arial" pitchFamily="34" charset="0"/>
                <a:cs typeface="Arial" pitchFamily="34" charset="0"/>
              </a:rPr>
              <a:t>  </a:t>
            </a:r>
            <a:r>
              <a:rPr lang="en-US" altLang="en-US" sz="2000" dirty="0" smtClean="0">
                <a:solidFill>
                  <a:srgbClr val="003D5C"/>
                </a:solidFill>
                <a:latin typeface="Arial" pitchFamily="34" charset="0"/>
                <a:cs typeface="Arial" pitchFamily="34" charset="0"/>
              </a:rPr>
              <a:t>				 </a:t>
            </a:r>
            <a:r>
              <a:rPr lang="en-US" altLang="en-US" sz="2000" b="1" dirty="0">
                <a:solidFill>
                  <a:srgbClr val="003D5C"/>
                </a:solidFill>
                <a:latin typeface="Arial" pitchFamily="34" charset="0"/>
                <a:cs typeface="Arial" pitchFamily="34" charset="0"/>
              </a:rPr>
              <a:t>= funding </a:t>
            </a:r>
            <a:r>
              <a:rPr lang="en-US" altLang="en-US" sz="2000" b="1" dirty="0" smtClean="0">
                <a:solidFill>
                  <a:srgbClr val="003D5C"/>
                </a:solidFill>
                <a:latin typeface="Arial" pitchFamily="34" charset="0"/>
                <a:cs typeface="Arial" pitchFamily="34" charset="0"/>
              </a:rPr>
              <a:t>issue</a:t>
            </a:r>
            <a:r>
              <a:rPr lang="en-US" altLang="en-US" sz="1200" dirty="0" smtClean="0">
                <a:solidFill>
                  <a:srgbClr val="003D5C"/>
                </a:solidFill>
                <a:latin typeface="Arial" pitchFamily="34" charset="0"/>
                <a:cs typeface="Arial" pitchFamily="34" charset="0"/>
              </a:rPr>
              <a:t/>
            </a:r>
            <a:br>
              <a:rPr lang="en-US" altLang="en-US" sz="1200" dirty="0" smtClean="0">
                <a:solidFill>
                  <a:srgbClr val="003D5C"/>
                </a:solidFill>
                <a:latin typeface="Arial" pitchFamily="34" charset="0"/>
                <a:cs typeface="Arial" pitchFamily="34" charset="0"/>
              </a:rPr>
            </a:br>
            <a:endParaRPr lang="en-US" altLang="en-US" sz="1200" dirty="0">
              <a:solidFill>
                <a:srgbClr val="003D5C"/>
              </a:solidFill>
              <a:latin typeface="Arial" pitchFamily="34" charset="0"/>
              <a:cs typeface="Arial" pitchFamily="34" charset="0"/>
            </a:endParaRPr>
          </a:p>
          <a:p>
            <a:r>
              <a:rPr lang="en-US" altLang="en-US" sz="1200" dirty="0">
                <a:solidFill>
                  <a:srgbClr val="003D5C"/>
                </a:solidFill>
                <a:latin typeface="Arial" pitchFamily="34" charset="0"/>
                <a:cs typeface="Arial" pitchFamily="34" charset="0"/>
              </a:rPr>
              <a:t>   </a:t>
            </a:r>
            <a:r>
              <a:rPr lang="en-US" altLang="en-US" sz="1200" dirty="0" smtClean="0">
                <a:solidFill>
                  <a:srgbClr val="003D5C"/>
                </a:solidFill>
                <a:latin typeface="Arial" pitchFamily="34" charset="0"/>
                <a:cs typeface="Arial" pitchFamily="34" charset="0"/>
              </a:rPr>
              <a:t>  				 </a:t>
            </a:r>
            <a:r>
              <a:rPr lang="en-US" altLang="en-US" sz="2000" dirty="0" smtClean="0">
                <a:solidFill>
                  <a:srgbClr val="003D5C"/>
                </a:solidFill>
                <a:latin typeface="Arial" pitchFamily="34" charset="0"/>
                <a:cs typeface="Arial" pitchFamily="34" charset="0"/>
              </a:rPr>
              <a:t>= </a:t>
            </a:r>
            <a:r>
              <a:rPr lang="en-US" altLang="en-US" sz="2000" dirty="0">
                <a:solidFill>
                  <a:srgbClr val="003D5C"/>
                </a:solidFill>
                <a:latin typeface="Arial" pitchFamily="34" charset="0"/>
                <a:cs typeface="Arial" pitchFamily="34" charset="0"/>
              </a:rPr>
              <a:t>automatically outsourcing </a:t>
            </a:r>
            <a:r>
              <a:rPr lang="en-US" altLang="en-US" sz="2000" dirty="0" smtClean="0">
                <a:solidFill>
                  <a:srgbClr val="003D5C"/>
                </a:solidFill>
                <a:latin typeface="Arial" pitchFamily="34" charset="0"/>
                <a:cs typeface="Arial" pitchFamily="34" charset="0"/>
              </a:rPr>
              <a:t>issue</a:t>
            </a:r>
            <a:br>
              <a:rPr lang="en-US" altLang="en-US" sz="2000" dirty="0" smtClean="0">
                <a:solidFill>
                  <a:srgbClr val="003D5C"/>
                </a:solidFill>
                <a:latin typeface="Arial" pitchFamily="34" charset="0"/>
                <a:cs typeface="Arial" pitchFamily="34" charset="0"/>
              </a:rPr>
            </a:br>
            <a:r>
              <a:rPr lang="en-US" altLang="en-US" sz="800" dirty="0" smtClean="0">
                <a:solidFill>
                  <a:srgbClr val="003D5C"/>
                </a:solidFill>
                <a:latin typeface="Arial" pitchFamily="34" charset="0"/>
                <a:cs typeface="Arial" pitchFamily="34" charset="0"/>
              </a:rPr>
              <a:t/>
            </a:r>
            <a:br>
              <a:rPr lang="en-US" altLang="en-US" sz="800" dirty="0" smtClean="0">
                <a:solidFill>
                  <a:srgbClr val="003D5C"/>
                </a:solidFill>
                <a:latin typeface="Arial" pitchFamily="34" charset="0"/>
                <a:cs typeface="Arial" pitchFamily="34" charset="0"/>
              </a:rPr>
            </a:br>
            <a:r>
              <a:rPr lang="en-US" altLang="en-US" sz="1200" dirty="0" smtClean="0">
                <a:solidFill>
                  <a:srgbClr val="003D5C"/>
                </a:solidFill>
                <a:latin typeface="Arial" pitchFamily="34" charset="0"/>
                <a:cs typeface="Arial" pitchFamily="34" charset="0"/>
              </a:rPr>
              <a:t/>
            </a:r>
            <a:br>
              <a:rPr lang="en-US" altLang="en-US" sz="1200" dirty="0" smtClean="0">
                <a:solidFill>
                  <a:srgbClr val="003D5C"/>
                </a:solidFill>
                <a:latin typeface="Arial" pitchFamily="34" charset="0"/>
                <a:cs typeface="Arial" pitchFamily="34" charset="0"/>
              </a:rPr>
            </a:br>
            <a:r>
              <a:rPr lang="en-US" altLang="en-US" sz="2000" dirty="0" smtClean="0">
                <a:solidFill>
                  <a:srgbClr val="003D5C"/>
                </a:solidFill>
                <a:latin typeface="Arial" pitchFamily="34" charset="0"/>
                <a:cs typeface="Arial" pitchFamily="34" charset="0"/>
              </a:rPr>
              <a:t>   Eligibility approval and funding needs ratification through</a:t>
            </a:r>
          </a:p>
          <a:p>
            <a:r>
              <a:rPr lang="en-US" altLang="en-US" sz="2000" dirty="0">
                <a:solidFill>
                  <a:srgbClr val="003D5C"/>
                </a:solidFill>
                <a:latin typeface="Arial" pitchFamily="34" charset="0"/>
                <a:cs typeface="Arial" pitchFamily="34" charset="0"/>
              </a:rPr>
              <a:t> </a:t>
            </a:r>
            <a:r>
              <a:rPr lang="en-US" altLang="en-US" sz="2000" dirty="0" smtClean="0">
                <a:solidFill>
                  <a:srgbClr val="003D5C"/>
                </a:solidFill>
                <a:latin typeface="Arial" pitchFamily="34" charset="0"/>
                <a:cs typeface="Arial" pitchFamily="34" charset="0"/>
              </a:rPr>
              <a:t>  the appropriate committees</a:t>
            </a:r>
            <a:endParaRPr lang="en-US" altLang="en-US" sz="2000" dirty="0">
              <a:solidFill>
                <a:srgbClr val="003D5C"/>
              </a:solidFill>
              <a:latin typeface="Arial" pitchFamily="34" charset="0"/>
              <a:cs typeface="Arial" pitchFamily="34" charset="0"/>
            </a:endParaRPr>
          </a:p>
        </p:txBody>
      </p:sp>
      <p:cxnSp>
        <p:nvCxnSpPr>
          <p:cNvPr id="3" name="Straight Connector 2"/>
          <p:cNvCxnSpPr/>
          <p:nvPr/>
        </p:nvCxnSpPr>
        <p:spPr bwMode="auto">
          <a:xfrm flipH="1">
            <a:off x="2011596" y="1902540"/>
            <a:ext cx="84138" cy="187325"/>
          </a:xfrm>
          <a:prstGeom prst="line">
            <a:avLst/>
          </a:prstGeom>
          <a:ln/>
          <a:extLst/>
        </p:spPr>
        <p:style>
          <a:lnRef idx="2">
            <a:schemeClr val="accent3"/>
          </a:lnRef>
          <a:fillRef idx="0">
            <a:schemeClr val="accent3"/>
          </a:fillRef>
          <a:effectRef idx="1">
            <a:schemeClr val="accent3"/>
          </a:effectRef>
          <a:fontRef idx="minor">
            <a:schemeClr val="tx1"/>
          </a:fontRef>
        </p:style>
      </p:cxnSp>
      <p:grpSp>
        <p:nvGrpSpPr>
          <p:cNvPr id="2" name="Group 1"/>
          <p:cNvGrpSpPr/>
          <p:nvPr/>
        </p:nvGrpSpPr>
        <p:grpSpPr>
          <a:xfrm>
            <a:off x="4477707" y="3089196"/>
            <a:ext cx="4209093" cy="2511425"/>
            <a:chOff x="296231" y="3180894"/>
            <a:chExt cx="4209093" cy="2511425"/>
          </a:xfrm>
        </p:grpSpPr>
        <p:cxnSp>
          <p:nvCxnSpPr>
            <p:cNvPr id="34" name="Straight Arrow Connector 33"/>
            <p:cNvCxnSpPr/>
            <p:nvPr/>
          </p:nvCxnSpPr>
          <p:spPr bwMode="auto">
            <a:xfrm>
              <a:off x="1591111" y="4014332"/>
              <a:ext cx="0" cy="458787"/>
            </a:xfrm>
            <a:prstGeom prst="straightConnector1">
              <a:avLst/>
            </a:prstGeom>
            <a:ln>
              <a:tailEnd type="arrow"/>
            </a:ln>
            <a:extLst/>
          </p:spPr>
          <p:style>
            <a:lnRef idx="3">
              <a:schemeClr val="accent3"/>
            </a:lnRef>
            <a:fillRef idx="0">
              <a:schemeClr val="accent3"/>
            </a:fillRef>
            <a:effectRef idx="2">
              <a:schemeClr val="accent3"/>
            </a:effectRef>
            <a:fontRef idx="minor">
              <a:schemeClr val="tx1"/>
            </a:fontRef>
          </p:style>
        </p:cxnSp>
        <p:cxnSp>
          <p:nvCxnSpPr>
            <p:cNvPr id="27" name="Straight Arrow Connector 26"/>
            <p:cNvCxnSpPr>
              <a:endCxn id="13" idx="0"/>
            </p:cNvCxnSpPr>
            <p:nvPr/>
          </p:nvCxnSpPr>
          <p:spPr bwMode="auto">
            <a:xfrm>
              <a:off x="1584325" y="4817607"/>
              <a:ext cx="0" cy="523875"/>
            </a:xfrm>
            <a:prstGeom prst="straightConnector1">
              <a:avLst/>
            </a:prstGeom>
            <a:ln>
              <a:tailEnd type="arrow"/>
            </a:ln>
            <a:extLst/>
          </p:spPr>
          <p:style>
            <a:lnRef idx="3">
              <a:schemeClr val="accent3"/>
            </a:lnRef>
            <a:fillRef idx="0">
              <a:schemeClr val="accent3"/>
            </a:fillRef>
            <a:effectRef idx="2">
              <a:schemeClr val="accent3"/>
            </a:effectRef>
            <a:fontRef idx="minor">
              <a:schemeClr val="tx1"/>
            </a:fontRef>
          </p:style>
        </p:cxnSp>
        <p:sp>
          <p:nvSpPr>
            <p:cNvPr id="13" name="Oval 12"/>
            <p:cNvSpPr/>
            <p:nvPr/>
          </p:nvSpPr>
          <p:spPr bwMode="auto">
            <a:xfrm>
              <a:off x="1432719" y="5341482"/>
              <a:ext cx="303212" cy="350837"/>
            </a:xfrm>
            <a:prstGeom prst="ellipse">
              <a:avLst/>
            </a:prstGeom>
            <a:solidFill>
              <a:schemeClr val="bg2">
                <a:lumMod val="40000"/>
                <a:lumOff val="60000"/>
              </a:schemeClr>
            </a:solidFill>
            <a:ln>
              <a:solidFill>
                <a:schemeClr val="bg1">
                  <a:lumMod val="75000"/>
                </a:schemeClr>
              </a:solidFill>
            </a:ln>
            <a:effectLst>
              <a:outerShdw blurRad="50800" dist="38100" dir="16200000" rotWithShape="0">
                <a:prstClr val="black">
                  <a:alpha val="40000"/>
                </a:prstClr>
              </a:outerShdw>
            </a:effectLst>
            <a:extLst/>
          </p:spPr>
          <p:style>
            <a:lnRef idx="2">
              <a:schemeClr val="accent3"/>
            </a:lnRef>
            <a:fillRef idx="1">
              <a:schemeClr val="lt1"/>
            </a:fillRef>
            <a:effectRef idx="0">
              <a:schemeClr val="accent3"/>
            </a:effectRef>
            <a:fontRef idx="minor">
              <a:schemeClr val="dk1"/>
            </a:fontRef>
          </p:style>
          <p:txBody>
            <a:bodyPr anchor="ctr"/>
            <a:lstStyle/>
            <a:p>
              <a:pPr>
                <a:defRPr/>
              </a:pPr>
              <a:endParaRPr lang="en-GB">
                <a:solidFill>
                  <a:prstClr val="white"/>
                </a:solidFill>
              </a:endParaRPr>
            </a:p>
          </p:txBody>
        </p:sp>
        <p:sp>
          <p:nvSpPr>
            <p:cNvPr id="18" name="Oval 17"/>
            <p:cNvSpPr/>
            <p:nvPr/>
          </p:nvSpPr>
          <p:spPr bwMode="auto">
            <a:xfrm>
              <a:off x="1149584" y="3180894"/>
              <a:ext cx="898525" cy="833438"/>
            </a:xfrm>
            <a:prstGeom prst="ellipse">
              <a:avLst/>
            </a:prstGeom>
            <a:solidFill>
              <a:schemeClr val="bg1">
                <a:lumMod val="85000"/>
              </a:schemeClr>
            </a:solidFill>
            <a:ln>
              <a:solidFill>
                <a:schemeClr val="bg1"/>
              </a:solidFill>
            </a:ln>
            <a:effectLst>
              <a:outerShdw blurRad="50800" dist="38100" dir="16200000" rotWithShape="0">
                <a:prstClr val="black">
                  <a:alpha val="40000"/>
                </a:prstClr>
              </a:outerShdw>
            </a:effectLst>
            <a:extLst/>
          </p:spPr>
          <p:txBody>
            <a:bodyPr anchor="ctr"/>
            <a:lstStyle/>
            <a:p>
              <a:pPr>
                <a:defRPr/>
              </a:pPr>
              <a:endParaRPr lang="en-GB">
                <a:solidFill>
                  <a:srgbClr val="000000"/>
                </a:solidFill>
              </a:endParaRPr>
            </a:p>
          </p:txBody>
        </p:sp>
        <p:sp>
          <p:nvSpPr>
            <p:cNvPr id="15378" name="TextBox 14"/>
            <p:cNvSpPr txBox="1">
              <a:spLocks noChangeArrowheads="1"/>
            </p:cNvSpPr>
            <p:nvPr/>
          </p:nvSpPr>
          <p:spPr bwMode="auto">
            <a:xfrm>
              <a:off x="1028934" y="3312185"/>
              <a:ext cx="1143000" cy="615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bg1"/>
                  </a:solidFill>
                  <a:latin typeface="Arial" charset="0"/>
                </a:defRPr>
              </a:lvl1pPr>
              <a:lvl2pPr marL="742950" indent="-285750">
                <a:defRPr sz="2400">
                  <a:solidFill>
                    <a:schemeClr val="bg1"/>
                  </a:solidFill>
                  <a:latin typeface="Arial" charset="0"/>
                </a:defRPr>
              </a:lvl2pPr>
              <a:lvl3pPr marL="1143000" indent="-228600">
                <a:defRPr sz="2400">
                  <a:solidFill>
                    <a:schemeClr val="bg1"/>
                  </a:solidFill>
                  <a:latin typeface="Arial" charset="0"/>
                </a:defRPr>
              </a:lvl3pPr>
              <a:lvl4pPr marL="1600200" indent="-228600">
                <a:defRPr sz="2400">
                  <a:solidFill>
                    <a:schemeClr val="bg1"/>
                  </a:solidFill>
                  <a:latin typeface="Arial" charset="0"/>
                </a:defRPr>
              </a:lvl4pPr>
              <a:lvl5pPr marL="2057400" indent="-228600">
                <a:defRPr sz="2400">
                  <a:solidFill>
                    <a:schemeClr val="bg1"/>
                  </a:solidFill>
                  <a:latin typeface="Arial" charset="0"/>
                </a:defRPr>
              </a:lvl5pPr>
              <a:lvl6pPr marL="2514600" indent="-228600" algn="r" eaLnBrk="0" fontAlgn="base" hangingPunct="0">
                <a:spcBef>
                  <a:spcPct val="0"/>
                </a:spcBef>
                <a:spcAft>
                  <a:spcPct val="0"/>
                </a:spcAft>
                <a:defRPr sz="2400">
                  <a:solidFill>
                    <a:schemeClr val="bg1"/>
                  </a:solidFill>
                  <a:latin typeface="Arial" charset="0"/>
                </a:defRPr>
              </a:lvl6pPr>
              <a:lvl7pPr marL="2971800" indent="-228600" algn="r" eaLnBrk="0" fontAlgn="base" hangingPunct="0">
                <a:spcBef>
                  <a:spcPct val="0"/>
                </a:spcBef>
                <a:spcAft>
                  <a:spcPct val="0"/>
                </a:spcAft>
                <a:defRPr sz="2400">
                  <a:solidFill>
                    <a:schemeClr val="bg1"/>
                  </a:solidFill>
                  <a:latin typeface="Arial" charset="0"/>
                </a:defRPr>
              </a:lvl7pPr>
              <a:lvl8pPr marL="3429000" indent="-228600" algn="r" eaLnBrk="0" fontAlgn="base" hangingPunct="0">
                <a:spcBef>
                  <a:spcPct val="0"/>
                </a:spcBef>
                <a:spcAft>
                  <a:spcPct val="0"/>
                </a:spcAft>
                <a:defRPr sz="2400">
                  <a:solidFill>
                    <a:schemeClr val="bg1"/>
                  </a:solidFill>
                  <a:latin typeface="Arial" charset="0"/>
                </a:defRPr>
              </a:lvl8pPr>
              <a:lvl9pPr marL="3886200" indent="-228600" algn="r" eaLnBrk="0" fontAlgn="base" hangingPunct="0">
                <a:spcBef>
                  <a:spcPct val="0"/>
                </a:spcBef>
                <a:spcAft>
                  <a:spcPct val="0"/>
                </a:spcAft>
                <a:defRPr sz="2400">
                  <a:solidFill>
                    <a:schemeClr val="bg1"/>
                  </a:solidFill>
                  <a:latin typeface="Arial" charset="0"/>
                </a:defRPr>
              </a:lvl9pPr>
            </a:lstStyle>
            <a:p>
              <a:pPr algn="ctr"/>
              <a:r>
                <a:rPr lang="en-US" altLang="en-US" sz="1200" dirty="0">
                  <a:solidFill>
                    <a:srgbClr val="000000"/>
                  </a:solidFill>
                </a:rPr>
                <a:t> Military</a:t>
              </a:r>
            </a:p>
            <a:p>
              <a:pPr algn="ctr"/>
              <a:r>
                <a:rPr lang="en-US" altLang="en-US" sz="1200" dirty="0">
                  <a:solidFill>
                    <a:srgbClr val="000000"/>
                  </a:solidFill>
                </a:rPr>
                <a:t>Committee</a:t>
              </a:r>
            </a:p>
            <a:p>
              <a:pPr algn="ctr"/>
              <a:r>
                <a:rPr lang="en-US" altLang="en-US" sz="1000" dirty="0">
                  <a:solidFill>
                    <a:srgbClr val="000000"/>
                  </a:solidFill>
                </a:rPr>
                <a:t>(MC)</a:t>
              </a:r>
              <a:endParaRPr lang="en-GB" altLang="en-US" sz="1000" dirty="0">
                <a:solidFill>
                  <a:srgbClr val="000000"/>
                </a:solidFill>
              </a:endParaRPr>
            </a:p>
          </p:txBody>
        </p:sp>
        <p:sp>
          <p:nvSpPr>
            <p:cNvPr id="20" name="TextBox 115"/>
            <p:cNvSpPr txBox="1">
              <a:spLocks noChangeArrowheads="1"/>
            </p:cNvSpPr>
            <p:nvPr/>
          </p:nvSpPr>
          <p:spPr bwMode="auto">
            <a:xfrm>
              <a:off x="296231" y="4473119"/>
              <a:ext cx="2549047" cy="461665"/>
            </a:xfrm>
            <a:prstGeom prst="rect">
              <a:avLst/>
            </a:prstGeom>
            <a:solidFill>
              <a:schemeClr val="bg2">
                <a:lumMod val="40000"/>
                <a:lumOff val="60000"/>
              </a:schemeClr>
            </a:solidFill>
            <a:ln w="19050">
              <a:solidFill>
                <a:schemeClr val="bg1">
                  <a:lumMod val="75000"/>
                </a:schemeClr>
              </a:solidFill>
            </a:ln>
            <a:effectLst>
              <a:outerShdw blurRad="50800" dist="38100" dir="16200000" rotWithShape="0">
                <a:prstClr val="black">
                  <a:alpha val="40000"/>
                </a:prstClr>
              </a:outerShdw>
            </a:effectLst>
          </p:spPr>
          <p:txBody>
            <a:bodyPr wrap="square">
              <a:spAutoFit/>
            </a:bodyPr>
            <a:lstStyle>
              <a:lvl1pPr>
                <a:defRPr sz="2400">
                  <a:solidFill>
                    <a:schemeClr val="bg1"/>
                  </a:solidFill>
                  <a:latin typeface="Arial" charset="0"/>
                </a:defRPr>
              </a:lvl1pPr>
              <a:lvl2pPr marL="742950" indent="-285750">
                <a:defRPr sz="2400">
                  <a:solidFill>
                    <a:schemeClr val="bg1"/>
                  </a:solidFill>
                  <a:latin typeface="Arial" charset="0"/>
                </a:defRPr>
              </a:lvl2pPr>
              <a:lvl3pPr marL="1143000" indent="-228600">
                <a:defRPr sz="2400">
                  <a:solidFill>
                    <a:schemeClr val="bg1"/>
                  </a:solidFill>
                  <a:latin typeface="Arial" charset="0"/>
                </a:defRPr>
              </a:lvl3pPr>
              <a:lvl4pPr marL="1600200" indent="-228600">
                <a:defRPr sz="2400">
                  <a:solidFill>
                    <a:schemeClr val="bg1"/>
                  </a:solidFill>
                  <a:latin typeface="Arial" charset="0"/>
                </a:defRPr>
              </a:lvl4pPr>
              <a:lvl5pPr marL="2057400" indent="-228600">
                <a:defRPr sz="2400">
                  <a:solidFill>
                    <a:schemeClr val="bg1"/>
                  </a:solidFill>
                  <a:latin typeface="Arial" charset="0"/>
                </a:defRPr>
              </a:lvl5pPr>
              <a:lvl6pPr marL="2514600" indent="-228600" algn="r" eaLnBrk="0" fontAlgn="base" hangingPunct="0">
                <a:spcBef>
                  <a:spcPct val="0"/>
                </a:spcBef>
                <a:spcAft>
                  <a:spcPct val="0"/>
                </a:spcAft>
                <a:defRPr sz="2400">
                  <a:solidFill>
                    <a:schemeClr val="bg1"/>
                  </a:solidFill>
                  <a:latin typeface="Arial" charset="0"/>
                </a:defRPr>
              </a:lvl6pPr>
              <a:lvl7pPr marL="2971800" indent="-228600" algn="r" eaLnBrk="0" fontAlgn="base" hangingPunct="0">
                <a:spcBef>
                  <a:spcPct val="0"/>
                </a:spcBef>
                <a:spcAft>
                  <a:spcPct val="0"/>
                </a:spcAft>
                <a:defRPr sz="2400">
                  <a:solidFill>
                    <a:schemeClr val="bg1"/>
                  </a:solidFill>
                  <a:latin typeface="Arial" charset="0"/>
                </a:defRPr>
              </a:lvl7pPr>
              <a:lvl8pPr marL="3429000" indent="-228600" algn="r" eaLnBrk="0" fontAlgn="base" hangingPunct="0">
                <a:spcBef>
                  <a:spcPct val="0"/>
                </a:spcBef>
                <a:spcAft>
                  <a:spcPct val="0"/>
                </a:spcAft>
                <a:defRPr sz="2400">
                  <a:solidFill>
                    <a:schemeClr val="bg1"/>
                  </a:solidFill>
                  <a:latin typeface="Arial" charset="0"/>
                </a:defRPr>
              </a:lvl8pPr>
              <a:lvl9pPr marL="3886200" indent="-228600" algn="r" eaLnBrk="0" fontAlgn="base" hangingPunct="0">
                <a:spcBef>
                  <a:spcPct val="0"/>
                </a:spcBef>
                <a:spcAft>
                  <a:spcPct val="0"/>
                </a:spcAft>
                <a:defRPr sz="2400">
                  <a:solidFill>
                    <a:schemeClr val="bg1"/>
                  </a:solidFill>
                  <a:latin typeface="Arial" charset="0"/>
                </a:defRPr>
              </a:lvl9pPr>
            </a:lstStyle>
            <a:p>
              <a:pPr algn="ctr">
                <a:defRPr/>
              </a:pPr>
              <a:r>
                <a:rPr lang="en-US" sz="1200" b="1" dirty="0">
                  <a:solidFill>
                    <a:srgbClr val="003D5C"/>
                  </a:solidFill>
                  <a:latin typeface="Arial" pitchFamily="34" charset="0"/>
                  <a:cs typeface="Arial" pitchFamily="34" charset="0"/>
                </a:rPr>
                <a:t>Resource Policy Planning Board</a:t>
              </a:r>
              <a:r>
                <a:rPr lang="en-US" sz="1200" dirty="0">
                  <a:solidFill>
                    <a:srgbClr val="003D5C"/>
                  </a:solidFill>
                  <a:latin typeface="Arial" pitchFamily="34" charset="0"/>
                  <a:cs typeface="Arial" pitchFamily="34" charset="0"/>
                </a:rPr>
                <a:t/>
              </a:r>
              <a:br>
                <a:rPr lang="en-US" sz="1200" dirty="0">
                  <a:solidFill>
                    <a:srgbClr val="003D5C"/>
                  </a:solidFill>
                  <a:latin typeface="Arial" pitchFamily="34" charset="0"/>
                  <a:cs typeface="Arial" pitchFamily="34" charset="0"/>
                </a:rPr>
              </a:br>
              <a:r>
                <a:rPr lang="en-US" sz="1200" dirty="0">
                  <a:solidFill>
                    <a:srgbClr val="003D5C"/>
                  </a:solidFill>
                  <a:latin typeface="Arial" pitchFamily="34" charset="0"/>
                  <a:cs typeface="Arial" pitchFamily="34" charset="0"/>
                </a:rPr>
                <a:t>(RPPB)</a:t>
              </a:r>
              <a:endParaRPr lang="en-GB" sz="1200" dirty="0">
                <a:solidFill>
                  <a:srgbClr val="003D5C"/>
                </a:solidFill>
                <a:latin typeface="Arial" pitchFamily="34" charset="0"/>
                <a:cs typeface="Arial" pitchFamily="34" charset="0"/>
              </a:endParaRPr>
            </a:p>
          </p:txBody>
        </p:sp>
        <p:sp>
          <p:nvSpPr>
            <p:cNvPr id="15375" name="TextBox 24"/>
            <p:cNvSpPr txBox="1">
              <a:spLocks noChangeArrowheads="1"/>
            </p:cNvSpPr>
            <p:nvPr/>
          </p:nvSpPr>
          <p:spPr bwMode="auto">
            <a:xfrm>
              <a:off x="1592433" y="4061957"/>
              <a:ext cx="291289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bg1"/>
                  </a:solidFill>
                  <a:latin typeface="Arial" charset="0"/>
                </a:defRPr>
              </a:lvl1pPr>
              <a:lvl2pPr marL="742950" indent="-285750">
                <a:defRPr sz="2400">
                  <a:solidFill>
                    <a:schemeClr val="bg1"/>
                  </a:solidFill>
                  <a:latin typeface="Arial" charset="0"/>
                </a:defRPr>
              </a:lvl2pPr>
              <a:lvl3pPr marL="1143000" indent="-228600">
                <a:defRPr sz="2400">
                  <a:solidFill>
                    <a:schemeClr val="bg1"/>
                  </a:solidFill>
                  <a:latin typeface="Arial" charset="0"/>
                </a:defRPr>
              </a:lvl3pPr>
              <a:lvl4pPr marL="1600200" indent="-228600">
                <a:defRPr sz="2400">
                  <a:solidFill>
                    <a:schemeClr val="bg1"/>
                  </a:solidFill>
                  <a:latin typeface="Arial" charset="0"/>
                </a:defRPr>
              </a:lvl4pPr>
              <a:lvl5pPr marL="2057400" indent="-228600">
                <a:defRPr sz="2400">
                  <a:solidFill>
                    <a:schemeClr val="bg1"/>
                  </a:solidFill>
                  <a:latin typeface="Arial" charset="0"/>
                </a:defRPr>
              </a:lvl5pPr>
              <a:lvl6pPr marL="2514600" indent="-228600" algn="r" eaLnBrk="0" fontAlgn="base" hangingPunct="0">
                <a:spcBef>
                  <a:spcPct val="0"/>
                </a:spcBef>
                <a:spcAft>
                  <a:spcPct val="0"/>
                </a:spcAft>
                <a:defRPr sz="2400">
                  <a:solidFill>
                    <a:schemeClr val="bg1"/>
                  </a:solidFill>
                  <a:latin typeface="Arial" charset="0"/>
                </a:defRPr>
              </a:lvl6pPr>
              <a:lvl7pPr marL="2971800" indent="-228600" algn="r" eaLnBrk="0" fontAlgn="base" hangingPunct="0">
                <a:spcBef>
                  <a:spcPct val="0"/>
                </a:spcBef>
                <a:spcAft>
                  <a:spcPct val="0"/>
                </a:spcAft>
                <a:defRPr sz="2400">
                  <a:solidFill>
                    <a:schemeClr val="bg1"/>
                  </a:solidFill>
                  <a:latin typeface="Arial" charset="0"/>
                </a:defRPr>
              </a:lvl7pPr>
              <a:lvl8pPr marL="3429000" indent="-228600" algn="r" eaLnBrk="0" fontAlgn="base" hangingPunct="0">
                <a:spcBef>
                  <a:spcPct val="0"/>
                </a:spcBef>
                <a:spcAft>
                  <a:spcPct val="0"/>
                </a:spcAft>
                <a:defRPr sz="2400">
                  <a:solidFill>
                    <a:schemeClr val="bg1"/>
                  </a:solidFill>
                  <a:latin typeface="Arial" charset="0"/>
                </a:defRPr>
              </a:lvl8pPr>
              <a:lvl9pPr marL="3886200" indent="-228600" algn="r" eaLnBrk="0" fontAlgn="base" hangingPunct="0">
                <a:spcBef>
                  <a:spcPct val="0"/>
                </a:spcBef>
                <a:spcAft>
                  <a:spcPct val="0"/>
                </a:spcAft>
                <a:defRPr sz="2400">
                  <a:solidFill>
                    <a:schemeClr val="bg1"/>
                  </a:solidFill>
                  <a:latin typeface="Arial" charset="0"/>
                </a:defRPr>
              </a:lvl9pPr>
            </a:lstStyle>
            <a:p>
              <a:r>
                <a:rPr lang="en-US" altLang="en-US" sz="1200" dirty="0" smtClean="0">
                  <a:solidFill>
                    <a:srgbClr val="003D5C"/>
                  </a:solidFill>
                  <a:latin typeface="Arial" pitchFamily="34" charset="0"/>
                  <a:cs typeface="Arial" pitchFamily="34" charset="0"/>
                </a:rPr>
                <a:t>Minimum Military Requirements (MMR)</a:t>
              </a:r>
              <a:endParaRPr lang="en-GB" altLang="en-US" sz="1200" dirty="0">
                <a:solidFill>
                  <a:srgbClr val="003D5C"/>
                </a:solidFill>
                <a:latin typeface="Arial" pitchFamily="34" charset="0"/>
                <a:cs typeface="Arial" pitchFamily="34" charset="0"/>
              </a:endParaRPr>
            </a:p>
          </p:txBody>
        </p:sp>
        <p:sp>
          <p:nvSpPr>
            <p:cNvPr id="15376" name="TextBox 30"/>
            <p:cNvSpPr txBox="1">
              <a:spLocks noChangeArrowheads="1"/>
            </p:cNvSpPr>
            <p:nvPr/>
          </p:nvSpPr>
          <p:spPr bwMode="auto">
            <a:xfrm>
              <a:off x="1616935" y="5000112"/>
              <a:ext cx="11826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de-DE"/>
              </a:defPPr>
              <a:lvl1pPr>
                <a:defRPr sz="1200">
                  <a:solidFill>
                    <a:srgbClr val="003D5C"/>
                  </a:solidFill>
                  <a:latin typeface="Arial" pitchFamily="34" charset="0"/>
                  <a:cs typeface="Arial" pitchFamily="34" charset="0"/>
                </a:defRPr>
              </a:lvl1pPr>
              <a:lvl2pPr marL="742950" indent="-285750">
                <a:defRPr sz="2400">
                  <a:solidFill>
                    <a:schemeClr val="bg1"/>
                  </a:solidFill>
                  <a:latin typeface="Arial" charset="0"/>
                </a:defRPr>
              </a:lvl2pPr>
              <a:lvl3pPr marL="1143000" indent="-228600">
                <a:defRPr sz="2400">
                  <a:solidFill>
                    <a:schemeClr val="bg1"/>
                  </a:solidFill>
                  <a:latin typeface="Arial" charset="0"/>
                </a:defRPr>
              </a:lvl3pPr>
              <a:lvl4pPr marL="1600200" indent="-228600">
                <a:defRPr sz="2400">
                  <a:solidFill>
                    <a:schemeClr val="bg1"/>
                  </a:solidFill>
                  <a:latin typeface="Arial" charset="0"/>
                </a:defRPr>
              </a:lvl4pPr>
              <a:lvl5pPr marL="2057400" indent="-228600">
                <a:defRPr sz="2400">
                  <a:solidFill>
                    <a:schemeClr val="bg1"/>
                  </a:solidFill>
                  <a:latin typeface="Arial" charset="0"/>
                </a:defRPr>
              </a:lvl5pPr>
              <a:lvl6pPr marL="2514600" indent="-228600" algn="r" eaLnBrk="0" fontAlgn="base" hangingPunct="0">
                <a:spcBef>
                  <a:spcPct val="0"/>
                </a:spcBef>
                <a:spcAft>
                  <a:spcPct val="0"/>
                </a:spcAft>
                <a:defRPr sz="2400">
                  <a:solidFill>
                    <a:schemeClr val="bg1"/>
                  </a:solidFill>
                  <a:latin typeface="Arial" charset="0"/>
                </a:defRPr>
              </a:lvl6pPr>
              <a:lvl7pPr marL="2971800" indent="-228600" algn="r" eaLnBrk="0" fontAlgn="base" hangingPunct="0">
                <a:spcBef>
                  <a:spcPct val="0"/>
                </a:spcBef>
                <a:spcAft>
                  <a:spcPct val="0"/>
                </a:spcAft>
                <a:defRPr sz="2400">
                  <a:solidFill>
                    <a:schemeClr val="bg1"/>
                  </a:solidFill>
                  <a:latin typeface="Arial" charset="0"/>
                </a:defRPr>
              </a:lvl7pPr>
              <a:lvl8pPr marL="3429000" indent="-228600" algn="r" eaLnBrk="0" fontAlgn="base" hangingPunct="0">
                <a:spcBef>
                  <a:spcPct val="0"/>
                </a:spcBef>
                <a:spcAft>
                  <a:spcPct val="0"/>
                </a:spcAft>
                <a:defRPr sz="2400">
                  <a:solidFill>
                    <a:schemeClr val="bg1"/>
                  </a:solidFill>
                  <a:latin typeface="Arial" charset="0"/>
                </a:defRPr>
              </a:lvl8pPr>
              <a:lvl9pPr marL="3886200" indent="-228600" algn="r" eaLnBrk="0" fontAlgn="base" hangingPunct="0">
                <a:spcBef>
                  <a:spcPct val="0"/>
                </a:spcBef>
                <a:spcAft>
                  <a:spcPct val="0"/>
                </a:spcAft>
                <a:defRPr sz="2400">
                  <a:solidFill>
                    <a:schemeClr val="bg1"/>
                  </a:solidFill>
                  <a:latin typeface="Arial" charset="0"/>
                </a:defRPr>
              </a:lvl9pPr>
            </a:lstStyle>
            <a:p>
              <a:r>
                <a:rPr lang="en-US" altLang="en-US" dirty="0"/>
                <a:t>Eligibility</a:t>
              </a:r>
              <a:endParaRPr lang="en-GB" altLang="en-US" dirty="0"/>
            </a:p>
          </p:txBody>
        </p:sp>
      </p:grpSp>
      <p:sp>
        <p:nvSpPr>
          <p:cNvPr id="21" name="Rectangle 2"/>
          <p:cNvSpPr>
            <a:spLocks noGrp="1" noChangeArrowheads="1"/>
          </p:cNvSpPr>
          <p:nvPr>
            <p:ph type="title"/>
          </p:nvPr>
        </p:nvSpPr>
        <p:spPr bwMode="auto">
          <a:xfrm>
            <a:off x="457200" y="273600"/>
            <a:ext cx="8229600" cy="748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a:r>
              <a:rPr lang="en-US" altLang="en-US" dirty="0" smtClean="0"/>
              <a:t> Eligibility </a:t>
            </a:r>
            <a:endParaRPr lang="en-US" altLang="en-US" b="0" i="1" dirty="0" smtClean="0"/>
          </a:p>
        </p:txBody>
      </p:sp>
      <p:sp>
        <p:nvSpPr>
          <p:cNvPr id="17" name="Footer Placeholder 3"/>
          <p:cNvSpPr>
            <a:spLocks noGrp="1"/>
          </p:cNvSpPr>
          <p:nvPr>
            <p:ph type="ftr" sz="quarter" idx="3"/>
          </p:nvPr>
        </p:nvSpPr>
        <p:spPr>
          <a:xfrm>
            <a:off x="2895467" y="6235030"/>
            <a:ext cx="3353065" cy="688258"/>
          </a:xfrm>
        </p:spPr>
        <p:txBody>
          <a:bodyPr/>
          <a:lstStyle/>
          <a:p>
            <a:r>
              <a:rPr lang="de-DE" dirty="0" smtClean="0"/>
              <a:t>NATO UNCLASSIFIED</a:t>
            </a:r>
            <a:endParaRPr lang="de-DE" dirty="0"/>
          </a:p>
        </p:txBody>
      </p:sp>
      <p:sp>
        <p:nvSpPr>
          <p:cNvPr id="19" name="Slide Number Placeholder 4"/>
          <p:cNvSpPr>
            <a:spLocks noGrp="1"/>
          </p:cNvSpPr>
          <p:nvPr>
            <p:ph type="sldNum" sz="quarter" idx="4"/>
          </p:nvPr>
        </p:nvSpPr>
        <p:spPr>
          <a:xfrm>
            <a:off x="6938967" y="6410415"/>
            <a:ext cx="738203" cy="365125"/>
          </a:xfrm>
        </p:spPr>
        <p:txBody>
          <a:bodyPr/>
          <a:lstStyle/>
          <a:p>
            <a:r>
              <a:rPr lang="en-GB" smtClean="0">
                <a:solidFill>
                  <a:srgbClr val="003B5B"/>
                </a:solidFill>
              </a:rPr>
              <a:t>| Slide </a:t>
            </a:r>
            <a:fld id="{AC1C9A27-5D71-496E-AC2B-58C1CA833928}" type="slidenum">
              <a:rPr lang="en-GB" smtClean="0">
                <a:solidFill>
                  <a:srgbClr val="003B5B"/>
                </a:solidFill>
              </a:rPr>
              <a:pPr/>
              <a:t>6</a:t>
            </a:fld>
            <a:endParaRPr lang="en-GB" dirty="0">
              <a:solidFill>
                <a:srgbClr val="003B5B"/>
              </a:solidFill>
            </a:endParaRPr>
          </a:p>
        </p:txBody>
      </p:sp>
      <p:sp>
        <p:nvSpPr>
          <p:cNvPr id="4" name="TextBox 3"/>
          <p:cNvSpPr txBox="1"/>
          <p:nvPr/>
        </p:nvSpPr>
        <p:spPr>
          <a:xfrm>
            <a:off x="4326523" y="5668212"/>
            <a:ext cx="3181768" cy="369332"/>
          </a:xfrm>
          <a:prstGeom prst="rect">
            <a:avLst/>
          </a:prstGeom>
          <a:solidFill>
            <a:schemeClr val="accent1"/>
          </a:solidFill>
          <a:scene3d>
            <a:camera prst="orthographicFront"/>
            <a:lightRig rig="threePt" dir="t"/>
          </a:scene3d>
          <a:sp3d>
            <a:bevelB/>
          </a:sp3d>
        </p:spPr>
        <p:txBody>
          <a:bodyPr wrap="none" rtlCol="0">
            <a:spAutoFit/>
          </a:bodyPr>
          <a:lstStyle/>
          <a:p>
            <a:r>
              <a:rPr lang="en-US" dirty="0" smtClean="0">
                <a:solidFill>
                  <a:srgbClr val="FF0000"/>
                </a:solidFill>
              </a:rPr>
              <a:t>North Atlantic Council Approves</a:t>
            </a:r>
            <a:endParaRPr lang="en-GB" dirty="0">
              <a:solidFill>
                <a:srgbClr val="FF0000"/>
              </a:solidFill>
            </a:endParaRPr>
          </a:p>
        </p:txBody>
      </p:sp>
      <p:sp>
        <p:nvSpPr>
          <p:cNvPr id="5" name="Down Arrow 4"/>
          <p:cNvSpPr/>
          <p:nvPr/>
        </p:nvSpPr>
        <p:spPr>
          <a:xfrm>
            <a:off x="1715911" y="3073588"/>
            <a:ext cx="666045" cy="4146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41973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p:txBody>
          <a:bodyPr/>
          <a:lstStyle/>
          <a:p>
            <a:r>
              <a:rPr lang="de-DE" smtClean="0"/>
              <a:t>NATO UNCLASSIFIED</a:t>
            </a:r>
            <a:endParaRPr lang="de-DE" dirty="0"/>
          </a:p>
        </p:txBody>
      </p:sp>
      <p:sp>
        <p:nvSpPr>
          <p:cNvPr id="5" name="Slide Number Placeholder 4"/>
          <p:cNvSpPr>
            <a:spLocks noGrp="1"/>
          </p:cNvSpPr>
          <p:nvPr>
            <p:ph type="sldNum" sz="quarter" idx="4"/>
          </p:nvPr>
        </p:nvSpPr>
        <p:spPr/>
        <p:txBody>
          <a:bodyPr/>
          <a:lstStyle/>
          <a:p>
            <a:r>
              <a:rPr lang="en-GB" smtClean="0"/>
              <a:t>| Slide </a:t>
            </a:r>
            <a:fld id="{AC1C9A27-5D71-496E-AC2B-58C1CA833928}" type="slidenum">
              <a:rPr lang="en-GB" smtClean="0"/>
              <a:pPr/>
              <a:t>7</a:t>
            </a:fld>
            <a:endParaRPr lang="en-GB" dirty="0"/>
          </a:p>
        </p:txBody>
      </p:sp>
      <p:sp>
        <p:nvSpPr>
          <p:cNvPr id="7" name="Text Placeholder 1"/>
          <p:cNvSpPr txBox="1">
            <a:spLocks/>
          </p:cNvSpPr>
          <p:nvPr/>
        </p:nvSpPr>
        <p:spPr bwMode="auto">
          <a:xfrm>
            <a:off x="4495997" y="981075"/>
            <a:ext cx="4040188" cy="1152525"/>
          </a:xfrm>
          <a:prstGeom prst="rect">
            <a:avLst/>
          </a:prstGeom>
          <a:noFill/>
          <a:ln>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0" compatLnSpc="1">
            <a:prstTxWarp prst="textNoShape">
              <a:avLst/>
            </a:prstTxWarp>
          </a:bodyPr>
          <a:lstStyle>
            <a:lvl1pPr marL="0" indent="0" algn="l" defTabSz="914400" rtl="0" eaLnBrk="1" latinLnBrk="0" hangingPunct="1">
              <a:lnSpc>
                <a:spcPct val="114000"/>
              </a:lnSpc>
              <a:spcBef>
                <a:spcPct val="20000"/>
              </a:spcBef>
              <a:buFont typeface="Arial" pitchFamily="34" charset="0"/>
              <a:buNone/>
              <a:defRPr lang="en-US" sz="2000" b="1" i="0" kern="1200" dirty="0" smtClean="0">
                <a:solidFill>
                  <a:srgbClr val="003D5C"/>
                </a:solidFill>
                <a:latin typeface="Arial"/>
                <a:ea typeface="+mn-ea"/>
                <a:cs typeface="Arial"/>
              </a:defRPr>
            </a:lvl1pPr>
            <a:lvl2pPr marL="0" indent="0" algn="l" defTabSz="914400" rtl="0" eaLnBrk="1" latinLnBrk="0" hangingPunct="1">
              <a:lnSpc>
                <a:spcPct val="114000"/>
              </a:lnSpc>
              <a:spcBef>
                <a:spcPct val="20000"/>
              </a:spcBef>
              <a:buFont typeface="Arial" pitchFamily="34" charset="0"/>
              <a:buNone/>
              <a:defRPr lang="en-US" sz="1800" kern="1200" dirty="0" smtClean="0">
                <a:solidFill>
                  <a:srgbClr val="003D5C"/>
                </a:solidFill>
                <a:latin typeface="Arial" pitchFamily="34" charset="0"/>
                <a:ea typeface="+mn-ea"/>
                <a:cs typeface="Arial" pitchFamily="34" charset="0"/>
              </a:defRPr>
            </a:lvl2pPr>
            <a:lvl3pPr marL="723900" indent="-228600" algn="l" defTabSz="914400" rtl="0" eaLnBrk="1" latinLnBrk="0" hangingPunct="1">
              <a:lnSpc>
                <a:spcPct val="114000"/>
              </a:lnSpc>
              <a:spcBef>
                <a:spcPct val="20000"/>
              </a:spcBef>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gn="l" defTabSz="914400" rtl="0" eaLnBrk="1" latinLnBrk="0" hangingPunct="1">
              <a:lnSpc>
                <a:spcPct val="114000"/>
              </a:lnSpc>
              <a:spcBef>
                <a:spcPct val="20000"/>
              </a:spcBef>
              <a:buFont typeface="Arial" pitchFamily="34" charset="0"/>
              <a:buChar char="–"/>
              <a:defRPr lang="en-US" sz="1600" kern="1200" dirty="0" smtClean="0">
                <a:solidFill>
                  <a:srgbClr val="003D5C"/>
                </a:solidFill>
                <a:latin typeface="Arial"/>
                <a:ea typeface="+mn-ea"/>
                <a:cs typeface="Arial"/>
              </a:defRPr>
            </a:lvl4pPr>
            <a:lvl5pPr marL="18288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dirty="0" smtClean="0"/>
              <a:t>Non-Article 5</a:t>
            </a:r>
          </a:p>
          <a:p>
            <a:pPr algn="ctr"/>
            <a:r>
              <a:rPr lang="en-US" altLang="en-US" sz="1400" dirty="0" smtClean="0"/>
              <a:t>Allied Operation / Mission</a:t>
            </a:r>
          </a:p>
          <a:p>
            <a:pPr algn="ctr"/>
            <a:endParaRPr lang="en-US" altLang="en-US" sz="1400" dirty="0"/>
          </a:p>
        </p:txBody>
      </p:sp>
      <p:sp>
        <p:nvSpPr>
          <p:cNvPr id="8" name="Rounded Rectangle 7"/>
          <p:cNvSpPr/>
          <p:nvPr/>
        </p:nvSpPr>
        <p:spPr>
          <a:xfrm>
            <a:off x="362227" y="5373216"/>
            <a:ext cx="8260881" cy="632473"/>
          </a:xfrm>
          <a:prstGeom prst="roundRect">
            <a:avLst/>
          </a:prstGeom>
          <a:gradFill flip="none" rotWithShape="1">
            <a:gsLst>
              <a:gs pos="0">
                <a:srgbClr val="317696">
                  <a:lumMod val="40000"/>
                  <a:lumOff val="60000"/>
                </a:srgbClr>
              </a:gs>
              <a:gs pos="50000">
                <a:srgbClr val="6D9AB5">
                  <a:lumMod val="60000"/>
                  <a:lumOff val="40000"/>
                </a:srgbClr>
              </a:gs>
              <a:gs pos="100000">
                <a:srgbClr val="317696">
                  <a:lumMod val="40000"/>
                  <a:lumOff val="60000"/>
                </a:srgbClr>
              </a:gs>
            </a:gsLst>
            <a:lin ang="5400000" scaled="1"/>
            <a:tileRect/>
          </a:gradFill>
          <a:ln w="25400" cap="flat" cmpd="sng" algn="ctr">
            <a:noFill/>
            <a:prstDash val="solid"/>
          </a:ln>
          <a:effectLst>
            <a:innerShdw blurRad="63500" dist="50800" dir="13500000">
              <a:prstClr val="black">
                <a:alpha val="50000"/>
              </a:prstClr>
            </a:innerShdw>
          </a:effectLst>
          <a:scene3d>
            <a:camera prst="orthographicFront"/>
            <a:lightRig rig="threePt" dir="t"/>
          </a:scene3d>
          <a:sp3d>
            <a:bevelT/>
          </a:sp3d>
        </p:spPr>
        <p:txBody>
          <a:bodyPr anchor="ctr"/>
          <a:lstStyle/>
          <a:p>
            <a:pPr algn="ctr" defTabSz="457200" eaLnBrk="1" fontAlgn="auto" hangingPunct="1">
              <a:spcBef>
                <a:spcPts val="0"/>
              </a:spcBef>
              <a:spcAft>
                <a:spcPts val="0"/>
              </a:spcAft>
              <a:defRPr/>
            </a:pPr>
            <a:r>
              <a:rPr lang="en-US" sz="2800" kern="0" dirty="0">
                <a:solidFill>
                  <a:srgbClr val="FF0000"/>
                </a:solidFill>
                <a:latin typeface="Calibri"/>
                <a:cs typeface="Arial"/>
              </a:rPr>
              <a:t>if not included = not eligible</a:t>
            </a:r>
          </a:p>
        </p:txBody>
      </p:sp>
      <p:sp>
        <p:nvSpPr>
          <p:cNvPr id="10" name="TextBox 9"/>
          <p:cNvSpPr txBox="1">
            <a:spLocks noChangeArrowheads="1"/>
          </p:cNvSpPr>
          <p:nvPr/>
        </p:nvSpPr>
        <p:spPr bwMode="auto">
          <a:xfrm>
            <a:off x="395288" y="2205038"/>
            <a:ext cx="4065587" cy="3698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a:solidFill>
                  <a:srgbClr val="FF0000"/>
                </a:solidFill>
              </a:rPr>
              <a:t>Costs lie, where they fall</a:t>
            </a:r>
            <a:endParaRPr lang="en-GB" altLang="en-US">
              <a:solidFill>
                <a:srgbClr val="FF0000"/>
              </a:solidFill>
            </a:endParaRPr>
          </a:p>
        </p:txBody>
      </p:sp>
      <p:sp>
        <p:nvSpPr>
          <p:cNvPr id="11" name="TextBox 21"/>
          <p:cNvSpPr txBox="1">
            <a:spLocks noChangeArrowheads="1"/>
          </p:cNvSpPr>
          <p:nvPr/>
        </p:nvSpPr>
        <p:spPr bwMode="auto">
          <a:xfrm>
            <a:off x="4572000" y="2195513"/>
            <a:ext cx="4065588" cy="3698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a:solidFill>
                  <a:srgbClr val="FF0000"/>
                </a:solidFill>
              </a:rPr>
              <a:t>Costs lie, where they fall</a:t>
            </a:r>
            <a:endParaRPr lang="en-GB" altLang="en-US">
              <a:solidFill>
                <a:srgbClr val="FF0000"/>
              </a:solidFill>
            </a:endParaRPr>
          </a:p>
        </p:txBody>
      </p:sp>
      <p:sp>
        <p:nvSpPr>
          <p:cNvPr id="12" name="TextBox 24"/>
          <p:cNvSpPr txBox="1">
            <a:spLocks noChangeArrowheads="1"/>
          </p:cNvSpPr>
          <p:nvPr/>
        </p:nvSpPr>
        <p:spPr bwMode="auto">
          <a:xfrm>
            <a:off x="395288" y="2708275"/>
            <a:ext cx="4065587" cy="9239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a:solidFill>
                  <a:srgbClr val="FF0000"/>
                </a:solidFill>
              </a:rPr>
              <a:t>Operations will be funded on a </a:t>
            </a:r>
            <a:r>
              <a:rPr lang="en-US" altLang="en-US" u="sng">
                <a:solidFill>
                  <a:srgbClr val="FF0000"/>
                </a:solidFill>
              </a:rPr>
              <a:t>case by case </a:t>
            </a:r>
          </a:p>
          <a:p>
            <a:pPr algn="ctr" eaLnBrk="1" hangingPunct="1"/>
            <a:r>
              <a:rPr lang="en-US" altLang="en-US">
                <a:solidFill>
                  <a:srgbClr val="FF0000"/>
                </a:solidFill>
              </a:rPr>
              <a:t>basis</a:t>
            </a:r>
            <a:endParaRPr lang="en-GB" altLang="en-US">
              <a:solidFill>
                <a:srgbClr val="FF0000"/>
              </a:solidFill>
            </a:endParaRPr>
          </a:p>
        </p:txBody>
      </p:sp>
      <p:sp>
        <p:nvSpPr>
          <p:cNvPr id="13" name="TextBox 28"/>
          <p:cNvSpPr txBox="1">
            <a:spLocks noChangeArrowheads="1"/>
          </p:cNvSpPr>
          <p:nvPr/>
        </p:nvSpPr>
        <p:spPr bwMode="auto">
          <a:xfrm>
            <a:off x="4572000" y="3744207"/>
            <a:ext cx="4065588" cy="14763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endParaRPr lang="en-GB" altLang="en-US" b="0"/>
          </a:p>
          <a:p>
            <a:pPr algn="ctr" eaLnBrk="1" hangingPunct="1"/>
            <a:endParaRPr lang="en-US" altLang="en-US" b="0"/>
          </a:p>
          <a:p>
            <a:pPr algn="ctr" eaLnBrk="1" hangingPunct="1"/>
            <a:r>
              <a:rPr lang="en-US" altLang="en-US" b="0"/>
              <a:t>PO (2013)0056</a:t>
            </a:r>
          </a:p>
          <a:p>
            <a:pPr algn="ctr" eaLnBrk="1" hangingPunct="1"/>
            <a:r>
              <a:rPr lang="en-US" altLang="en-US" b="0"/>
              <a:t>Existing </a:t>
            </a:r>
            <a:r>
              <a:rPr lang="en-US" altLang="en-US" b="0" u="sng"/>
              <a:t>NAC approved </a:t>
            </a:r>
          </a:p>
          <a:p>
            <a:pPr algn="ctr" eaLnBrk="1" hangingPunct="1"/>
            <a:r>
              <a:rPr lang="en-US" altLang="en-US" b="0"/>
              <a:t>Funding Arrangement Framework </a:t>
            </a:r>
          </a:p>
        </p:txBody>
      </p:sp>
      <p:sp>
        <p:nvSpPr>
          <p:cNvPr id="14" name="TextBox 29"/>
          <p:cNvSpPr txBox="1">
            <a:spLocks noChangeArrowheads="1"/>
          </p:cNvSpPr>
          <p:nvPr/>
        </p:nvSpPr>
        <p:spPr bwMode="auto">
          <a:xfrm>
            <a:off x="4610100" y="2708275"/>
            <a:ext cx="4065588" cy="9239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a:solidFill>
                  <a:srgbClr val="FF0000"/>
                </a:solidFill>
              </a:rPr>
              <a:t>Operations will be funded on a </a:t>
            </a:r>
            <a:r>
              <a:rPr lang="en-US" altLang="en-US" u="sng">
                <a:solidFill>
                  <a:srgbClr val="FF0000"/>
                </a:solidFill>
              </a:rPr>
              <a:t>case by case </a:t>
            </a:r>
          </a:p>
          <a:p>
            <a:pPr algn="ctr" eaLnBrk="1" hangingPunct="1"/>
            <a:r>
              <a:rPr lang="en-US" altLang="en-US">
                <a:solidFill>
                  <a:srgbClr val="FF0000"/>
                </a:solidFill>
              </a:rPr>
              <a:t>basis</a:t>
            </a:r>
            <a:endParaRPr lang="en-GB" altLang="en-US">
              <a:solidFill>
                <a:srgbClr val="FF0000"/>
              </a:solidFill>
            </a:endParaRPr>
          </a:p>
        </p:txBody>
      </p:sp>
      <p:sp>
        <p:nvSpPr>
          <p:cNvPr id="17" name="Text Placeholder 1"/>
          <p:cNvSpPr txBox="1">
            <a:spLocks/>
          </p:cNvSpPr>
          <p:nvPr/>
        </p:nvSpPr>
        <p:spPr bwMode="auto">
          <a:xfrm>
            <a:off x="387350" y="981075"/>
            <a:ext cx="4040188" cy="1152525"/>
          </a:xfrm>
          <a:prstGeom prst="rect">
            <a:avLst/>
          </a:prstGeom>
          <a:noFill/>
          <a:ln>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0" compatLnSpc="1">
            <a:prstTxWarp prst="textNoShape">
              <a:avLst/>
            </a:prstTxWarp>
          </a:bodyPr>
          <a:lstStyle>
            <a:lvl1pPr marL="0" indent="0" algn="l" defTabSz="914400" rtl="0" eaLnBrk="1" latinLnBrk="0" hangingPunct="1">
              <a:lnSpc>
                <a:spcPct val="114000"/>
              </a:lnSpc>
              <a:spcBef>
                <a:spcPct val="20000"/>
              </a:spcBef>
              <a:buFont typeface="Arial" pitchFamily="34" charset="0"/>
              <a:buNone/>
              <a:defRPr lang="en-US" sz="2000" b="1" i="0" kern="1200" dirty="0" smtClean="0">
                <a:solidFill>
                  <a:srgbClr val="003D5C"/>
                </a:solidFill>
                <a:latin typeface="Arial"/>
                <a:ea typeface="+mn-ea"/>
                <a:cs typeface="Arial"/>
              </a:defRPr>
            </a:lvl1pPr>
            <a:lvl2pPr marL="0" indent="0" algn="l" defTabSz="914400" rtl="0" eaLnBrk="1" latinLnBrk="0" hangingPunct="1">
              <a:lnSpc>
                <a:spcPct val="114000"/>
              </a:lnSpc>
              <a:spcBef>
                <a:spcPct val="20000"/>
              </a:spcBef>
              <a:buFont typeface="Arial" pitchFamily="34" charset="0"/>
              <a:buNone/>
              <a:defRPr lang="en-US" sz="1800" kern="1200" dirty="0" smtClean="0">
                <a:solidFill>
                  <a:srgbClr val="003D5C"/>
                </a:solidFill>
                <a:latin typeface="Arial" pitchFamily="34" charset="0"/>
                <a:ea typeface="+mn-ea"/>
                <a:cs typeface="Arial" pitchFamily="34" charset="0"/>
              </a:defRPr>
            </a:lvl2pPr>
            <a:lvl3pPr marL="723900" indent="-228600" algn="l" defTabSz="914400" rtl="0" eaLnBrk="1" latinLnBrk="0" hangingPunct="1">
              <a:lnSpc>
                <a:spcPct val="114000"/>
              </a:lnSpc>
              <a:spcBef>
                <a:spcPct val="20000"/>
              </a:spcBef>
              <a:buFont typeface="Wingdings" pitchFamily="2" charset="2"/>
              <a:buChar char="§"/>
              <a:defRPr lang="en-US" sz="1800" kern="1200" dirty="0" smtClean="0">
                <a:solidFill>
                  <a:srgbClr val="003D5C"/>
                </a:solidFill>
                <a:latin typeface="Arial" pitchFamily="34" charset="0"/>
                <a:ea typeface="+mn-ea"/>
                <a:cs typeface="Arial" pitchFamily="34" charset="0"/>
              </a:defRPr>
            </a:lvl3pPr>
            <a:lvl4pPr marL="723900" indent="-228600" algn="l" defTabSz="914400" rtl="0" eaLnBrk="1" latinLnBrk="0" hangingPunct="1">
              <a:lnSpc>
                <a:spcPct val="114000"/>
              </a:lnSpc>
              <a:spcBef>
                <a:spcPct val="20000"/>
              </a:spcBef>
              <a:buFont typeface="Arial" pitchFamily="34" charset="0"/>
              <a:buChar char="–"/>
              <a:defRPr lang="en-US" sz="1600" kern="1200" dirty="0" smtClean="0">
                <a:solidFill>
                  <a:srgbClr val="003D5C"/>
                </a:solidFill>
                <a:latin typeface="Arial"/>
                <a:ea typeface="+mn-ea"/>
                <a:cs typeface="Arial"/>
              </a:defRPr>
            </a:lvl4pPr>
            <a:lvl5pPr marL="1828800" indent="0" algn="l" defTabSz="914400" rtl="0" eaLnBrk="1" latinLnBrk="0" hangingPunct="1">
              <a:spcBef>
                <a:spcPct val="20000"/>
              </a:spcBef>
              <a:buFont typeface="Arial"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altLang="en-US" dirty="0" smtClean="0"/>
              <a:t>Article 5</a:t>
            </a:r>
          </a:p>
          <a:p>
            <a:pPr algn="ctr"/>
            <a:r>
              <a:rPr lang="en-US" altLang="en-US" sz="1400" dirty="0"/>
              <a:t>Allied Operation / Mission</a:t>
            </a:r>
          </a:p>
          <a:p>
            <a:pPr algn="ctr"/>
            <a:endParaRPr lang="en-US" altLang="en-US" dirty="0"/>
          </a:p>
          <a:p>
            <a:pPr algn="ctr"/>
            <a:endParaRPr lang="en-US" altLang="en-US" dirty="0"/>
          </a:p>
          <a:p>
            <a:pPr algn="ctr"/>
            <a:endParaRPr lang="en-US" altLang="en-US" dirty="0"/>
          </a:p>
          <a:p>
            <a:pPr algn="ctr"/>
            <a:endParaRPr lang="en-US" altLang="en-US" dirty="0" smtClean="0"/>
          </a:p>
          <a:p>
            <a:pPr algn="ctr"/>
            <a:endParaRPr lang="en-US" altLang="en-US" dirty="0" smtClean="0"/>
          </a:p>
          <a:p>
            <a:pPr algn="ctr"/>
            <a:endParaRPr lang="en-US" altLang="en-US" dirty="0" smtClean="0"/>
          </a:p>
          <a:p>
            <a:pPr algn="ctr"/>
            <a:endParaRPr lang="en-US" altLang="en-US" dirty="0" smtClean="0"/>
          </a:p>
          <a:p>
            <a:pPr algn="ctr"/>
            <a:endParaRPr lang="en-US" altLang="en-US" dirty="0" smtClean="0"/>
          </a:p>
          <a:p>
            <a:pPr algn="ctr"/>
            <a:endParaRPr lang="en-US" altLang="en-US" dirty="0" smtClean="0"/>
          </a:p>
          <a:p>
            <a:pPr algn="ctr"/>
            <a:endParaRPr lang="en-US" altLang="en-US" dirty="0" smtClean="0"/>
          </a:p>
          <a:p>
            <a:pPr algn="ctr"/>
            <a:endParaRPr lang="en-US" altLang="en-US" dirty="0" smtClean="0"/>
          </a:p>
          <a:p>
            <a:pPr algn="ctr"/>
            <a:endParaRPr lang="en-US" altLang="en-US" dirty="0" smtClean="0"/>
          </a:p>
          <a:p>
            <a:pPr algn="ctr"/>
            <a:endParaRPr lang="en-US" altLang="en-US" dirty="0" smtClean="0"/>
          </a:p>
          <a:p>
            <a:pPr algn="ctr"/>
            <a:endParaRPr lang="en-US" altLang="en-US" dirty="0" smtClean="0"/>
          </a:p>
          <a:p>
            <a:pPr algn="ctr"/>
            <a:endParaRPr lang="en-US" altLang="en-US" dirty="0" smtClean="0"/>
          </a:p>
          <a:p>
            <a:pPr algn="ctr"/>
            <a:endParaRPr lang="en-US" altLang="en-US" dirty="0" smtClean="0"/>
          </a:p>
          <a:p>
            <a:pPr algn="ctr"/>
            <a:endParaRPr lang="en-US" altLang="en-US" dirty="0" smtClean="0"/>
          </a:p>
          <a:p>
            <a:pPr algn="ctr"/>
            <a:endParaRPr lang="en-US" altLang="en-US" dirty="0" smtClean="0"/>
          </a:p>
          <a:p>
            <a:pPr algn="ctr"/>
            <a:r>
              <a:rPr lang="en-US" altLang="en-US" dirty="0" smtClean="0"/>
              <a:t>	</a:t>
            </a:r>
          </a:p>
          <a:p>
            <a:pPr algn="ctr"/>
            <a:endParaRPr lang="en-US" altLang="en-US" dirty="0" smtClean="0"/>
          </a:p>
          <a:p>
            <a:pPr algn="ctr"/>
            <a:endParaRPr lang="en-US" altLang="en-US" dirty="0" smtClean="0"/>
          </a:p>
          <a:p>
            <a:pPr algn="ctr"/>
            <a:endParaRPr lang="en-US" altLang="en-US" dirty="0" smtClean="0"/>
          </a:p>
          <a:p>
            <a:pPr algn="ctr"/>
            <a:endParaRPr lang="en-US" altLang="en-US" dirty="0" smtClean="0"/>
          </a:p>
          <a:p>
            <a:pPr algn="ctr"/>
            <a:r>
              <a:rPr lang="en-US" altLang="en-US" dirty="0" smtClean="0"/>
              <a:t>Article 5, North Atlantic Treaty</a:t>
            </a:r>
          </a:p>
          <a:p>
            <a:pPr algn="ctr"/>
            <a:r>
              <a:rPr lang="en-US" altLang="en-US" sz="1400" dirty="0" smtClean="0"/>
              <a:t>“Collective Defense”</a:t>
            </a:r>
          </a:p>
          <a:p>
            <a:pPr algn="ctr"/>
            <a:r>
              <a:rPr lang="en-US" altLang="en-US" sz="1400" dirty="0" smtClean="0"/>
              <a:t>Allied Operation / Mission</a:t>
            </a:r>
          </a:p>
          <a:p>
            <a:pPr algn="ctr"/>
            <a:endParaRPr lang="en-US" altLang="en-US" sz="1400" dirty="0"/>
          </a:p>
        </p:txBody>
      </p:sp>
      <p:sp>
        <p:nvSpPr>
          <p:cNvPr id="19" name="Rectangle 2"/>
          <p:cNvSpPr>
            <a:spLocks noGrp="1" noChangeArrowheads="1"/>
          </p:cNvSpPr>
          <p:nvPr>
            <p:ph type="title"/>
          </p:nvPr>
        </p:nvSpPr>
        <p:spPr bwMode="auto">
          <a:xfrm>
            <a:off x="457200" y="273600"/>
            <a:ext cx="8229600" cy="748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a:r>
              <a:rPr lang="en-US" altLang="en-US" dirty="0" smtClean="0"/>
              <a:t> Eligibility </a:t>
            </a:r>
            <a:endParaRPr lang="en-US" altLang="en-US" b="0" i="1" dirty="0" smtClean="0"/>
          </a:p>
        </p:txBody>
      </p:sp>
    </p:spTree>
    <p:extLst>
      <p:ext uri="{BB962C8B-B14F-4D97-AF65-F5344CB8AC3E}">
        <p14:creationId xmlns:p14="http://schemas.microsoft.com/office/powerpoint/2010/main" val="2676353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Line 19"/>
          <p:cNvSpPr>
            <a:spLocks noChangeShapeType="1"/>
          </p:cNvSpPr>
          <p:nvPr/>
        </p:nvSpPr>
        <p:spPr bwMode="auto">
          <a:xfrm>
            <a:off x="7691438" y="3379139"/>
            <a:ext cx="0" cy="1003300"/>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52" name="Line 19"/>
          <p:cNvSpPr>
            <a:spLocks noChangeShapeType="1"/>
          </p:cNvSpPr>
          <p:nvPr/>
        </p:nvSpPr>
        <p:spPr bwMode="auto">
          <a:xfrm>
            <a:off x="1409700" y="4060176"/>
            <a:ext cx="0" cy="306388"/>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51" name="Line 19"/>
          <p:cNvSpPr>
            <a:spLocks noChangeShapeType="1"/>
          </p:cNvSpPr>
          <p:nvPr/>
        </p:nvSpPr>
        <p:spPr bwMode="auto">
          <a:xfrm>
            <a:off x="8704263" y="4018901"/>
            <a:ext cx="0" cy="330200"/>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48" name="Line 19"/>
          <p:cNvSpPr>
            <a:spLocks noChangeShapeType="1"/>
          </p:cNvSpPr>
          <p:nvPr/>
        </p:nvSpPr>
        <p:spPr bwMode="auto">
          <a:xfrm flipH="1">
            <a:off x="5016500" y="2894951"/>
            <a:ext cx="7938" cy="1487488"/>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47" name="Line 19"/>
          <p:cNvSpPr>
            <a:spLocks noChangeShapeType="1"/>
          </p:cNvSpPr>
          <p:nvPr/>
        </p:nvSpPr>
        <p:spPr bwMode="auto">
          <a:xfrm flipH="1">
            <a:off x="4466537" y="2109139"/>
            <a:ext cx="12700" cy="2281237"/>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45" name="Line 19"/>
          <p:cNvSpPr>
            <a:spLocks noChangeShapeType="1"/>
          </p:cNvSpPr>
          <p:nvPr/>
        </p:nvSpPr>
        <p:spPr bwMode="auto">
          <a:xfrm>
            <a:off x="1914525" y="3426764"/>
            <a:ext cx="0" cy="920750"/>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46" name="Line 19"/>
          <p:cNvSpPr>
            <a:spLocks noChangeShapeType="1"/>
          </p:cNvSpPr>
          <p:nvPr/>
        </p:nvSpPr>
        <p:spPr bwMode="auto">
          <a:xfrm flipH="1">
            <a:off x="3805238" y="2894951"/>
            <a:ext cx="0" cy="1479550"/>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49" name="Line 19"/>
          <p:cNvSpPr>
            <a:spLocks noChangeShapeType="1"/>
          </p:cNvSpPr>
          <p:nvPr/>
        </p:nvSpPr>
        <p:spPr bwMode="auto">
          <a:xfrm>
            <a:off x="8821738" y="4361801"/>
            <a:ext cx="0" cy="320675"/>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34" name="Line 19"/>
          <p:cNvSpPr>
            <a:spLocks noChangeShapeType="1"/>
          </p:cNvSpPr>
          <p:nvPr/>
        </p:nvSpPr>
        <p:spPr bwMode="auto">
          <a:xfrm>
            <a:off x="801688" y="4371326"/>
            <a:ext cx="0" cy="3095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7186" name="Line 19"/>
          <p:cNvSpPr>
            <a:spLocks noChangeShapeType="1"/>
          </p:cNvSpPr>
          <p:nvPr/>
        </p:nvSpPr>
        <p:spPr bwMode="auto">
          <a:xfrm>
            <a:off x="69850" y="4361801"/>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35" name="Line 19"/>
          <p:cNvSpPr>
            <a:spLocks noChangeShapeType="1"/>
          </p:cNvSpPr>
          <p:nvPr/>
        </p:nvSpPr>
        <p:spPr bwMode="auto">
          <a:xfrm>
            <a:off x="1536700" y="4368151"/>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36" name="Line 19"/>
          <p:cNvSpPr>
            <a:spLocks noChangeShapeType="1"/>
          </p:cNvSpPr>
          <p:nvPr/>
        </p:nvSpPr>
        <p:spPr bwMode="auto">
          <a:xfrm>
            <a:off x="2266950" y="4374501"/>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37" name="Line 19"/>
          <p:cNvSpPr>
            <a:spLocks noChangeShapeType="1"/>
          </p:cNvSpPr>
          <p:nvPr/>
        </p:nvSpPr>
        <p:spPr bwMode="auto">
          <a:xfrm>
            <a:off x="3003550" y="4374501"/>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38" name="Line 19"/>
          <p:cNvSpPr>
            <a:spLocks noChangeShapeType="1"/>
          </p:cNvSpPr>
          <p:nvPr/>
        </p:nvSpPr>
        <p:spPr bwMode="auto">
          <a:xfrm>
            <a:off x="3721100" y="4374501"/>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39" name="Line 19"/>
          <p:cNvSpPr>
            <a:spLocks noChangeShapeType="1"/>
          </p:cNvSpPr>
          <p:nvPr/>
        </p:nvSpPr>
        <p:spPr bwMode="auto">
          <a:xfrm>
            <a:off x="4464050" y="4374501"/>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40" name="Line 19"/>
          <p:cNvSpPr>
            <a:spLocks noChangeShapeType="1"/>
          </p:cNvSpPr>
          <p:nvPr/>
        </p:nvSpPr>
        <p:spPr bwMode="auto">
          <a:xfrm>
            <a:off x="5175250" y="4374501"/>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41" name="Line 19"/>
          <p:cNvSpPr>
            <a:spLocks noChangeShapeType="1"/>
          </p:cNvSpPr>
          <p:nvPr/>
        </p:nvSpPr>
        <p:spPr bwMode="auto">
          <a:xfrm>
            <a:off x="5905500" y="4374501"/>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42" name="Line 19"/>
          <p:cNvSpPr>
            <a:spLocks noChangeShapeType="1"/>
          </p:cNvSpPr>
          <p:nvPr/>
        </p:nvSpPr>
        <p:spPr bwMode="auto">
          <a:xfrm>
            <a:off x="6623050" y="4380851"/>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43" name="Line 19"/>
          <p:cNvSpPr>
            <a:spLocks noChangeShapeType="1"/>
          </p:cNvSpPr>
          <p:nvPr/>
        </p:nvSpPr>
        <p:spPr bwMode="auto">
          <a:xfrm>
            <a:off x="7366000" y="4374501"/>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44" name="Line 19"/>
          <p:cNvSpPr>
            <a:spLocks noChangeShapeType="1"/>
          </p:cNvSpPr>
          <p:nvPr/>
        </p:nvSpPr>
        <p:spPr bwMode="auto">
          <a:xfrm>
            <a:off x="8089900" y="4368151"/>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5144" name="Rectangle 4"/>
          <p:cNvSpPr>
            <a:spLocks noChangeArrowheads="1"/>
          </p:cNvSpPr>
          <p:nvPr/>
        </p:nvSpPr>
        <p:spPr bwMode="auto">
          <a:xfrm>
            <a:off x="881063" y="3358501"/>
            <a:ext cx="1057275" cy="7397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defTabSz="914400">
              <a:spcBef>
                <a:spcPct val="0"/>
              </a:spcBef>
              <a:buFont typeface="Arial" panose="020B0604020202020204" pitchFamily="34" charset="0"/>
              <a:buNone/>
            </a:pPr>
            <a:r>
              <a:rPr lang="en-GB" altLang="en-US" sz="1400" dirty="0">
                <a:solidFill>
                  <a:srgbClr val="003C5A"/>
                </a:solidFill>
                <a:latin typeface="Arial"/>
                <a:ea typeface="+mj-ea"/>
                <a:cs typeface="Arial"/>
              </a:rPr>
              <a:t>Budget Guidance issued</a:t>
            </a:r>
          </a:p>
        </p:txBody>
      </p:sp>
      <p:sp>
        <p:nvSpPr>
          <p:cNvPr id="5145" name="Rectangle 5"/>
          <p:cNvSpPr>
            <a:spLocks noChangeArrowheads="1"/>
          </p:cNvSpPr>
          <p:nvPr/>
        </p:nvSpPr>
        <p:spPr bwMode="auto">
          <a:xfrm>
            <a:off x="1296988" y="2661589"/>
            <a:ext cx="1249362" cy="7651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defTabSz="914400">
              <a:spcBef>
                <a:spcPct val="0"/>
              </a:spcBef>
              <a:buFont typeface="Arial" panose="020B0604020202020204" pitchFamily="34" charset="0"/>
              <a:buNone/>
            </a:pPr>
            <a:r>
              <a:rPr lang="en-GB" altLang="en-US" sz="1400" dirty="0">
                <a:solidFill>
                  <a:srgbClr val="003C5A"/>
                </a:solidFill>
                <a:latin typeface="Arial"/>
                <a:ea typeface="+mj-ea"/>
                <a:cs typeface="Arial"/>
              </a:rPr>
              <a:t>Preparation</a:t>
            </a:r>
          </a:p>
          <a:p>
            <a:pPr algn="ctr" defTabSz="914400">
              <a:spcBef>
                <a:spcPct val="0"/>
              </a:spcBef>
              <a:buFont typeface="Arial" panose="020B0604020202020204" pitchFamily="34" charset="0"/>
              <a:buNone/>
            </a:pPr>
            <a:r>
              <a:rPr lang="en-GB" altLang="en-US" sz="1400" dirty="0">
                <a:solidFill>
                  <a:srgbClr val="003C5A"/>
                </a:solidFill>
                <a:latin typeface="Arial"/>
                <a:ea typeface="+mj-ea"/>
                <a:cs typeface="Arial"/>
              </a:rPr>
              <a:t>of draft </a:t>
            </a:r>
          </a:p>
          <a:p>
            <a:pPr algn="ctr" defTabSz="914400">
              <a:spcBef>
                <a:spcPct val="0"/>
              </a:spcBef>
              <a:buFont typeface="Arial" panose="020B0604020202020204" pitchFamily="34" charset="0"/>
              <a:buNone/>
            </a:pPr>
            <a:r>
              <a:rPr lang="en-GB" altLang="en-US" sz="1400" dirty="0">
                <a:solidFill>
                  <a:srgbClr val="003C5A"/>
                </a:solidFill>
                <a:latin typeface="Arial"/>
                <a:ea typeface="+mj-ea"/>
                <a:cs typeface="Arial"/>
              </a:rPr>
              <a:t>Budgets</a:t>
            </a:r>
          </a:p>
        </p:txBody>
      </p:sp>
      <p:sp>
        <p:nvSpPr>
          <p:cNvPr id="5146" name="Rectangle 6"/>
          <p:cNvSpPr>
            <a:spLocks noChangeArrowheads="1"/>
          </p:cNvSpPr>
          <p:nvPr/>
        </p:nvSpPr>
        <p:spPr bwMode="auto">
          <a:xfrm>
            <a:off x="2949575" y="2175814"/>
            <a:ext cx="1712913" cy="7397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defTabSz="914400">
              <a:spcBef>
                <a:spcPct val="0"/>
              </a:spcBef>
              <a:buFont typeface="Arial" panose="020B0604020202020204" pitchFamily="34" charset="0"/>
              <a:buNone/>
            </a:pPr>
            <a:r>
              <a:rPr lang="en-GB" altLang="en-US" sz="1400" dirty="0">
                <a:solidFill>
                  <a:srgbClr val="003C5A"/>
                </a:solidFill>
                <a:latin typeface="Arial"/>
                <a:ea typeface="+mj-ea"/>
                <a:cs typeface="Arial"/>
              </a:rPr>
              <a:t>Draft Budget </a:t>
            </a:r>
            <a:br>
              <a:rPr lang="en-GB" altLang="en-US" sz="1400" dirty="0">
                <a:solidFill>
                  <a:srgbClr val="003C5A"/>
                </a:solidFill>
                <a:latin typeface="Arial"/>
                <a:ea typeface="+mj-ea"/>
                <a:cs typeface="Arial"/>
              </a:rPr>
            </a:br>
            <a:r>
              <a:rPr lang="en-GB" altLang="en-US" sz="1400" dirty="0">
                <a:solidFill>
                  <a:srgbClr val="003C5A"/>
                </a:solidFill>
                <a:latin typeface="Arial"/>
                <a:ea typeface="+mj-ea"/>
                <a:cs typeface="Arial"/>
              </a:rPr>
              <a:t>Pre-Screening</a:t>
            </a:r>
            <a:br>
              <a:rPr lang="en-GB" altLang="en-US" sz="1400" dirty="0">
                <a:solidFill>
                  <a:srgbClr val="003C5A"/>
                </a:solidFill>
                <a:latin typeface="Arial"/>
                <a:ea typeface="+mj-ea"/>
                <a:cs typeface="Arial"/>
              </a:rPr>
            </a:br>
            <a:r>
              <a:rPr lang="en-GB" altLang="en-US" sz="1400" dirty="0">
                <a:solidFill>
                  <a:srgbClr val="003C5A"/>
                </a:solidFill>
                <a:latin typeface="Arial"/>
                <a:ea typeface="+mj-ea"/>
                <a:cs typeface="Arial"/>
              </a:rPr>
              <a:t>at SC level</a:t>
            </a:r>
          </a:p>
        </p:txBody>
      </p:sp>
      <p:sp>
        <p:nvSpPr>
          <p:cNvPr id="5147" name="Rectangle 7"/>
          <p:cNvSpPr>
            <a:spLocks noChangeArrowheads="1"/>
          </p:cNvSpPr>
          <p:nvPr/>
        </p:nvSpPr>
        <p:spPr bwMode="auto">
          <a:xfrm>
            <a:off x="4410075" y="2155176"/>
            <a:ext cx="1228725" cy="7381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defTabSz="914400">
              <a:spcBef>
                <a:spcPct val="0"/>
              </a:spcBef>
              <a:buFont typeface="Arial" panose="020B0604020202020204" pitchFamily="34" charset="0"/>
              <a:buNone/>
            </a:pPr>
            <a:r>
              <a:rPr lang="en-GB" altLang="en-US" sz="1400" dirty="0">
                <a:solidFill>
                  <a:srgbClr val="003C5A"/>
                </a:solidFill>
                <a:latin typeface="Arial"/>
                <a:ea typeface="+mj-ea"/>
                <a:cs typeface="Arial"/>
              </a:rPr>
              <a:t>Final </a:t>
            </a:r>
          </a:p>
          <a:p>
            <a:pPr algn="ctr" defTabSz="914400">
              <a:spcBef>
                <a:spcPct val="0"/>
              </a:spcBef>
              <a:buFont typeface="Arial" panose="020B0604020202020204" pitchFamily="34" charset="0"/>
              <a:buNone/>
            </a:pPr>
            <a:r>
              <a:rPr lang="en-GB" altLang="en-US" sz="1400" dirty="0">
                <a:solidFill>
                  <a:srgbClr val="003C5A"/>
                </a:solidFill>
                <a:latin typeface="Arial"/>
                <a:ea typeface="+mj-ea"/>
                <a:cs typeface="Arial"/>
              </a:rPr>
              <a:t>Budget</a:t>
            </a:r>
            <a:br>
              <a:rPr lang="en-GB" altLang="en-US" sz="1400" dirty="0">
                <a:solidFill>
                  <a:srgbClr val="003C5A"/>
                </a:solidFill>
                <a:latin typeface="Arial"/>
                <a:ea typeface="+mj-ea"/>
                <a:cs typeface="Arial"/>
              </a:rPr>
            </a:br>
            <a:r>
              <a:rPr lang="en-GB" altLang="en-US" sz="1400" dirty="0">
                <a:solidFill>
                  <a:srgbClr val="003C5A"/>
                </a:solidFill>
                <a:latin typeface="Arial"/>
                <a:ea typeface="+mj-ea"/>
                <a:cs typeface="Arial"/>
              </a:rPr>
              <a:t>  Production </a:t>
            </a:r>
          </a:p>
        </p:txBody>
      </p:sp>
      <p:sp>
        <p:nvSpPr>
          <p:cNvPr id="5148" name="Rectangle 8"/>
          <p:cNvSpPr>
            <a:spLocks noChangeArrowheads="1"/>
          </p:cNvSpPr>
          <p:nvPr/>
        </p:nvSpPr>
        <p:spPr bwMode="auto">
          <a:xfrm>
            <a:off x="5487988" y="2894951"/>
            <a:ext cx="1204912" cy="5238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defTabSz="914400">
              <a:spcBef>
                <a:spcPct val="0"/>
              </a:spcBef>
              <a:buFont typeface="Arial" panose="020B0604020202020204" pitchFamily="34" charset="0"/>
              <a:buNone/>
            </a:pPr>
            <a:r>
              <a:rPr lang="en-GB" altLang="en-US" sz="1400" dirty="0">
                <a:solidFill>
                  <a:srgbClr val="003C5A"/>
                </a:solidFill>
                <a:latin typeface="Arial"/>
                <a:ea typeface="+mj-ea"/>
                <a:cs typeface="Arial"/>
              </a:rPr>
              <a:t>BC screens all Budgets</a:t>
            </a:r>
          </a:p>
        </p:txBody>
      </p:sp>
      <p:sp>
        <p:nvSpPr>
          <p:cNvPr id="5149" name="Rectangle 9"/>
          <p:cNvSpPr>
            <a:spLocks noChangeArrowheads="1"/>
          </p:cNvSpPr>
          <p:nvPr/>
        </p:nvSpPr>
        <p:spPr bwMode="auto">
          <a:xfrm>
            <a:off x="8174038" y="3256901"/>
            <a:ext cx="1030287" cy="7397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defTabSz="914400">
              <a:spcBef>
                <a:spcPct val="0"/>
              </a:spcBef>
              <a:buFont typeface="Arial" panose="020B0604020202020204" pitchFamily="34" charset="0"/>
              <a:buNone/>
            </a:pPr>
            <a:r>
              <a:rPr lang="en-GB" altLang="en-US" sz="1400" dirty="0">
                <a:solidFill>
                  <a:srgbClr val="003C5A"/>
                </a:solidFill>
                <a:latin typeface="Arial"/>
                <a:ea typeface="+mj-ea"/>
                <a:cs typeface="Arial"/>
              </a:rPr>
              <a:t>NAC</a:t>
            </a:r>
          </a:p>
          <a:p>
            <a:pPr algn="ctr" defTabSz="914400">
              <a:spcBef>
                <a:spcPct val="0"/>
              </a:spcBef>
              <a:buFont typeface="Arial" panose="020B0604020202020204" pitchFamily="34" charset="0"/>
              <a:buNone/>
            </a:pPr>
            <a:r>
              <a:rPr lang="en-GB" altLang="en-US" sz="1400" dirty="0">
                <a:solidFill>
                  <a:srgbClr val="003C5A"/>
                </a:solidFill>
                <a:latin typeface="Arial"/>
                <a:ea typeface="+mj-ea"/>
                <a:cs typeface="Arial"/>
              </a:rPr>
              <a:t>approves</a:t>
            </a:r>
          </a:p>
          <a:p>
            <a:pPr algn="ctr" defTabSz="914400">
              <a:spcBef>
                <a:spcPct val="0"/>
              </a:spcBef>
              <a:buFont typeface="Arial" panose="020B0604020202020204" pitchFamily="34" charset="0"/>
              <a:buNone/>
            </a:pPr>
            <a:r>
              <a:rPr lang="en-GB" altLang="en-US" sz="1400" dirty="0">
                <a:solidFill>
                  <a:srgbClr val="003C5A"/>
                </a:solidFill>
                <a:latin typeface="Arial"/>
                <a:ea typeface="+mj-ea"/>
                <a:cs typeface="Arial"/>
              </a:rPr>
              <a:t>Budgets</a:t>
            </a:r>
          </a:p>
        </p:txBody>
      </p:sp>
      <p:sp>
        <p:nvSpPr>
          <p:cNvPr id="7185" name="Line 18"/>
          <p:cNvSpPr>
            <a:spLocks noChangeShapeType="1"/>
          </p:cNvSpPr>
          <p:nvPr/>
        </p:nvSpPr>
        <p:spPr bwMode="auto">
          <a:xfrm flipV="1">
            <a:off x="52388" y="4360214"/>
            <a:ext cx="8769350" cy="11112"/>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sp>
        <p:nvSpPr>
          <p:cNvPr id="5151" name="Rectangle 32"/>
          <p:cNvSpPr>
            <a:spLocks noChangeArrowheads="1"/>
          </p:cNvSpPr>
          <p:nvPr/>
        </p:nvSpPr>
        <p:spPr bwMode="auto">
          <a:xfrm>
            <a:off x="3292475" y="1382064"/>
            <a:ext cx="2430463" cy="73818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defTabSz="914400">
              <a:spcBef>
                <a:spcPct val="0"/>
              </a:spcBef>
              <a:buFont typeface="Arial" panose="020B0604020202020204" pitchFamily="34" charset="0"/>
              <a:buNone/>
            </a:pPr>
            <a:r>
              <a:rPr lang="en-US" altLang="en-US" sz="1400" dirty="0">
                <a:solidFill>
                  <a:srgbClr val="003C5A"/>
                </a:solidFill>
                <a:latin typeface="Arial"/>
                <a:ea typeface="+mj-ea"/>
                <a:cs typeface="Arial"/>
              </a:rPr>
              <a:t>Management Board /</a:t>
            </a:r>
            <a:br>
              <a:rPr lang="en-US" altLang="en-US" sz="1400" dirty="0">
                <a:solidFill>
                  <a:srgbClr val="003C5A"/>
                </a:solidFill>
                <a:latin typeface="Arial"/>
                <a:ea typeface="+mj-ea"/>
                <a:cs typeface="Arial"/>
              </a:rPr>
            </a:br>
            <a:r>
              <a:rPr lang="en-US" altLang="en-US" sz="1400" dirty="0">
                <a:solidFill>
                  <a:srgbClr val="003C5A"/>
                </a:solidFill>
                <a:latin typeface="Arial"/>
                <a:ea typeface="+mj-ea"/>
                <a:cs typeface="Arial"/>
              </a:rPr>
              <a:t>Command Group</a:t>
            </a:r>
          </a:p>
          <a:p>
            <a:pPr algn="ctr" defTabSz="914400">
              <a:spcBef>
                <a:spcPct val="0"/>
              </a:spcBef>
              <a:buFont typeface="Arial" panose="020B0604020202020204" pitchFamily="34" charset="0"/>
              <a:buNone/>
            </a:pPr>
            <a:r>
              <a:rPr lang="en-US" altLang="en-US" sz="1400" dirty="0">
                <a:solidFill>
                  <a:srgbClr val="003C5A"/>
                </a:solidFill>
                <a:latin typeface="Arial"/>
                <a:ea typeface="+mj-ea"/>
                <a:cs typeface="Arial"/>
              </a:rPr>
              <a:t>  Budget Screening</a:t>
            </a:r>
            <a:endParaRPr lang="en-GB" altLang="en-US" sz="1400" dirty="0">
              <a:solidFill>
                <a:srgbClr val="003C5A"/>
              </a:solidFill>
              <a:latin typeface="Arial"/>
              <a:ea typeface="+mj-ea"/>
              <a:cs typeface="Arial"/>
            </a:endParaRPr>
          </a:p>
        </p:txBody>
      </p:sp>
      <p:graphicFrame>
        <p:nvGraphicFramePr>
          <p:cNvPr id="33" name="Diagram 32"/>
          <p:cNvGraphicFramePr/>
          <p:nvPr>
            <p:extLst/>
          </p:nvPr>
        </p:nvGraphicFramePr>
        <p:xfrm>
          <a:off x="71437" y="4566921"/>
          <a:ext cx="8970962" cy="6334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0" name="Line 19"/>
          <p:cNvSpPr>
            <a:spLocks noChangeShapeType="1"/>
          </p:cNvSpPr>
          <p:nvPr/>
        </p:nvSpPr>
        <p:spPr bwMode="auto">
          <a:xfrm>
            <a:off x="6091238" y="3379139"/>
            <a:ext cx="0" cy="1003300"/>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pPr>
              <a:defRPr/>
            </a:pPr>
            <a:endParaRPr lang="en-GB"/>
          </a:p>
        </p:txBody>
      </p:sp>
      <p:graphicFrame>
        <p:nvGraphicFramePr>
          <p:cNvPr id="32" name="Diagram 31"/>
          <p:cNvGraphicFramePr/>
          <p:nvPr>
            <p:extLst/>
          </p:nvPr>
        </p:nvGraphicFramePr>
        <p:xfrm>
          <a:off x="86519" y="5359401"/>
          <a:ext cx="8970962" cy="34669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5155" name="Picture 2" descr="https://encrypted-tbn0.gstatic.com/images?q=tbn:ANd9GcSmKUo3zVKL3lGmSPfgHgpvrCBXjNFhcfRGB6sXsT3MItE_fRzEDhTKlg3rbQ">
            <a:hlinkClick r:id="rId13"/>
          </p:cNvPr>
          <p:cNvPicPr>
            <a:picLocks noChangeAspect="1" noChangeArrowheads="1"/>
          </p:cNvPicPr>
          <p:nvPr/>
        </p:nvPicPr>
        <p:blipFill>
          <a:blip r:embed="rId14">
            <a:extLst>
              <a:ext uri="{BEBA8EAE-BF5A-486C-A8C5-ECC9F3942E4B}">
                <a14:imgProps xmlns:a14="http://schemas.microsoft.com/office/drawing/2010/main">
                  <a14:imgLayer r:embed="rId15">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342843" y="996908"/>
            <a:ext cx="1382440" cy="120700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156" name="Rectangle 8"/>
          <p:cNvSpPr>
            <a:spLocks noChangeArrowheads="1"/>
          </p:cNvSpPr>
          <p:nvPr/>
        </p:nvSpPr>
        <p:spPr bwMode="auto">
          <a:xfrm>
            <a:off x="6813550" y="2879076"/>
            <a:ext cx="1743075" cy="5238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defTabSz="914400">
              <a:spcBef>
                <a:spcPct val="0"/>
              </a:spcBef>
              <a:buFont typeface="Arial" panose="020B0604020202020204" pitchFamily="34" charset="0"/>
              <a:buNone/>
            </a:pPr>
            <a:r>
              <a:rPr lang="en-GB" altLang="en-US" sz="1400" dirty="0">
                <a:solidFill>
                  <a:srgbClr val="003C5A"/>
                </a:solidFill>
                <a:latin typeface="Arial"/>
                <a:ea typeface="+mj-ea"/>
                <a:cs typeface="Arial"/>
              </a:rPr>
              <a:t>BC recommends Budget Approval</a:t>
            </a:r>
          </a:p>
        </p:txBody>
      </p:sp>
      <p:sp>
        <p:nvSpPr>
          <p:cNvPr id="54" name="Rectangle 2"/>
          <p:cNvSpPr>
            <a:spLocks noGrp="1" noChangeArrowheads="1"/>
          </p:cNvSpPr>
          <p:nvPr>
            <p:ph type="title"/>
          </p:nvPr>
        </p:nvSpPr>
        <p:spPr bwMode="auto">
          <a:xfrm>
            <a:off x="457200" y="273600"/>
            <a:ext cx="8229600" cy="748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a:r>
              <a:rPr lang="en-US" altLang="en-US" dirty="0" smtClean="0"/>
              <a:t>Annual Budget Preparation</a:t>
            </a:r>
          </a:p>
        </p:txBody>
      </p:sp>
      <p:sp>
        <p:nvSpPr>
          <p:cNvPr id="53" name="Footer Placeholder 3"/>
          <p:cNvSpPr>
            <a:spLocks noGrp="1"/>
          </p:cNvSpPr>
          <p:nvPr>
            <p:ph type="ftr" sz="quarter" idx="3"/>
          </p:nvPr>
        </p:nvSpPr>
        <p:spPr>
          <a:xfrm>
            <a:off x="2895467" y="6235030"/>
            <a:ext cx="3353065" cy="688258"/>
          </a:xfrm>
        </p:spPr>
        <p:txBody>
          <a:bodyPr/>
          <a:lstStyle/>
          <a:p>
            <a:r>
              <a:rPr lang="de-DE" dirty="0" smtClean="0"/>
              <a:t>NATO UNCLASSIFIED</a:t>
            </a:r>
            <a:endParaRPr lang="de-DE" dirty="0"/>
          </a:p>
        </p:txBody>
      </p:sp>
      <p:sp>
        <p:nvSpPr>
          <p:cNvPr id="55" name="Slide Number Placeholder 4"/>
          <p:cNvSpPr>
            <a:spLocks noGrp="1"/>
          </p:cNvSpPr>
          <p:nvPr>
            <p:ph type="sldNum" sz="quarter" idx="4"/>
          </p:nvPr>
        </p:nvSpPr>
        <p:spPr>
          <a:xfrm>
            <a:off x="6938967" y="6410415"/>
            <a:ext cx="738203" cy="365125"/>
          </a:xfrm>
        </p:spPr>
        <p:txBody>
          <a:bodyPr/>
          <a:lstStyle/>
          <a:p>
            <a:r>
              <a:rPr lang="en-GB" smtClean="0"/>
              <a:t>| Slide </a:t>
            </a:r>
            <a:fld id="{AC1C9A27-5D71-496E-AC2B-58C1CA833928}" type="slidenum">
              <a:rPr lang="en-GB" smtClean="0"/>
              <a:pPr/>
              <a:t>8</a:t>
            </a:fld>
            <a:endParaRPr lang="en-GB" dirty="0"/>
          </a:p>
        </p:txBody>
      </p:sp>
    </p:spTree>
    <p:extLst>
      <p:ext uri="{BB962C8B-B14F-4D97-AF65-F5344CB8AC3E}">
        <p14:creationId xmlns:p14="http://schemas.microsoft.com/office/powerpoint/2010/main" val="17545408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Line 19"/>
          <p:cNvSpPr>
            <a:spLocks noChangeShapeType="1"/>
          </p:cNvSpPr>
          <p:nvPr/>
        </p:nvSpPr>
        <p:spPr bwMode="auto">
          <a:xfrm flipH="1">
            <a:off x="8094663" y="1820367"/>
            <a:ext cx="4762" cy="2492375"/>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55" name="Line 19"/>
          <p:cNvSpPr>
            <a:spLocks noChangeShapeType="1"/>
          </p:cNvSpPr>
          <p:nvPr/>
        </p:nvSpPr>
        <p:spPr bwMode="auto">
          <a:xfrm flipH="1">
            <a:off x="2967038" y="3465017"/>
            <a:ext cx="6350" cy="847725"/>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92" name="Line 19"/>
          <p:cNvSpPr>
            <a:spLocks noChangeShapeType="1"/>
          </p:cNvSpPr>
          <p:nvPr/>
        </p:nvSpPr>
        <p:spPr bwMode="auto">
          <a:xfrm flipH="1">
            <a:off x="6632575" y="2749055"/>
            <a:ext cx="0" cy="1541462"/>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56" name="Line 19"/>
          <p:cNvSpPr>
            <a:spLocks noChangeShapeType="1"/>
          </p:cNvSpPr>
          <p:nvPr/>
        </p:nvSpPr>
        <p:spPr bwMode="auto">
          <a:xfrm flipH="1">
            <a:off x="4102100" y="2755405"/>
            <a:ext cx="0" cy="1541462"/>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54" name="Line 19"/>
          <p:cNvSpPr>
            <a:spLocks noChangeShapeType="1"/>
          </p:cNvSpPr>
          <p:nvPr/>
        </p:nvSpPr>
        <p:spPr bwMode="auto">
          <a:xfrm flipH="1">
            <a:off x="4826000" y="2206130"/>
            <a:ext cx="20638" cy="2100262"/>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95" name="Line 19"/>
          <p:cNvSpPr>
            <a:spLocks noChangeShapeType="1"/>
          </p:cNvSpPr>
          <p:nvPr/>
        </p:nvSpPr>
        <p:spPr bwMode="auto">
          <a:xfrm flipH="1">
            <a:off x="7043738" y="2198192"/>
            <a:ext cx="19050" cy="2100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dirty="0"/>
          </a:p>
        </p:txBody>
      </p:sp>
      <p:pic>
        <p:nvPicPr>
          <p:cNvPr id="10250" name="Picture 2"/>
          <p:cNvPicPr>
            <a:picLocks noChangeAspect="1" noChangeArrowheads="1"/>
          </p:cNvPicPr>
          <p:nvPr/>
        </p:nvPicPr>
        <p:blipFill>
          <a:blip r:embed="rId3">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a:stretch>
            <a:fillRect/>
          </a:stretch>
        </p:blipFill>
        <p:spPr bwMode="white">
          <a:xfrm>
            <a:off x="309563" y="1155205"/>
            <a:ext cx="1700212" cy="113982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57" name="Line 19"/>
          <p:cNvSpPr>
            <a:spLocks noChangeShapeType="1"/>
          </p:cNvSpPr>
          <p:nvPr/>
        </p:nvSpPr>
        <p:spPr bwMode="auto">
          <a:xfrm>
            <a:off x="8821738" y="4284167"/>
            <a:ext cx="0" cy="320675"/>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58" name="Line 19"/>
          <p:cNvSpPr>
            <a:spLocks noChangeShapeType="1"/>
          </p:cNvSpPr>
          <p:nvPr/>
        </p:nvSpPr>
        <p:spPr bwMode="auto">
          <a:xfrm flipH="1">
            <a:off x="803275" y="4312742"/>
            <a:ext cx="1588" cy="292100"/>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59" name="Line 19"/>
          <p:cNvSpPr>
            <a:spLocks noChangeShapeType="1"/>
          </p:cNvSpPr>
          <p:nvPr/>
        </p:nvSpPr>
        <p:spPr bwMode="auto">
          <a:xfrm>
            <a:off x="69850" y="3965080"/>
            <a:ext cx="0" cy="641350"/>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60" name="Line 19"/>
          <p:cNvSpPr>
            <a:spLocks noChangeShapeType="1"/>
          </p:cNvSpPr>
          <p:nvPr/>
        </p:nvSpPr>
        <p:spPr bwMode="auto">
          <a:xfrm>
            <a:off x="1536700" y="4290517"/>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61" name="Line 19"/>
          <p:cNvSpPr>
            <a:spLocks noChangeShapeType="1"/>
          </p:cNvSpPr>
          <p:nvPr/>
        </p:nvSpPr>
        <p:spPr bwMode="auto">
          <a:xfrm>
            <a:off x="2266950" y="4296867"/>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62" name="Line 19"/>
          <p:cNvSpPr>
            <a:spLocks noChangeShapeType="1"/>
          </p:cNvSpPr>
          <p:nvPr/>
        </p:nvSpPr>
        <p:spPr bwMode="auto">
          <a:xfrm>
            <a:off x="3003550" y="4296867"/>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63" name="Line 19"/>
          <p:cNvSpPr>
            <a:spLocks noChangeShapeType="1"/>
          </p:cNvSpPr>
          <p:nvPr/>
        </p:nvSpPr>
        <p:spPr bwMode="auto">
          <a:xfrm>
            <a:off x="3721100" y="4296867"/>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64" name="Line 19"/>
          <p:cNvSpPr>
            <a:spLocks noChangeShapeType="1"/>
          </p:cNvSpPr>
          <p:nvPr/>
        </p:nvSpPr>
        <p:spPr bwMode="auto">
          <a:xfrm>
            <a:off x="4464050" y="4296867"/>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65" name="Line 19"/>
          <p:cNvSpPr>
            <a:spLocks noChangeShapeType="1"/>
          </p:cNvSpPr>
          <p:nvPr/>
        </p:nvSpPr>
        <p:spPr bwMode="auto">
          <a:xfrm>
            <a:off x="5175250" y="4296867"/>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66" name="Line 19"/>
          <p:cNvSpPr>
            <a:spLocks noChangeShapeType="1"/>
          </p:cNvSpPr>
          <p:nvPr/>
        </p:nvSpPr>
        <p:spPr bwMode="auto">
          <a:xfrm>
            <a:off x="5905500" y="4296867"/>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67" name="Line 19"/>
          <p:cNvSpPr>
            <a:spLocks noChangeShapeType="1"/>
          </p:cNvSpPr>
          <p:nvPr/>
        </p:nvSpPr>
        <p:spPr bwMode="auto">
          <a:xfrm>
            <a:off x="6623050" y="4303217"/>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68" name="Line 19"/>
          <p:cNvSpPr>
            <a:spLocks noChangeShapeType="1"/>
          </p:cNvSpPr>
          <p:nvPr/>
        </p:nvSpPr>
        <p:spPr bwMode="auto">
          <a:xfrm>
            <a:off x="7366000" y="4296867"/>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69" name="Line 19"/>
          <p:cNvSpPr>
            <a:spLocks noChangeShapeType="1"/>
          </p:cNvSpPr>
          <p:nvPr/>
        </p:nvSpPr>
        <p:spPr bwMode="auto">
          <a:xfrm>
            <a:off x="8089900" y="4290517"/>
            <a:ext cx="0" cy="32226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10264" name="Rectangle 4"/>
          <p:cNvSpPr>
            <a:spLocks noChangeArrowheads="1"/>
          </p:cNvSpPr>
          <p:nvPr/>
        </p:nvSpPr>
        <p:spPr bwMode="auto">
          <a:xfrm>
            <a:off x="-15875" y="2988767"/>
            <a:ext cx="1363663" cy="9540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defTabSz="914400">
              <a:spcBef>
                <a:spcPct val="0"/>
              </a:spcBef>
              <a:buFont typeface="Arial" panose="020B0604020202020204" pitchFamily="34" charset="0"/>
              <a:buNone/>
            </a:pPr>
            <a:r>
              <a:rPr lang="en-GB" altLang="en-US" sz="1400" dirty="0">
                <a:solidFill>
                  <a:srgbClr val="003C5A"/>
                </a:solidFill>
                <a:latin typeface="Arial"/>
                <a:ea typeface="+mj-ea"/>
                <a:cs typeface="Arial"/>
              </a:rPr>
              <a:t>Budget Execution Year begins</a:t>
            </a:r>
            <a:br>
              <a:rPr lang="en-GB" altLang="en-US" sz="1400" dirty="0">
                <a:solidFill>
                  <a:srgbClr val="003C5A"/>
                </a:solidFill>
                <a:latin typeface="Arial"/>
                <a:ea typeface="+mj-ea"/>
                <a:cs typeface="Arial"/>
              </a:rPr>
            </a:br>
            <a:r>
              <a:rPr lang="en-US" altLang="en-US" sz="1400" dirty="0">
                <a:solidFill>
                  <a:srgbClr val="003C5A"/>
                </a:solidFill>
                <a:latin typeface="Arial"/>
                <a:ea typeface="+mj-ea"/>
                <a:cs typeface="Arial"/>
              </a:rPr>
              <a:t>(BA1)</a:t>
            </a:r>
            <a:endParaRPr lang="en-GB" altLang="en-US" sz="1400" dirty="0">
              <a:solidFill>
                <a:srgbClr val="003C5A"/>
              </a:solidFill>
              <a:latin typeface="Arial"/>
              <a:ea typeface="+mj-ea"/>
              <a:cs typeface="Arial"/>
            </a:endParaRPr>
          </a:p>
        </p:txBody>
      </p:sp>
      <p:sp>
        <p:nvSpPr>
          <p:cNvPr id="10265" name="Rectangle 5"/>
          <p:cNvSpPr>
            <a:spLocks noChangeArrowheads="1"/>
          </p:cNvSpPr>
          <p:nvPr/>
        </p:nvSpPr>
        <p:spPr bwMode="auto">
          <a:xfrm>
            <a:off x="2349500" y="2736355"/>
            <a:ext cx="1249363" cy="7397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defTabSz="914400">
              <a:spcBef>
                <a:spcPct val="0"/>
              </a:spcBef>
              <a:buFont typeface="Arial" panose="020B0604020202020204" pitchFamily="34" charset="0"/>
              <a:buNone/>
            </a:pPr>
            <a:r>
              <a:rPr lang="en-GB" altLang="en-US" sz="1400" dirty="0" smtClean="0">
                <a:solidFill>
                  <a:srgbClr val="003C5A"/>
                </a:solidFill>
                <a:latin typeface="Arial"/>
                <a:ea typeface="+mj-ea"/>
                <a:cs typeface="Arial"/>
              </a:rPr>
              <a:t>1</a:t>
            </a:r>
            <a:r>
              <a:rPr lang="en-GB" altLang="en-US" sz="1400" baseline="30000" dirty="0" smtClean="0">
                <a:solidFill>
                  <a:srgbClr val="003C5A"/>
                </a:solidFill>
                <a:latin typeface="Arial"/>
                <a:ea typeface="+mj-ea"/>
                <a:cs typeface="Arial"/>
              </a:rPr>
              <a:t>st</a:t>
            </a:r>
            <a:r>
              <a:rPr lang="en-GB" altLang="en-US" sz="1400" dirty="0" smtClean="0">
                <a:solidFill>
                  <a:srgbClr val="003C5A"/>
                </a:solidFill>
                <a:latin typeface="Arial"/>
                <a:ea typeface="+mj-ea"/>
                <a:cs typeface="Arial"/>
              </a:rPr>
              <a:t> Budget </a:t>
            </a:r>
            <a:r>
              <a:rPr lang="en-GB" altLang="en-US" sz="1400" dirty="0">
                <a:solidFill>
                  <a:srgbClr val="003C5A"/>
                </a:solidFill>
                <a:latin typeface="Arial"/>
                <a:ea typeface="+mj-ea"/>
                <a:cs typeface="Arial"/>
              </a:rPr>
              <a:t>Execution </a:t>
            </a:r>
            <a:r>
              <a:rPr lang="en-GB" altLang="en-US" sz="1400" dirty="0" smtClean="0">
                <a:solidFill>
                  <a:srgbClr val="003C5A"/>
                </a:solidFill>
                <a:latin typeface="Arial"/>
                <a:ea typeface="+mj-ea"/>
                <a:cs typeface="Arial"/>
              </a:rPr>
              <a:t>Report (BER)</a:t>
            </a:r>
            <a:endParaRPr lang="en-GB" altLang="en-US" sz="1400" dirty="0">
              <a:solidFill>
                <a:srgbClr val="003C5A"/>
              </a:solidFill>
              <a:latin typeface="Arial"/>
              <a:ea typeface="+mj-ea"/>
              <a:cs typeface="Arial"/>
            </a:endParaRPr>
          </a:p>
        </p:txBody>
      </p:sp>
      <p:sp>
        <p:nvSpPr>
          <p:cNvPr id="10266" name="Rectangle 6"/>
          <p:cNvSpPr>
            <a:spLocks noChangeArrowheads="1"/>
          </p:cNvSpPr>
          <p:nvPr/>
        </p:nvSpPr>
        <p:spPr bwMode="auto">
          <a:xfrm>
            <a:off x="3505200" y="2212480"/>
            <a:ext cx="1196975" cy="5238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defTabSz="914400">
              <a:spcBef>
                <a:spcPct val="0"/>
              </a:spcBef>
              <a:buFont typeface="Arial" panose="020B0604020202020204" pitchFamily="34" charset="0"/>
              <a:buNone/>
            </a:pPr>
            <a:r>
              <a:rPr lang="en-GB" altLang="en-US" sz="1400" dirty="0">
                <a:solidFill>
                  <a:srgbClr val="003C5A"/>
                </a:solidFill>
                <a:latin typeface="Arial"/>
                <a:ea typeface="+mj-ea"/>
                <a:cs typeface="Arial"/>
              </a:rPr>
              <a:t>BC screens </a:t>
            </a:r>
            <a:br>
              <a:rPr lang="en-GB" altLang="en-US" sz="1400" dirty="0">
                <a:solidFill>
                  <a:srgbClr val="003C5A"/>
                </a:solidFill>
                <a:latin typeface="Arial"/>
                <a:ea typeface="+mj-ea"/>
                <a:cs typeface="Arial"/>
              </a:rPr>
            </a:br>
            <a:r>
              <a:rPr lang="en-GB" altLang="en-US" sz="1400" dirty="0" smtClean="0">
                <a:solidFill>
                  <a:srgbClr val="003C5A"/>
                </a:solidFill>
                <a:latin typeface="Arial"/>
                <a:ea typeface="+mj-ea"/>
                <a:cs typeface="Arial"/>
              </a:rPr>
              <a:t>1</a:t>
            </a:r>
            <a:r>
              <a:rPr lang="en-GB" altLang="en-US" sz="1400" baseline="30000" dirty="0" smtClean="0">
                <a:solidFill>
                  <a:srgbClr val="003C5A"/>
                </a:solidFill>
                <a:latin typeface="Arial"/>
                <a:ea typeface="+mj-ea"/>
                <a:cs typeface="Arial"/>
              </a:rPr>
              <a:t>st</a:t>
            </a:r>
            <a:r>
              <a:rPr lang="en-GB" altLang="en-US" sz="1400" dirty="0" smtClean="0">
                <a:solidFill>
                  <a:srgbClr val="003C5A"/>
                </a:solidFill>
                <a:latin typeface="Arial"/>
                <a:ea typeface="+mj-ea"/>
                <a:cs typeface="Arial"/>
              </a:rPr>
              <a:t> BER</a:t>
            </a:r>
            <a:endParaRPr lang="en-GB" altLang="en-US" sz="1400" dirty="0">
              <a:solidFill>
                <a:srgbClr val="003C5A"/>
              </a:solidFill>
              <a:latin typeface="Arial"/>
              <a:ea typeface="+mj-ea"/>
              <a:cs typeface="Arial"/>
            </a:endParaRPr>
          </a:p>
        </p:txBody>
      </p:sp>
      <p:sp>
        <p:nvSpPr>
          <p:cNvPr id="76" name="Line 18"/>
          <p:cNvSpPr>
            <a:spLocks noChangeShapeType="1"/>
          </p:cNvSpPr>
          <p:nvPr/>
        </p:nvSpPr>
        <p:spPr bwMode="auto">
          <a:xfrm flipV="1">
            <a:off x="52388" y="4282580"/>
            <a:ext cx="8769350" cy="11112"/>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10268" name="Rectangle 32"/>
          <p:cNvSpPr>
            <a:spLocks noChangeArrowheads="1"/>
          </p:cNvSpPr>
          <p:nvPr/>
        </p:nvSpPr>
        <p:spPr bwMode="auto">
          <a:xfrm>
            <a:off x="3998490" y="1479055"/>
            <a:ext cx="1696297" cy="73866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defTabSz="914400">
              <a:spcBef>
                <a:spcPct val="0"/>
              </a:spcBef>
              <a:buFont typeface="Arial" panose="020B0604020202020204" pitchFamily="34" charset="0"/>
              <a:buNone/>
            </a:pPr>
            <a:r>
              <a:rPr lang="en-US" altLang="en-US" sz="1400" dirty="0">
                <a:solidFill>
                  <a:srgbClr val="003C5A"/>
                </a:solidFill>
                <a:latin typeface="Arial"/>
                <a:ea typeface="+mj-ea"/>
                <a:cs typeface="Arial"/>
              </a:rPr>
              <a:t>BC / NAC </a:t>
            </a:r>
            <a:br>
              <a:rPr lang="en-US" altLang="en-US" sz="1400" dirty="0">
                <a:solidFill>
                  <a:srgbClr val="003C5A"/>
                </a:solidFill>
                <a:latin typeface="Arial"/>
                <a:ea typeface="+mj-ea"/>
                <a:cs typeface="Arial"/>
              </a:rPr>
            </a:br>
            <a:r>
              <a:rPr lang="en-US" altLang="en-US" sz="1400" dirty="0">
                <a:solidFill>
                  <a:srgbClr val="003C5A"/>
                </a:solidFill>
                <a:latin typeface="Arial"/>
                <a:ea typeface="+mj-ea"/>
                <a:cs typeface="Arial"/>
              </a:rPr>
              <a:t>approves changes </a:t>
            </a:r>
            <a:br>
              <a:rPr lang="en-US" altLang="en-US" sz="1400" dirty="0">
                <a:solidFill>
                  <a:srgbClr val="003C5A"/>
                </a:solidFill>
                <a:latin typeface="Arial"/>
                <a:ea typeface="+mj-ea"/>
                <a:cs typeface="Arial"/>
              </a:rPr>
            </a:br>
            <a:r>
              <a:rPr lang="en-US" altLang="en-US" sz="1400" dirty="0">
                <a:solidFill>
                  <a:srgbClr val="003C5A"/>
                </a:solidFill>
                <a:latin typeface="Arial"/>
                <a:ea typeface="+mj-ea"/>
                <a:cs typeface="Arial"/>
              </a:rPr>
              <a:t>(BA2)</a:t>
            </a:r>
            <a:endParaRPr lang="en-GB" altLang="en-US" sz="1400" dirty="0">
              <a:solidFill>
                <a:srgbClr val="003C5A"/>
              </a:solidFill>
              <a:latin typeface="Arial"/>
              <a:ea typeface="+mj-ea"/>
              <a:cs typeface="Arial"/>
            </a:endParaRPr>
          </a:p>
        </p:txBody>
      </p:sp>
      <p:graphicFrame>
        <p:nvGraphicFramePr>
          <p:cNvPr id="78" name="Diagram 77"/>
          <p:cNvGraphicFramePr/>
          <p:nvPr>
            <p:extLst/>
          </p:nvPr>
        </p:nvGraphicFramePr>
        <p:xfrm>
          <a:off x="71437" y="4489287"/>
          <a:ext cx="8970962" cy="63341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88" name="Line 19"/>
          <p:cNvSpPr>
            <a:spLocks noChangeShapeType="1"/>
          </p:cNvSpPr>
          <p:nvPr/>
        </p:nvSpPr>
        <p:spPr bwMode="auto">
          <a:xfrm flipH="1">
            <a:off x="5870575" y="3449142"/>
            <a:ext cx="6350" cy="84931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10271" name="Rectangle 5"/>
          <p:cNvSpPr>
            <a:spLocks noChangeArrowheads="1"/>
          </p:cNvSpPr>
          <p:nvPr/>
        </p:nvSpPr>
        <p:spPr bwMode="auto">
          <a:xfrm>
            <a:off x="5251450" y="3064967"/>
            <a:ext cx="1249363" cy="34448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defTabSz="914400">
              <a:spcBef>
                <a:spcPct val="0"/>
              </a:spcBef>
              <a:buFont typeface="Arial" panose="020B0604020202020204" pitchFamily="34" charset="0"/>
              <a:buNone/>
            </a:pPr>
            <a:r>
              <a:rPr lang="en-GB" altLang="en-US" sz="1400" dirty="0" smtClean="0">
                <a:solidFill>
                  <a:srgbClr val="003C5A"/>
                </a:solidFill>
                <a:latin typeface="Arial"/>
                <a:ea typeface="+mj-ea"/>
                <a:cs typeface="Arial"/>
              </a:rPr>
              <a:t>2</a:t>
            </a:r>
            <a:r>
              <a:rPr lang="en-GB" altLang="en-US" sz="1400" baseline="30000" dirty="0" smtClean="0">
                <a:solidFill>
                  <a:srgbClr val="003C5A"/>
                </a:solidFill>
                <a:latin typeface="Arial"/>
                <a:ea typeface="+mj-ea"/>
                <a:cs typeface="Arial"/>
              </a:rPr>
              <a:t>nd</a:t>
            </a:r>
            <a:r>
              <a:rPr lang="en-GB" altLang="en-US" sz="1400" dirty="0" smtClean="0">
                <a:solidFill>
                  <a:srgbClr val="003C5A"/>
                </a:solidFill>
                <a:latin typeface="Arial"/>
                <a:ea typeface="+mj-ea"/>
                <a:cs typeface="Arial"/>
              </a:rPr>
              <a:t> BER</a:t>
            </a:r>
            <a:endParaRPr lang="en-GB" altLang="en-US" sz="1400" dirty="0">
              <a:solidFill>
                <a:srgbClr val="003C5A"/>
              </a:solidFill>
              <a:latin typeface="Arial"/>
              <a:ea typeface="+mj-ea"/>
              <a:cs typeface="Arial"/>
            </a:endParaRPr>
          </a:p>
        </p:txBody>
      </p:sp>
      <p:sp>
        <p:nvSpPr>
          <p:cNvPr id="10272" name="Rectangle 32"/>
          <p:cNvSpPr>
            <a:spLocks noChangeArrowheads="1"/>
          </p:cNvSpPr>
          <p:nvPr/>
        </p:nvSpPr>
        <p:spPr bwMode="auto">
          <a:xfrm>
            <a:off x="7642635" y="1090117"/>
            <a:ext cx="910827" cy="73866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defTabSz="914400">
              <a:spcBef>
                <a:spcPct val="0"/>
              </a:spcBef>
              <a:buFont typeface="Arial" panose="020B0604020202020204" pitchFamily="34" charset="0"/>
              <a:buNone/>
            </a:pPr>
            <a:r>
              <a:rPr lang="en-US" altLang="en-US" sz="1400" dirty="0">
                <a:solidFill>
                  <a:srgbClr val="003C5A"/>
                </a:solidFill>
                <a:latin typeface="Arial"/>
                <a:ea typeface="+mj-ea"/>
                <a:cs typeface="Arial"/>
              </a:rPr>
              <a:t>Lapsable</a:t>
            </a:r>
            <a:br>
              <a:rPr lang="en-US" altLang="en-US" sz="1400" dirty="0">
                <a:solidFill>
                  <a:srgbClr val="003C5A"/>
                </a:solidFill>
                <a:latin typeface="Arial"/>
                <a:ea typeface="+mj-ea"/>
                <a:cs typeface="Arial"/>
              </a:rPr>
            </a:br>
            <a:r>
              <a:rPr lang="en-US" altLang="en-US" sz="1400" dirty="0">
                <a:solidFill>
                  <a:srgbClr val="003C5A"/>
                </a:solidFill>
                <a:latin typeface="Arial"/>
                <a:ea typeface="+mj-ea"/>
                <a:cs typeface="Arial"/>
              </a:rPr>
              <a:t>Credit</a:t>
            </a:r>
            <a:br>
              <a:rPr lang="en-US" altLang="en-US" sz="1400" dirty="0">
                <a:solidFill>
                  <a:srgbClr val="003C5A"/>
                </a:solidFill>
                <a:latin typeface="Arial"/>
                <a:ea typeface="+mj-ea"/>
                <a:cs typeface="Arial"/>
              </a:rPr>
            </a:br>
            <a:r>
              <a:rPr lang="en-US" altLang="en-US" sz="1400" dirty="0">
                <a:solidFill>
                  <a:srgbClr val="003C5A"/>
                </a:solidFill>
                <a:latin typeface="Arial"/>
                <a:ea typeface="+mj-ea"/>
                <a:cs typeface="Arial"/>
              </a:rPr>
              <a:t>Report</a:t>
            </a:r>
            <a:endParaRPr lang="en-GB" altLang="en-US" sz="1400" dirty="0">
              <a:solidFill>
                <a:srgbClr val="003C5A"/>
              </a:solidFill>
              <a:latin typeface="Arial"/>
              <a:ea typeface="+mj-ea"/>
              <a:cs typeface="Arial"/>
            </a:endParaRPr>
          </a:p>
        </p:txBody>
      </p:sp>
      <p:sp>
        <p:nvSpPr>
          <p:cNvPr id="10273" name="Rectangle 6"/>
          <p:cNvSpPr>
            <a:spLocks noChangeArrowheads="1"/>
          </p:cNvSpPr>
          <p:nvPr/>
        </p:nvSpPr>
        <p:spPr bwMode="auto">
          <a:xfrm>
            <a:off x="5915025" y="2212480"/>
            <a:ext cx="1193800" cy="5238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defTabSz="914400">
              <a:spcBef>
                <a:spcPct val="0"/>
              </a:spcBef>
              <a:buFont typeface="Arial" panose="020B0604020202020204" pitchFamily="34" charset="0"/>
              <a:buNone/>
            </a:pPr>
            <a:r>
              <a:rPr lang="en-GB" altLang="en-US" sz="1400" dirty="0">
                <a:solidFill>
                  <a:srgbClr val="003C5A"/>
                </a:solidFill>
                <a:latin typeface="Arial"/>
                <a:ea typeface="+mj-ea"/>
                <a:cs typeface="Arial"/>
              </a:rPr>
              <a:t>BC screens </a:t>
            </a:r>
            <a:br>
              <a:rPr lang="en-GB" altLang="en-US" sz="1400" dirty="0">
                <a:solidFill>
                  <a:srgbClr val="003C5A"/>
                </a:solidFill>
                <a:latin typeface="Arial"/>
                <a:ea typeface="+mj-ea"/>
                <a:cs typeface="Arial"/>
              </a:rPr>
            </a:br>
            <a:r>
              <a:rPr lang="en-GB" altLang="en-US" sz="1400" dirty="0" smtClean="0">
                <a:solidFill>
                  <a:srgbClr val="003C5A"/>
                </a:solidFill>
                <a:latin typeface="Arial"/>
                <a:ea typeface="+mj-ea"/>
                <a:cs typeface="Arial"/>
              </a:rPr>
              <a:t>2</a:t>
            </a:r>
            <a:r>
              <a:rPr lang="en-GB" altLang="en-US" sz="1400" baseline="30000" dirty="0" smtClean="0">
                <a:solidFill>
                  <a:srgbClr val="003C5A"/>
                </a:solidFill>
                <a:latin typeface="Arial"/>
                <a:ea typeface="+mj-ea"/>
                <a:cs typeface="Arial"/>
              </a:rPr>
              <a:t>nd</a:t>
            </a:r>
            <a:r>
              <a:rPr lang="en-GB" altLang="en-US" sz="1400" dirty="0" smtClean="0">
                <a:solidFill>
                  <a:srgbClr val="003C5A"/>
                </a:solidFill>
                <a:latin typeface="Arial"/>
                <a:ea typeface="+mj-ea"/>
                <a:cs typeface="Arial"/>
              </a:rPr>
              <a:t> BER</a:t>
            </a:r>
            <a:endParaRPr lang="en-GB" altLang="en-US" sz="1400" dirty="0">
              <a:solidFill>
                <a:srgbClr val="003C5A"/>
              </a:solidFill>
              <a:latin typeface="Arial"/>
              <a:ea typeface="+mj-ea"/>
              <a:cs typeface="Arial"/>
            </a:endParaRPr>
          </a:p>
        </p:txBody>
      </p:sp>
      <p:sp>
        <p:nvSpPr>
          <p:cNvPr id="10274" name="Rectangle 32"/>
          <p:cNvSpPr>
            <a:spLocks noChangeArrowheads="1"/>
          </p:cNvSpPr>
          <p:nvPr/>
        </p:nvSpPr>
        <p:spPr bwMode="auto">
          <a:xfrm>
            <a:off x="6214640" y="1479055"/>
            <a:ext cx="1696297" cy="73866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defTabSz="914400">
              <a:spcBef>
                <a:spcPct val="0"/>
              </a:spcBef>
              <a:buFont typeface="Arial" panose="020B0604020202020204" pitchFamily="34" charset="0"/>
              <a:buNone/>
            </a:pPr>
            <a:r>
              <a:rPr lang="en-US" altLang="en-US" sz="1400" dirty="0">
                <a:solidFill>
                  <a:srgbClr val="003C5A"/>
                </a:solidFill>
                <a:latin typeface="Arial"/>
                <a:ea typeface="+mj-ea"/>
                <a:cs typeface="Arial"/>
              </a:rPr>
              <a:t>BC / NAC </a:t>
            </a:r>
            <a:br>
              <a:rPr lang="en-US" altLang="en-US" sz="1400" dirty="0">
                <a:solidFill>
                  <a:srgbClr val="003C5A"/>
                </a:solidFill>
                <a:latin typeface="Arial"/>
                <a:ea typeface="+mj-ea"/>
                <a:cs typeface="Arial"/>
              </a:rPr>
            </a:br>
            <a:r>
              <a:rPr lang="en-US" altLang="en-US" sz="1400" dirty="0">
                <a:solidFill>
                  <a:srgbClr val="003C5A"/>
                </a:solidFill>
                <a:latin typeface="Arial"/>
                <a:ea typeface="+mj-ea"/>
                <a:cs typeface="Arial"/>
              </a:rPr>
              <a:t>approves changes </a:t>
            </a:r>
            <a:br>
              <a:rPr lang="en-US" altLang="en-US" sz="1400" dirty="0">
                <a:solidFill>
                  <a:srgbClr val="003C5A"/>
                </a:solidFill>
                <a:latin typeface="Arial"/>
                <a:ea typeface="+mj-ea"/>
                <a:cs typeface="Arial"/>
              </a:rPr>
            </a:br>
            <a:r>
              <a:rPr lang="en-US" altLang="en-US" sz="1400" dirty="0">
                <a:solidFill>
                  <a:srgbClr val="003C5A"/>
                </a:solidFill>
                <a:latin typeface="Arial"/>
                <a:ea typeface="+mj-ea"/>
                <a:cs typeface="Arial"/>
              </a:rPr>
              <a:t>(BA3)</a:t>
            </a:r>
            <a:endParaRPr lang="en-GB" altLang="en-US" sz="1400" dirty="0">
              <a:solidFill>
                <a:srgbClr val="003C5A"/>
              </a:solidFill>
              <a:latin typeface="Arial"/>
              <a:ea typeface="+mj-ea"/>
              <a:cs typeface="Arial"/>
            </a:endParaRPr>
          </a:p>
        </p:txBody>
      </p:sp>
      <p:sp>
        <p:nvSpPr>
          <p:cNvPr id="97" name="Line 19"/>
          <p:cNvSpPr>
            <a:spLocks noChangeShapeType="1"/>
          </p:cNvSpPr>
          <p:nvPr/>
        </p:nvSpPr>
        <p:spPr bwMode="auto">
          <a:xfrm flipH="1">
            <a:off x="8821738" y="3449142"/>
            <a:ext cx="6350" cy="849313"/>
          </a:xfrm>
          <a:prstGeom prst="line">
            <a:avLst/>
          </a:prstGeom>
          <a:ln>
            <a:solidFill>
              <a:schemeClr val="accent5">
                <a:lumMod val="50000"/>
              </a:schemeClr>
            </a:solidFill>
            <a:headEnd type="none" w="sm" len="sm"/>
            <a:tailEnd type="none" w="sm" len="sm"/>
          </a:ln>
        </p:spPr>
        <p:style>
          <a:lnRef idx="3">
            <a:schemeClr val="accent3"/>
          </a:lnRef>
          <a:fillRef idx="0">
            <a:schemeClr val="accent3"/>
          </a:fillRef>
          <a:effectRef idx="2">
            <a:schemeClr val="accent3"/>
          </a:effectRef>
          <a:fontRef idx="minor">
            <a:schemeClr val="tx1"/>
          </a:fontRef>
        </p:style>
        <p:txBody>
          <a:bodyPr wrap="none" anchor="ctr"/>
          <a:lstStyle/>
          <a:p>
            <a:endParaRPr lang="en-GB"/>
          </a:p>
        </p:txBody>
      </p:sp>
      <p:sp>
        <p:nvSpPr>
          <p:cNvPr id="10276" name="Rectangle 5"/>
          <p:cNvSpPr>
            <a:spLocks noChangeArrowheads="1"/>
          </p:cNvSpPr>
          <p:nvPr/>
        </p:nvSpPr>
        <p:spPr bwMode="auto">
          <a:xfrm>
            <a:off x="8226274" y="3103067"/>
            <a:ext cx="911376" cy="3429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r" defTabSz="914400">
              <a:spcBef>
                <a:spcPct val="0"/>
              </a:spcBef>
              <a:buFont typeface="Arial" panose="020B0604020202020204" pitchFamily="34" charset="0"/>
              <a:buNone/>
            </a:pPr>
            <a:r>
              <a:rPr lang="en-GB" altLang="en-US" sz="1400" dirty="0" smtClean="0">
                <a:solidFill>
                  <a:srgbClr val="003C5A"/>
                </a:solidFill>
                <a:latin typeface="Arial"/>
                <a:ea typeface="+mj-ea"/>
                <a:cs typeface="Arial"/>
              </a:rPr>
              <a:t>3</a:t>
            </a:r>
            <a:r>
              <a:rPr lang="en-GB" altLang="en-US" sz="1400" baseline="30000" dirty="0" smtClean="0">
                <a:solidFill>
                  <a:srgbClr val="003C5A"/>
                </a:solidFill>
                <a:latin typeface="Arial"/>
                <a:ea typeface="+mj-ea"/>
                <a:cs typeface="Arial"/>
              </a:rPr>
              <a:t>rd</a:t>
            </a:r>
            <a:r>
              <a:rPr lang="en-GB" altLang="en-US" sz="1400" dirty="0" smtClean="0">
                <a:solidFill>
                  <a:srgbClr val="003C5A"/>
                </a:solidFill>
                <a:latin typeface="Arial"/>
                <a:ea typeface="+mj-ea"/>
                <a:cs typeface="Arial"/>
              </a:rPr>
              <a:t> BER</a:t>
            </a:r>
            <a:endParaRPr lang="en-GB" altLang="en-US" sz="1400" dirty="0">
              <a:solidFill>
                <a:srgbClr val="003C5A"/>
              </a:solidFill>
              <a:latin typeface="Arial"/>
              <a:ea typeface="+mj-ea"/>
              <a:cs typeface="Arial"/>
            </a:endParaRPr>
          </a:p>
        </p:txBody>
      </p:sp>
      <p:sp>
        <p:nvSpPr>
          <p:cNvPr id="10277" name="Rectangle 5"/>
          <p:cNvSpPr>
            <a:spLocks noChangeArrowheads="1"/>
          </p:cNvSpPr>
          <p:nvPr/>
        </p:nvSpPr>
        <p:spPr bwMode="auto">
          <a:xfrm>
            <a:off x="7889511" y="5099989"/>
            <a:ext cx="1247774" cy="9556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r" defTabSz="914400">
              <a:spcBef>
                <a:spcPct val="0"/>
              </a:spcBef>
              <a:buFont typeface="Arial" panose="020B0604020202020204" pitchFamily="34" charset="0"/>
              <a:buNone/>
            </a:pPr>
            <a:r>
              <a:rPr lang="en-GB" altLang="en-US" sz="1400" dirty="0">
                <a:solidFill>
                  <a:srgbClr val="003C5A"/>
                </a:solidFill>
                <a:latin typeface="Arial"/>
                <a:ea typeface="+mj-ea"/>
                <a:cs typeface="Arial"/>
              </a:rPr>
              <a:t>… Apr</a:t>
            </a:r>
            <a:br>
              <a:rPr lang="en-GB" altLang="en-US" sz="1400" dirty="0">
                <a:solidFill>
                  <a:srgbClr val="003C5A"/>
                </a:solidFill>
                <a:latin typeface="Arial"/>
                <a:ea typeface="+mj-ea"/>
                <a:cs typeface="Arial"/>
              </a:rPr>
            </a:br>
            <a:r>
              <a:rPr lang="en-GB" altLang="en-US" sz="1400" dirty="0">
                <a:solidFill>
                  <a:srgbClr val="003C5A"/>
                </a:solidFill>
                <a:latin typeface="Arial"/>
                <a:ea typeface="+mj-ea"/>
                <a:cs typeface="Arial"/>
              </a:rPr>
              <a:t>Financial Statements produced</a:t>
            </a:r>
          </a:p>
        </p:txBody>
      </p:sp>
      <p:sp>
        <p:nvSpPr>
          <p:cNvPr id="10278" name="Rectangle 3"/>
          <p:cNvSpPr>
            <a:spLocks noChangeArrowheads="1"/>
          </p:cNvSpPr>
          <p:nvPr/>
        </p:nvSpPr>
        <p:spPr bwMode="auto">
          <a:xfrm>
            <a:off x="-4131" y="5098765"/>
            <a:ext cx="8982075" cy="95410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defTabSz="914400">
              <a:spcBef>
                <a:spcPct val="0"/>
              </a:spcBef>
              <a:buFont typeface="Arial" panose="020B0604020202020204" pitchFamily="34" charset="0"/>
              <a:buNone/>
            </a:pPr>
            <a:r>
              <a:rPr lang="en-GB" altLang="en-US" sz="1400" b="1" dirty="0">
                <a:solidFill>
                  <a:srgbClr val="003C5A"/>
                </a:solidFill>
                <a:latin typeface="Arial"/>
                <a:ea typeface="+mj-ea"/>
                <a:cs typeface="Arial"/>
              </a:rPr>
              <a:t>BUDGET TRANSACTIONS: </a:t>
            </a:r>
          </a:p>
          <a:p>
            <a:pPr defTabSz="914400">
              <a:spcBef>
                <a:spcPct val="0"/>
              </a:spcBef>
              <a:buFont typeface="Arial" panose="020B0604020202020204" pitchFamily="34" charset="0"/>
              <a:buNone/>
            </a:pPr>
            <a:r>
              <a:rPr lang="en-GB" altLang="en-US" sz="1400" dirty="0">
                <a:solidFill>
                  <a:srgbClr val="003C5A"/>
                </a:solidFill>
                <a:latin typeface="Arial"/>
                <a:ea typeface="+mj-ea"/>
                <a:cs typeface="Arial"/>
              </a:rPr>
              <a:t>Upload in </a:t>
            </a:r>
            <a:r>
              <a:rPr lang="en-GB" altLang="en-US" sz="1400" dirty="0" err="1">
                <a:solidFill>
                  <a:srgbClr val="003C5A"/>
                </a:solidFill>
                <a:latin typeface="Arial"/>
                <a:ea typeface="+mj-ea"/>
                <a:cs typeface="Arial"/>
              </a:rPr>
              <a:t>FinS</a:t>
            </a:r>
            <a:r>
              <a:rPr lang="en-GB" altLang="en-US" sz="1400" dirty="0">
                <a:solidFill>
                  <a:srgbClr val="003C5A"/>
                </a:solidFill>
                <a:latin typeface="Arial"/>
                <a:ea typeface="+mj-ea"/>
                <a:cs typeface="Arial"/>
              </a:rPr>
              <a:t>, </a:t>
            </a:r>
            <a:r>
              <a:rPr lang="en-GB" altLang="en-US" sz="1400" dirty="0" smtClean="0">
                <a:solidFill>
                  <a:srgbClr val="003C5A"/>
                </a:solidFill>
                <a:latin typeface="Arial"/>
                <a:ea typeface="+mj-ea"/>
                <a:cs typeface="Arial"/>
              </a:rPr>
              <a:t> Allocation</a:t>
            </a:r>
            <a:r>
              <a:rPr lang="en-GB" altLang="en-US" sz="1400" dirty="0">
                <a:solidFill>
                  <a:srgbClr val="003C5A"/>
                </a:solidFill>
                <a:latin typeface="Arial"/>
                <a:ea typeface="+mj-ea"/>
                <a:cs typeface="Arial"/>
              </a:rPr>
              <a:t>,  </a:t>
            </a:r>
            <a:r>
              <a:rPr lang="en-GB" altLang="en-US" sz="1400" dirty="0" smtClean="0">
                <a:solidFill>
                  <a:srgbClr val="003C5A"/>
                </a:solidFill>
                <a:latin typeface="Arial"/>
                <a:ea typeface="+mj-ea"/>
                <a:cs typeface="Arial"/>
              </a:rPr>
              <a:t>Freeze/Unfreeze</a:t>
            </a:r>
            <a:r>
              <a:rPr lang="en-GB" altLang="en-US" sz="1400" dirty="0">
                <a:solidFill>
                  <a:srgbClr val="003C5A"/>
                </a:solidFill>
                <a:latin typeface="Arial"/>
                <a:ea typeface="+mj-ea"/>
                <a:cs typeface="Arial"/>
              </a:rPr>
              <a:t>,  </a:t>
            </a:r>
            <a:r>
              <a:rPr lang="en-GB" altLang="en-US" sz="1400" dirty="0" smtClean="0">
                <a:solidFill>
                  <a:srgbClr val="003C5A"/>
                </a:solidFill>
                <a:latin typeface="Arial"/>
                <a:ea typeface="+mj-ea"/>
                <a:cs typeface="Arial"/>
              </a:rPr>
              <a:t>Delegations</a:t>
            </a:r>
            <a:r>
              <a:rPr lang="en-GB" altLang="en-US" sz="1400" dirty="0">
                <a:solidFill>
                  <a:srgbClr val="003C5A"/>
                </a:solidFill>
                <a:latin typeface="Arial"/>
                <a:ea typeface="+mj-ea"/>
                <a:cs typeface="Arial"/>
              </a:rPr>
              <a:t>, </a:t>
            </a:r>
            <a:br>
              <a:rPr lang="en-GB" altLang="en-US" sz="1400" dirty="0">
                <a:solidFill>
                  <a:srgbClr val="003C5A"/>
                </a:solidFill>
                <a:latin typeface="Arial"/>
                <a:ea typeface="+mj-ea"/>
                <a:cs typeface="Arial"/>
              </a:rPr>
            </a:br>
            <a:r>
              <a:rPr lang="en-GB" altLang="en-US" sz="1400" dirty="0">
                <a:solidFill>
                  <a:srgbClr val="003C5A"/>
                </a:solidFill>
                <a:latin typeface="Arial"/>
                <a:ea typeface="+mj-ea"/>
                <a:cs typeface="Arial"/>
              </a:rPr>
              <a:t>Transfers,  </a:t>
            </a:r>
            <a:r>
              <a:rPr lang="en-GB" altLang="en-US" sz="1400" dirty="0" smtClean="0">
                <a:solidFill>
                  <a:srgbClr val="003C5A"/>
                </a:solidFill>
                <a:latin typeface="Arial"/>
                <a:ea typeface="+mj-ea"/>
                <a:cs typeface="Arial"/>
              </a:rPr>
              <a:t>Commitments</a:t>
            </a:r>
            <a:r>
              <a:rPr lang="en-GB" altLang="en-US" sz="1400" dirty="0">
                <a:solidFill>
                  <a:srgbClr val="003C5A"/>
                </a:solidFill>
                <a:latin typeface="Arial"/>
                <a:ea typeface="+mj-ea"/>
                <a:cs typeface="Arial"/>
              </a:rPr>
              <a:t>,  </a:t>
            </a:r>
            <a:r>
              <a:rPr lang="en-GB" altLang="en-US" sz="1400" dirty="0" smtClean="0">
                <a:solidFill>
                  <a:srgbClr val="003C5A"/>
                </a:solidFill>
                <a:latin typeface="Arial"/>
                <a:ea typeface="+mj-ea"/>
                <a:cs typeface="Arial"/>
              </a:rPr>
              <a:t>Carry </a:t>
            </a:r>
            <a:r>
              <a:rPr lang="en-GB" altLang="en-US" sz="1400" dirty="0">
                <a:solidFill>
                  <a:srgbClr val="003C5A"/>
                </a:solidFill>
                <a:latin typeface="Arial"/>
                <a:ea typeface="+mj-ea"/>
                <a:cs typeface="Arial"/>
              </a:rPr>
              <a:t>Forwards,  </a:t>
            </a:r>
            <a:r>
              <a:rPr lang="en-GB" altLang="en-US" sz="1400" dirty="0" smtClean="0">
                <a:solidFill>
                  <a:srgbClr val="003C5A"/>
                </a:solidFill>
                <a:latin typeface="Arial"/>
                <a:ea typeface="+mj-ea"/>
                <a:cs typeface="Arial"/>
              </a:rPr>
              <a:t>Accruals</a:t>
            </a:r>
            <a:r>
              <a:rPr lang="en-GB" altLang="en-US" sz="1400" dirty="0">
                <a:solidFill>
                  <a:srgbClr val="003C5A"/>
                </a:solidFill>
                <a:latin typeface="Arial"/>
                <a:ea typeface="+mj-ea"/>
                <a:cs typeface="Arial"/>
              </a:rPr>
              <a:t>, </a:t>
            </a:r>
            <a:br>
              <a:rPr lang="en-GB" altLang="en-US" sz="1400" dirty="0">
                <a:solidFill>
                  <a:srgbClr val="003C5A"/>
                </a:solidFill>
                <a:latin typeface="Arial"/>
                <a:ea typeface="+mj-ea"/>
                <a:cs typeface="Arial"/>
              </a:rPr>
            </a:br>
            <a:r>
              <a:rPr lang="en-GB" altLang="en-US" sz="1400" dirty="0">
                <a:solidFill>
                  <a:srgbClr val="003C5A"/>
                </a:solidFill>
                <a:latin typeface="Arial"/>
                <a:ea typeface="+mj-ea"/>
                <a:cs typeface="Arial"/>
              </a:rPr>
              <a:t>Reservations,  </a:t>
            </a:r>
            <a:r>
              <a:rPr lang="en-GB" altLang="en-US" sz="1400" dirty="0" smtClean="0">
                <a:solidFill>
                  <a:srgbClr val="003C5A"/>
                </a:solidFill>
                <a:latin typeface="Arial"/>
                <a:ea typeface="+mj-ea"/>
                <a:cs typeface="Arial"/>
              </a:rPr>
              <a:t>Expenditures</a:t>
            </a:r>
            <a:endParaRPr lang="en-GB" altLang="en-US" sz="1400" dirty="0">
              <a:solidFill>
                <a:srgbClr val="003C5A"/>
              </a:solidFill>
              <a:latin typeface="Arial"/>
              <a:ea typeface="+mj-ea"/>
              <a:cs typeface="Arial"/>
            </a:endParaRPr>
          </a:p>
        </p:txBody>
      </p:sp>
      <p:sp>
        <p:nvSpPr>
          <p:cNvPr id="39" name="Rectangle 2"/>
          <p:cNvSpPr>
            <a:spLocks noGrp="1" noChangeArrowheads="1"/>
          </p:cNvSpPr>
          <p:nvPr>
            <p:ph type="title"/>
          </p:nvPr>
        </p:nvSpPr>
        <p:spPr bwMode="auto">
          <a:xfrm>
            <a:off x="457200" y="273600"/>
            <a:ext cx="8229600" cy="748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a:r>
              <a:rPr lang="en-US" altLang="en-US" dirty="0" smtClean="0"/>
              <a:t> Annual Budget Execution </a:t>
            </a:r>
          </a:p>
        </p:txBody>
      </p:sp>
      <p:sp>
        <p:nvSpPr>
          <p:cNvPr id="38" name="Footer Placeholder 3"/>
          <p:cNvSpPr>
            <a:spLocks noGrp="1"/>
          </p:cNvSpPr>
          <p:nvPr>
            <p:ph type="ftr" sz="quarter" idx="3"/>
          </p:nvPr>
        </p:nvSpPr>
        <p:spPr>
          <a:xfrm>
            <a:off x="2895467" y="6235030"/>
            <a:ext cx="3353065" cy="688258"/>
          </a:xfrm>
        </p:spPr>
        <p:txBody>
          <a:bodyPr/>
          <a:lstStyle/>
          <a:p>
            <a:r>
              <a:rPr lang="de-DE" dirty="0" smtClean="0"/>
              <a:t>NATO UNCLASSIFIED</a:t>
            </a:r>
            <a:endParaRPr lang="de-DE" dirty="0"/>
          </a:p>
        </p:txBody>
      </p:sp>
      <p:sp>
        <p:nvSpPr>
          <p:cNvPr id="40"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9</a:t>
            </a:fld>
            <a:endParaRPr lang="en-GB" dirty="0"/>
          </a:p>
        </p:txBody>
      </p:sp>
    </p:spTree>
    <p:extLst>
      <p:ext uri="{BB962C8B-B14F-4D97-AF65-F5344CB8AC3E}">
        <p14:creationId xmlns:p14="http://schemas.microsoft.com/office/powerpoint/2010/main" val="29246195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PART II</a:t>
            </a:r>
            <a:endParaRPr lang="en-US" dirty="0"/>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US" dirty="0"/>
              <a:t>Funding Fundamentals</a:t>
            </a:r>
          </a:p>
          <a:p>
            <a:pPr marL="342900" indent="-342900">
              <a:buFont typeface="Arial" panose="020B0604020202020204" pitchFamily="34" charset="0"/>
              <a:buChar char="•"/>
            </a:pPr>
            <a:endParaRPr lang="en-US" dirty="0" smtClean="0"/>
          </a:p>
          <a:p>
            <a:pPr marL="342900" indent="-342900">
              <a:buFont typeface="Arial" panose="020B0604020202020204" pitchFamily="34" charset="0"/>
              <a:buChar char="•"/>
            </a:pPr>
            <a:r>
              <a:rPr lang="en-US" dirty="0" smtClean="0">
                <a:solidFill>
                  <a:srgbClr val="FF0000"/>
                </a:solidFill>
              </a:rPr>
              <a:t>Outsourcing </a:t>
            </a:r>
            <a:r>
              <a:rPr lang="en-US" dirty="0">
                <a:solidFill>
                  <a:srgbClr val="FF0000"/>
                </a:solidFill>
              </a:rPr>
              <a:t>F</a:t>
            </a:r>
            <a:r>
              <a:rPr lang="en-US" dirty="0" smtClean="0">
                <a:solidFill>
                  <a:srgbClr val="FF0000"/>
                </a:solidFill>
              </a:rPr>
              <a:t>undamentals</a:t>
            </a:r>
          </a:p>
          <a:p>
            <a:pPr marL="342900" indent="-342900">
              <a:buFont typeface="Arial" panose="020B0604020202020204" pitchFamily="34" charset="0"/>
              <a:buChar char="•"/>
            </a:pPr>
            <a:endParaRPr lang="en-US" dirty="0" smtClean="0"/>
          </a:p>
          <a:p>
            <a:pPr marL="342900" indent="-342900">
              <a:buFont typeface="Arial" panose="020B0604020202020204" pitchFamily="34" charset="0"/>
              <a:buChar char="•"/>
            </a:pPr>
            <a:r>
              <a:rPr lang="en-US" dirty="0" smtClean="0"/>
              <a:t>Planning for Contracted Solutions</a:t>
            </a:r>
          </a:p>
          <a:p>
            <a:pPr marL="342900" indent="-342900">
              <a:buFont typeface="Arial" panose="020B0604020202020204" pitchFamily="34" charset="0"/>
              <a:buChar char="•"/>
            </a:pPr>
            <a:endParaRPr lang="en-US" dirty="0"/>
          </a:p>
          <a:p>
            <a:pPr marL="1066800" lvl="2" indent="-342900">
              <a:buFont typeface="Arial" panose="020B0604020202020204" pitchFamily="34" charset="0"/>
              <a:buChar char="•"/>
            </a:pPr>
            <a:r>
              <a:rPr lang="en-US" dirty="0" smtClean="0"/>
              <a:t>Acquisition Planning</a:t>
            </a:r>
          </a:p>
          <a:p>
            <a:pPr marL="342900" indent="-342900">
              <a:buFont typeface="Arial" panose="020B0604020202020204" pitchFamily="34" charset="0"/>
              <a:buChar char="•"/>
            </a:pPr>
            <a:endParaRPr lang="en-US" dirty="0"/>
          </a:p>
          <a:p>
            <a:pPr marL="1066800" lvl="2" indent="-342900">
              <a:buFont typeface="Arial" panose="020B0604020202020204" pitchFamily="34" charset="0"/>
              <a:buChar char="•"/>
            </a:pPr>
            <a:r>
              <a:rPr lang="en-US" dirty="0" smtClean="0"/>
              <a:t>Agency Support</a:t>
            </a:r>
          </a:p>
          <a:p>
            <a:pPr marL="342900" indent="-342900">
              <a:buFont typeface="Arial" panose="020B0604020202020204" pitchFamily="34" charset="0"/>
              <a:buChar char="•"/>
            </a:pPr>
            <a:endParaRPr lang="en-US" dirty="0"/>
          </a:p>
          <a:p>
            <a:pPr marL="1066800" lvl="2" indent="-342900">
              <a:buFont typeface="Arial" panose="020B0604020202020204" pitchFamily="34" charset="0"/>
              <a:buChar char="•"/>
            </a:pPr>
            <a:r>
              <a:rPr lang="en-US" dirty="0" smtClean="0"/>
              <a:t>Deployment, Sustainment, Redeployment </a:t>
            </a:r>
            <a:endParaRPr lang="en-US" dirty="0"/>
          </a:p>
        </p:txBody>
      </p:sp>
      <p:sp>
        <p:nvSpPr>
          <p:cNvPr id="5" name="Footer Placeholder 3"/>
          <p:cNvSpPr txBox="1">
            <a:spLocks/>
          </p:cNvSpPr>
          <p:nvPr/>
        </p:nvSpPr>
        <p:spPr>
          <a:xfrm>
            <a:off x="3153564" y="6169742"/>
            <a:ext cx="3353065" cy="688258"/>
          </a:xfrm>
          <a:prstGeom prst="rect">
            <a:avLst/>
          </a:prstGeom>
        </p:spPr>
        <p:txBody>
          <a:bodyPr vert="horz" lIns="0" tIns="0" rIns="0" bIns="0" rtlCol="0" anchor="ctr"/>
          <a:lstStyle>
            <a:defPPr>
              <a:defRPr lang="de-DE"/>
            </a:defPPr>
            <a:lvl1pPr marL="0" algn="ctr" defTabSz="457200" rtl="0" eaLnBrk="1" latinLnBrk="0" hangingPunct="1">
              <a:defRPr sz="1200" kern="1200">
                <a:solidFill>
                  <a:srgbClr val="033E5B"/>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de-DE" dirty="0" smtClean="0"/>
              <a:t>NATO UNCLASSIFIED</a:t>
            </a:r>
            <a:endParaRPr lang="de-DE" dirty="0"/>
          </a:p>
        </p:txBody>
      </p:sp>
      <p:sp>
        <p:nvSpPr>
          <p:cNvPr id="6"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10</a:t>
            </a:fld>
            <a:endParaRPr lang="en-GB" dirty="0"/>
          </a:p>
        </p:txBody>
      </p:sp>
    </p:spTree>
    <p:extLst>
      <p:ext uri="{BB962C8B-B14F-4D97-AF65-F5344CB8AC3E}">
        <p14:creationId xmlns:p14="http://schemas.microsoft.com/office/powerpoint/2010/main" val="31866380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Commercial Support Integration</a:t>
            </a:r>
            <a:endParaRPr lang="en-US" dirty="0"/>
          </a:p>
        </p:txBody>
      </p:sp>
      <p:sp>
        <p:nvSpPr>
          <p:cNvPr id="4" name="Footer Placeholder 3"/>
          <p:cNvSpPr>
            <a:spLocks noGrp="1"/>
          </p:cNvSpPr>
          <p:nvPr>
            <p:ph type="ftr" sz="quarter" idx="3"/>
          </p:nvPr>
        </p:nvSpPr>
        <p:spPr/>
        <p:txBody>
          <a:bodyPr/>
          <a:lstStyle/>
          <a:p>
            <a:r>
              <a:rPr lang="de-DE" smtClean="0"/>
              <a:t>NATO UNCLASSIFIED</a:t>
            </a:r>
            <a:endParaRPr lang="de-DE" dirty="0"/>
          </a:p>
        </p:txBody>
      </p:sp>
      <p:sp>
        <p:nvSpPr>
          <p:cNvPr id="5" name="Slide Number Placeholder 4"/>
          <p:cNvSpPr>
            <a:spLocks noGrp="1"/>
          </p:cNvSpPr>
          <p:nvPr>
            <p:ph type="sldNum" sz="quarter" idx="4"/>
          </p:nvPr>
        </p:nvSpPr>
        <p:spPr/>
        <p:txBody>
          <a:bodyPr/>
          <a:lstStyle/>
          <a:p>
            <a:r>
              <a:rPr lang="en-GB" smtClean="0"/>
              <a:t>| Slide </a:t>
            </a:r>
            <a:fld id="{AC1C9A27-5D71-496E-AC2B-58C1CA833928}" type="slidenum">
              <a:rPr lang="en-GB" smtClean="0"/>
              <a:pPr/>
              <a:t>11</a:t>
            </a:fld>
            <a:endParaRPr lang="en-GB" dirty="0"/>
          </a:p>
        </p:txBody>
      </p:sp>
      <p:sp>
        <p:nvSpPr>
          <p:cNvPr id="7" name="Rectangle 6"/>
          <p:cNvSpPr/>
          <p:nvPr/>
        </p:nvSpPr>
        <p:spPr>
          <a:xfrm>
            <a:off x="611188" y="1025525"/>
            <a:ext cx="7416800" cy="5832475"/>
          </a:xfrm>
          <a:prstGeom prst="rect">
            <a:avLst/>
          </a:prstGeom>
        </p:spPr>
        <p:txBody>
          <a:bodyPr/>
          <a:lstStyle/>
          <a:p>
            <a:pPr marL="342900" indent="-342900" algn="ctr">
              <a:spcBef>
                <a:spcPts val="0"/>
              </a:spcBef>
              <a:buFontTx/>
              <a:buChar char="•"/>
              <a:defRPr/>
            </a:pPr>
            <a:endParaRPr lang="en-US" sz="1200" dirty="0">
              <a:latin typeface="+mn-lt"/>
              <a:cs typeface="Arial" charset="0"/>
            </a:endParaRP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9596" y="1058464"/>
            <a:ext cx="6705620" cy="5018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708688"/>
                  </a:outerShdw>
                </a:effectLst>
              </a14:hiddenEffects>
            </a:ext>
          </a:extLst>
        </p:spPr>
      </p:pic>
    </p:spTree>
    <p:extLst>
      <p:ext uri="{BB962C8B-B14F-4D97-AF65-F5344CB8AC3E}">
        <p14:creationId xmlns:p14="http://schemas.microsoft.com/office/powerpoint/2010/main" val="4707206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5" name="Group 5"/>
          <p:cNvGrpSpPr>
            <a:grpSpLocks/>
          </p:cNvGrpSpPr>
          <p:nvPr/>
        </p:nvGrpSpPr>
        <p:grpSpPr bwMode="auto">
          <a:xfrm>
            <a:off x="784224" y="1144589"/>
            <a:ext cx="7902576" cy="4974200"/>
            <a:chOff x="609600" y="685800"/>
            <a:chExt cx="8077200" cy="5410706"/>
          </a:xfrm>
        </p:grpSpPr>
        <p:sp>
          <p:nvSpPr>
            <p:cNvPr id="7" name="Isosceles Triangle 6"/>
            <p:cNvSpPr/>
            <p:nvPr/>
          </p:nvSpPr>
          <p:spPr>
            <a:xfrm>
              <a:off x="609600" y="685800"/>
              <a:ext cx="8077200" cy="5410706"/>
            </a:xfrm>
            <a:prstGeom prst="triangl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GB">
                <a:solidFill>
                  <a:srgbClr val="FFFFFF"/>
                </a:solidFill>
              </a:endParaRPr>
            </a:p>
          </p:txBody>
        </p:sp>
        <p:cxnSp>
          <p:nvCxnSpPr>
            <p:cNvPr id="8" name="Straight Connector 7"/>
            <p:cNvCxnSpPr/>
            <p:nvPr/>
          </p:nvCxnSpPr>
          <p:spPr>
            <a:xfrm flipH="1">
              <a:off x="3606895" y="2063781"/>
              <a:ext cx="2080945" cy="0"/>
            </a:xfrm>
            <a:prstGeom prst="line">
              <a:avLst/>
            </a:prstGeom>
            <a:ln>
              <a:solidFill>
                <a:schemeClr val="accent1">
                  <a:lumMod val="50000"/>
                </a:schemeClr>
              </a:solidFill>
            </a:ln>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flipH="1">
              <a:off x="3042090" y="2896607"/>
              <a:ext cx="3300523" cy="0"/>
            </a:xfrm>
            <a:prstGeom prst="line">
              <a:avLst/>
            </a:prstGeom>
            <a:ln>
              <a:solidFill>
                <a:schemeClr val="accent1">
                  <a:lumMod val="50000"/>
                </a:schemeClr>
              </a:solidFill>
            </a:ln>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flipH="1">
              <a:off x="2438966" y="3658403"/>
              <a:ext cx="4418468" cy="0"/>
            </a:xfrm>
            <a:prstGeom prst="line">
              <a:avLst/>
            </a:prstGeom>
            <a:ln>
              <a:solidFill>
                <a:schemeClr val="accent1">
                  <a:lumMod val="50000"/>
                </a:schemeClr>
              </a:solidFill>
            </a:ln>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flipH="1">
              <a:off x="1867498" y="4420199"/>
              <a:ext cx="5579732" cy="0"/>
            </a:xfrm>
            <a:prstGeom prst="line">
              <a:avLst/>
            </a:prstGeom>
            <a:ln>
              <a:solidFill>
                <a:schemeClr val="accent1">
                  <a:lumMod val="50000"/>
                </a:schemeClr>
              </a:solidFill>
            </a:ln>
          </p:spPr>
          <p:style>
            <a:lnRef idx="1">
              <a:schemeClr val="dk1"/>
            </a:lnRef>
            <a:fillRef idx="0">
              <a:schemeClr val="dk1"/>
            </a:fillRef>
            <a:effectRef idx="0">
              <a:schemeClr val="dk1"/>
            </a:effectRef>
            <a:fontRef idx="minor">
              <a:schemeClr val="tx1"/>
            </a:fontRef>
          </p:style>
        </p:cxnSp>
        <p:cxnSp>
          <p:nvCxnSpPr>
            <p:cNvPr id="12" name="Straight Connector 11"/>
            <p:cNvCxnSpPr/>
            <p:nvPr/>
          </p:nvCxnSpPr>
          <p:spPr>
            <a:xfrm flipH="1">
              <a:off x="1219389" y="5253026"/>
              <a:ext cx="6819303" cy="5327"/>
            </a:xfrm>
            <a:prstGeom prst="line">
              <a:avLst/>
            </a:prstGeom>
            <a:ln>
              <a:solidFill>
                <a:schemeClr val="accent1">
                  <a:lumMod val="50000"/>
                </a:schemeClr>
              </a:solidFill>
            </a:ln>
          </p:spPr>
          <p:style>
            <a:lnRef idx="1">
              <a:schemeClr val="dk1"/>
            </a:lnRef>
            <a:fillRef idx="0">
              <a:schemeClr val="dk1"/>
            </a:fillRef>
            <a:effectRef idx="0">
              <a:schemeClr val="dk1"/>
            </a:effectRef>
            <a:fontRef idx="minor">
              <a:schemeClr val="tx1"/>
            </a:fontRef>
          </p:style>
        </p:cxnSp>
        <p:sp>
          <p:nvSpPr>
            <p:cNvPr id="8205" name="TextBox 41"/>
            <p:cNvSpPr txBox="1">
              <a:spLocks noChangeArrowheads="1"/>
            </p:cNvSpPr>
            <p:nvPr/>
          </p:nvSpPr>
          <p:spPr bwMode="auto">
            <a:xfrm>
              <a:off x="3986504" y="1225550"/>
              <a:ext cx="1371600" cy="739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400">
                  <a:solidFill>
                    <a:srgbClr val="000000"/>
                  </a:solidFill>
                  <a:cs typeface="Arial" charset="0"/>
                </a:rPr>
                <a:t>NATO</a:t>
              </a:r>
            </a:p>
            <a:p>
              <a:pPr algn="ctr" eaLnBrk="1" hangingPunct="1"/>
              <a:r>
                <a:rPr lang="en-US" altLang="en-US" sz="1400">
                  <a:solidFill>
                    <a:srgbClr val="000000"/>
                  </a:solidFill>
                  <a:cs typeface="Arial" charset="0"/>
                </a:rPr>
                <a:t>Financial Regulations</a:t>
              </a:r>
              <a:endParaRPr lang="en-GB" altLang="en-US" sz="1400">
                <a:solidFill>
                  <a:srgbClr val="000000"/>
                </a:solidFill>
                <a:cs typeface="Arial" charset="0"/>
              </a:endParaRPr>
            </a:p>
          </p:txBody>
        </p:sp>
        <p:sp>
          <p:nvSpPr>
            <p:cNvPr id="8206" name="TextBox 42"/>
            <p:cNvSpPr txBox="1">
              <a:spLocks noChangeArrowheads="1"/>
            </p:cNvSpPr>
            <p:nvPr/>
          </p:nvSpPr>
          <p:spPr bwMode="auto">
            <a:xfrm>
              <a:off x="3486040" y="2107581"/>
              <a:ext cx="2286000" cy="739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400">
                  <a:solidFill>
                    <a:srgbClr val="000000"/>
                  </a:solidFill>
                  <a:cs typeface="Arial" charset="0"/>
                </a:rPr>
                <a:t>NATO </a:t>
              </a:r>
              <a:br>
                <a:rPr lang="en-US" altLang="en-US" sz="1400">
                  <a:solidFill>
                    <a:srgbClr val="000000"/>
                  </a:solidFill>
                  <a:cs typeface="Arial" charset="0"/>
                </a:rPr>
              </a:br>
              <a:r>
                <a:rPr lang="en-US" altLang="en-US" sz="1400">
                  <a:solidFill>
                    <a:srgbClr val="000000"/>
                  </a:solidFill>
                  <a:cs typeface="Arial" charset="0"/>
                </a:rPr>
                <a:t>Financial Rules and Procedures</a:t>
              </a:r>
            </a:p>
          </p:txBody>
        </p:sp>
        <p:sp>
          <p:nvSpPr>
            <p:cNvPr id="8207" name="TextBox 45"/>
            <p:cNvSpPr txBox="1">
              <a:spLocks noChangeArrowheads="1"/>
            </p:cNvSpPr>
            <p:nvPr/>
          </p:nvSpPr>
          <p:spPr bwMode="auto">
            <a:xfrm>
              <a:off x="2767303" y="2933682"/>
              <a:ext cx="3810001" cy="739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400" dirty="0" smtClean="0">
                  <a:solidFill>
                    <a:srgbClr val="000000"/>
                  </a:solidFill>
                  <a:cs typeface="Arial" charset="0"/>
                </a:rPr>
                <a:t>Budget Committee </a:t>
              </a:r>
              <a:r>
                <a:rPr lang="en-US" altLang="en-US" sz="1400" dirty="0">
                  <a:solidFill>
                    <a:srgbClr val="000000"/>
                  </a:solidFill>
                  <a:cs typeface="Arial" charset="0"/>
                </a:rPr>
                <a:t>Procurement Guidance</a:t>
              </a:r>
            </a:p>
            <a:p>
              <a:pPr algn="ctr" eaLnBrk="1" hangingPunct="1"/>
              <a:r>
                <a:rPr lang="en-US" altLang="en-US" sz="1400" dirty="0">
                  <a:solidFill>
                    <a:srgbClr val="000000"/>
                  </a:solidFill>
                  <a:cs typeface="Arial" charset="0"/>
                </a:rPr>
                <a:t>or</a:t>
              </a:r>
            </a:p>
            <a:p>
              <a:pPr algn="ctr" eaLnBrk="1" hangingPunct="1"/>
              <a:r>
                <a:rPr lang="en-US" altLang="en-US" sz="1400" dirty="0">
                  <a:solidFill>
                    <a:srgbClr val="000000"/>
                  </a:solidFill>
                  <a:cs typeface="Arial" charset="0"/>
                </a:rPr>
                <a:t>AC/4-8(21261)1996 (NSIP)</a:t>
              </a:r>
            </a:p>
          </p:txBody>
        </p:sp>
        <p:sp>
          <p:nvSpPr>
            <p:cNvPr id="8208" name="TextBox 46"/>
            <p:cNvSpPr txBox="1">
              <a:spLocks noChangeArrowheads="1"/>
            </p:cNvSpPr>
            <p:nvPr/>
          </p:nvSpPr>
          <p:spPr bwMode="auto">
            <a:xfrm>
              <a:off x="2781299" y="3911907"/>
              <a:ext cx="3810000" cy="308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400" b="1">
                  <a:solidFill>
                    <a:srgbClr val="000000"/>
                  </a:solidFill>
                  <a:cs typeface="Arial" charset="0"/>
                </a:rPr>
                <a:t>Bi-SC Procurement Directive 60-70</a:t>
              </a:r>
            </a:p>
          </p:txBody>
        </p:sp>
        <p:sp>
          <p:nvSpPr>
            <p:cNvPr id="8209" name="TextBox 48"/>
            <p:cNvSpPr txBox="1">
              <a:spLocks noChangeArrowheads="1"/>
            </p:cNvSpPr>
            <p:nvPr/>
          </p:nvSpPr>
          <p:spPr bwMode="auto">
            <a:xfrm>
              <a:off x="2414861" y="4495800"/>
              <a:ext cx="4882747" cy="739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400" dirty="0">
                  <a:solidFill>
                    <a:srgbClr val="000000"/>
                  </a:solidFill>
                  <a:cs typeface="Arial" charset="0"/>
                </a:rPr>
                <a:t>ACO Directives </a:t>
              </a:r>
              <a:br>
                <a:rPr lang="en-US" altLang="en-US" sz="1400" dirty="0">
                  <a:solidFill>
                    <a:srgbClr val="000000"/>
                  </a:solidFill>
                  <a:cs typeface="Arial" charset="0"/>
                </a:rPr>
              </a:br>
              <a:r>
                <a:rPr lang="en-US" altLang="en-US" sz="1400" dirty="0">
                  <a:solidFill>
                    <a:srgbClr val="000000"/>
                  </a:solidFill>
                  <a:cs typeface="Arial" charset="0"/>
                </a:rPr>
                <a:t>and</a:t>
              </a:r>
            </a:p>
            <a:p>
              <a:pPr algn="ctr" eaLnBrk="1" hangingPunct="1"/>
              <a:r>
                <a:rPr lang="en-US" altLang="en-US" sz="1400" dirty="0">
                  <a:solidFill>
                    <a:srgbClr val="000000"/>
                  </a:solidFill>
                  <a:cs typeface="Arial" charset="0"/>
                </a:rPr>
                <a:t> ACO Acquisition Standard Operating Instructions (ASOI) </a:t>
              </a:r>
            </a:p>
          </p:txBody>
        </p:sp>
        <p:sp>
          <p:nvSpPr>
            <p:cNvPr id="8210" name="TextBox 49"/>
            <p:cNvSpPr txBox="1">
              <a:spLocks noChangeArrowheads="1"/>
            </p:cNvSpPr>
            <p:nvPr/>
          </p:nvSpPr>
          <p:spPr bwMode="auto">
            <a:xfrm>
              <a:off x="2123029" y="5321901"/>
              <a:ext cx="5679417" cy="739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sz="1400" dirty="0">
                  <a:solidFill>
                    <a:srgbClr val="000000"/>
                  </a:solidFill>
                  <a:cs typeface="Arial" charset="0"/>
                </a:rPr>
                <a:t>SHAPE Directives</a:t>
              </a:r>
              <a:br>
                <a:rPr lang="en-US" altLang="en-US" sz="1400" dirty="0">
                  <a:solidFill>
                    <a:srgbClr val="000000"/>
                  </a:solidFill>
                  <a:cs typeface="Arial" charset="0"/>
                </a:rPr>
              </a:br>
              <a:r>
                <a:rPr lang="en-US" altLang="en-US" sz="1400" dirty="0">
                  <a:solidFill>
                    <a:srgbClr val="000000"/>
                  </a:solidFill>
                  <a:cs typeface="Arial" charset="0"/>
                </a:rPr>
                <a:t>and </a:t>
              </a:r>
              <a:br>
                <a:rPr lang="en-US" altLang="en-US" sz="1400" dirty="0">
                  <a:solidFill>
                    <a:srgbClr val="000000"/>
                  </a:solidFill>
                  <a:cs typeface="Arial" charset="0"/>
                </a:rPr>
              </a:br>
              <a:r>
                <a:rPr lang="en-US" altLang="en-US" sz="1400" dirty="0">
                  <a:solidFill>
                    <a:srgbClr val="000000"/>
                  </a:solidFill>
                  <a:cs typeface="Arial" charset="0"/>
                </a:rPr>
                <a:t>Local Standard Operating Procedures</a:t>
              </a:r>
            </a:p>
          </p:txBody>
        </p:sp>
      </p:grpSp>
      <p:sp>
        <p:nvSpPr>
          <p:cNvPr id="9220" name="TextBox 18"/>
          <p:cNvSpPr txBox="1">
            <a:spLocks noChangeArrowheads="1"/>
          </p:cNvSpPr>
          <p:nvPr/>
        </p:nvSpPr>
        <p:spPr bwMode="auto">
          <a:xfrm>
            <a:off x="265114" y="2982503"/>
            <a:ext cx="2262187" cy="892175"/>
          </a:xfrm>
          <a:prstGeom prst="rect">
            <a:avLst/>
          </a:prstGeom>
          <a:ln/>
        </p:spPr>
        <p:style>
          <a:lnRef idx="2">
            <a:schemeClr val="accent4"/>
          </a:lnRef>
          <a:fillRef idx="1">
            <a:schemeClr val="lt1"/>
          </a:fillRef>
          <a:effectRef idx="0">
            <a:schemeClr val="accent4"/>
          </a:effectRef>
          <a:fontRef idx="minor">
            <a:schemeClr val="dk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US" altLang="en-US" sz="1400" dirty="0" smtClean="0">
                <a:solidFill>
                  <a:srgbClr val="000000"/>
                </a:solidFill>
              </a:rPr>
              <a:t>Logistics Doctrine</a:t>
            </a:r>
          </a:p>
          <a:p>
            <a:pPr algn="ctr" eaLnBrk="1" hangingPunct="1">
              <a:defRPr/>
            </a:pPr>
            <a:r>
              <a:rPr lang="en-US" altLang="en-US" sz="1400" dirty="0" smtClean="0">
                <a:solidFill>
                  <a:srgbClr val="000000"/>
                </a:solidFill>
              </a:rPr>
              <a:t>and Policy</a:t>
            </a:r>
          </a:p>
          <a:p>
            <a:pPr algn="ctr" eaLnBrk="1" hangingPunct="1">
              <a:defRPr/>
            </a:pPr>
            <a:r>
              <a:rPr lang="en-US" altLang="en-US" sz="1200" dirty="0" smtClean="0">
                <a:solidFill>
                  <a:srgbClr val="000000"/>
                </a:solidFill>
              </a:rPr>
              <a:t>(informs but does not provide execution authority) </a:t>
            </a:r>
            <a:endParaRPr lang="en-GB" altLang="en-US" sz="1200" dirty="0" smtClean="0">
              <a:solidFill>
                <a:srgbClr val="000000"/>
              </a:solidFill>
            </a:endParaRPr>
          </a:p>
        </p:txBody>
      </p:sp>
      <p:sp>
        <p:nvSpPr>
          <p:cNvPr id="9221" name="TextBox 19"/>
          <p:cNvSpPr txBox="1">
            <a:spLocks noChangeArrowheads="1"/>
          </p:cNvSpPr>
          <p:nvPr/>
        </p:nvSpPr>
        <p:spPr bwMode="auto">
          <a:xfrm>
            <a:off x="6897687" y="3891335"/>
            <a:ext cx="1789113" cy="646331"/>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US" altLang="en-US" sz="1200" dirty="0" smtClean="0">
                <a:solidFill>
                  <a:srgbClr val="000000"/>
                </a:solidFill>
              </a:rPr>
              <a:t>Agency Procurement Directives – Approved by respective ASBs</a:t>
            </a:r>
            <a:endParaRPr lang="en-GB" altLang="en-US" sz="1200" dirty="0" smtClean="0">
              <a:solidFill>
                <a:srgbClr val="000000"/>
              </a:solidFill>
            </a:endParaRPr>
          </a:p>
        </p:txBody>
      </p:sp>
      <p:sp>
        <p:nvSpPr>
          <p:cNvPr id="20" name="Slide Number Placeholder 4"/>
          <p:cNvSpPr txBox="1">
            <a:spLocks/>
          </p:cNvSpPr>
          <p:nvPr/>
        </p:nvSpPr>
        <p:spPr>
          <a:xfrm>
            <a:off x="8590348" y="6437313"/>
            <a:ext cx="553652" cy="365125"/>
          </a:xfrm>
          <a:prstGeom prst="rect">
            <a:avLst/>
          </a:prstGeom>
        </p:spPr>
        <p:txBody>
          <a:bodyPr vert="horz" lIns="0" tIns="45720" rIns="91440" bIns="45720" rtlCol="0" anchor="ctr"/>
          <a:lstStyle>
            <a:defPPr>
              <a:defRPr lang="de-DE"/>
            </a:defPPr>
            <a:lvl1pPr marL="0" algn="l" defTabSz="457200" rtl="0" eaLnBrk="1" latinLnBrk="0" hangingPunct="1">
              <a:defRPr sz="900" kern="1200">
                <a:solidFill>
                  <a:schemeClr val="tx2"/>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smtClean="0">
                <a:ln>
                  <a:noFill/>
                </a:ln>
                <a:solidFill>
                  <a:srgbClr val="003B5B"/>
                </a:solidFill>
                <a:effectLst/>
                <a:uLnTx/>
                <a:uFillTx/>
                <a:latin typeface="Arial" pitchFamily="34" charset="0"/>
                <a:ea typeface="+mn-ea"/>
                <a:cs typeface="Arial" pitchFamily="34" charset="0"/>
              </a:rPr>
              <a:t>| Slide </a:t>
            </a:r>
            <a:fld id="{AC1C9A27-5D71-496E-AC2B-58C1CA833928}" type="slidenum">
              <a:rPr kumimoji="0" lang="en-GB" sz="900" b="0" i="0" u="none" strike="noStrike" kern="1200" cap="none" spc="0" normalizeH="0" baseline="0" noProof="0" smtClean="0">
                <a:ln>
                  <a:noFill/>
                </a:ln>
                <a:solidFill>
                  <a:srgbClr val="003B5B"/>
                </a:solidFill>
                <a:effectLst/>
                <a:uLnTx/>
                <a:uFillTx/>
                <a:latin typeface="Arial" pitchFamily="34" charset="0"/>
                <a:ea typeface="+mn-ea"/>
                <a:cs typeface="Arial"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12</a:t>
            </a:fld>
            <a:endParaRPr kumimoji="0" lang="en-GB" sz="900" b="0" i="0" u="none" strike="noStrike" kern="1200" cap="none" spc="0" normalizeH="0" baseline="0" noProof="0" dirty="0">
              <a:ln>
                <a:noFill/>
              </a:ln>
              <a:solidFill>
                <a:srgbClr val="003B5B"/>
              </a:solidFill>
              <a:effectLst/>
              <a:uLnTx/>
              <a:uFillTx/>
              <a:latin typeface="Arial" pitchFamily="34" charset="0"/>
              <a:ea typeface="+mn-ea"/>
              <a:cs typeface="Arial" pitchFamily="34" charset="0"/>
            </a:endParaRPr>
          </a:p>
        </p:txBody>
      </p:sp>
      <p:sp>
        <p:nvSpPr>
          <p:cNvPr id="3" name="Title 2"/>
          <p:cNvSpPr>
            <a:spLocks noGrp="1"/>
          </p:cNvSpPr>
          <p:nvPr>
            <p:ph type="title"/>
          </p:nvPr>
        </p:nvSpPr>
        <p:spPr/>
        <p:txBody>
          <a:bodyPr/>
          <a:lstStyle/>
          <a:p>
            <a:pPr algn="ctr"/>
            <a:r>
              <a:rPr lang="en-GB" altLang="en-US" dirty="0">
                <a:solidFill>
                  <a:srgbClr val="003B5B"/>
                </a:solidFill>
              </a:rPr>
              <a:t>Overview of Hierarchy Rules </a:t>
            </a:r>
            <a:endParaRPr lang="en-GB" dirty="0"/>
          </a:p>
        </p:txBody>
      </p:sp>
      <p:sp>
        <p:nvSpPr>
          <p:cNvPr id="21"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12</a:t>
            </a:fld>
            <a:endParaRPr lang="en-GB" dirty="0"/>
          </a:p>
        </p:txBody>
      </p:sp>
    </p:spTree>
    <p:extLst>
      <p:ext uri="{BB962C8B-B14F-4D97-AF65-F5344CB8AC3E}">
        <p14:creationId xmlns:p14="http://schemas.microsoft.com/office/powerpoint/2010/main" val="427893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animBg="1"/>
      <p:bldP spid="92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algn="ctr"/>
            <a:r>
              <a:rPr lang="en-US" altLang="en-US" smtClean="0"/>
              <a:t>Procurement (NFR)</a:t>
            </a:r>
            <a:endParaRPr lang="en-GB" altLang="en-US" smtClean="0"/>
          </a:p>
        </p:txBody>
      </p:sp>
      <p:sp>
        <p:nvSpPr>
          <p:cNvPr id="18435" name="Content Placeholder 2"/>
          <p:cNvSpPr>
            <a:spLocks noGrp="1"/>
          </p:cNvSpPr>
          <p:nvPr>
            <p:ph idx="1"/>
          </p:nvPr>
        </p:nvSpPr>
        <p:spPr/>
        <p:txBody>
          <a:bodyPr/>
          <a:lstStyle/>
          <a:p>
            <a:pPr>
              <a:defRPr/>
            </a:pPr>
            <a:r>
              <a:rPr lang="en-US" dirty="0" smtClean="0"/>
              <a:t>NFR Article 32.1 </a:t>
            </a:r>
            <a:r>
              <a:rPr lang="en-US" dirty="0"/>
              <a:t>NATO Procurement and Contracting shall adhere to the following principles: </a:t>
            </a:r>
          </a:p>
          <a:p>
            <a:pPr lvl="1">
              <a:defRPr/>
            </a:pPr>
            <a:r>
              <a:rPr lang="en-US" dirty="0"/>
              <a:t>(a) The timely acquisition of goods and services to be achieved wherever possible </a:t>
            </a:r>
            <a:r>
              <a:rPr lang="en-US" dirty="0">
                <a:solidFill>
                  <a:srgbClr val="FF0000"/>
                </a:solidFill>
              </a:rPr>
              <a:t>through a competitive bidding process</a:t>
            </a:r>
            <a:r>
              <a:rPr lang="en-US" dirty="0"/>
              <a:t>, using approved procurement procedures to achieve the most effective, efficient and economical solution; </a:t>
            </a:r>
          </a:p>
          <a:p>
            <a:pPr lvl="1">
              <a:defRPr/>
            </a:pPr>
            <a:r>
              <a:rPr lang="en-US" dirty="0"/>
              <a:t>(b) Goods and services will be procured, in a transparent and fair manner built upon the </a:t>
            </a:r>
            <a:r>
              <a:rPr lang="en-US" dirty="0">
                <a:solidFill>
                  <a:srgbClr val="FF0000"/>
                </a:solidFill>
              </a:rPr>
              <a:t>principle of non-discrimination and fairness </a:t>
            </a:r>
            <a:r>
              <a:rPr lang="en-US" dirty="0"/>
              <a:t>in which eligible suppliers are given the same opportunity and treated in the same fair manner; </a:t>
            </a:r>
          </a:p>
          <a:p>
            <a:pPr lvl="1">
              <a:defRPr/>
            </a:pPr>
            <a:r>
              <a:rPr lang="en-US" dirty="0"/>
              <a:t>(c) Tendering documents shall contain a clear, precise and complete description to </a:t>
            </a:r>
            <a:r>
              <a:rPr lang="en-US" dirty="0">
                <a:solidFill>
                  <a:srgbClr val="FF0000"/>
                </a:solidFill>
              </a:rPr>
              <a:t>enhance full and open competition </a:t>
            </a:r>
            <a:r>
              <a:rPr lang="en-US" dirty="0"/>
              <a:t>among eligible suppliers; </a:t>
            </a:r>
          </a:p>
          <a:p>
            <a:pPr lvl="1">
              <a:defRPr/>
            </a:pPr>
            <a:r>
              <a:rPr lang="en-US" dirty="0"/>
              <a:t>(d) Every aspect of the procurement process must conform to the </a:t>
            </a:r>
            <a:r>
              <a:rPr lang="en-US" dirty="0">
                <a:solidFill>
                  <a:srgbClr val="FF0000"/>
                </a:solidFill>
              </a:rPr>
              <a:t>highest standards of integrity and accountability</a:t>
            </a:r>
            <a:r>
              <a:rPr lang="en-US" dirty="0"/>
              <a:t>. </a:t>
            </a:r>
          </a:p>
          <a:p>
            <a:pPr marL="0" indent="0">
              <a:buFontTx/>
              <a:buNone/>
              <a:defRPr/>
            </a:pPr>
            <a:endParaRPr lang="en-US" dirty="0"/>
          </a:p>
          <a:p>
            <a:pPr marL="0" indent="0">
              <a:buFontTx/>
              <a:buNone/>
              <a:defRPr/>
            </a:pPr>
            <a:r>
              <a:rPr lang="en-GB" dirty="0"/>
              <a:t>	</a:t>
            </a:r>
          </a:p>
        </p:txBody>
      </p:sp>
      <p:sp>
        <p:nvSpPr>
          <p:cNvPr id="6" name="Footer Placeholder 3"/>
          <p:cNvSpPr>
            <a:spLocks noGrp="1"/>
          </p:cNvSpPr>
          <p:nvPr>
            <p:ph type="ftr" sz="quarter" idx="3"/>
          </p:nvPr>
        </p:nvSpPr>
        <p:spPr>
          <a:xfrm>
            <a:off x="2895467" y="6235030"/>
            <a:ext cx="3353065" cy="540510"/>
          </a:xfrm>
        </p:spPr>
        <p:txBody>
          <a:bodyPr/>
          <a:lstStyle/>
          <a:p>
            <a:r>
              <a:rPr lang="de-DE" dirty="0" smtClean="0"/>
              <a:t>NATO UNCLASSIFIED</a:t>
            </a:r>
            <a:endParaRPr lang="de-DE" dirty="0"/>
          </a:p>
        </p:txBody>
      </p:sp>
      <p:sp>
        <p:nvSpPr>
          <p:cNvPr id="7" name="Slide Number Placeholder 4"/>
          <p:cNvSpPr txBox="1">
            <a:spLocks/>
          </p:cNvSpPr>
          <p:nvPr/>
        </p:nvSpPr>
        <p:spPr>
          <a:xfrm>
            <a:off x="7091367" y="6373030"/>
            <a:ext cx="738203" cy="365125"/>
          </a:xfrm>
          <a:prstGeom prst="rect">
            <a:avLst/>
          </a:prstGeom>
        </p:spPr>
        <p:txBody>
          <a:bodyPr vert="horz" lIns="0" tIns="45720" rIns="91440" bIns="45720" rtlCol="0" anchor="ctr"/>
          <a:lstStyle>
            <a:defPPr>
              <a:defRPr lang="de-DE"/>
            </a:defPPr>
            <a:lvl1pPr marL="0" algn="l" defTabSz="457200" rtl="0" eaLnBrk="1" latinLnBrk="0" hangingPunct="1">
              <a:defRPr sz="900" kern="1200">
                <a:solidFill>
                  <a:schemeClr val="tx2"/>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dirty="0" smtClean="0"/>
              <a:t>| Slide </a:t>
            </a:r>
            <a:fld id="{AC1C9A27-5D71-496E-AC2B-58C1CA833928}" type="slidenum">
              <a:rPr lang="en-GB" smtClean="0"/>
              <a:pPr/>
              <a:t>13</a:t>
            </a:fld>
            <a:endParaRPr lang="en-GB" dirty="0"/>
          </a:p>
        </p:txBody>
      </p:sp>
    </p:spTree>
    <p:extLst>
      <p:ext uri="{BB962C8B-B14F-4D97-AF65-F5344CB8AC3E}">
        <p14:creationId xmlns:p14="http://schemas.microsoft.com/office/powerpoint/2010/main" val="30227121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algn="ctr"/>
            <a:r>
              <a:rPr lang="en-GB" altLang="en-US" smtClean="0"/>
              <a:t>Responsibility and Accountability</a:t>
            </a:r>
            <a:r>
              <a:rPr lang="en-US" altLang="en-US" smtClean="0"/>
              <a:t> (FRP)</a:t>
            </a:r>
            <a:endParaRPr lang="en-GB" altLang="en-US" smtClean="0"/>
          </a:p>
        </p:txBody>
      </p:sp>
      <p:sp>
        <p:nvSpPr>
          <p:cNvPr id="18435" name="Content Placeholder 2"/>
          <p:cNvSpPr>
            <a:spLocks noGrp="1"/>
          </p:cNvSpPr>
          <p:nvPr>
            <p:ph idx="1"/>
          </p:nvPr>
        </p:nvSpPr>
        <p:spPr/>
        <p:txBody>
          <a:bodyPr/>
          <a:lstStyle/>
          <a:p>
            <a:pPr>
              <a:defRPr/>
            </a:pPr>
            <a:r>
              <a:rPr lang="en-US" dirty="0" smtClean="0"/>
              <a:t>FRP III 1) continued </a:t>
            </a:r>
          </a:p>
          <a:p>
            <a:pPr>
              <a:defRPr/>
            </a:pPr>
            <a:endParaRPr lang="en-US" dirty="0"/>
          </a:p>
          <a:p>
            <a:pPr marL="0" indent="0">
              <a:buFontTx/>
              <a:buNone/>
              <a:defRPr/>
            </a:pPr>
            <a:r>
              <a:rPr lang="en-US" i="1" dirty="0"/>
              <a:t>f. Purchasing and Contracting Officer(s), to have </a:t>
            </a:r>
            <a:r>
              <a:rPr lang="en-US" i="1" dirty="0">
                <a:solidFill>
                  <a:srgbClr val="FF0000"/>
                </a:solidFill>
              </a:rPr>
              <a:t>exclusive legal authority</a:t>
            </a:r>
            <a:r>
              <a:rPr lang="en-US" i="1" dirty="0"/>
              <a:t> for the procurement of goods and services on behalf of the NATO body. Purchasing and contracting officers should be </a:t>
            </a:r>
            <a:r>
              <a:rPr lang="en-US" i="1" dirty="0">
                <a:solidFill>
                  <a:srgbClr val="FF0000"/>
                </a:solidFill>
              </a:rPr>
              <a:t>issued with clear warrants </a:t>
            </a:r>
            <a:r>
              <a:rPr lang="en-US" i="1" dirty="0"/>
              <a:t>covering their responsibilities, which shall state any limitations on the scope of authority to be exercised. </a:t>
            </a:r>
            <a:endParaRPr lang="en-GB" dirty="0"/>
          </a:p>
          <a:p>
            <a:pPr marL="360362" lvl="1" indent="0">
              <a:buFontTx/>
              <a:buNone/>
              <a:defRPr/>
            </a:pPr>
            <a:endParaRPr lang="en-GB" altLang="en-US" dirty="0" smtClean="0"/>
          </a:p>
        </p:txBody>
      </p:sp>
      <p:sp>
        <p:nvSpPr>
          <p:cNvPr id="6" name="Footer Placeholder 3"/>
          <p:cNvSpPr>
            <a:spLocks noGrp="1"/>
          </p:cNvSpPr>
          <p:nvPr>
            <p:ph type="ftr" sz="quarter" idx="3"/>
          </p:nvPr>
        </p:nvSpPr>
        <p:spPr>
          <a:xfrm>
            <a:off x="2895467" y="6235030"/>
            <a:ext cx="3353065" cy="540510"/>
          </a:xfrm>
        </p:spPr>
        <p:txBody>
          <a:bodyPr/>
          <a:lstStyle/>
          <a:p>
            <a:r>
              <a:rPr lang="de-DE" dirty="0" smtClean="0"/>
              <a:t>NATO UNCLASSIFIED</a:t>
            </a:r>
            <a:endParaRPr lang="de-DE" dirty="0"/>
          </a:p>
        </p:txBody>
      </p:sp>
      <p:sp>
        <p:nvSpPr>
          <p:cNvPr id="7"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14</a:t>
            </a:fld>
            <a:endParaRPr lang="en-GB" dirty="0"/>
          </a:p>
        </p:txBody>
      </p:sp>
    </p:spTree>
    <p:extLst>
      <p:ext uri="{BB962C8B-B14F-4D97-AF65-F5344CB8AC3E}">
        <p14:creationId xmlns:p14="http://schemas.microsoft.com/office/powerpoint/2010/main" val="30200582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idx="1"/>
          </p:nvPr>
        </p:nvSpPr>
        <p:spPr bwMode="auto">
          <a:xfrm>
            <a:off x="457200" y="672828"/>
            <a:ext cx="8229600" cy="4935600"/>
          </a:xfrm>
          <a:noFill/>
          <a:extLst/>
        </p:spPr>
        <p:txBody>
          <a:bodyPr vert="horz" wrap="square" lIns="91440" tIns="45720" rIns="91440" bIns="45720" numCol="1" anchor="t" anchorCtr="0" compatLnSpc="1">
            <a:prstTxWarp prst="textNoShape">
              <a:avLst/>
            </a:prstTxWarp>
          </a:bodyPr>
          <a:lstStyle/>
          <a:p>
            <a:pPr>
              <a:buFontTx/>
              <a:buChar char="•"/>
            </a:pPr>
            <a:r>
              <a:rPr lang="en-GB" altLang="en-US" sz="2000" b="0" dirty="0" smtClean="0">
                <a:solidFill>
                  <a:srgbClr val="FF0000"/>
                </a:solidFill>
              </a:rPr>
              <a:t>84 days</a:t>
            </a:r>
            <a:r>
              <a:rPr lang="en-GB" altLang="en-US" sz="2000" b="0" dirty="0" smtClean="0"/>
              <a:t>: large-scale or complex projects</a:t>
            </a:r>
          </a:p>
          <a:p>
            <a:pPr>
              <a:buFontTx/>
              <a:buChar char="•"/>
            </a:pPr>
            <a:r>
              <a:rPr lang="en-GB" altLang="en-US" sz="2000" b="0" dirty="0" smtClean="0">
                <a:solidFill>
                  <a:srgbClr val="FF0000"/>
                </a:solidFill>
              </a:rPr>
              <a:t>42 days</a:t>
            </a:r>
            <a:r>
              <a:rPr lang="en-GB" altLang="en-US" sz="2000" b="0" dirty="0" smtClean="0"/>
              <a:t>: other works, supplies and services</a:t>
            </a:r>
          </a:p>
          <a:p>
            <a:pPr>
              <a:buFontTx/>
              <a:buChar char="•"/>
            </a:pPr>
            <a:r>
              <a:rPr lang="en-GB" altLang="en-US" sz="2000" b="0" dirty="0" smtClean="0"/>
              <a:t>Requests for extension:  To be submitted not later than 14 days prior to the Bid Closing Date.</a:t>
            </a:r>
          </a:p>
          <a:p>
            <a:pPr>
              <a:buFontTx/>
              <a:buChar char="•"/>
            </a:pPr>
            <a:r>
              <a:rPr lang="en-US" altLang="en-US" sz="2000" b="0" dirty="0" smtClean="0"/>
              <a:t>NOI sent to National Delegations at NATO HQ</a:t>
            </a:r>
            <a:endParaRPr lang="en-GB" altLang="en-US" sz="2000" b="0" dirty="0" smtClean="0"/>
          </a:p>
        </p:txBody>
      </p:sp>
      <p:sp>
        <p:nvSpPr>
          <p:cNvPr id="43011" name="Rectangle 4"/>
          <p:cNvSpPr>
            <a:spLocks noChangeArrowheads="1"/>
          </p:cNvSpPr>
          <p:nvPr/>
        </p:nvSpPr>
        <p:spPr bwMode="auto">
          <a:xfrm>
            <a:off x="611188" y="115888"/>
            <a:ext cx="80756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0"/>
              </a:spcBef>
              <a:spcAft>
                <a:spcPct val="0"/>
              </a:spcAft>
            </a:pPr>
            <a:r>
              <a:rPr lang="en-GB" altLang="en-US" b="1" dirty="0" smtClean="0">
                <a:solidFill>
                  <a:schemeClr val="tx2"/>
                </a:solidFill>
              </a:rPr>
              <a:t>International Competitive Bidding</a:t>
            </a:r>
            <a:endParaRPr lang="en-GB" altLang="en-US" b="1" dirty="0">
              <a:solidFill>
                <a:schemeClr val="tx2"/>
              </a:solidFill>
            </a:endParaRPr>
          </a:p>
        </p:txBody>
      </p:sp>
      <p:grpSp>
        <p:nvGrpSpPr>
          <p:cNvPr id="43012" name="Group 33"/>
          <p:cNvGrpSpPr>
            <a:grpSpLocks/>
          </p:cNvGrpSpPr>
          <p:nvPr/>
        </p:nvGrpSpPr>
        <p:grpSpPr bwMode="auto">
          <a:xfrm>
            <a:off x="611188" y="3064136"/>
            <a:ext cx="7999412" cy="2981325"/>
            <a:chOff x="385" y="1661"/>
            <a:chExt cx="5039" cy="1878"/>
          </a:xfrm>
        </p:grpSpPr>
        <p:sp>
          <p:nvSpPr>
            <p:cNvPr id="315426" name="Line 1027"/>
            <p:cNvSpPr>
              <a:spLocks noChangeShapeType="1"/>
            </p:cNvSpPr>
            <p:nvPr/>
          </p:nvSpPr>
          <p:spPr bwMode="auto">
            <a:xfrm>
              <a:off x="671" y="2004"/>
              <a:ext cx="4753" cy="0"/>
            </a:xfrm>
            <a:prstGeom prst="line">
              <a:avLst/>
            </a:prstGeom>
            <a:noFill/>
            <a:ln w="9525">
              <a:solidFill>
                <a:schemeClr val="tx1"/>
              </a:solidFill>
              <a:round/>
              <a:headEnd/>
              <a:tailEnd type="triangle" w="med" len="med"/>
            </a:ln>
          </p:spPr>
          <p:txBody>
            <a:bodyPr wrap="none" anchor="ctr"/>
            <a:lstStyle/>
            <a:p>
              <a:pPr fontAlgn="base">
                <a:spcBef>
                  <a:spcPct val="0"/>
                </a:spcBef>
                <a:spcAft>
                  <a:spcPct val="0"/>
                </a:spcAft>
                <a:defRPr/>
              </a:pPr>
              <a:endParaRPr lang="en-US" sz="2400">
                <a:solidFill>
                  <a:srgbClr val="000000"/>
                </a:solidFill>
                <a:effectLst>
                  <a:outerShdw blurRad="38100" dist="38100" dir="2700000" algn="tl">
                    <a:srgbClr val="000000">
                      <a:alpha val="43137"/>
                    </a:srgbClr>
                  </a:outerShdw>
                </a:effectLst>
              </a:endParaRPr>
            </a:p>
          </p:txBody>
        </p:sp>
        <p:sp>
          <p:nvSpPr>
            <p:cNvPr id="315427" name="Line 1028"/>
            <p:cNvSpPr>
              <a:spLocks noChangeShapeType="1"/>
            </p:cNvSpPr>
            <p:nvPr/>
          </p:nvSpPr>
          <p:spPr bwMode="auto">
            <a:xfrm>
              <a:off x="657" y="1888"/>
              <a:ext cx="0" cy="227"/>
            </a:xfrm>
            <a:prstGeom prst="line">
              <a:avLst/>
            </a:prstGeom>
            <a:noFill/>
            <a:ln w="9525">
              <a:solidFill>
                <a:schemeClr val="tx1"/>
              </a:solidFill>
              <a:round/>
              <a:headEnd/>
              <a:tailEnd/>
            </a:ln>
          </p:spPr>
          <p:txBody>
            <a:bodyPr wrap="none" anchor="ctr"/>
            <a:lstStyle/>
            <a:p>
              <a:pPr fontAlgn="base">
                <a:spcBef>
                  <a:spcPct val="0"/>
                </a:spcBef>
                <a:spcAft>
                  <a:spcPct val="0"/>
                </a:spcAft>
                <a:defRPr/>
              </a:pPr>
              <a:endParaRPr lang="en-US" sz="2400">
                <a:solidFill>
                  <a:srgbClr val="000000"/>
                </a:solidFill>
                <a:effectLst>
                  <a:outerShdw blurRad="38100" dist="38100" dir="2700000" algn="tl">
                    <a:srgbClr val="000000">
                      <a:alpha val="43137"/>
                    </a:srgbClr>
                  </a:outerShdw>
                </a:effectLst>
              </a:endParaRPr>
            </a:p>
          </p:txBody>
        </p:sp>
        <p:sp>
          <p:nvSpPr>
            <p:cNvPr id="43015" name="Text Box 1029"/>
            <p:cNvSpPr txBox="1">
              <a:spLocks noChangeArrowheads="1"/>
            </p:cNvSpPr>
            <p:nvPr/>
          </p:nvSpPr>
          <p:spPr bwMode="auto">
            <a:xfrm>
              <a:off x="385" y="1734"/>
              <a:ext cx="5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50000"/>
                </a:spcBef>
                <a:spcAft>
                  <a:spcPct val="0"/>
                </a:spcAft>
              </a:pPr>
              <a:r>
                <a:rPr lang="en-GB" altLang="en-US" sz="1000">
                  <a:solidFill>
                    <a:srgbClr val="000000"/>
                  </a:solidFill>
                </a:rPr>
                <a:t>NOI</a:t>
              </a:r>
            </a:p>
          </p:txBody>
        </p:sp>
        <p:sp>
          <p:nvSpPr>
            <p:cNvPr id="43016" name="Text Box 1030"/>
            <p:cNvSpPr txBox="1">
              <a:spLocks noChangeArrowheads="1"/>
            </p:cNvSpPr>
            <p:nvPr/>
          </p:nvSpPr>
          <p:spPr bwMode="auto">
            <a:xfrm>
              <a:off x="1111" y="1734"/>
              <a:ext cx="5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50000"/>
                </a:spcBef>
                <a:spcAft>
                  <a:spcPct val="0"/>
                </a:spcAft>
              </a:pPr>
              <a:r>
                <a:rPr lang="en-GB" altLang="en-US" sz="1000">
                  <a:solidFill>
                    <a:srgbClr val="000000"/>
                  </a:solidFill>
                </a:rPr>
                <a:t>IFIB Issue</a:t>
              </a:r>
            </a:p>
          </p:txBody>
        </p:sp>
        <p:sp>
          <p:nvSpPr>
            <p:cNvPr id="43017" name="Text Box 1032"/>
            <p:cNvSpPr txBox="1">
              <a:spLocks noChangeArrowheads="1"/>
            </p:cNvSpPr>
            <p:nvPr/>
          </p:nvSpPr>
          <p:spPr bwMode="auto">
            <a:xfrm>
              <a:off x="657" y="2024"/>
              <a:ext cx="68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0"/>
                </a:spcBef>
                <a:spcAft>
                  <a:spcPct val="0"/>
                </a:spcAft>
              </a:pPr>
              <a:r>
                <a:rPr lang="en-GB" altLang="en-US" sz="1000">
                  <a:solidFill>
                    <a:srgbClr val="000000"/>
                  </a:solidFill>
                </a:rPr>
                <a:t>28 or 35 days</a:t>
              </a:r>
            </a:p>
          </p:txBody>
        </p:sp>
        <p:sp>
          <p:nvSpPr>
            <p:cNvPr id="315431" name="Line 1033"/>
            <p:cNvSpPr>
              <a:spLocks noChangeShapeType="1"/>
            </p:cNvSpPr>
            <p:nvPr/>
          </p:nvSpPr>
          <p:spPr bwMode="auto">
            <a:xfrm>
              <a:off x="3969" y="1829"/>
              <a:ext cx="0" cy="1057"/>
            </a:xfrm>
            <a:prstGeom prst="line">
              <a:avLst/>
            </a:prstGeom>
            <a:noFill/>
            <a:ln w="9525">
              <a:solidFill>
                <a:schemeClr val="tx1"/>
              </a:solidFill>
              <a:round/>
              <a:headEnd/>
              <a:tailEnd/>
            </a:ln>
          </p:spPr>
          <p:txBody>
            <a:bodyPr wrap="none" anchor="ctr"/>
            <a:lstStyle/>
            <a:p>
              <a:pPr fontAlgn="base">
                <a:spcBef>
                  <a:spcPct val="0"/>
                </a:spcBef>
                <a:spcAft>
                  <a:spcPct val="0"/>
                </a:spcAft>
                <a:defRPr/>
              </a:pPr>
              <a:endParaRPr lang="en-US" sz="2400">
                <a:solidFill>
                  <a:srgbClr val="000000"/>
                </a:solidFill>
                <a:effectLst>
                  <a:outerShdw blurRad="38100" dist="38100" dir="2700000" algn="tl">
                    <a:srgbClr val="000000">
                      <a:alpha val="43137"/>
                    </a:srgbClr>
                  </a:outerShdw>
                </a:effectLst>
              </a:endParaRPr>
            </a:p>
          </p:txBody>
        </p:sp>
        <p:sp>
          <p:nvSpPr>
            <p:cNvPr id="43019" name="Text Box 1034"/>
            <p:cNvSpPr txBox="1">
              <a:spLocks noChangeArrowheads="1"/>
            </p:cNvSpPr>
            <p:nvPr/>
          </p:nvSpPr>
          <p:spPr bwMode="auto">
            <a:xfrm>
              <a:off x="2063" y="1688"/>
              <a:ext cx="115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50000"/>
                </a:spcBef>
                <a:spcAft>
                  <a:spcPct val="0"/>
                </a:spcAft>
              </a:pPr>
              <a:r>
                <a:rPr lang="en-GB" altLang="en-US" sz="1000">
                  <a:solidFill>
                    <a:srgbClr val="000000"/>
                  </a:solidFill>
                </a:rPr>
                <a:t>Bidding period</a:t>
              </a:r>
            </a:p>
          </p:txBody>
        </p:sp>
        <p:sp>
          <p:nvSpPr>
            <p:cNvPr id="43020" name="Text Box 1035"/>
            <p:cNvSpPr txBox="1">
              <a:spLocks noChangeArrowheads="1"/>
            </p:cNvSpPr>
            <p:nvPr/>
          </p:nvSpPr>
          <p:spPr bwMode="auto">
            <a:xfrm>
              <a:off x="3515" y="1661"/>
              <a:ext cx="8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50000"/>
                </a:spcBef>
                <a:spcAft>
                  <a:spcPct val="0"/>
                </a:spcAft>
              </a:pPr>
              <a:r>
                <a:rPr lang="en-GB" altLang="en-US" sz="1000">
                  <a:solidFill>
                    <a:srgbClr val="000000"/>
                  </a:solidFill>
                </a:rPr>
                <a:t>Bid Closing Date</a:t>
              </a:r>
            </a:p>
          </p:txBody>
        </p:sp>
        <p:sp>
          <p:nvSpPr>
            <p:cNvPr id="315434" name="Line 1036"/>
            <p:cNvSpPr>
              <a:spLocks noChangeShapeType="1"/>
            </p:cNvSpPr>
            <p:nvPr/>
          </p:nvSpPr>
          <p:spPr bwMode="auto">
            <a:xfrm flipH="1">
              <a:off x="3312" y="2224"/>
              <a:ext cx="624" cy="0"/>
            </a:xfrm>
            <a:prstGeom prst="line">
              <a:avLst/>
            </a:prstGeom>
            <a:noFill/>
            <a:ln w="9525">
              <a:solidFill>
                <a:schemeClr val="tx1"/>
              </a:solidFill>
              <a:round/>
              <a:headEnd/>
              <a:tailEnd type="triangle" w="med" len="med"/>
            </a:ln>
          </p:spPr>
          <p:txBody>
            <a:bodyPr wrap="none" anchor="ctr"/>
            <a:lstStyle/>
            <a:p>
              <a:pPr fontAlgn="base">
                <a:spcBef>
                  <a:spcPct val="0"/>
                </a:spcBef>
                <a:spcAft>
                  <a:spcPct val="0"/>
                </a:spcAft>
                <a:defRPr/>
              </a:pPr>
              <a:endParaRPr lang="en-US" sz="2400">
                <a:solidFill>
                  <a:srgbClr val="000000"/>
                </a:solidFill>
                <a:effectLst>
                  <a:outerShdw blurRad="38100" dist="38100" dir="2700000" algn="tl">
                    <a:srgbClr val="000000">
                      <a:alpha val="43137"/>
                    </a:srgbClr>
                  </a:outerShdw>
                </a:effectLst>
              </a:endParaRPr>
            </a:p>
          </p:txBody>
        </p:sp>
        <p:sp>
          <p:nvSpPr>
            <p:cNvPr id="315435" name="Line 1037"/>
            <p:cNvSpPr>
              <a:spLocks noChangeShapeType="1"/>
            </p:cNvSpPr>
            <p:nvPr/>
          </p:nvSpPr>
          <p:spPr bwMode="auto">
            <a:xfrm>
              <a:off x="3312" y="2092"/>
              <a:ext cx="0" cy="370"/>
            </a:xfrm>
            <a:prstGeom prst="line">
              <a:avLst/>
            </a:prstGeom>
            <a:noFill/>
            <a:ln w="9525">
              <a:solidFill>
                <a:schemeClr val="tx1"/>
              </a:solidFill>
              <a:round/>
              <a:headEnd/>
              <a:tailEnd/>
            </a:ln>
          </p:spPr>
          <p:txBody>
            <a:bodyPr wrap="none" anchor="ctr"/>
            <a:lstStyle/>
            <a:p>
              <a:pPr fontAlgn="base">
                <a:spcBef>
                  <a:spcPct val="0"/>
                </a:spcBef>
                <a:spcAft>
                  <a:spcPct val="0"/>
                </a:spcAft>
                <a:defRPr/>
              </a:pPr>
              <a:endParaRPr lang="en-US" sz="2400">
                <a:solidFill>
                  <a:srgbClr val="000000"/>
                </a:solidFill>
                <a:effectLst>
                  <a:outerShdw blurRad="38100" dist="38100" dir="2700000" algn="tl">
                    <a:srgbClr val="000000">
                      <a:alpha val="43137"/>
                    </a:srgbClr>
                  </a:outerShdw>
                </a:effectLst>
              </a:endParaRPr>
            </a:p>
          </p:txBody>
        </p:sp>
        <p:sp>
          <p:nvSpPr>
            <p:cNvPr id="43023" name="Text Box 1038"/>
            <p:cNvSpPr txBox="1">
              <a:spLocks noChangeArrowheads="1"/>
            </p:cNvSpPr>
            <p:nvPr/>
          </p:nvSpPr>
          <p:spPr bwMode="auto">
            <a:xfrm>
              <a:off x="3312" y="2251"/>
              <a:ext cx="70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50000"/>
                </a:spcBef>
                <a:spcAft>
                  <a:spcPct val="0"/>
                </a:spcAft>
              </a:pPr>
              <a:r>
                <a:rPr lang="en-GB" altLang="en-US" sz="1000" b="1">
                  <a:solidFill>
                    <a:srgbClr val="000000"/>
                  </a:solidFill>
                </a:rPr>
                <a:t>Request for extension</a:t>
              </a:r>
            </a:p>
          </p:txBody>
        </p:sp>
        <p:sp>
          <p:nvSpPr>
            <p:cNvPr id="43024" name="Text Box 1039"/>
            <p:cNvSpPr txBox="1">
              <a:spLocks noChangeArrowheads="1"/>
            </p:cNvSpPr>
            <p:nvPr/>
          </p:nvSpPr>
          <p:spPr bwMode="auto">
            <a:xfrm>
              <a:off x="1926" y="2024"/>
              <a:ext cx="68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0"/>
                </a:spcBef>
                <a:spcAft>
                  <a:spcPct val="0"/>
                </a:spcAft>
              </a:pPr>
              <a:r>
                <a:rPr lang="en-GB" altLang="en-US" sz="1000">
                  <a:solidFill>
                    <a:srgbClr val="000000"/>
                  </a:solidFill>
                </a:rPr>
                <a:t>42 or 84 days</a:t>
              </a:r>
            </a:p>
          </p:txBody>
        </p:sp>
        <p:sp>
          <p:nvSpPr>
            <p:cNvPr id="43025" name="Text Box 1040"/>
            <p:cNvSpPr txBox="1">
              <a:spLocks noChangeArrowheads="1"/>
            </p:cNvSpPr>
            <p:nvPr/>
          </p:nvSpPr>
          <p:spPr bwMode="auto">
            <a:xfrm>
              <a:off x="3360" y="2023"/>
              <a:ext cx="68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0"/>
                </a:spcBef>
                <a:spcAft>
                  <a:spcPct val="0"/>
                </a:spcAft>
              </a:pPr>
              <a:r>
                <a:rPr lang="en-GB" altLang="en-US" sz="1000">
                  <a:solidFill>
                    <a:srgbClr val="000000"/>
                  </a:solidFill>
                </a:rPr>
                <a:t>14 days</a:t>
              </a:r>
            </a:p>
          </p:txBody>
        </p:sp>
        <p:sp>
          <p:nvSpPr>
            <p:cNvPr id="315439" name="Line 1041"/>
            <p:cNvSpPr>
              <a:spLocks noChangeShapeType="1"/>
            </p:cNvSpPr>
            <p:nvPr/>
          </p:nvSpPr>
          <p:spPr bwMode="auto">
            <a:xfrm>
              <a:off x="2639" y="2296"/>
              <a:ext cx="0" cy="615"/>
            </a:xfrm>
            <a:prstGeom prst="line">
              <a:avLst/>
            </a:prstGeom>
            <a:noFill/>
            <a:ln w="9525">
              <a:solidFill>
                <a:schemeClr val="tx1"/>
              </a:solidFill>
              <a:round/>
              <a:headEnd/>
              <a:tailEnd/>
            </a:ln>
          </p:spPr>
          <p:txBody>
            <a:bodyPr wrap="none" anchor="ctr"/>
            <a:lstStyle/>
            <a:p>
              <a:pPr fontAlgn="base">
                <a:spcBef>
                  <a:spcPct val="0"/>
                </a:spcBef>
                <a:spcAft>
                  <a:spcPct val="0"/>
                </a:spcAft>
                <a:defRPr/>
              </a:pPr>
              <a:endParaRPr lang="en-US" sz="2400">
                <a:solidFill>
                  <a:srgbClr val="000000"/>
                </a:solidFill>
                <a:effectLst>
                  <a:outerShdw blurRad="38100" dist="38100" dir="2700000" algn="tl">
                    <a:srgbClr val="000000">
                      <a:alpha val="43137"/>
                    </a:srgbClr>
                  </a:outerShdw>
                </a:effectLst>
              </a:endParaRPr>
            </a:p>
          </p:txBody>
        </p:sp>
        <p:sp>
          <p:nvSpPr>
            <p:cNvPr id="315440" name="Line 1042"/>
            <p:cNvSpPr>
              <a:spLocks noChangeShapeType="1"/>
            </p:cNvSpPr>
            <p:nvPr/>
          </p:nvSpPr>
          <p:spPr bwMode="auto">
            <a:xfrm flipH="1">
              <a:off x="2639" y="2614"/>
              <a:ext cx="1297" cy="0"/>
            </a:xfrm>
            <a:prstGeom prst="line">
              <a:avLst/>
            </a:prstGeom>
            <a:noFill/>
            <a:ln w="9525">
              <a:solidFill>
                <a:schemeClr val="tx1"/>
              </a:solidFill>
              <a:round/>
              <a:headEnd/>
              <a:tailEnd type="triangle" w="med" len="med"/>
            </a:ln>
          </p:spPr>
          <p:txBody>
            <a:bodyPr wrap="none" anchor="ctr"/>
            <a:lstStyle/>
            <a:p>
              <a:pPr fontAlgn="base">
                <a:spcBef>
                  <a:spcPct val="0"/>
                </a:spcBef>
                <a:spcAft>
                  <a:spcPct val="0"/>
                </a:spcAft>
                <a:defRPr/>
              </a:pPr>
              <a:endParaRPr lang="en-US" sz="2400">
                <a:solidFill>
                  <a:srgbClr val="000000"/>
                </a:solidFill>
                <a:effectLst>
                  <a:outerShdw blurRad="38100" dist="38100" dir="2700000" algn="tl">
                    <a:srgbClr val="000000">
                      <a:alpha val="43137"/>
                    </a:srgbClr>
                  </a:outerShdw>
                </a:effectLst>
              </a:endParaRPr>
            </a:p>
          </p:txBody>
        </p:sp>
        <p:sp>
          <p:nvSpPr>
            <p:cNvPr id="43028" name="Text Box 1043"/>
            <p:cNvSpPr txBox="1">
              <a:spLocks noChangeArrowheads="1"/>
            </p:cNvSpPr>
            <p:nvPr/>
          </p:nvSpPr>
          <p:spPr bwMode="auto">
            <a:xfrm>
              <a:off x="2783" y="2659"/>
              <a:ext cx="10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50000"/>
                </a:spcBef>
                <a:spcAft>
                  <a:spcPct val="0"/>
                </a:spcAft>
              </a:pPr>
              <a:r>
                <a:rPr lang="en-GB" altLang="en-US" sz="1000">
                  <a:solidFill>
                    <a:srgbClr val="000000"/>
                  </a:solidFill>
                </a:rPr>
                <a:t>Request for clarification</a:t>
              </a:r>
            </a:p>
          </p:txBody>
        </p:sp>
        <p:sp>
          <p:nvSpPr>
            <p:cNvPr id="43029" name="Text Box 1044"/>
            <p:cNvSpPr txBox="1">
              <a:spLocks noChangeArrowheads="1"/>
            </p:cNvSpPr>
            <p:nvPr/>
          </p:nvSpPr>
          <p:spPr bwMode="auto">
            <a:xfrm>
              <a:off x="2976" y="2478"/>
              <a:ext cx="68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0"/>
                </a:spcBef>
                <a:spcAft>
                  <a:spcPct val="0"/>
                </a:spcAft>
              </a:pPr>
              <a:r>
                <a:rPr lang="en-GB" altLang="en-US" sz="1000" dirty="0">
                  <a:solidFill>
                    <a:srgbClr val="000000"/>
                  </a:solidFill>
                </a:rPr>
                <a:t>28 days</a:t>
              </a:r>
            </a:p>
          </p:txBody>
        </p:sp>
        <p:sp>
          <p:nvSpPr>
            <p:cNvPr id="315443" name="Line 1045"/>
            <p:cNvSpPr>
              <a:spLocks noChangeShapeType="1"/>
            </p:cNvSpPr>
            <p:nvPr/>
          </p:nvSpPr>
          <p:spPr bwMode="auto">
            <a:xfrm>
              <a:off x="2639" y="2886"/>
              <a:ext cx="721" cy="0"/>
            </a:xfrm>
            <a:prstGeom prst="line">
              <a:avLst/>
            </a:prstGeom>
            <a:noFill/>
            <a:ln w="9525">
              <a:solidFill>
                <a:schemeClr val="tx1"/>
              </a:solidFill>
              <a:round/>
              <a:headEnd/>
              <a:tailEnd type="triangle" w="med" len="med"/>
            </a:ln>
          </p:spPr>
          <p:txBody>
            <a:bodyPr wrap="none" anchor="ctr"/>
            <a:lstStyle/>
            <a:p>
              <a:pPr fontAlgn="base">
                <a:spcBef>
                  <a:spcPct val="0"/>
                </a:spcBef>
                <a:spcAft>
                  <a:spcPct val="0"/>
                </a:spcAft>
                <a:defRPr/>
              </a:pPr>
              <a:endParaRPr lang="en-US" sz="2400">
                <a:solidFill>
                  <a:srgbClr val="000000"/>
                </a:solidFill>
                <a:effectLst>
                  <a:outerShdw blurRad="38100" dist="38100" dir="2700000" algn="tl">
                    <a:srgbClr val="000000">
                      <a:alpha val="43137"/>
                    </a:srgbClr>
                  </a:outerShdw>
                </a:effectLst>
              </a:endParaRPr>
            </a:p>
          </p:txBody>
        </p:sp>
        <p:sp>
          <p:nvSpPr>
            <p:cNvPr id="43031" name="Text Box 1046"/>
            <p:cNvSpPr txBox="1">
              <a:spLocks noChangeArrowheads="1"/>
            </p:cNvSpPr>
            <p:nvPr/>
          </p:nvSpPr>
          <p:spPr bwMode="auto">
            <a:xfrm>
              <a:off x="2832" y="2886"/>
              <a:ext cx="100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50000"/>
                </a:spcBef>
                <a:spcAft>
                  <a:spcPct val="0"/>
                </a:spcAft>
              </a:pPr>
              <a:r>
                <a:rPr lang="en-GB" altLang="en-US" sz="1000">
                  <a:solidFill>
                    <a:srgbClr val="000000"/>
                  </a:solidFill>
                </a:rPr>
                <a:t>Clarification</a:t>
              </a:r>
            </a:p>
          </p:txBody>
        </p:sp>
        <p:sp>
          <p:nvSpPr>
            <p:cNvPr id="315445" name="Line 1047"/>
            <p:cNvSpPr>
              <a:spLocks noChangeShapeType="1"/>
            </p:cNvSpPr>
            <p:nvPr/>
          </p:nvSpPr>
          <p:spPr bwMode="auto">
            <a:xfrm>
              <a:off x="3360" y="2886"/>
              <a:ext cx="1296" cy="0"/>
            </a:xfrm>
            <a:prstGeom prst="line">
              <a:avLst/>
            </a:prstGeom>
            <a:noFill/>
            <a:ln w="9525">
              <a:solidFill>
                <a:schemeClr val="tx1"/>
              </a:solidFill>
              <a:round/>
              <a:headEnd/>
              <a:tailEnd type="triangle" w="med" len="med"/>
            </a:ln>
          </p:spPr>
          <p:txBody>
            <a:bodyPr wrap="none" anchor="ctr"/>
            <a:lstStyle/>
            <a:p>
              <a:pPr fontAlgn="base">
                <a:spcBef>
                  <a:spcPct val="0"/>
                </a:spcBef>
                <a:spcAft>
                  <a:spcPct val="0"/>
                </a:spcAft>
                <a:defRPr/>
              </a:pPr>
              <a:endParaRPr lang="en-US" sz="2400">
                <a:solidFill>
                  <a:srgbClr val="000000"/>
                </a:solidFill>
                <a:effectLst>
                  <a:outerShdw blurRad="38100" dist="38100" dir="2700000" algn="tl">
                    <a:srgbClr val="000000">
                      <a:alpha val="43137"/>
                    </a:srgbClr>
                  </a:outerShdw>
                </a:effectLst>
              </a:endParaRPr>
            </a:p>
          </p:txBody>
        </p:sp>
        <p:sp>
          <p:nvSpPr>
            <p:cNvPr id="43033" name="Text Box 1048"/>
            <p:cNvSpPr txBox="1">
              <a:spLocks noChangeArrowheads="1"/>
            </p:cNvSpPr>
            <p:nvPr/>
          </p:nvSpPr>
          <p:spPr bwMode="auto">
            <a:xfrm>
              <a:off x="3831" y="2886"/>
              <a:ext cx="68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0"/>
                </a:spcBef>
                <a:spcAft>
                  <a:spcPct val="0"/>
                </a:spcAft>
              </a:pPr>
              <a:r>
                <a:rPr lang="en-GB" altLang="en-US" sz="1000">
                  <a:solidFill>
                    <a:srgbClr val="000000"/>
                  </a:solidFill>
                </a:rPr>
                <a:t>28 days</a:t>
              </a:r>
            </a:p>
          </p:txBody>
        </p:sp>
        <p:sp>
          <p:nvSpPr>
            <p:cNvPr id="315447" name="Line 1049"/>
            <p:cNvSpPr>
              <a:spLocks noChangeShapeType="1"/>
            </p:cNvSpPr>
            <p:nvPr/>
          </p:nvSpPr>
          <p:spPr bwMode="auto">
            <a:xfrm>
              <a:off x="4656" y="2568"/>
              <a:ext cx="0" cy="615"/>
            </a:xfrm>
            <a:prstGeom prst="line">
              <a:avLst/>
            </a:prstGeom>
            <a:noFill/>
            <a:ln w="9525">
              <a:solidFill>
                <a:schemeClr val="tx1"/>
              </a:solidFill>
              <a:round/>
              <a:headEnd/>
              <a:tailEnd/>
            </a:ln>
          </p:spPr>
          <p:txBody>
            <a:bodyPr wrap="none" anchor="ctr"/>
            <a:lstStyle/>
            <a:p>
              <a:pPr fontAlgn="base">
                <a:spcBef>
                  <a:spcPct val="0"/>
                </a:spcBef>
                <a:spcAft>
                  <a:spcPct val="0"/>
                </a:spcAft>
                <a:defRPr/>
              </a:pPr>
              <a:endParaRPr lang="en-US" sz="2400">
                <a:solidFill>
                  <a:srgbClr val="000000"/>
                </a:solidFill>
                <a:effectLst>
                  <a:outerShdw blurRad="38100" dist="38100" dir="2700000" algn="tl">
                    <a:srgbClr val="000000">
                      <a:alpha val="43137"/>
                    </a:srgbClr>
                  </a:outerShdw>
                </a:effectLst>
              </a:endParaRPr>
            </a:p>
          </p:txBody>
        </p:sp>
        <p:sp>
          <p:nvSpPr>
            <p:cNvPr id="43035" name="Text Box 1050"/>
            <p:cNvSpPr txBox="1">
              <a:spLocks noChangeArrowheads="1"/>
            </p:cNvSpPr>
            <p:nvPr/>
          </p:nvSpPr>
          <p:spPr bwMode="auto">
            <a:xfrm>
              <a:off x="4105" y="2704"/>
              <a:ext cx="528"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50000"/>
                </a:spcBef>
                <a:spcAft>
                  <a:spcPct val="0"/>
                </a:spcAft>
              </a:pPr>
              <a:r>
                <a:rPr lang="en-GB" altLang="en-US" sz="1000">
                  <a:solidFill>
                    <a:srgbClr val="000000"/>
                  </a:solidFill>
                </a:rPr>
                <a:t>New BCD</a:t>
              </a:r>
            </a:p>
          </p:txBody>
        </p:sp>
        <p:sp>
          <p:nvSpPr>
            <p:cNvPr id="315449" name="Line 1051"/>
            <p:cNvSpPr>
              <a:spLocks noChangeShapeType="1"/>
            </p:cNvSpPr>
            <p:nvPr/>
          </p:nvSpPr>
          <p:spPr bwMode="auto">
            <a:xfrm>
              <a:off x="4032" y="3022"/>
              <a:ext cx="0" cy="370"/>
            </a:xfrm>
            <a:prstGeom prst="line">
              <a:avLst/>
            </a:prstGeom>
            <a:noFill/>
            <a:ln w="9525">
              <a:solidFill>
                <a:schemeClr val="tx1"/>
              </a:solidFill>
              <a:round/>
              <a:headEnd/>
              <a:tailEnd/>
            </a:ln>
          </p:spPr>
          <p:txBody>
            <a:bodyPr wrap="none" anchor="ctr"/>
            <a:lstStyle/>
            <a:p>
              <a:pPr fontAlgn="base">
                <a:spcBef>
                  <a:spcPct val="0"/>
                </a:spcBef>
                <a:spcAft>
                  <a:spcPct val="0"/>
                </a:spcAft>
                <a:defRPr/>
              </a:pPr>
              <a:endParaRPr lang="en-US" sz="2400">
                <a:solidFill>
                  <a:srgbClr val="000000"/>
                </a:solidFill>
                <a:effectLst>
                  <a:outerShdw blurRad="38100" dist="38100" dir="2700000" algn="tl">
                    <a:srgbClr val="000000">
                      <a:alpha val="43137"/>
                    </a:srgbClr>
                  </a:outerShdw>
                </a:effectLst>
              </a:endParaRPr>
            </a:p>
          </p:txBody>
        </p:sp>
        <p:sp>
          <p:nvSpPr>
            <p:cNvPr id="43037" name="Text Box 1052"/>
            <p:cNvSpPr txBox="1">
              <a:spLocks noChangeArrowheads="1"/>
            </p:cNvSpPr>
            <p:nvPr/>
          </p:nvSpPr>
          <p:spPr bwMode="auto">
            <a:xfrm>
              <a:off x="3594" y="3385"/>
              <a:ext cx="14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50000"/>
                </a:spcBef>
                <a:spcAft>
                  <a:spcPct val="0"/>
                </a:spcAft>
              </a:pPr>
              <a:r>
                <a:rPr lang="en-GB" altLang="en-US" sz="1000">
                  <a:solidFill>
                    <a:srgbClr val="000000"/>
                  </a:solidFill>
                </a:rPr>
                <a:t>Last request for clarification</a:t>
              </a:r>
            </a:p>
          </p:txBody>
        </p:sp>
        <p:sp>
          <p:nvSpPr>
            <p:cNvPr id="43038" name="Text Box 1053"/>
            <p:cNvSpPr txBox="1">
              <a:spLocks noChangeArrowheads="1"/>
            </p:cNvSpPr>
            <p:nvPr/>
          </p:nvSpPr>
          <p:spPr bwMode="auto">
            <a:xfrm>
              <a:off x="3984" y="3113"/>
              <a:ext cx="68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0"/>
                </a:spcBef>
                <a:spcAft>
                  <a:spcPct val="0"/>
                </a:spcAft>
              </a:pPr>
              <a:r>
                <a:rPr lang="en-GB" altLang="en-US" sz="1000">
                  <a:solidFill>
                    <a:srgbClr val="000000"/>
                  </a:solidFill>
                </a:rPr>
                <a:t>14 days</a:t>
              </a:r>
            </a:p>
          </p:txBody>
        </p:sp>
        <p:sp>
          <p:nvSpPr>
            <p:cNvPr id="315452" name="Line 1054"/>
            <p:cNvSpPr>
              <a:spLocks noChangeShapeType="1"/>
            </p:cNvSpPr>
            <p:nvPr/>
          </p:nvSpPr>
          <p:spPr bwMode="auto">
            <a:xfrm flipH="1">
              <a:off x="4032" y="3113"/>
              <a:ext cx="624" cy="0"/>
            </a:xfrm>
            <a:prstGeom prst="line">
              <a:avLst/>
            </a:prstGeom>
            <a:noFill/>
            <a:ln w="9525">
              <a:solidFill>
                <a:schemeClr val="tx1"/>
              </a:solidFill>
              <a:round/>
              <a:headEnd/>
              <a:tailEnd type="triangle" w="med" len="med"/>
            </a:ln>
          </p:spPr>
          <p:txBody>
            <a:bodyPr wrap="none" anchor="ctr"/>
            <a:lstStyle/>
            <a:p>
              <a:pPr fontAlgn="base">
                <a:spcBef>
                  <a:spcPct val="0"/>
                </a:spcBef>
                <a:spcAft>
                  <a:spcPct val="0"/>
                </a:spcAft>
                <a:defRPr/>
              </a:pPr>
              <a:endParaRPr lang="en-US" sz="2400">
                <a:solidFill>
                  <a:srgbClr val="000000"/>
                </a:solidFill>
                <a:effectLst>
                  <a:outerShdw blurRad="38100" dist="38100" dir="2700000" algn="tl">
                    <a:srgbClr val="000000">
                      <a:alpha val="43137"/>
                    </a:srgbClr>
                  </a:outerShdw>
                </a:effectLst>
              </a:endParaRPr>
            </a:p>
          </p:txBody>
        </p:sp>
        <p:sp>
          <p:nvSpPr>
            <p:cNvPr id="315453" name="Line 1028"/>
            <p:cNvSpPr>
              <a:spLocks noChangeShapeType="1"/>
            </p:cNvSpPr>
            <p:nvPr/>
          </p:nvSpPr>
          <p:spPr bwMode="auto">
            <a:xfrm>
              <a:off x="1383" y="1888"/>
              <a:ext cx="0" cy="227"/>
            </a:xfrm>
            <a:prstGeom prst="line">
              <a:avLst/>
            </a:prstGeom>
            <a:noFill/>
            <a:ln w="9525">
              <a:solidFill>
                <a:schemeClr val="tx1"/>
              </a:solidFill>
              <a:round/>
              <a:headEnd/>
              <a:tailEnd/>
            </a:ln>
          </p:spPr>
          <p:txBody>
            <a:bodyPr wrap="none" anchor="ctr"/>
            <a:lstStyle/>
            <a:p>
              <a:pPr fontAlgn="base">
                <a:spcBef>
                  <a:spcPct val="0"/>
                </a:spcBef>
                <a:spcAft>
                  <a:spcPct val="0"/>
                </a:spcAft>
                <a:defRPr/>
              </a:pPr>
              <a:endParaRPr lang="en-US" sz="2400">
                <a:solidFill>
                  <a:srgbClr val="000000"/>
                </a:solidFill>
                <a:effectLst>
                  <a:outerShdw blurRad="38100" dist="38100" dir="2700000" algn="tl">
                    <a:srgbClr val="000000">
                      <a:alpha val="43137"/>
                    </a:srgbClr>
                  </a:outerShdw>
                </a:effectLst>
              </a:endParaRPr>
            </a:p>
          </p:txBody>
        </p:sp>
      </p:grpSp>
      <p:sp>
        <p:nvSpPr>
          <p:cNvPr id="2" name="TextBox 1"/>
          <p:cNvSpPr txBox="1"/>
          <p:nvPr/>
        </p:nvSpPr>
        <p:spPr>
          <a:xfrm>
            <a:off x="1523642" y="2790189"/>
            <a:ext cx="5788742" cy="2554545"/>
          </a:xfrm>
          <a:prstGeom prst="rect">
            <a:avLst/>
          </a:prstGeom>
          <a:solidFill>
            <a:schemeClr val="accent1"/>
          </a:solidFill>
          <a:scene3d>
            <a:camera prst="orthographicFront"/>
            <a:lightRig rig="threePt" dir="t"/>
          </a:scene3d>
          <a:sp3d>
            <a:bevelT/>
          </a:sp3d>
        </p:spPr>
        <p:txBody>
          <a:bodyPr wrap="square" rtlCol="0">
            <a:spAutoFit/>
          </a:bodyPr>
          <a:lstStyle/>
          <a:p>
            <a:r>
              <a:rPr lang="en-US" sz="2000" b="1" dirty="0" smtClean="0">
                <a:solidFill>
                  <a:srgbClr val="FF0000"/>
                </a:solidFill>
              </a:rPr>
              <a:t>Deviations potentially </a:t>
            </a:r>
            <a:r>
              <a:rPr lang="en-US" sz="2000" b="1" dirty="0">
                <a:solidFill>
                  <a:srgbClr val="FF0000"/>
                </a:solidFill>
              </a:rPr>
              <a:t>valid justifications:</a:t>
            </a:r>
          </a:p>
          <a:p>
            <a:r>
              <a:rPr lang="en-US" sz="2000" dirty="0"/>
              <a:t>	</a:t>
            </a:r>
            <a:r>
              <a:rPr lang="en-US" sz="2000" dirty="0" smtClean="0"/>
              <a:t>urgency</a:t>
            </a:r>
            <a:r>
              <a:rPr lang="en-US" sz="2000" dirty="0"/>
              <a:t>,</a:t>
            </a:r>
          </a:p>
          <a:p>
            <a:r>
              <a:rPr lang="en-US" sz="2000" dirty="0" smtClean="0"/>
              <a:t>	security</a:t>
            </a:r>
            <a:r>
              <a:rPr lang="en-US" sz="2000" dirty="0"/>
              <a:t>, </a:t>
            </a:r>
          </a:p>
          <a:p>
            <a:r>
              <a:rPr lang="en-US" sz="2000" dirty="0" smtClean="0"/>
              <a:t>	standardization</a:t>
            </a:r>
            <a:r>
              <a:rPr lang="en-US" sz="2000" dirty="0"/>
              <a:t>,</a:t>
            </a:r>
          </a:p>
          <a:p>
            <a:r>
              <a:rPr lang="en-US" sz="2000" dirty="0" smtClean="0"/>
              <a:t>	other </a:t>
            </a:r>
            <a:r>
              <a:rPr lang="en-US" sz="2000" dirty="0"/>
              <a:t>practical considerations, such as</a:t>
            </a:r>
          </a:p>
          <a:p>
            <a:r>
              <a:rPr lang="en-US" sz="2000" dirty="0" smtClean="0"/>
              <a:t>		technical </a:t>
            </a:r>
            <a:r>
              <a:rPr lang="en-US" sz="2000" dirty="0"/>
              <a:t>compatibility</a:t>
            </a:r>
          </a:p>
          <a:p>
            <a:pPr lvl="2"/>
            <a:r>
              <a:rPr lang="en-US" sz="2000" dirty="0"/>
              <a:t>legal constraints (i.e. Host Nation law),</a:t>
            </a:r>
          </a:p>
          <a:p>
            <a:r>
              <a:rPr lang="en-US" sz="2000" dirty="0" smtClean="0"/>
              <a:t>		insufficient </a:t>
            </a:r>
            <a:r>
              <a:rPr lang="en-US" sz="2000" dirty="0"/>
              <a:t>number of qualified bidders</a:t>
            </a:r>
          </a:p>
        </p:txBody>
      </p:sp>
      <p:sp>
        <p:nvSpPr>
          <p:cNvPr id="35" name="Footer Placeholder 3"/>
          <p:cNvSpPr>
            <a:spLocks noGrp="1"/>
          </p:cNvSpPr>
          <p:nvPr>
            <p:ph type="ftr" sz="quarter" idx="3"/>
          </p:nvPr>
        </p:nvSpPr>
        <p:spPr>
          <a:xfrm>
            <a:off x="2895467" y="6235030"/>
            <a:ext cx="3353065" cy="490235"/>
          </a:xfrm>
        </p:spPr>
        <p:txBody>
          <a:bodyPr/>
          <a:lstStyle/>
          <a:p>
            <a:r>
              <a:rPr lang="de-DE" dirty="0" smtClean="0"/>
              <a:t>NATO UNCLASSIFIED</a:t>
            </a:r>
            <a:endParaRPr lang="de-DE" dirty="0"/>
          </a:p>
        </p:txBody>
      </p:sp>
      <p:sp>
        <p:nvSpPr>
          <p:cNvPr id="36"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15</a:t>
            </a:fld>
            <a:endParaRPr lang="en-GB" dirty="0"/>
          </a:p>
        </p:txBody>
      </p:sp>
    </p:spTree>
    <p:extLst>
      <p:ext uri="{BB962C8B-B14F-4D97-AF65-F5344CB8AC3E}">
        <p14:creationId xmlns:p14="http://schemas.microsoft.com/office/powerpoint/2010/main" val="21812847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457200" y="273600"/>
            <a:ext cx="8229600" cy="58647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a:r>
              <a:rPr lang="en-GB" altLang="en-US" dirty="0" smtClean="0">
                <a:solidFill>
                  <a:schemeClr val="tx2"/>
                </a:solidFill>
              </a:rPr>
              <a:t>Thresholds / Bidding Requirements</a:t>
            </a:r>
          </a:p>
        </p:txBody>
      </p:sp>
      <p:graphicFrame>
        <p:nvGraphicFramePr>
          <p:cNvPr id="1026" name="Object 5"/>
          <p:cNvGraphicFramePr>
            <a:graphicFrameLocks noChangeAspect="1"/>
          </p:cNvGraphicFramePr>
          <p:nvPr>
            <p:extLst>
              <p:ext uri="{D42A27DB-BD31-4B8C-83A1-F6EECF244321}">
                <p14:modId xmlns:p14="http://schemas.microsoft.com/office/powerpoint/2010/main" val="3718933969"/>
              </p:ext>
            </p:extLst>
          </p:nvPr>
        </p:nvGraphicFramePr>
        <p:xfrm>
          <a:off x="196850" y="942975"/>
          <a:ext cx="8401050" cy="5214938"/>
        </p:xfrm>
        <a:graphic>
          <a:graphicData uri="http://schemas.openxmlformats.org/presentationml/2006/ole">
            <mc:AlternateContent xmlns:mc="http://schemas.openxmlformats.org/markup-compatibility/2006">
              <mc:Choice xmlns:v="urn:schemas-microsoft-com:vml" Requires="v">
                <p:oleObj spid="_x0000_s1055" name="Worksheet" r:id="rId4" imgW="4381556" imgH="2829060" progId="Excel.Sheet.8">
                  <p:embed/>
                </p:oleObj>
              </mc:Choice>
              <mc:Fallback>
                <p:oleObj name="Worksheet" r:id="rId4" imgW="4381556" imgH="2829060" progId="Excel.Sheet.8">
                  <p:embed/>
                  <p:pic>
                    <p:nvPicPr>
                      <p:cNvPr id="0" name=""/>
                      <p:cNvPicPr>
                        <a:picLocks noChangeAspect="1" noChangeArrowheads="1"/>
                      </p:cNvPicPr>
                      <p:nvPr/>
                    </p:nvPicPr>
                    <p:blipFill>
                      <a:blip r:embed="rId5"/>
                      <a:srcRect/>
                      <a:stretch>
                        <a:fillRect/>
                      </a:stretch>
                    </p:blipFill>
                    <p:spPr bwMode="auto">
                      <a:xfrm>
                        <a:off x="196850" y="942975"/>
                        <a:ext cx="8401050" cy="5214938"/>
                      </a:xfrm>
                      <a:prstGeom prst="rect">
                        <a:avLst/>
                      </a:prstGeom>
                      <a:noFill/>
                      <a:ln>
                        <a:noFill/>
                      </a:ln>
                      <a:effectLst/>
                      <a:extLst/>
                    </p:spPr>
                  </p:pic>
                </p:oleObj>
              </mc:Fallback>
            </mc:AlternateContent>
          </a:graphicData>
        </a:graphic>
      </p:graphicFrame>
      <p:sp>
        <p:nvSpPr>
          <p:cNvPr id="5" name="Footer Placeholder 3"/>
          <p:cNvSpPr>
            <a:spLocks noGrp="1"/>
          </p:cNvSpPr>
          <p:nvPr>
            <p:ph type="ftr" sz="quarter" idx="3"/>
          </p:nvPr>
        </p:nvSpPr>
        <p:spPr>
          <a:xfrm>
            <a:off x="2895467" y="6235030"/>
            <a:ext cx="3353065" cy="460738"/>
          </a:xfrm>
        </p:spPr>
        <p:txBody>
          <a:bodyPr/>
          <a:lstStyle/>
          <a:p>
            <a:r>
              <a:rPr lang="de-DE" dirty="0" smtClean="0"/>
              <a:t>NATO UNCLASSIFIED</a:t>
            </a:r>
            <a:endParaRPr lang="de-DE" dirty="0"/>
          </a:p>
        </p:txBody>
      </p:sp>
      <p:sp>
        <p:nvSpPr>
          <p:cNvPr id="6"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16</a:t>
            </a:fld>
            <a:endParaRPr lang="en-GB" dirty="0"/>
          </a:p>
        </p:txBody>
      </p:sp>
    </p:spTree>
    <p:extLst>
      <p:ext uri="{BB962C8B-B14F-4D97-AF65-F5344CB8AC3E}">
        <p14:creationId xmlns:p14="http://schemas.microsoft.com/office/powerpoint/2010/main" val="144583444"/>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PART III</a:t>
            </a:r>
            <a:endParaRPr lang="en-US" dirty="0"/>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US" dirty="0"/>
              <a:t>Funding Fundamentals</a:t>
            </a:r>
          </a:p>
          <a:p>
            <a:pPr marL="342900" indent="-342900">
              <a:buFont typeface="Arial" panose="020B0604020202020204" pitchFamily="34" charset="0"/>
              <a:buChar char="•"/>
            </a:pPr>
            <a:endParaRPr lang="en-US" dirty="0" smtClean="0"/>
          </a:p>
          <a:p>
            <a:pPr marL="342900" indent="-342900">
              <a:buFont typeface="Arial" panose="020B0604020202020204" pitchFamily="34" charset="0"/>
              <a:buChar char="•"/>
            </a:pPr>
            <a:r>
              <a:rPr lang="en-US" dirty="0"/>
              <a:t>Outsourcing Fundamentals</a:t>
            </a:r>
          </a:p>
          <a:p>
            <a:pPr marL="342900" indent="-342900">
              <a:buFont typeface="Arial" panose="020B0604020202020204" pitchFamily="34" charset="0"/>
              <a:buChar char="•"/>
            </a:pPr>
            <a:endParaRPr lang="en-US" dirty="0" smtClean="0"/>
          </a:p>
          <a:p>
            <a:pPr marL="342900" indent="-342900">
              <a:buFont typeface="Arial" panose="020B0604020202020204" pitchFamily="34" charset="0"/>
              <a:buChar char="•"/>
            </a:pPr>
            <a:r>
              <a:rPr lang="en-US" dirty="0">
                <a:solidFill>
                  <a:srgbClr val="FF0000"/>
                </a:solidFill>
              </a:rPr>
              <a:t>Planning for Contracted Solutions</a:t>
            </a:r>
          </a:p>
          <a:p>
            <a:pPr marL="342900" indent="-342900">
              <a:buFont typeface="Arial" panose="020B0604020202020204" pitchFamily="34" charset="0"/>
              <a:buChar char="•"/>
            </a:pPr>
            <a:endParaRPr lang="en-US" dirty="0"/>
          </a:p>
          <a:p>
            <a:pPr marL="1066800" lvl="2" indent="-342900">
              <a:buFont typeface="Arial" panose="020B0604020202020204" pitchFamily="34" charset="0"/>
              <a:buChar char="•"/>
            </a:pPr>
            <a:r>
              <a:rPr lang="en-US" dirty="0" smtClean="0"/>
              <a:t>Acquisition Planning</a:t>
            </a:r>
          </a:p>
          <a:p>
            <a:pPr marL="342900" indent="-342900">
              <a:buFont typeface="Arial" panose="020B0604020202020204" pitchFamily="34" charset="0"/>
              <a:buChar char="•"/>
            </a:pPr>
            <a:endParaRPr lang="en-US" dirty="0"/>
          </a:p>
          <a:p>
            <a:pPr marL="1066800" lvl="2" indent="-342900">
              <a:buFont typeface="Arial" panose="020B0604020202020204" pitchFamily="34" charset="0"/>
              <a:buChar char="•"/>
            </a:pPr>
            <a:r>
              <a:rPr lang="en-US" dirty="0" smtClean="0"/>
              <a:t>Agency Support</a:t>
            </a:r>
          </a:p>
          <a:p>
            <a:pPr marL="342900" indent="-342900">
              <a:buFont typeface="Arial" panose="020B0604020202020204" pitchFamily="34" charset="0"/>
              <a:buChar char="•"/>
            </a:pPr>
            <a:endParaRPr lang="en-US" dirty="0"/>
          </a:p>
          <a:p>
            <a:pPr marL="1066800" lvl="2" indent="-342900">
              <a:buFont typeface="Arial" panose="020B0604020202020204" pitchFamily="34" charset="0"/>
              <a:buChar char="•"/>
            </a:pPr>
            <a:r>
              <a:rPr lang="en-US" dirty="0" smtClean="0"/>
              <a:t>Deployment, Sustainment, Redeployment </a:t>
            </a:r>
            <a:endParaRPr lang="en-US" dirty="0"/>
          </a:p>
        </p:txBody>
      </p:sp>
      <p:sp>
        <p:nvSpPr>
          <p:cNvPr id="5" name="Footer Placeholder 3"/>
          <p:cNvSpPr txBox="1">
            <a:spLocks/>
          </p:cNvSpPr>
          <p:nvPr/>
        </p:nvSpPr>
        <p:spPr>
          <a:xfrm>
            <a:off x="3153564" y="6169742"/>
            <a:ext cx="3353065" cy="688258"/>
          </a:xfrm>
          <a:prstGeom prst="rect">
            <a:avLst/>
          </a:prstGeom>
        </p:spPr>
        <p:txBody>
          <a:bodyPr vert="horz" lIns="0" tIns="0" rIns="0" bIns="0" rtlCol="0" anchor="ctr"/>
          <a:lstStyle>
            <a:defPPr>
              <a:defRPr lang="de-DE"/>
            </a:defPPr>
            <a:lvl1pPr marL="0" algn="ctr" defTabSz="457200" rtl="0" eaLnBrk="1" latinLnBrk="0" hangingPunct="1">
              <a:defRPr sz="1200" kern="1200">
                <a:solidFill>
                  <a:srgbClr val="033E5B"/>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de-DE" dirty="0" smtClean="0"/>
              <a:t>NATO UNCLASSIFIED</a:t>
            </a:r>
            <a:endParaRPr lang="de-DE" dirty="0"/>
          </a:p>
        </p:txBody>
      </p:sp>
      <p:sp>
        <p:nvSpPr>
          <p:cNvPr id="6"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17</a:t>
            </a:fld>
            <a:endParaRPr lang="en-GB" dirty="0"/>
          </a:p>
        </p:txBody>
      </p:sp>
    </p:spTree>
    <p:extLst>
      <p:ext uri="{BB962C8B-B14F-4D97-AF65-F5344CB8AC3E}">
        <p14:creationId xmlns:p14="http://schemas.microsoft.com/office/powerpoint/2010/main" val="40484539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a:xfrm>
            <a:off x="6542400" y="2196605"/>
            <a:ext cx="2401836" cy="718863"/>
          </a:xfrm>
          <a:prstGeom prst="roundRect">
            <a:avLst/>
          </a:prstGeom>
          <a:gradFill flip="none" rotWithShape="1">
            <a:gsLst>
              <a:gs pos="0">
                <a:schemeClr val="accent3">
                  <a:lumMod val="40000"/>
                  <a:lumOff val="60000"/>
                </a:schemeClr>
              </a:gs>
              <a:gs pos="50000">
                <a:schemeClr val="accent4">
                  <a:lumMod val="60000"/>
                  <a:lumOff val="40000"/>
                </a:schemeClr>
              </a:gs>
              <a:gs pos="100000">
                <a:schemeClr val="accent3">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b="1" dirty="0" smtClean="0">
                <a:solidFill>
                  <a:srgbClr val="003C5A"/>
                </a:solidFill>
                <a:latin typeface="Arial"/>
                <a:ea typeface="+mj-ea"/>
                <a:cs typeface="Arial"/>
              </a:rPr>
              <a:t>Annex FF and Appendix</a:t>
            </a:r>
          </a:p>
          <a:p>
            <a:r>
              <a:rPr lang="en-US" sz="800" dirty="0" smtClean="0">
                <a:solidFill>
                  <a:srgbClr val="003C5A"/>
                </a:solidFill>
                <a:latin typeface="Arial"/>
                <a:ea typeface="+mj-ea"/>
                <a:cs typeface="Arial"/>
              </a:rPr>
              <a:t>- </a:t>
            </a:r>
            <a:r>
              <a:rPr lang="en-US" sz="800" dirty="0">
                <a:solidFill>
                  <a:srgbClr val="003C5A"/>
                </a:solidFill>
                <a:latin typeface="Arial"/>
                <a:ea typeface="+mj-ea"/>
                <a:cs typeface="Arial"/>
              </a:rPr>
              <a:t>B</a:t>
            </a:r>
            <a:r>
              <a:rPr lang="en-US" sz="800" dirty="0" smtClean="0">
                <a:solidFill>
                  <a:srgbClr val="003C5A"/>
                </a:solidFill>
                <a:latin typeface="Arial"/>
                <a:ea typeface="+mj-ea"/>
                <a:cs typeface="Arial"/>
              </a:rPr>
              <a:t>udgetary assumptions, caveats, req. waivers</a:t>
            </a:r>
            <a:br>
              <a:rPr lang="en-US" sz="800" dirty="0" smtClean="0">
                <a:solidFill>
                  <a:srgbClr val="003C5A"/>
                </a:solidFill>
                <a:latin typeface="Arial"/>
                <a:ea typeface="+mj-ea"/>
                <a:cs typeface="Arial"/>
              </a:rPr>
            </a:br>
            <a:r>
              <a:rPr lang="en-US" sz="800" dirty="0" smtClean="0">
                <a:solidFill>
                  <a:srgbClr val="003C5A"/>
                </a:solidFill>
                <a:latin typeface="Arial"/>
                <a:ea typeface="+mj-ea"/>
                <a:cs typeface="Arial"/>
              </a:rPr>
              <a:t>- Roles of ACO-, JFCs-, Theatre FC</a:t>
            </a:r>
          </a:p>
          <a:p>
            <a:r>
              <a:rPr lang="en-US" sz="800" dirty="0" smtClean="0">
                <a:solidFill>
                  <a:srgbClr val="003C5A"/>
                </a:solidFill>
                <a:latin typeface="Arial"/>
                <a:ea typeface="+mj-ea"/>
                <a:cs typeface="Arial"/>
              </a:rPr>
              <a:t>- Appendix covering contracting</a:t>
            </a:r>
            <a:endParaRPr lang="en-GB" sz="800" dirty="0">
              <a:solidFill>
                <a:srgbClr val="003C5A"/>
              </a:solidFill>
              <a:latin typeface="Arial"/>
              <a:ea typeface="+mj-ea"/>
              <a:cs typeface="Arial"/>
            </a:endParaRPr>
          </a:p>
        </p:txBody>
      </p:sp>
      <p:cxnSp>
        <p:nvCxnSpPr>
          <p:cNvPr id="56" name="Straight Arrow Connector 55"/>
          <p:cNvCxnSpPr/>
          <p:nvPr/>
        </p:nvCxnSpPr>
        <p:spPr>
          <a:xfrm>
            <a:off x="6275894" y="2547931"/>
            <a:ext cx="283758" cy="8106"/>
          </a:xfrm>
          <a:prstGeom prst="straightConnector1">
            <a:avLst/>
          </a:prstGeom>
          <a:ln>
            <a:solidFill>
              <a:schemeClr val="accent4">
                <a:lumMod val="75000"/>
              </a:schemeClr>
            </a:solidFill>
            <a:tailEnd type="arrow"/>
          </a:ln>
          <a:scene3d>
            <a:camera prst="orthographicFront"/>
            <a:lightRig rig="threePt" dir="t"/>
          </a:scene3d>
          <a:sp3d prstMaterial="metal">
            <a:bevelB/>
          </a:sp3d>
        </p:spPr>
        <p:style>
          <a:lnRef idx="3">
            <a:schemeClr val="accent4"/>
          </a:lnRef>
          <a:fillRef idx="0">
            <a:schemeClr val="accent4"/>
          </a:fillRef>
          <a:effectRef idx="2">
            <a:schemeClr val="accent4"/>
          </a:effectRef>
          <a:fontRef idx="minor">
            <a:schemeClr val="tx1"/>
          </a:fontRef>
        </p:style>
      </p:cxnSp>
      <p:sp>
        <p:nvSpPr>
          <p:cNvPr id="27" name="Rounded Rectangle 26"/>
          <p:cNvSpPr/>
          <p:nvPr/>
        </p:nvSpPr>
        <p:spPr>
          <a:xfrm>
            <a:off x="613732" y="3925046"/>
            <a:ext cx="2457215" cy="1859685"/>
          </a:xfrm>
          <a:prstGeom prst="roundRect">
            <a:avLst/>
          </a:prstGeom>
          <a:gradFill flip="none" rotWithShape="1">
            <a:gsLst>
              <a:gs pos="0">
                <a:schemeClr val="accent3">
                  <a:lumMod val="40000"/>
                  <a:lumOff val="60000"/>
                </a:schemeClr>
              </a:gs>
              <a:gs pos="50000">
                <a:schemeClr val="accent4">
                  <a:lumMod val="60000"/>
                  <a:lumOff val="40000"/>
                </a:schemeClr>
              </a:gs>
              <a:gs pos="100000">
                <a:schemeClr val="accent3">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b="1" dirty="0" smtClean="0">
                <a:solidFill>
                  <a:srgbClr val="003C5A"/>
                </a:solidFill>
                <a:latin typeface="Arial"/>
                <a:ea typeface="+mj-ea"/>
                <a:cs typeface="Arial"/>
              </a:rPr>
              <a:t>National Units</a:t>
            </a: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900" i="1" dirty="0" smtClean="0">
                <a:solidFill>
                  <a:srgbClr val="003C5A"/>
                </a:solidFill>
                <a:latin typeface="Arial"/>
                <a:ea typeface="+mj-ea"/>
                <a:cs typeface="Arial"/>
              </a:rPr>
              <a:t>National and Multinational Elements</a:t>
            </a: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800" dirty="0" smtClean="0">
                <a:solidFill>
                  <a:srgbClr val="003C5A"/>
                </a:solidFill>
                <a:latin typeface="Arial"/>
                <a:ea typeface="+mj-ea"/>
                <a:cs typeface="Arial"/>
              </a:rPr>
              <a:t>Forces generated by SACEUR where a nation/nations bid to perform a function. These functions are provided entirely at nation’s expense under the “costs lie where they fall” principle. </a:t>
            </a:r>
            <a:br>
              <a:rPr lang="en-US" sz="800" dirty="0" smtClean="0">
                <a:solidFill>
                  <a:srgbClr val="003C5A"/>
                </a:solidFill>
                <a:latin typeface="Arial"/>
                <a:ea typeface="+mj-ea"/>
                <a:cs typeface="Arial"/>
              </a:rPr>
            </a:br>
            <a:r>
              <a:rPr lang="en-US" sz="800" dirty="0" smtClean="0">
                <a:solidFill>
                  <a:srgbClr val="003C5A"/>
                </a:solidFill>
                <a:latin typeface="Arial"/>
                <a:ea typeface="+mj-ea"/>
                <a:cs typeface="Arial"/>
              </a:rPr>
              <a:t>Nations agreeing to do so, have political accepted costs &amp; responsibility for the task. </a:t>
            </a:r>
            <a:br>
              <a:rPr lang="en-US" sz="800" dirty="0" smtClean="0">
                <a:solidFill>
                  <a:srgbClr val="003C5A"/>
                </a:solidFill>
                <a:latin typeface="Arial"/>
                <a:ea typeface="+mj-ea"/>
                <a:cs typeface="Arial"/>
              </a:rPr>
            </a:br>
            <a:r>
              <a:rPr lang="en-US" sz="800" dirty="0" smtClean="0">
                <a:solidFill>
                  <a:srgbClr val="003C5A"/>
                </a:solidFill>
                <a:latin typeface="Arial"/>
                <a:ea typeface="+mj-ea"/>
                <a:cs typeface="Arial"/>
              </a:rPr>
              <a:t>Not eligible for common funding except by exception that must be approved by MC and RPPB on a case by case basis. </a:t>
            </a:r>
            <a:endParaRPr lang="en-GB" sz="800" dirty="0">
              <a:solidFill>
                <a:srgbClr val="003C5A"/>
              </a:solidFill>
              <a:latin typeface="Arial"/>
              <a:ea typeface="+mj-ea"/>
              <a:cs typeface="Arial"/>
            </a:endParaRPr>
          </a:p>
        </p:txBody>
      </p:sp>
      <p:sp>
        <p:nvSpPr>
          <p:cNvPr id="29" name="Rounded Rectangle 28"/>
          <p:cNvSpPr/>
          <p:nvPr/>
        </p:nvSpPr>
        <p:spPr>
          <a:xfrm>
            <a:off x="5677451" y="3911399"/>
            <a:ext cx="2457215" cy="1859685"/>
          </a:xfrm>
          <a:prstGeom prst="roundRect">
            <a:avLst/>
          </a:prstGeom>
          <a:gradFill flip="none" rotWithShape="1">
            <a:gsLst>
              <a:gs pos="0">
                <a:schemeClr val="accent3">
                  <a:lumMod val="40000"/>
                  <a:lumOff val="60000"/>
                </a:schemeClr>
              </a:gs>
              <a:gs pos="50000">
                <a:schemeClr val="accent4">
                  <a:lumMod val="60000"/>
                  <a:lumOff val="40000"/>
                </a:schemeClr>
              </a:gs>
              <a:gs pos="100000">
                <a:schemeClr val="accent3">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b="1" dirty="0" smtClean="0">
                <a:solidFill>
                  <a:srgbClr val="003C5A"/>
                </a:solidFill>
                <a:latin typeface="Arial"/>
                <a:ea typeface="+mj-ea"/>
                <a:cs typeface="Arial"/>
              </a:rPr>
              <a:t>HQ &amp; CE</a:t>
            </a: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900" i="1" dirty="0" smtClean="0">
                <a:solidFill>
                  <a:srgbClr val="003C5A"/>
                </a:solidFill>
                <a:latin typeface="Arial"/>
                <a:ea typeface="+mj-ea"/>
                <a:cs typeface="Arial"/>
              </a:rPr>
              <a:t>NATO command Structure HQ</a:t>
            </a: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800" dirty="0" smtClean="0">
                <a:solidFill>
                  <a:srgbClr val="003C5A"/>
                </a:solidFill>
                <a:latin typeface="Arial"/>
                <a:ea typeface="+mj-ea"/>
                <a:cs typeface="Arial"/>
              </a:rPr>
              <a:t>Limited to Theatre HQ and designated NATO Command Element. </a:t>
            </a:r>
            <a:br>
              <a:rPr lang="en-US" sz="800" dirty="0" smtClean="0">
                <a:solidFill>
                  <a:srgbClr val="003C5A"/>
                </a:solidFill>
                <a:latin typeface="Arial"/>
                <a:ea typeface="+mj-ea"/>
                <a:cs typeface="Arial"/>
              </a:rPr>
            </a:br>
            <a:r>
              <a:rPr lang="en-US" sz="800" dirty="0" smtClean="0">
                <a:solidFill>
                  <a:srgbClr val="003C5A"/>
                </a:solidFill>
                <a:latin typeface="Arial"/>
                <a:ea typeface="+mj-ea"/>
                <a:cs typeface="Arial"/>
              </a:rPr>
              <a:t>Command Structure for mission identified in the OPLAN and approved by nations. </a:t>
            </a:r>
            <a:br>
              <a:rPr lang="en-US" sz="800" dirty="0" smtClean="0">
                <a:solidFill>
                  <a:srgbClr val="003C5A"/>
                </a:solidFill>
                <a:latin typeface="Arial"/>
                <a:ea typeface="+mj-ea"/>
                <a:cs typeface="Arial"/>
              </a:rPr>
            </a:br>
            <a:r>
              <a:rPr lang="en-US" sz="800" dirty="0" smtClean="0">
                <a:solidFill>
                  <a:srgbClr val="003C5A"/>
                </a:solidFill>
                <a:latin typeface="Arial"/>
                <a:ea typeface="+mj-ea"/>
                <a:cs typeface="Arial"/>
              </a:rPr>
              <a:t>MC and RPPB determine the number of command elements for each mission. SACEUR has the authority to determine the number of personnel at each. </a:t>
            </a:r>
            <a:br>
              <a:rPr lang="en-US" sz="800" dirty="0" smtClean="0">
                <a:solidFill>
                  <a:srgbClr val="003C5A"/>
                </a:solidFill>
                <a:latin typeface="Arial"/>
                <a:ea typeface="+mj-ea"/>
                <a:cs typeface="Arial"/>
              </a:rPr>
            </a:br>
            <a:r>
              <a:rPr lang="en-US" sz="800" dirty="0" smtClean="0">
                <a:solidFill>
                  <a:srgbClr val="003C5A"/>
                </a:solidFill>
                <a:latin typeface="Arial"/>
                <a:ea typeface="+mj-ea"/>
                <a:cs typeface="Arial"/>
              </a:rPr>
              <a:t>Military personnel are force generate by SHAPE and the cost for civilian posts are submitted with the annual budget to the BC. </a:t>
            </a:r>
            <a:endParaRPr lang="en-GB" sz="800" dirty="0">
              <a:solidFill>
                <a:srgbClr val="003C5A"/>
              </a:solidFill>
              <a:latin typeface="Arial"/>
              <a:ea typeface="+mj-ea"/>
              <a:cs typeface="Arial"/>
            </a:endParaRPr>
          </a:p>
        </p:txBody>
      </p:sp>
      <p:sp>
        <p:nvSpPr>
          <p:cNvPr id="28" name="Rounded Rectangle 27"/>
          <p:cNvSpPr/>
          <p:nvPr/>
        </p:nvSpPr>
        <p:spPr>
          <a:xfrm>
            <a:off x="3147009" y="3925053"/>
            <a:ext cx="2457215" cy="1859685"/>
          </a:xfrm>
          <a:prstGeom prst="roundRect">
            <a:avLst/>
          </a:prstGeom>
          <a:gradFill flip="none" rotWithShape="1">
            <a:gsLst>
              <a:gs pos="0">
                <a:schemeClr val="accent3">
                  <a:lumMod val="40000"/>
                  <a:lumOff val="60000"/>
                </a:schemeClr>
              </a:gs>
              <a:gs pos="50000">
                <a:schemeClr val="accent4">
                  <a:lumMod val="60000"/>
                  <a:lumOff val="40000"/>
                </a:schemeClr>
              </a:gs>
              <a:gs pos="100000">
                <a:schemeClr val="accent3">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b="1" dirty="0" smtClean="0">
                <a:solidFill>
                  <a:srgbClr val="003C5A"/>
                </a:solidFill>
                <a:latin typeface="Arial"/>
                <a:ea typeface="+mj-ea"/>
                <a:cs typeface="Arial"/>
              </a:rPr>
              <a:t>TCSOR</a:t>
            </a: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900" i="1" dirty="0" smtClean="0">
                <a:solidFill>
                  <a:srgbClr val="003C5A"/>
                </a:solidFill>
                <a:latin typeface="Arial"/>
                <a:ea typeface="+mj-ea"/>
                <a:cs typeface="Arial"/>
              </a:rPr>
              <a:t>Theatre Capabilities Statement of Reqs</a:t>
            </a: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800" dirty="0" smtClean="0">
                <a:solidFill>
                  <a:srgbClr val="003C5A"/>
                </a:solidFill>
                <a:latin typeface="Arial"/>
                <a:ea typeface="+mj-ea"/>
                <a:cs typeface="Arial"/>
              </a:rPr>
              <a:t>Functions normally filled by a nation/nations deemed by the Cdr as a Theatre Capability.</a:t>
            </a:r>
            <a:br>
              <a:rPr lang="en-US" sz="800" dirty="0" smtClean="0">
                <a:solidFill>
                  <a:srgbClr val="003C5A"/>
                </a:solidFill>
                <a:latin typeface="Arial"/>
                <a:ea typeface="+mj-ea"/>
                <a:cs typeface="Arial"/>
              </a:rPr>
            </a:br>
            <a:r>
              <a:rPr lang="en-US" sz="800" dirty="0" smtClean="0">
                <a:solidFill>
                  <a:srgbClr val="003C5A"/>
                </a:solidFill>
                <a:latin typeface="Arial"/>
                <a:ea typeface="+mj-ea"/>
                <a:cs typeface="Arial"/>
              </a:rPr>
              <a:t>Performed by either a LN or by NATO as the LN, included in CJSOR but identified for additional approval by the nations subject to MC and RPPB endorsement for eligibility for common funding. Note not everything on the TCSOR will be common funded. If deemed eligible, the LN can get the in-theatre operating cost reimbursed. If NATO lead, the operating costs will be paid directly by NATO.</a:t>
            </a:r>
            <a:endParaRPr lang="en-GB" sz="800" dirty="0">
              <a:solidFill>
                <a:srgbClr val="003C5A"/>
              </a:solidFill>
              <a:latin typeface="Arial"/>
              <a:ea typeface="+mj-ea"/>
              <a:cs typeface="Arial"/>
            </a:endParaRPr>
          </a:p>
        </p:txBody>
      </p:sp>
      <p:cxnSp>
        <p:nvCxnSpPr>
          <p:cNvPr id="34" name="Straight Arrow Connector 33"/>
          <p:cNvCxnSpPr>
            <a:endCxn id="27" idx="0"/>
          </p:cNvCxnSpPr>
          <p:nvPr/>
        </p:nvCxnSpPr>
        <p:spPr>
          <a:xfrm flipH="1">
            <a:off x="1842340" y="3652228"/>
            <a:ext cx="2583615" cy="272818"/>
          </a:xfrm>
          <a:prstGeom prst="straightConnector1">
            <a:avLst/>
          </a:prstGeom>
          <a:ln>
            <a:solidFill>
              <a:schemeClr val="accent4">
                <a:lumMod val="75000"/>
              </a:schemeClr>
            </a:solidFill>
            <a:tailEnd type="arrow"/>
          </a:ln>
          <a:scene3d>
            <a:camera prst="orthographicFront"/>
            <a:lightRig rig="threePt" dir="t"/>
          </a:scene3d>
          <a:sp3d prstMaterial="metal">
            <a:bevelB/>
          </a:sp3d>
        </p:spPr>
        <p:style>
          <a:lnRef idx="3">
            <a:schemeClr val="accent4"/>
          </a:lnRef>
          <a:fillRef idx="0">
            <a:schemeClr val="accent4"/>
          </a:fillRef>
          <a:effectRef idx="2">
            <a:schemeClr val="accent4"/>
          </a:effectRef>
          <a:fontRef idx="minor">
            <a:schemeClr val="tx1"/>
          </a:fontRef>
        </p:style>
      </p:cxnSp>
      <p:cxnSp>
        <p:nvCxnSpPr>
          <p:cNvPr id="31" name="Straight Arrow Connector 30"/>
          <p:cNvCxnSpPr>
            <a:endCxn id="29" idx="0"/>
          </p:cNvCxnSpPr>
          <p:nvPr/>
        </p:nvCxnSpPr>
        <p:spPr>
          <a:xfrm>
            <a:off x="4425955" y="3652228"/>
            <a:ext cx="2480104" cy="259171"/>
          </a:xfrm>
          <a:prstGeom prst="straightConnector1">
            <a:avLst/>
          </a:prstGeom>
          <a:ln>
            <a:solidFill>
              <a:schemeClr val="accent4">
                <a:lumMod val="75000"/>
              </a:schemeClr>
            </a:solidFill>
            <a:tailEnd type="arrow"/>
          </a:ln>
          <a:scene3d>
            <a:camera prst="orthographicFront"/>
            <a:lightRig rig="threePt" dir="t"/>
          </a:scene3d>
          <a:sp3d prstMaterial="metal">
            <a:bevelB/>
          </a:sp3d>
        </p:spPr>
        <p:style>
          <a:lnRef idx="3">
            <a:schemeClr val="accent4"/>
          </a:lnRef>
          <a:fillRef idx="0">
            <a:schemeClr val="accent4"/>
          </a:fillRef>
          <a:effectRef idx="2">
            <a:schemeClr val="accent4"/>
          </a:effectRef>
          <a:fontRef idx="minor">
            <a:schemeClr val="tx1"/>
          </a:fontRef>
        </p:style>
      </p:cxnSp>
      <p:cxnSp>
        <p:nvCxnSpPr>
          <p:cNvPr id="30" name="Straight Arrow Connector 29"/>
          <p:cNvCxnSpPr/>
          <p:nvPr/>
        </p:nvCxnSpPr>
        <p:spPr>
          <a:xfrm>
            <a:off x="4452784" y="3502772"/>
            <a:ext cx="0" cy="425880"/>
          </a:xfrm>
          <a:prstGeom prst="straightConnector1">
            <a:avLst/>
          </a:prstGeom>
          <a:ln>
            <a:solidFill>
              <a:schemeClr val="accent4">
                <a:lumMod val="75000"/>
              </a:schemeClr>
            </a:solidFill>
            <a:tailEnd type="arrow"/>
          </a:ln>
          <a:scene3d>
            <a:camera prst="orthographicFront"/>
            <a:lightRig rig="threePt" dir="t"/>
          </a:scene3d>
          <a:sp3d prstMaterial="metal">
            <a:bevelB/>
          </a:sp3d>
        </p:spPr>
        <p:style>
          <a:lnRef idx="3">
            <a:schemeClr val="accent4"/>
          </a:lnRef>
          <a:fillRef idx="0">
            <a:schemeClr val="accent4"/>
          </a:fillRef>
          <a:effectRef idx="2">
            <a:schemeClr val="accent4"/>
          </a:effectRef>
          <a:fontRef idx="minor">
            <a:schemeClr val="tx1"/>
          </a:fontRef>
        </p:style>
      </p:cxnSp>
      <p:sp>
        <p:nvSpPr>
          <p:cNvPr id="15" name="Rounded Rectangle 14"/>
          <p:cNvSpPr/>
          <p:nvPr/>
        </p:nvSpPr>
        <p:spPr>
          <a:xfrm>
            <a:off x="665487" y="3060071"/>
            <a:ext cx="7520935" cy="609409"/>
          </a:xfrm>
          <a:prstGeom prst="roundRect">
            <a:avLst/>
          </a:prstGeom>
          <a:gradFill flip="none" rotWithShape="1">
            <a:gsLst>
              <a:gs pos="0">
                <a:schemeClr val="accent3">
                  <a:lumMod val="40000"/>
                  <a:lumOff val="60000"/>
                </a:schemeClr>
              </a:gs>
              <a:gs pos="50000">
                <a:schemeClr val="accent4">
                  <a:lumMod val="60000"/>
                  <a:lumOff val="40000"/>
                </a:schemeClr>
              </a:gs>
              <a:gs pos="100000">
                <a:schemeClr val="accent3">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b="1" dirty="0" smtClean="0">
                <a:solidFill>
                  <a:srgbClr val="003C5A"/>
                </a:solidFill>
                <a:latin typeface="Arial"/>
                <a:ea typeface="+mj-ea"/>
                <a:cs typeface="Arial"/>
              </a:rPr>
              <a:t>Concept of Combined Joint Statement of Requirements (CJSOR)</a:t>
            </a:r>
            <a:r>
              <a:rPr lang="en-US" sz="1100" b="1" dirty="0" smtClean="0">
                <a:solidFill>
                  <a:srgbClr val="003C5A"/>
                </a:solidFill>
                <a:latin typeface="Arial"/>
                <a:ea typeface="+mj-ea"/>
                <a:cs typeface="Arial"/>
              </a:rPr>
              <a:t/>
            </a:r>
            <a:br>
              <a:rPr lang="en-US" sz="1100" b="1" dirty="0" smtClean="0">
                <a:solidFill>
                  <a:srgbClr val="003C5A"/>
                </a:solidFill>
                <a:latin typeface="Arial"/>
                <a:ea typeface="+mj-ea"/>
                <a:cs typeface="Arial"/>
              </a:rPr>
            </a:br>
            <a:r>
              <a:rPr lang="en-US" sz="900" dirty="0" smtClean="0">
                <a:solidFill>
                  <a:srgbClr val="003C5A"/>
                </a:solidFill>
                <a:latin typeface="Arial"/>
                <a:ea typeface="+mj-ea"/>
                <a:cs typeface="Arial"/>
              </a:rPr>
              <a:t>List of everything required to execute the mission broken into 3 main categories: National units, TCSOR functions, HQ CEs.</a:t>
            </a:r>
            <a:br>
              <a:rPr lang="en-US" sz="900" dirty="0" smtClean="0">
                <a:solidFill>
                  <a:srgbClr val="003C5A"/>
                </a:solidFill>
                <a:latin typeface="Arial"/>
                <a:ea typeface="+mj-ea"/>
                <a:cs typeface="Arial"/>
              </a:rPr>
            </a:br>
            <a:r>
              <a:rPr lang="en-US" sz="900" dirty="0" smtClean="0">
                <a:solidFill>
                  <a:srgbClr val="003C5A"/>
                </a:solidFill>
                <a:latin typeface="Arial"/>
                <a:ea typeface="+mj-ea"/>
                <a:cs typeface="Arial"/>
              </a:rPr>
              <a:t>Submitted as part of the OPLAN but under SACEUR authority to amend as necessary and force generate with nations </a:t>
            </a:r>
            <a:r>
              <a:rPr lang="en-US" sz="900" b="1" dirty="0" smtClean="0">
                <a:solidFill>
                  <a:srgbClr val="003C5A"/>
                </a:solidFill>
                <a:latin typeface="Arial"/>
                <a:ea typeface="+mj-ea"/>
                <a:cs typeface="Arial"/>
              </a:rPr>
              <a:t> </a:t>
            </a:r>
            <a:endParaRPr lang="en-GB" sz="900" dirty="0">
              <a:solidFill>
                <a:srgbClr val="003C5A"/>
              </a:solidFill>
              <a:latin typeface="Arial"/>
              <a:ea typeface="+mj-ea"/>
              <a:cs typeface="Arial"/>
            </a:endParaRPr>
          </a:p>
        </p:txBody>
      </p:sp>
      <p:cxnSp>
        <p:nvCxnSpPr>
          <p:cNvPr id="24" name="Straight Arrow Connector 23"/>
          <p:cNvCxnSpPr/>
          <p:nvPr/>
        </p:nvCxnSpPr>
        <p:spPr>
          <a:xfrm>
            <a:off x="4440352" y="2660069"/>
            <a:ext cx="0" cy="425880"/>
          </a:xfrm>
          <a:prstGeom prst="straightConnector1">
            <a:avLst/>
          </a:prstGeom>
          <a:ln>
            <a:solidFill>
              <a:schemeClr val="accent4">
                <a:lumMod val="75000"/>
              </a:schemeClr>
            </a:solidFill>
            <a:tailEnd type="arrow"/>
          </a:ln>
          <a:scene3d>
            <a:camera prst="orthographicFront"/>
            <a:lightRig rig="threePt" dir="t"/>
          </a:scene3d>
          <a:sp3d prstMaterial="metal">
            <a:bevelB/>
          </a:sp3d>
        </p:spPr>
        <p:style>
          <a:lnRef idx="3">
            <a:schemeClr val="accent4"/>
          </a:lnRef>
          <a:fillRef idx="0">
            <a:schemeClr val="accent4"/>
          </a:fillRef>
          <a:effectRef idx="2">
            <a:schemeClr val="accent4"/>
          </a:effectRef>
          <a:fontRef idx="minor">
            <a:schemeClr val="tx1"/>
          </a:fontRef>
        </p:style>
      </p:cxnSp>
      <p:sp>
        <p:nvSpPr>
          <p:cNvPr id="14" name="Rounded Rectangle 13"/>
          <p:cNvSpPr/>
          <p:nvPr/>
        </p:nvSpPr>
        <p:spPr>
          <a:xfrm>
            <a:off x="2558440" y="2269905"/>
            <a:ext cx="3778507" cy="550937"/>
          </a:xfrm>
          <a:prstGeom prst="roundRect">
            <a:avLst/>
          </a:prstGeom>
          <a:gradFill flip="none" rotWithShape="1">
            <a:gsLst>
              <a:gs pos="0">
                <a:schemeClr val="accent3">
                  <a:lumMod val="40000"/>
                  <a:lumOff val="60000"/>
                </a:schemeClr>
              </a:gs>
              <a:gs pos="50000">
                <a:schemeClr val="accent4">
                  <a:lumMod val="60000"/>
                  <a:lumOff val="40000"/>
                </a:schemeClr>
              </a:gs>
              <a:gs pos="100000">
                <a:schemeClr val="accent3">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b="1" dirty="0" smtClean="0">
                <a:solidFill>
                  <a:srgbClr val="003C5A"/>
                </a:solidFill>
                <a:latin typeface="Arial"/>
                <a:ea typeface="+mj-ea"/>
                <a:cs typeface="Arial"/>
              </a:rPr>
              <a:t>Operational Plan (OPLAN)</a:t>
            </a:r>
            <a:r>
              <a:rPr lang="en-US" sz="1100" b="1" dirty="0">
                <a:solidFill>
                  <a:srgbClr val="003C5A"/>
                </a:solidFill>
                <a:latin typeface="Arial"/>
                <a:ea typeface="+mj-ea"/>
                <a:cs typeface="Arial"/>
              </a:rPr>
              <a:t/>
            </a:r>
            <a:br>
              <a:rPr lang="en-US" sz="1100" b="1" dirty="0">
                <a:solidFill>
                  <a:srgbClr val="003C5A"/>
                </a:solidFill>
                <a:latin typeface="Arial"/>
                <a:ea typeface="+mj-ea"/>
                <a:cs typeface="Arial"/>
              </a:rPr>
            </a:br>
            <a:r>
              <a:rPr lang="en-US" sz="900" dirty="0" smtClean="0">
                <a:solidFill>
                  <a:srgbClr val="003C5A"/>
                </a:solidFill>
                <a:latin typeface="Arial"/>
                <a:ea typeface="+mj-ea"/>
                <a:cs typeface="Arial"/>
              </a:rPr>
              <a:t>Military Plan to conduct mission prepared by ACO, approved by NAC </a:t>
            </a:r>
            <a:r>
              <a:rPr lang="en-US" sz="800" dirty="0" smtClean="0">
                <a:solidFill>
                  <a:srgbClr val="003C5A"/>
                </a:solidFill>
                <a:latin typeface="Arial"/>
                <a:ea typeface="+mj-ea"/>
                <a:cs typeface="Arial"/>
              </a:rPr>
              <a:t>(through MC and SRB)</a:t>
            </a:r>
            <a:endParaRPr lang="en-GB" sz="800" dirty="0">
              <a:solidFill>
                <a:srgbClr val="003C5A"/>
              </a:solidFill>
              <a:latin typeface="Arial"/>
              <a:ea typeface="+mj-ea"/>
              <a:cs typeface="Arial"/>
            </a:endParaRPr>
          </a:p>
        </p:txBody>
      </p:sp>
      <p:cxnSp>
        <p:nvCxnSpPr>
          <p:cNvPr id="23" name="Straight Arrow Connector 22"/>
          <p:cNvCxnSpPr/>
          <p:nvPr/>
        </p:nvCxnSpPr>
        <p:spPr>
          <a:xfrm>
            <a:off x="4446367" y="1874237"/>
            <a:ext cx="0" cy="425880"/>
          </a:xfrm>
          <a:prstGeom prst="straightConnector1">
            <a:avLst/>
          </a:prstGeom>
          <a:ln>
            <a:solidFill>
              <a:schemeClr val="accent4">
                <a:lumMod val="75000"/>
              </a:schemeClr>
            </a:solidFill>
            <a:tailEnd type="arrow"/>
          </a:ln>
          <a:scene3d>
            <a:camera prst="orthographicFront"/>
            <a:lightRig rig="threePt" dir="t"/>
          </a:scene3d>
          <a:sp3d prstMaterial="metal">
            <a:bevelB/>
          </a:sp3d>
        </p:spPr>
        <p:style>
          <a:lnRef idx="3">
            <a:schemeClr val="accent4"/>
          </a:lnRef>
          <a:fillRef idx="0">
            <a:schemeClr val="accent4"/>
          </a:fillRef>
          <a:effectRef idx="2">
            <a:schemeClr val="accent4"/>
          </a:effectRef>
          <a:fontRef idx="minor">
            <a:schemeClr val="tx1"/>
          </a:fontRef>
        </p:style>
      </p:cxnSp>
      <p:sp>
        <p:nvSpPr>
          <p:cNvPr id="13" name="Rounded Rectangle 12"/>
          <p:cNvSpPr/>
          <p:nvPr/>
        </p:nvSpPr>
        <p:spPr>
          <a:xfrm>
            <a:off x="2558441" y="1609225"/>
            <a:ext cx="3778507" cy="461837"/>
          </a:xfrm>
          <a:prstGeom prst="roundRect">
            <a:avLst/>
          </a:prstGeom>
          <a:gradFill flip="none" rotWithShape="1">
            <a:gsLst>
              <a:gs pos="0">
                <a:schemeClr val="accent3">
                  <a:lumMod val="40000"/>
                  <a:lumOff val="60000"/>
                </a:schemeClr>
              </a:gs>
              <a:gs pos="50000">
                <a:schemeClr val="accent4">
                  <a:lumMod val="60000"/>
                  <a:lumOff val="40000"/>
                </a:schemeClr>
              </a:gs>
              <a:gs pos="100000">
                <a:schemeClr val="accent3">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b="1" dirty="0" smtClean="0">
                <a:solidFill>
                  <a:srgbClr val="003C5A"/>
                </a:solidFill>
                <a:latin typeface="Arial"/>
                <a:ea typeface="+mj-ea"/>
                <a:cs typeface="Arial"/>
              </a:rPr>
              <a:t>Concept of Operations (CONOPS)</a:t>
            </a:r>
            <a:r>
              <a:rPr lang="en-US" sz="1200" b="1" dirty="0">
                <a:solidFill>
                  <a:srgbClr val="003C5A"/>
                </a:solidFill>
                <a:latin typeface="Arial"/>
                <a:ea typeface="+mj-ea"/>
                <a:cs typeface="Arial"/>
              </a:rPr>
              <a:t/>
            </a:r>
            <a:br>
              <a:rPr lang="en-US" sz="1200" b="1" dirty="0">
                <a:solidFill>
                  <a:srgbClr val="003C5A"/>
                </a:solidFill>
                <a:latin typeface="Arial"/>
                <a:ea typeface="+mj-ea"/>
                <a:cs typeface="Arial"/>
              </a:rPr>
            </a:br>
            <a:r>
              <a:rPr lang="en-US" sz="900" dirty="0" smtClean="0">
                <a:solidFill>
                  <a:srgbClr val="003C5A"/>
                </a:solidFill>
                <a:latin typeface="Arial"/>
                <a:ea typeface="+mj-ea"/>
                <a:cs typeface="Arial"/>
              </a:rPr>
              <a:t>developed by ACO, approved by NATO HQ</a:t>
            </a:r>
            <a:endParaRPr lang="en-GB" sz="900" dirty="0">
              <a:solidFill>
                <a:srgbClr val="003C5A"/>
              </a:solidFill>
              <a:latin typeface="Arial"/>
              <a:ea typeface="+mj-ea"/>
              <a:cs typeface="Arial"/>
            </a:endParaRPr>
          </a:p>
        </p:txBody>
      </p:sp>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970" y="1118005"/>
            <a:ext cx="1642386" cy="13750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ounded Rectangle 1"/>
          <p:cNvSpPr/>
          <p:nvPr/>
        </p:nvSpPr>
        <p:spPr>
          <a:xfrm>
            <a:off x="2558441" y="930218"/>
            <a:ext cx="3778507" cy="461837"/>
          </a:xfrm>
          <a:prstGeom prst="roundRect">
            <a:avLst/>
          </a:prstGeom>
          <a:gradFill flip="none" rotWithShape="1">
            <a:gsLst>
              <a:gs pos="0">
                <a:schemeClr val="accent3">
                  <a:lumMod val="40000"/>
                  <a:lumOff val="60000"/>
                </a:schemeClr>
              </a:gs>
              <a:gs pos="50000">
                <a:schemeClr val="accent4">
                  <a:lumMod val="60000"/>
                  <a:lumOff val="40000"/>
                </a:schemeClr>
              </a:gs>
              <a:gs pos="100000">
                <a:schemeClr val="accent3">
                  <a:lumMod val="40000"/>
                  <a:lumOff val="60000"/>
                </a:schemeClr>
              </a:gs>
            </a:gsLst>
            <a:lin ang="5400000" scaled="1"/>
            <a:tileRect/>
          </a:gradFill>
          <a:ln>
            <a:noFill/>
          </a:ln>
          <a:effectLst>
            <a:innerShdw blurRad="63500" dist="50800" dir="13500000">
              <a:prstClr val="black">
                <a:alpha val="50000"/>
              </a:prstClr>
            </a:innerShdw>
          </a:effectLst>
          <a:scene3d>
            <a:camera prst="orthographicFront"/>
            <a:lightRig rig="threePt" dir="t"/>
          </a:scene3d>
          <a:sp3d>
            <a:bevelT/>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b="1" dirty="0">
                <a:solidFill>
                  <a:srgbClr val="003C5A"/>
                </a:solidFill>
                <a:latin typeface="Arial"/>
                <a:ea typeface="+mj-ea"/>
                <a:cs typeface="Arial"/>
              </a:rPr>
              <a:t>NATO Initiating Directive (NID)</a:t>
            </a:r>
            <a:br>
              <a:rPr lang="en-US" sz="1200" b="1" dirty="0">
                <a:solidFill>
                  <a:srgbClr val="003C5A"/>
                </a:solidFill>
                <a:latin typeface="Arial"/>
                <a:ea typeface="+mj-ea"/>
                <a:cs typeface="Arial"/>
              </a:rPr>
            </a:br>
            <a:r>
              <a:rPr lang="en-US" sz="900" dirty="0">
                <a:solidFill>
                  <a:srgbClr val="003C5A"/>
                </a:solidFill>
                <a:latin typeface="Arial"/>
                <a:ea typeface="+mj-ea"/>
                <a:cs typeface="Arial"/>
              </a:rPr>
              <a:t>Political guidance provided by NAC to SACEUR</a:t>
            </a:r>
            <a:endParaRPr lang="en-GB" sz="900" dirty="0">
              <a:solidFill>
                <a:srgbClr val="003C5A"/>
              </a:solidFill>
              <a:latin typeface="Arial"/>
              <a:ea typeface="+mj-ea"/>
              <a:cs typeface="Arial"/>
            </a:endParaRPr>
          </a:p>
        </p:txBody>
      </p:sp>
      <p:sp>
        <p:nvSpPr>
          <p:cNvPr id="47" name="TextBox 46"/>
          <p:cNvSpPr txBox="1"/>
          <p:nvPr/>
        </p:nvSpPr>
        <p:spPr>
          <a:xfrm>
            <a:off x="613732" y="5788336"/>
            <a:ext cx="2457215" cy="307777"/>
          </a:xfrm>
          <a:prstGeom prst="rect">
            <a:avLst/>
          </a:prstGeom>
          <a:noFill/>
        </p:spPr>
        <p:txBody>
          <a:bodyPr wrap="square" rtlCol="0">
            <a:spAutoFit/>
          </a:bodyPr>
          <a:lstStyle/>
          <a:p>
            <a:pPr algn="ctr"/>
            <a:r>
              <a:rPr lang="en-US" sz="1400" b="1" dirty="0" smtClean="0">
                <a:solidFill>
                  <a:srgbClr val="FF0000"/>
                </a:solidFill>
                <a:latin typeface="Arial" panose="020B0604020202020204" pitchFamily="34" charset="0"/>
                <a:cs typeface="Arial" panose="020B0604020202020204" pitchFamily="34" charset="0"/>
              </a:rPr>
              <a:t>NO COMMON FUNDING</a:t>
            </a:r>
            <a:endParaRPr lang="en-GB" sz="1400" b="1" dirty="0">
              <a:solidFill>
                <a:srgbClr val="FF0000"/>
              </a:solidFill>
              <a:latin typeface="Arial" panose="020B0604020202020204" pitchFamily="34" charset="0"/>
              <a:cs typeface="Arial" panose="020B0604020202020204" pitchFamily="34" charset="0"/>
            </a:endParaRPr>
          </a:p>
        </p:txBody>
      </p:sp>
      <p:sp>
        <p:nvSpPr>
          <p:cNvPr id="51" name="TextBox 50"/>
          <p:cNvSpPr txBox="1"/>
          <p:nvPr/>
        </p:nvSpPr>
        <p:spPr>
          <a:xfrm>
            <a:off x="3146908" y="5785468"/>
            <a:ext cx="2457215" cy="307777"/>
          </a:xfrm>
          <a:prstGeom prst="rect">
            <a:avLst/>
          </a:prstGeom>
          <a:noFill/>
        </p:spPr>
        <p:txBody>
          <a:bodyPr wrap="square" rtlCol="0">
            <a:spAutoFit/>
          </a:bodyPr>
          <a:lstStyle/>
          <a:p>
            <a:pPr algn="ctr"/>
            <a:r>
              <a:rPr lang="en-US" sz="1400" b="1" dirty="0" smtClean="0">
                <a:solidFill>
                  <a:srgbClr val="FF0000"/>
                </a:solidFill>
                <a:latin typeface="Arial" panose="020B0604020202020204" pitchFamily="34" charset="0"/>
                <a:cs typeface="Arial" panose="020B0604020202020204" pitchFamily="34" charset="0"/>
              </a:rPr>
              <a:t>SOME COMMON FUNDING</a:t>
            </a:r>
            <a:endParaRPr lang="en-GB" sz="1400" b="1" dirty="0">
              <a:solidFill>
                <a:srgbClr val="FF0000"/>
              </a:solidFill>
              <a:latin typeface="Arial" panose="020B0604020202020204" pitchFamily="34" charset="0"/>
              <a:cs typeface="Arial" panose="020B0604020202020204" pitchFamily="34" charset="0"/>
            </a:endParaRPr>
          </a:p>
        </p:txBody>
      </p:sp>
      <p:sp>
        <p:nvSpPr>
          <p:cNvPr id="52" name="TextBox 51"/>
          <p:cNvSpPr txBox="1"/>
          <p:nvPr/>
        </p:nvSpPr>
        <p:spPr>
          <a:xfrm>
            <a:off x="5604123" y="5791226"/>
            <a:ext cx="2642730" cy="307777"/>
          </a:xfrm>
          <a:prstGeom prst="rect">
            <a:avLst/>
          </a:prstGeom>
          <a:noFill/>
        </p:spPr>
        <p:txBody>
          <a:bodyPr wrap="square" rtlCol="0">
            <a:spAutoFit/>
          </a:bodyPr>
          <a:lstStyle/>
          <a:p>
            <a:pPr algn="ctr"/>
            <a:r>
              <a:rPr lang="en-US" sz="1400" b="1" dirty="0" smtClean="0">
                <a:solidFill>
                  <a:srgbClr val="FF0000"/>
                </a:solidFill>
                <a:latin typeface="Arial" panose="020B0604020202020204" pitchFamily="34" charset="0"/>
                <a:cs typeface="Arial" panose="020B0604020202020204" pitchFamily="34" charset="0"/>
              </a:rPr>
              <a:t>MOSTLY COMMON FUNDED</a:t>
            </a:r>
            <a:endParaRPr lang="en-GB" sz="1400" b="1" dirty="0">
              <a:solidFill>
                <a:srgbClr val="FF0000"/>
              </a:solidFill>
              <a:latin typeface="Arial" panose="020B0604020202020204" pitchFamily="34" charset="0"/>
              <a:cs typeface="Arial" panose="020B0604020202020204" pitchFamily="34" charset="0"/>
            </a:endParaRPr>
          </a:p>
        </p:txBody>
      </p:sp>
      <p:sp>
        <p:nvSpPr>
          <p:cNvPr id="25" name="Rectangle 2"/>
          <p:cNvSpPr txBox="1">
            <a:spLocks noChangeArrowheads="1"/>
          </p:cNvSpPr>
          <p:nvPr/>
        </p:nvSpPr>
        <p:spPr bwMode="auto">
          <a:xfrm>
            <a:off x="457200" y="273600"/>
            <a:ext cx="8229600" cy="48445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de-DE"/>
            </a:defPPr>
            <a:lvl1pPr algn="ctr" defTabSz="914400">
              <a:spcBef>
                <a:spcPct val="0"/>
              </a:spcBef>
              <a:buNone/>
              <a:defRPr sz="2400" b="1">
                <a:solidFill>
                  <a:srgbClr val="003C5A"/>
                </a:solidFill>
                <a:latin typeface="Arial"/>
                <a:ea typeface="+mj-ea"/>
                <a:cs typeface="Arial"/>
              </a:defRPr>
            </a:lvl1pPr>
          </a:lstStyle>
          <a:p>
            <a:r>
              <a:rPr lang="en-US" altLang="en-US" dirty="0" smtClean="0"/>
              <a:t> Operational </a:t>
            </a:r>
            <a:r>
              <a:rPr lang="en-US" altLang="en-US" dirty="0"/>
              <a:t>Plan </a:t>
            </a:r>
            <a:r>
              <a:rPr lang="en-US" altLang="en-US" dirty="0" smtClean="0"/>
              <a:t>Development  </a:t>
            </a:r>
            <a:endParaRPr lang="en-US" altLang="en-US" dirty="0"/>
          </a:p>
        </p:txBody>
      </p:sp>
      <p:sp>
        <p:nvSpPr>
          <p:cNvPr id="22" name="Footer Placeholder 3"/>
          <p:cNvSpPr>
            <a:spLocks noGrp="1"/>
          </p:cNvSpPr>
          <p:nvPr>
            <p:ph type="ftr" sz="quarter" idx="3"/>
          </p:nvPr>
        </p:nvSpPr>
        <p:spPr>
          <a:xfrm>
            <a:off x="2895467" y="6235030"/>
            <a:ext cx="3353065" cy="688258"/>
          </a:xfrm>
        </p:spPr>
        <p:txBody>
          <a:bodyPr/>
          <a:lstStyle/>
          <a:p>
            <a:r>
              <a:rPr lang="de-DE" dirty="0" smtClean="0"/>
              <a:t>NATO UNCLASSIFIED</a:t>
            </a:r>
            <a:endParaRPr lang="de-DE" dirty="0"/>
          </a:p>
        </p:txBody>
      </p:sp>
      <p:sp>
        <p:nvSpPr>
          <p:cNvPr id="33"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18</a:t>
            </a:fld>
            <a:endParaRPr lang="en-GB" dirty="0"/>
          </a:p>
        </p:txBody>
      </p:sp>
      <p:sp>
        <p:nvSpPr>
          <p:cNvPr id="26" name="TextBox 25"/>
          <p:cNvSpPr txBox="1"/>
          <p:nvPr/>
        </p:nvSpPr>
        <p:spPr>
          <a:xfrm>
            <a:off x="363958" y="2544923"/>
            <a:ext cx="1626768" cy="369332"/>
          </a:xfrm>
          <a:prstGeom prst="rect">
            <a:avLst/>
          </a:prstGeom>
          <a:noFill/>
        </p:spPr>
        <p:txBody>
          <a:bodyPr wrap="square" rtlCol="0">
            <a:spAutoFit/>
          </a:bodyPr>
          <a:lstStyle/>
          <a:p>
            <a:r>
              <a:rPr lang="en-US" sz="900" u="sng" dirty="0" smtClean="0">
                <a:solidFill>
                  <a:schemeClr val="accent3">
                    <a:lumMod val="50000"/>
                  </a:schemeClr>
                </a:solidFill>
                <a:latin typeface="Arial" panose="020B0604020202020204" pitchFamily="34" charset="0"/>
                <a:cs typeface="Arial" panose="020B0604020202020204" pitchFamily="34" charset="0"/>
              </a:rPr>
              <a:t>Ref.:</a:t>
            </a:r>
            <a:r>
              <a:rPr lang="en-US" sz="900" dirty="0" smtClean="0">
                <a:solidFill>
                  <a:schemeClr val="accent3">
                    <a:lumMod val="50000"/>
                  </a:schemeClr>
                </a:solidFill>
                <a:latin typeface="Arial" panose="020B0604020202020204" pitchFamily="34" charset="0"/>
                <a:cs typeface="Arial" panose="020B0604020202020204" pitchFamily="34" charset="0"/>
              </a:rPr>
              <a:t> Bi-SC Directive 60-70, </a:t>
            </a:r>
            <a:br>
              <a:rPr lang="en-US" sz="900" dirty="0" smtClean="0">
                <a:solidFill>
                  <a:schemeClr val="accent3">
                    <a:lumMod val="50000"/>
                  </a:schemeClr>
                </a:solidFill>
                <a:latin typeface="Arial" panose="020B0604020202020204" pitchFamily="34" charset="0"/>
                <a:cs typeface="Arial" panose="020B0604020202020204" pitchFamily="34" charset="0"/>
              </a:rPr>
            </a:br>
            <a:r>
              <a:rPr lang="en-US" sz="900" dirty="0" smtClean="0">
                <a:solidFill>
                  <a:schemeClr val="accent3">
                    <a:lumMod val="50000"/>
                  </a:schemeClr>
                </a:solidFill>
                <a:latin typeface="Arial" panose="020B0604020202020204" pitchFamily="34" charset="0"/>
                <a:cs typeface="Arial" panose="020B0604020202020204" pitchFamily="34" charset="0"/>
              </a:rPr>
              <a:t>         Chapter 6</a:t>
            </a:r>
            <a:endParaRPr lang="en-GB" sz="900" dirty="0">
              <a:solidFill>
                <a:schemeClr val="accent3">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57856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51" grpId="0"/>
      <p:bldP spid="5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7" name="Rectangle 5"/>
          <p:cNvSpPr>
            <a:spLocks noChangeArrowheads="1"/>
          </p:cNvSpPr>
          <p:nvPr/>
        </p:nvSpPr>
        <p:spPr bwMode="auto">
          <a:xfrm>
            <a:off x="539552" y="188913"/>
            <a:ext cx="7704856"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fontAlgn="base">
              <a:spcBef>
                <a:spcPct val="0"/>
              </a:spcBef>
              <a:spcAft>
                <a:spcPct val="0"/>
              </a:spcAft>
            </a:pPr>
            <a:r>
              <a:rPr lang="en-US" altLang="en-US" b="1" dirty="0" smtClean="0">
                <a:solidFill>
                  <a:schemeClr val="tx2"/>
                </a:solidFill>
              </a:rPr>
              <a:t>Outsourcing Only One Option </a:t>
            </a:r>
            <a:endParaRPr lang="en-GB" altLang="en-US" b="1" dirty="0">
              <a:solidFill>
                <a:schemeClr val="tx2"/>
              </a:solidFill>
            </a:endParaRPr>
          </a:p>
        </p:txBody>
      </p:sp>
      <p:sp>
        <p:nvSpPr>
          <p:cNvPr id="10" name="Footer Placeholder 3"/>
          <p:cNvSpPr>
            <a:spLocks noGrp="1"/>
          </p:cNvSpPr>
          <p:nvPr>
            <p:ph type="ftr" sz="quarter" idx="3"/>
          </p:nvPr>
        </p:nvSpPr>
        <p:spPr>
          <a:xfrm>
            <a:off x="2895467" y="6235030"/>
            <a:ext cx="3353065" cy="519731"/>
          </a:xfrm>
        </p:spPr>
        <p:txBody>
          <a:bodyPr/>
          <a:lstStyle/>
          <a:p>
            <a:r>
              <a:rPr lang="de-DE" dirty="0" smtClean="0"/>
              <a:t>NATO UNCLASSIFIED</a:t>
            </a:r>
            <a:endParaRPr lang="de-DE" dirty="0"/>
          </a:p>
        </p:txBody>
      </p:sp>
      <p:sp>
        <p:nvSpPr>
          <p:cNvPr id="8" name="Rectangle 7"/>
          <p:cNvSpPr/>
          <p:nvPr/>
        </p:nvSpPr>
        <p:spPr>
          <a:xfrm>
            <a:off x="2987675" y="908050"/>
            <a:ext cx="860425" cy="4778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eaLnBrk="1" hangingPunct="1">
              <a:defRPr/>
            </a:pPr>
            <a:r>
              <a:rPr lang="en-US" sz="1000" b="1" dirty="0">
                <a:solidFill>
                  <a:schemeClr val="tx1"/>
                </a:solidFill>
              </a:rPr>
              <a:t>Warning</a:t>
            </a:r>
          </a:p>
          <a:p>
            <a:pPr algn="ctr" eaLnBrk="1" hangingPunct="1">
              <a:defRPr/>
            </a:pPr>
            <a:r>
              <a:rPr lang="en-US" sz="1000" b="1" dirty="0">
                <a:solidFill>
                  <a:schemeClr val="tx1"/>
                </a:solidFill>
              </a:rPr>
              <a:t>Phase</a:t>
            </a:r>
            <a:endParaRPr lang="en-GB" sz="1000" b="1" dirty="0">
              <a:solidFill>
                <a:schemeClr val="tx1"/>
              </a:solidFill>
            </a:endParaRPr>
          </a:p>
        </p:txBody>
      </p:sp>
      <p:sp>
        <p:nvSpPr>
          <p:cNvPr id="11" name="Text Box 5"/>
          <p:cNvSpPr txBox="1">
            <a:spLocks noChangeArrowheads="1"/>
          </p:cNvSpPr>
          <p:nvPr/>
        </p:nvSpPr>
        <p:spPr bwMode="auto">
          <a:xfrm>
            <a:off x="1890713" y="2743200"/>
            <a:ext cx="1085850" cy="862013"/>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000" dirty="0"/>
              <a:t>Develop / Confirm</a:t>
            </a:r>
          </a:p>
          <a:p>
            <a:pPr eaLnBrk="1" hangingPunct="1"/>
            <a:r>
              <a:rPr lang="en-US" altLang="en-US" sz="1000" dirty="0"/>
              <a:t>Mission Specific </a:t>
            </a:r>
          </a:p>
          <a:p>
            <a:pPr eaLnBrk="1" hangingPunct="1"/>
            <a:r>
              <a:rPr lang="en-US" altLang="en-US" sz="1000" dirty="0"/>
              <a:t>Requirements</a:t>
            </a:r>
            <a:endParaRPr lang="en-GB" altLang="en-US" sz="1000" dirty="0"/>
          </a:p>
        </p:txBody>
      </p:sp>
      <p:sp>
        <p:nvSpPr>
          <p:cNvPr id="12" name="Line 6"/>
          <p:cNvSpPr>
            <a:spLocks noChangeShapeType="1"/>
          </p:cNvSpPr>
          <p:nvPr/>
        </p:nvSpPr>
        <p:spPr bwMode="auto">
          <a:xfrm flipV="1">
            <a:off x="3594100" y="3627438"/>
            <a:ext cx="0" cy="5048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3" name="Text Box 7"/>
          <p:cNvSpPr txBox="1">
            <a:spLocks noChangeArrowheads="1"/>
          </p:cNvSpPr>
          <p:nvPr/>
        </p:nvSpPr>
        <p:spPr bwMode="auto">
          <a:xfrm>
            <a:off x="3124200" y="4160838"/>
            <a:ext cx="936625" cy="70802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000"/>
              <a:t>Planning Input</a:t>
            </a:r>
          </a:p>
          <a:p>
            <a:pPr eaLnBrk="1" hangingPunct="1"/>
            <a:r>
              <a:rPr lang="en-US" altLang="en-US" sz="1000"/>
              <a:t>NATO Agencies</a:t>
            </a:r>
            <a:endParaRPr lang="en-GB" altLang="en-US" sz="1000"/>
          </a:p>
        </p:txBody>
      </p:sp>
      <p:sp>
        <p:nvSpPr>
          <p:cNvPr id="14" name="Text Box 8"/>
          <p:cNvSpPr txBox="1">
            <a:spLocks noChangeArrowheads="1"/>
          </p:cNvSpPr>
          <p:nvPr/>
        </p:nvSpPr>
        <p:spPr bwMode="auto">
          <a:xfrm>
            <a:off x="3125788" y="2743200"/>
            <a:ext cx="996950" cy="862013"/>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000"/>
              <a:t>COA Analysis to include potential outsourcing</a:t>
            </a:r>
          </a:p>
        </p:txBody>
      </p:sp>
      <p:sp>
        <p:nvSpPr>
          <p:cNvPr id="15" name="Text Box 9"/>
          <p:cNvSpPr txBox="1">
            <a:spLocks noChangeArrowheads="1"/>
          </p:cNvSpPr>
          <p:nvPr/>
        </p:nvSpPr>
        <p:spPr bwMode="auto">
          <a:xfrm>
            <a:off x="3132138" y="1700213"/>
            <a:ext cx="935037" cy="554037"/>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000"/>
              <a:t>Force </a:t>
            </a:r>
          </a:p>
          <a:p>
            <a:pPr algn="ctr" eaLnBrk="1" hangingPunct="1"/>
            <a:r>
              <a:rPr lang="en-US" altLang="en-US" sz="1000"/>
              <a:t>Generation</a:t>
            </a:r>
          </a:p>
          <a:p>
            <a:pPr algn="ctr" eaLnBrk="1" hangingPunct="1"/>
            <a:r>
              <a:rPr lang="en-US" altLang="en-US" sz="1000"/>
              <a:t>Assessment</a:t>
            </a:r>
            <a:endParaRPr lang="en-GB" altLang="en-US" sz="1000"/>
          </a:p>
        </p:txBody>
      </p:sp>
      <p:sp>
        <p:nvSpPr>
          <p:cNvPr id="16" name="Line 10"/>
          <p:cNvSpPr>
            <a:spLocks noChangeShapeType="1"/>
          </p:cNvSpPr>
          <p:nvPr/>
        </p:nvSpPr>
        <p:spPr bwMode="auto">
          <a:xfrm>
            <a:off x="3578225" y="2286000"/>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 name="Rectangle 17"/>
          <p:cNvSpPr>
            <a:spLocks noChangeArrowheads="1"/>
          </p:cNvSpPr>
          <p:nvPr/>
        </p:nvSpPr>
        <p:spPr bwMode="auto">
          <a:xfrm>
            <a:off x="152400" y="836613"/>
            <a:ext cx="1524000" cy="554037"/>
          </a:xfrm>
          <a:prstGeom prst="rect">
            <a:avLst/>
          </a:prstGeom>
          <a:solidFill>
            <a:schemeClr val="bg1"/>
          </a:solidFill>
          <a:ln>
            <a:noFill/>
          </a:ln>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GB" altLang="en-US" sz="1000" dirty="0"/>
              <a:t>Strategic</a:t>
            </a:r>
          </a:p>
          <a:p>
            <a:pPr algn="ctr" eaLnBrk="1" hangingPunct="1"/>
            <a:r>
              <a:rPr lang="en-GB" altLang="en-US" sz="1000" dirty="0"/>
              <a:t>Contract Enablement Planning</a:t>
            </a:r>
          </a:p>
        </p:txBody>
      </p:sp>
      <p:sp>
        <p:nvSpPr>
          <p:cNvPr id="18" name="Rectangle 17"/>
          <p:cNvSpPr/>
          <p:nvPr/>
        </p:nvSpPr>
        <p:spPr>
          <a:xfrm>
            <a:off x="152400" y="1371600"/>
            <a:ext cx="1524000" cy="4758267"/>
          </a:xfrm>
          <a:prstGeom prst="rect">
            <a:avLst/>
          </a:prstGeom>
          <a:noFill/>
          <a:ln>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00"/>
          </a:p>
        </p:txBody>
      </p:sp>
      <p:sp>
        <p:nvSpPr>
          <p:cNvPr id="19" name="Rectangle 18"/>
          <p:cNvSpPr/>
          <p:nvPr/>
        </p:nvSpPr>
        <p:spPr>
          <a:xfrm>
            <a:off x="1825625" y="1371600"/>
            <a:ext cx="3508375" cy="4758267"/>
          </a:xfrm>
          <a:prstGeom prst="rect">
            <a:avLst/>
          </a:prstGeom>
          <a:noFill/>
          <a:ln>
            <a:solidFill>
              <a:schemeClr val="tx2"/>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00"/>
          </a:p>
        </p:txBody>
      </p:sp>
      <p:sp>
        <p:nvSpPr>
          <p:cNvPr id="20" name="Text Box 14"/>
          <p:cNvSpPr txBox="1">
            <a:spLocks noChangeArrowheads="1"/>
          </p:cNvSpPr>
          <p:nvPr/>
        </p:nvSpPr>
        <p:spPr bwMode="auto">
          <a:xfrm>
            <a:off x="5638800" y="2433638"/>
            <a:ext cx="1243013" cy="400050"/>
          </a:xfrm>
          <a:prstGeom prst="rect">
            <a:avLst/>
          </a:prstGeom>
          <a:noFill/>
          <a:ln w="952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000"/>
              <a:t>Force Generation</a:t>
            </a:r>
          </a:p>
          <a:p>
            <a:pPr eaLnBrk="1" hangingPunct="1"/>
            <a:r>
              <a:rPr lang="en-US" altLang="en-US" sz="1000"/>
              <a:t>CJSOR</a:t>
            </a:r>
            <a:endParaRPr lang="en-GB" altLang="en-US" sz="1000"/>
          </a:p>
        </p:txBody>
      </p:sp>
      <p:sp>
        <p:nvSpPr>
          <p:cNvPr id="21" name="Text Box 15"/>
          <p:cNvSpPr txBox="1">
            <a:spLocks noChangeArrowheads="1"/>
          </p:cNvSpPr>
          <p:nvPr/>
        </p:nvSpPr>
        <p:spPr bwMode="auto">
          <a:xfrm>
            <a:off x="5638800" y="3068638"/>
            <a:ext cx="1243013" cy="400050"/>
          </a:xfrm>
          <a:prstGeom prst="rect">
            <a:avLst/>
          </a:prstGeom>
          <a:noFill/>
          <a:ln w="952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000"/>
              <a:t>Force Generation</a:t>
            </a:r>
          </a:p>
          <a:p>
            <a:pPr eaLnBrk="1" hangingPunct="1"/>
            <a:r>
              <a:rPr lang="en-US" altLang="en-US" sz="1000"/>
              <a:t>TCSOR</a:t>
            </a:r>
            <a:endParaRPr lang="en-GB" altLang="en-US" sz="1000"/>
          </a:p>
        </p:txBody>
      </p:sp>
      <p:sp>
        <p:nvSpPr>
          <p:cNvPr id="22" name="Text Box 16"/>
          <p:cNvSpPr txBox="1">
            <a:spLocks noChangeArrowheads="1"/>
          </p:cNvSpPr>
          <p:nvPr/>
        </p:nvSpPr>
        <p:spPr bwMode="auto">
          <a:xfrm>
            <a:off x="5715000" y="4572000"/>
            <a:ext cx="1250950" cy="1384300"/>
          </a:xfrm>
          <a:prstGeom prst="rect">
            <a:avLst/>
          </a:prstGeom>
          <a:noFill/>
          <a:ln w="952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400"/>
              <a:t>Outsourced</a:t>
            </a:r>
            <a:endParaRPr lang="en-GB" altLang="en-US" sz="1400"/>
          </a:p>
          <a:p>
            <a:pPr eaLnBrk="1" hangingPunct="1"/>
            <a:r>
              <a:rPr lang="en-US" altLang="en-US" sz="1400"/>
              <a:t>Common Funded MC/RPPB business case</a:t>
            </a:r>
            <a:endParaRPr lang="en-GB" altLang="en-US" sz="1400"/>
          </a:p>
        </p:txBody>
      </p:sp>
      <p:sp>
        <p:nvSpPr>
          <p:cNvPr id="23" name="Text Box 17"/>
          <p:cNvSpPr txBox="1">
            <a:spLocks noChangeArrowheads="1"/>
          </p:cNvSpPr>
          <p:nvPr/>
        </p:nvSpPr>
        <p:spPr bwMode="auto">
          <a:xfrm>
            <a:off x="5791200" y="3713163"/>
            <a:ext cx="1098550" cy="554037"/>
          </a:xfrm>
          <a:prstGeom prst="rect">
            <a:avLst/>
          </a:prstGeom>
          <a:noFill/>
          <a:ln w="952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000"/>
              <a:t>If common Funded</a:t>
            </a:r>
          </a:p>
          <a:p>
            <a:pPr eaLnBrk="1" hangingPunct="1"/>
            <a:r>
              <a:rPr lang="en-US" altLang="en-US" sz="1000"/>
              <a:t>MC / RPPB</a:t>
            </a:r>
            <a:endParaRPr lang="en-GB" altLang="en-US" sz="1000"/>
          </a:p>
        </p:txBody>
      </p:sp>
      <p:sp>
        <p:nvSpPr>
          <p:cNvPr id="24" name="Text Box 24"/>
          <p:cNvSpPr txBox="1">
            <a:spLocks noChangeArrowheads="1"/>
          </p:cNvSpPr>
          <p:nvPr/>
        </p:nvSpPr>
        <p:spPr bwMode="auto">
          <a:xfrm>
            <a:off x="5624513" y="1485900"/>
            <a:ext cx="1296987" cy="247650"/>
          </a:xfrm>
          <a:prstGeom prst="rect">
            <a:avLst/>
          </a:prstGeom>
          <a:noFill/>
          <a:ln w="952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000"/>
              <a:t>Host Nation</a:t>
            </a:r>
            <a:endParaRPr lang="en-GB" altLang="en-US" sz="1000"/>
          </a:p>
        </p:txBody>
      </p:sp>
      <p:sp>
        <p:nvSpPr>
          <p:cNvPr id="25" name="Line 29"/>
          <p:cNvSpPr>
            <a:spLocks noChangeShapeType="1"/>
          </p:cNvSpPr>
          <p:nvPr/>
        </p:nvSpPr>
        <p:spPr bwMode="auto">
          <a:xfrm>
            <a:off x="5121275" y="3276600"/>
            <a:ext cx="517525" cy="79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6" name="Line 30"/>
          <p:cNvSpPr>
            <a:spLocks noChangeShapeType="1"/>
          </p:cNvSpPr>
          <p:nvPr/>
        </p:nvSpPr>
        <p:spPr bwMode="auto">
          <a:xfrm>
            <a:off x="6281738" y="3468688"/>
            <a:ext cx="9525" cy="2444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 name="Line 32"/>
          <p:cNvSpPr>
            <a:spLocks noChangeShapeType="1"/>
          </p:cNvSpPr>
          <p:nvPr/>
        </p:nvSpPr>
        <p:spPr bwMode="auto">
          <a:xfrm>
            <a:off x="5121275" y="3284538"/>
            <a:ext cx="593725" cy="17954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 name="Line 34"/>
          <p:cNvSpPr>
            <a:spLocks noChangeShapeType="1"/>
          </p:cNvSpPr>
          <p:nvPr/>
        </p:nvSpPr>
        <p:spPr bwMode="auto">
          <a:xfrm flipV="1">
            <a:off x="5121275" y="1628775"/>
            <a:ext cx="468313" cy="16224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 name="Line 35"/>
          <p:cNvSpPr>
            <a:spLocks noChangeShapeType="1"/>
          </p:cNvSpPr>
          <p:nvPr/>
        </p:nvSpPr>
        <p:spPr bwMode="auto">
          <a:xfrm>
            <a:off x="6904038" y="1593850"/>
            <a:ext cx="517525" cy="2857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 name="Line 36"/>
          <p:cNvSpPr>
            <a:spLocks noChangeShapeType="1"/>
          </p:cNvSpPr>
          <p:nvPr/>
        </p:nvSpPr>
        <p:spPr bwMode="auto">
          <a:xfrm>
            <a:off x="6921500" y="2665413"/>
            <a:ext cx="51911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 name="Rectangle 30"/>
          <p:cNvSpPr/>
          <p:nvPr/>
        </p:nvSpPr>
        <p:spPr>
          <a:xfrm>
            <a:off x="5486400" y="1371600"/>
            <a:ext cx="1589088" cy="4758267"/>
          </a:xfrm>
          <a:prstGeom prst="rect">
            <a:avLst/>
          </a:prstGeom>
          <a:noFill/>
          <a:ln>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00"/>
          </a:p>
        </p:txBody>
      </p:sp>
      <p:sp>
        <p:nvSpPr>
          <p:cNvPr id="32" name="Rectangle 31"/>
          <p:cNvSpPr/>
          <p:nvPr/>
        </p:nvSpPr>
        <p:spPr>
          <a:xfrm>
            <a:off x="5580063" y="930275"/>
            <a:ext cx="1511300" cy="4111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eaLnBrk="1" hangingPunct="1">
              <a:defRPr/>
            </a:pPr>
            <a:r>
              <a:rPr lang="en-US" sz="1000" b="1" dirty="0">
                <a:solidFill>
                  <a:schemeClr val="tx1"/>
                </a:solidFill>
              </a:rPr>
              <a:t>With NAC Approved OPLAN</a:t>
            </a:r>
            <a:endParaRPr lang="en-GB" sz="1000" b="1" dirty="0">
              <a:solidFill>
                <a:schemeClr val="tx1"/>
              </a:solidFill>
            </a:endParaRPr>
          </a:p>
        </p:txBody>
      </p:sp>
      <p:sp>
        <p:nvSpPr>
          <p:cNvPr id="33" name="Text Box 19"/>
          <p:cNvSpPr txBox="1">
            <a:spLocks noChangeArrowheads="1"/>
          </p:cNvSpPr>
          <p:nvPr/>
        </p:nvSpPr>
        <p:spPr bwMode="auto">
          <a:xfrm>
            <a:off x="7299325" y="3865563"/>
            <a:ext cx="1522413" cy="5540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000"/>
              <a:t>Activation of Rapidly</a:t>
            </a:r>
          </a:p>
          <a:p>
            <a:pPr eaLnBrk="1" hangingPunct="1"/>
            <a:r>
              <a:rPr lang="en-US" altLang="en-US" sz="1000"/>
              <a:t>Usable Enabling Contracts</a:t>
            </a:r>
            <a:endParaRPr lang="en-GB" altLang="en-US" sz="1000"/>
          </a:p>
        </p:txBody>
      </p:sp>
      <p:sp>
        <p:nvSpPr>
          <p:cNvPr id="34" name="Text Box 20"/>
          <p:cNvSpPr txBox="1">
            <a:spLocks noChangeArrowheads="1"/>
          </p:cNvSpPr>
          <p:nvPr/>
        </p:nvSpPr>
        <p:spPr bwMode="auto">
          <a:xfrm>
            <a:off x="7281686" y="5091286"/>
            <a:ext cx="1528763" cy="86201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000"/>
              <a:t>Multinational  solution through a  national contract, national/ NATO agencies e.g. APOD </a:t>
            </a:r>
            <a:endParaRPr lang="en-GB" altLang="en-US" sz="1000"/>
          </a:p>
        </p:txBody>
      </p:sp>
      <p:sp>
        <p:nvSpPr>
          <p:cNvPr id="35" name="Text Box 21"/>
          <p:cNvSpPr txBox="1">
            <a:spLocks noChangeArrowheads="1"/>
          </p:cNvSpPr>
          <p:nvPr/>
        </p:nvSpPr>
        <p:spPr bwMode="auto">
          <a:xfrm>
            <a:off x="7292975" y="4758618"/>
            <a:ext cx="1528763" cy="2460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000"/>
              <a:t>In-house contract</a:t>
            </a:r>
            <a:endParaRPr lang="en-GB" altLang="en-US" sz="1000"/>
          </a:p>
        </p:txBody>
      </p:sp>
      <p:sp>
        <p:nvSpPr>
          <p:cNvPr id="36" name="Text Box 22"/>
          <p:cNvSpPr txBox="1">
            <a:spLocks noChangeArrowheads="1"/>
          </p:cNvSpPr>
          <p:nvPr/>
        </p:nvSpPr>
        <p:spPr bwMode="auto">
          <a:xfrm>
            <a:off x="7421563" y="3011488"/>
            <a:ext cx="1277937" cy="5540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000"/>
              <a:t>Lead Nation Provides Military or CSO</a:t>
            </a:r>
          </a:p>
        </p:txBody>
      </p:sp>
      <p:sp>
        <p:nvSpPr>
          <p:cNvPr id="37" name="Text Box 23"/>
          <p:cNvSpPr txBox="1">
            <a:spLocks noChangeArrowheads="1"/>
          </p:cNvSpPr>
          <p:nvPr/>
        </p:nvSpPr>
        <p:spPr bwMode="auto">
          <a:xfrm>
            <a:off x="7440613" y="2525713"/>
            <a:ext cx="1198562" cy="24606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000"/>
              <a:t>Nation Provides</a:t>
            </a:r>
            <a:endParaRPr lang="en-GB" altLang="en-US" sz="1000"/>
          </a:p>
        </p:txBody>
      </p:sp>
      <p:sp>
        <p:nvSpPr>
          <p:cNvPr id="38" name="Text Box 25"/>
          <p:cNvSpPr txBox="1">
            <a:spLocks noChangeArrowheads="1"/>
          </p:cNvSpPr>
          <p:nvPr/>
        </p:nvSpPr>
        <p:spPr bwMode="auto">
          <a:xfrm>
            <a:off x="7440613" y="1371600"/>
            <a:ext cx="1187450" cy="7080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000"/>
              <a:t>Nation</a:t>
            </a:r>
          </a:p>
          <a:p>
            <a:pPr eaLnBrk="1" hangingPunct="1"/>
            <a:r>
              <a:rPr lang="en-US" altLang="en-US" sz="1000"/>
              <a:t>Provides - may include National contracts</a:t>
            </a:r>
            <a:endParaRPr lang="en-GB" altLang="en-US" sz="1000"/>
          </a:p>
        </p:txBody>
      </p:sp>
      <p:sp>
        <p:nvSpPr>
          <p:cNvPr id="39" name="Line 36"/>
          <p:cNvSpPr>
            <a:spLocks noChangeShapeType="1"/>
          </p:cNvSpPr>
          <p:nvPr/>
        </p:nvSpPr>
        <p:spPr bwMode="auto">
          <a:xfrm flipV="1">
            <a:off x="6965950" y="3333750"/>
            <a:ext cx="45561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0" name="Line 36"/>
          <p:cNvSpPr>
            <a:spLocks noChangeShapeType="1"/>
          </p:cNvSpPr>
          <p:nvPr/>
        </p:nvSpPr>
        <p:spPr bwMode="auto">
          <a:xfrm flipV="1">
            <a:off x="6965950" y="4359275"/>
            <a:ext cx="327025" cy="7207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 name="Rectangle 40"/>
          <p:cNvSpPr/>
          <p:nvPr/>
        </p:nvSpPr>
        <p:spPr>
          <a:xfrm>
            <a:off x="7481534" y="954088"/>
            <a:ext cx="1216025" cy="2428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eaLnBrk="1" hangingPunct="1">
              <a:defRPr/>
            </a:pPr>
            <a:r>
              <a:rPr lang="en-US" sz="1000" b="1" dirty="0">
                <a:solidFill>
                  <a:schemeClr val="tx1"/>
                </a:solidFill>
              </a:rPr>
              <a:t>Execution</a:t>
            </a:r>
            <a:endParaRPr lang="en-GB" sz="1000" b="1" dirty="0">
              <a:solidFill>
                <a:schemeClr val="tx1"/>
              </a:solidFill>
            </a:endParaRPr>
          </a:p>
        </p:txBody>
      </p:sp>
      <p:sp>
        <p:nvSpPr>
          <p:cNvPr id="42" name="Rectangle 41"/>
          <p:cNvSpPr/>
          <p:nvPr/>
        </p:nvSpPr>
        <p:spPr>
          <a:xfrm>
            <a:off x="7192963" y="1295400"/>
            <a:ext cx="1798637" cy="4834467"/>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sz="1000"/>
          </a:p>
        </p:txBody>
      </p:sp>
      <p:sp>
        <p:nvSpPr>
          <p:cNvPr id="43" name="Text Box 12"/>
          <p:cNvSpPr txBox="1">
            <a:spLocks noChangeArrowheads="1"/>
          </p:cNvSpPr>
          <p:nvPr/>
        </p:nvSpPr>
        <p:spPr bwMode="auto">
          <a:xfrm>
            <a:off x="4267200" y="3124200"/>
            <a:ext cx="739775" cy="246063"/>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000"/>
              <a:t>CONOPS</a:t>
            </a:r>
            <a:endParaRPr lang="en-GB" altLang="en-US" sz="1000"/>
          </a:p>
        </p:txBody>
      </p:sp>
      <p:sp>
        <p:nvSpPr>
          <p:cNvPr id="44" name="Line 28"/>
          <p:cNvSpPr>
            <a:spLocks noChangeShapeType="1"/>
          </p:cNvSpPr>
          <p:nvPr/>
        </p:nvSpPr>
        <p:spPr bwMode="auto">
          <a:xfrm>
            <a:off x="4114800" y="3276600"/>
            <a:ext cx="1428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5" name="Rectangle 44"/>
          <p:cNvSpPr/>
          <p:nvPr/>
        </p:nvSpPr>
        <p:spPr>
          <a:xfrm>
            <a:off x="304800" y="1628775"/>
            <a:ext cx="1219200" cy="863600"/>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eaLnBrk="1" hangingPunct="1">
              <a:defRPr/>
            </a:pPr>
            <a:r>
              <a:rPr lang="en-US" sz="1000" dirty="0">
                <a:solidFill>
                  <a:schemeClr val="tx1"/>
                </a:solidFill>
              </a:rPr>
              <a:t>Establish rapidly usable contractual mechanisms</a:t>
            </a:r>
          </a:p>
        </p:txBody>
      </p:sp>
      <p:sp>
        <p:nvSpPr>
          <p:cNvPr id="46" name="Rectangle 45"/>
          <p:cNvSpPr/>
          <p:nvPr/>
        </p:nvSpPr>
        <p:spPr>
          <a:xfrm>
            <a:off x="304800" y="2608263"/>
            <a:ext cx="1219200" cy="995362"/>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eaLnBrk="1" hangingPunct="1">
              <a:defRPr/>
            </a:pPr>
            <a:r>
              <a:rPr lang="en-US" sz="1000" dirty="0">
                <a:solidFill>
                  <a:schemeClr val="tx1"/>
                </a:solidFill>
              </a:rPr>
              <a:t>Build readiness awareness of National Commercial Capabilities</a:t>
            </a:r>
          </a:p>
        </p:txBody>
      </p:sp>
      <p:sp>
        <p:nvSpPr>
          <p:cNvPr id="47" name="Rectangle 46"/>
          <p:cNvSpPr/>
          <p:nvPr/>
        </p:nvSpPr>
        <p:spPr>
          <a:xfrm>
            <a:off x="304800" y="3713163"/>
            <a:ext cx="1219200" cy="858837"/>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eaLnBrk="1" hangingPunct="1">
              <a:defRPr/>
            </a:pPr>
            <a:r>
              <a:rPr lang="en-US" sz="1000" dirty="0">
                <a:solidFill>
                  <a:schemeClr val="tx1"/>
                </a:solidFill>
              </a:rPr>
              <a:t>Establish Cross Servicing Agreements / Mechanisms</a:t>
            </a:r>
          </a:p>
        </p:txBody>
      </p:sp>
      <p:sp>
        <p:nvSpPr>
          <p:cNvPr id="48" name="Rectangle 47"/>
          <p:cNvSpPr/>
          <p:nvPr/>
        </p:nvSpPr>
        <p:spPr>
          <a:xfrm>
            <a:off x="304800" y="4695825"/>
            <a:ext cx="1219200" cy="866775"/>
          </a:xfrm>
          <a:prstGeom prst="rect">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lstStyle/>
          <a:p>
            <a:pPr algn="ctr" eaLnBrk="1" hangingPunct="1">
              <a:defRPr/>
            </a:pPr>
            <a:r>
              <a:rPr lang="en-US" sz="1000" dirty="0">
                <a:solidFill>
                  <a:schemeClr val="tx1"/>
                </a:solidFill>
              </a:rPr>
              <a:t>Encourage &amp; Support Multinational Partnerships</a:t>
            </a:r>
          </a:p>
        </p:txBody>
      </p:sp>
      <p:sp>
        <p:nvSpPr>
          <p:cNvPr id="50" name="Line 36"/>
          <p:cNvSpPr>
            <a:spLocks noChangeShapeType="1"/>
          </p:cNvSpPr>
          <p:nvPr/>
        </p:nvSpPr>
        <p:spPr bwMode="auto">
          <a:xfrm flipV="1">
            <a:off x="6996907" y="4983723"/>
            <a:ext cx="284779" cy="28042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 name="Line 36"/>
          <p:cNvSpPr>
            <a:spLocks noChangeShapeType="1"/>
          </p:cNvSpPr>
          <p:nvPr/>
        </p:nvSpPr>
        <p:spPr bwMode="auto">
          <a:xfrm flipV="1">
            <a:off x="6959970" y="5419017"/>
            <a:ext cx="339355" cy="10198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2"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19</a:t>
            </a:fld>
            <a:endParaRPr lang="en-GB" dirty="0"/>
          </a:p>
        </p:txBody>
      </p:sp>
    </p:spTree>
    <p:extLst>
      <p:ext uri="{BB962C8B-B14F-4D97-AF65-F5344CB8AC3E}">
        <p14:creationId xmlns:p14="http://schemas.microsoft.com/office/powerpoint/2010/main" val="18827032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p:txBody>
          <a:bodyPr/>
          <a:lstStyle/>
          <a:p>
            <a:r>
              <a:rPr lang="de-DE" smtClean="0"/>
              <a:t>NATO UNCLASSIFIED</a:t>
            </a:r>
            <a:endParaRPr lang="de-DE" dirty="0"/>
          </a:p>
        </p:txBody>
      </p:sp>
      <p:sp>
        <p:nvSpPr>
          <p:cNvPr id="5" name="Slide Number Placeholder 4"/>
          <p:cNvSpPr>
            <a:spLocks noGrp="1"/>
          </p:cNvSpPr>
          <p:nvPr>
            <p:ph type="sldNum" sz="quarter" idx="4"/>
          </p:nvPr>
        </p:nvSpPr>
        <p:spPr>
          <a:xfrm>
            <a:off x="7018874" y="6391289"/>
            <a:ext cx="738203" cy="365125"/>
          </a:xfrm>
        </p:spPr>
        <p:txBody>
          <a:bodyPr/>
          <a:lstStyle/>
          <a:p>
            <a:r>
              <a:rPr lang="en-GB" dirty="0" smtClean="0"/>
              <a:t>| Slide </a:t>
            </a:r>
            <a:fld id="{AC1C9A27-5D71-496E-AC2B-58C1CA833928}" type="slidenum">
              <a:rPr lang="en-GB" smtClean="0"/>
              <a:pPr/>
              <a:t>20</a:t>
            </a:fld>
            <a:endParaRPr lang="en-GB" dirty="0"/>
          </a:p>
        </p:txBody>
      </p:sp>
      <p:sp>
        <p:nvSpPr>
          <p:cNvPr id="7" name="Content Placeholder 2"/>
          <p:cNvSpPr>
            <a:spLocks noGrp="1"/>
          </p:cNvSpPr>
          <p:nvPr>
            <p:ph idx="1"/>
          </p:nvPr>
        </p:nvSpPr>
        <p:spPr bwMode="auto">
          <a:xfrm>
            <a:off x="152400" y="1919288"/>
            <a:ext cx="8839200" cy="501650"/>
          </a:xfrm>
          <a:ln>
            <a:solidFill>
              <a:schemeClr val="tx1"/>
            </a:solidFill>
          </a:ln>
        </p:spPr>
        <p:txBody>
          <a:bodyPr vert="horz" wrap="square" lIns="91440" tIns="45720" rIns="91440" bIns="45720" numCol="1" anchor="t" anchorCtr="0" compatLnSpc="1">
            <a:prstTxWarp prst="textNoShape">
              <a:avLst/>
            </a:prstTxWarp>
          </a:bodyPr>
          <a:lstStyle/>
          <a:p>
            <a:pPr marL="0" indent="0" algn="ctr">
              <a:buFontTx/>
              <a:buNone/>
              <a:defRPr/>
            </a:pPr>
            <a:r>
              <a:rPr lang="en-US" sz="2000" b="1" dirty="0" smtClean="0">
                <a:solidFill>
                  <a:srgbClr val="FF0000"/>
                </a:solidFill>
              </a:rPr>
              <a:t>Common Funded MC/RPPB business case*</a:t>
            </a:r>
            <a:endParaRPr lang="en-GB" sz="2000" b="1" dirty="0" smtClean="0">
              <a:solidFill>
                <a:srgbClr val="FF0000"/>
              </a:solidFill>
            </a:endParaRPr>
          </a:p>
          <a:p>
            <a:pPr marL="0" indent="0" algn="ctr">
              <a:buFontTx/>
              <a:buNone/>
              <a:defRPr/>
            </a:pPr>
            <a:endParaRPr lang="en-US" altLang="en-US" sz="2000" b="1" dirty="0" smtClean="0">
              <a:solidFill>
                <a:srgbClr val="FF0000"/>
              </a:solidFill>
            </a:endParaRPr>
          </a:p>
          <a:p>
            <a:pPr algn="ctr">
              <a:defRPr/>
            </a:pPr>
            <a:endParaRPr lang="en-US" altLang="en-US" sz="2000" b="1" dirty="0">
              <a:solidFill>
                <a:srgbClr val="FF0000"/>
              </a:solidFill>
            </a:endParaRPr>
          </a:p>
          <a:p>
            <a:pPr marL="0" indent="0" algn="ctr">
              <a:buFontTx/>
              <a:buNone/>
              <a:defRPr/>
            </a:pPr>
            <a:endParaRPr lang="en-US" altLang="en-US" sz="2000" b="1" dirty="0" smtClean="0">
              <a:solidFill>
                <a:srgbClr val="FF0000"/>
              </a:solidFill>
            </a:endParaRPr>
          </a:p>
          <a:p>
            <a:pPr algn="ctr">
              <a:defRPr/>
            </a:pPr>
            <a:endParaRPr lang="en-US" altLang="en-US" sz="2000" b="1" dirty="0">
              <a:solidFill>
                <a:srgbClr val="FF0000"/>
              </a:solidFill>
            </a:endParaRPr>
          </a:p>
          <a:p>
            <a:pPr algn="ctr">
              <a:defRPr/>
            </a:pPr>
            <a:endParaRPr lang="en-US" altLang="en-US" sz="2000" b="1" dirty="0">
              <a:solidFill>
                <a:srgbClr val="FF0000"/>
              </a:solidFill>
            </a:endParaRPr>
          </a:p>
          <a:p>
            <a:pPr algn="ctr">
              <a:defRPr/>
            </a:pPr>
            <a:endParaRPr lang="en-US" altLang="en-US" sz="1200" b="1" dirty="0" smtClean="0"/>
          </a:p>
          <a:p>
            <a:pPr algn="ctr">
              <a:defRPr/>
            </a:pPr>
            <a:endParaRPr lang="en-US" altLang="en-US" sz="2000" b="1" dirty="0" smtClean="0"/>
          </a:p>
        </p:txBody>
      </p:sp>
      <p:sp>
        <p:nvSpPr>
          <p:cNvPr id="8" name="Rounded Rectangle 7"/>
          <p:cNvSpPr/>
          <p:nvPr/>
        </p:nvSpPr>
        <p:spPr>
          <a:xfrm>
            <a:off x="228600" y="5529180"/>
            <a:ext cx="8763000" cy="609600"/>
          </a:xfrm>
          <a:prstGeom prst="roundRect">
            <a:avLst/>
          </a:prstGeom>
          <a:gradFill flip="none" rotWithShape="1">
            <a:gsLst>
              <a:gs pos="0">
                <a:srgbClr val="317696">
                  <a:lumMod val="40000"/>
                  <a:lumOff val="60000"/>
                </a:srgbClr>
              </a:gs>
              <a:gs pos="50000">
                <a:srgbClr val="6D9AB5">
                  <a:lumMod val="60000"/>
                  <a:lumOff val="40000"/>
                </a:srgbClr>
              </a:gs>
              <a:gs pos="100000">
                <a:srgbClr val="317696">
                  <a:lumMod val="40000"/>
                  <a:lumOff val="60000"/>
                </a:srgbClr>
              </a:gs>
            </a:gsLst>
            <a:lin ang="5400000" scaled="1"/>
            <a:tileRect/>
          </a:gradFill>
          <a:ln w="25400" cap="flat" cmpd="sng" algn="ctr">
            <a:noFill/>
            <a:prstDash val="solid"/>
          </a:ln>
          <a:effectLst>
            <a:innerShdw blurRad="63500" dist="50800" dir="13500000">
              <a:prstClr val="black">
                <a:alpha val="50000"/>
              </a:prstClr>
            </a:innerShdw>
          </a:effectLst>
          <a:scene3d>
            <a:camera prst="orthographicFront"/>
            <a:lightRig rig="threePt" dir="t"/>
          </a:scene3d>
          <a:sp3d>
            <a:bevelT/>
          </a:sp3d>
        </p:spPr>
        <p:txBody>
          <a:bodyPr anchor="ctr"/>
          <a:lstStyle/>
          <a:p>
            <a:pPr algn="ctr" defTabSz="457200" eaLnBrk="1" fontAlgn="auto" hangingPunct="1">
              <a:spcBef>
                <a:spcPts val="0"/>
              </a:spcBef>
              <a:spcAft>
                <a:spcPts val="0"/>
              </a:spcAft>
              <a:defRPr/>
            </a:pPr>
            <a:r>
              <a:rPr lang="en-US" sz="2800" kern="0" dirty="0">
                <a:solidFill>
                  <a:srgbClr val="0000FF"/>
                </a:solidFill>
                <a:latin typeface="Calibri"/>
                <a:cs typeface="Arial"/>
              </a:rPr>
              <a:t>Outsourcing = Rules Apply</a:t>
            </a:r>
          </a:p>
        </p:txBody>
      </p:sp>
      <p:sp>
        <p:nvSpPr>
          <p:cNvPr id="9" name="Content Placeholder 2"/>
          <p:cNvSpPr txBox="1">
            <a:spLocks/>
          </p:cNvSpPr>
          <p:nvPr/>
        </p:nvSpPr>
        <p:spPr bwMode="auto">
          <a:xfrm>
            <a:off x="179388" y="2781300"/>
            <a:ext cx="8839200" cy="501650"/>
          </a:xfrm>
          <a:prstGeom prst="rect">
            <a:avLst/>
          </a:prstGeom>
          <a:noFill/>
          <a:ln>
            <a:solidFill>
              <a:schemeClr val="tx1"/>
            </a:solid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FontTx/>
              <a:buNone/>
              <a:defRPr/>
            </a:pPr>
            <a:r>
              <a:rPr lang="en-US" altLang="en-US" sz="2000" kern="0" dirty="0" smtClean="0">
                <a:solidFill>
                  <a:srgbClr val="FF0000"/>
                </a:solidFill>
              </a:rPr>
              <a:t> NATIONS take the decision</a:t>
            </a:r>
          </a:p>
          <a:p>
            <a:pPr algn="ctr">
              <a:defRPr/>
            </a:pPr>
            <a:endParaRPr lang="en-US" altLang="en-US" sz="2000" kern="0" dirty="0" smtClean="0">
              <a:solidFill>
                <a:srgbClr val="FF0000"/>
              </a:solidFill>
            </a:endParaRPr>
          </a:p>
          <a:p>
            <a:pPr marL="0" indent="0" algn="ctr">
              <a:buFontTx/>
              <a:buNone/>
              <a:defRPr/>
            </a:pPr>
            <a:endParaRPr lang="en-US" altLang="en-US" sz="2000" kern="0" dirty="0" smtClean="0">
              <a:solidFill>
                <a:srgbClr val="FF0000"/>
              </a:solidFill>
            </a:endParaRPr>
          </a:p>
          <a:p>
            <a:pPr algn="ctr">
              <a:defRPr/>
            </a:pPr>
            <a:endParaRPr lang="en-US" altLang="en-US" sz="2000" kern="0" dirty="0" smtClean="0">
              <a:solidFill>
                <a:srgbClr val="FF0000"/>
              </a:solidFill>
            </a:endParaRPr>
          </a:p>
          <a:p>
            <a:pPr algn="ctr">
              <a:defRPr/>
            </a:pPr>
            <a:endParaRPr lang="en-US" altLang="en-US" sz="2000" kern="0" dirty="0" smtClean="0">
              <a:solidFill>
                <a:srgbClr val="FF0000"/>
              </a:solidFill>
            </a:endParaRPr>
          </a:p>
          <a:p>
            <a:pPr algn="ctr">
              <a:defRPr/>
            </a:pPr>
            <a:endParaRPr lang="en-US" altLang="en-US" sz="1200" kern="0" dirty="0" smtClean="0"/>
          </a:p>
          <a:p>
            <a:pPr algn="ctr">
              <a:defRPr/>
            </a:pPr>
            <a:endParaRPr lang="en-US" altLang="en-US" sz="2000" kern="0" dirty="0" smtClean="0"/>
          </a:p>
        </p:txBody>
      </p:sp>
      <p:sp>
        <p:nvSpPr>
          <p:cNvPr id="10" name="Down Arrow 2"/>
          <p:cNvSpPr>
            <a:spLocks noChangeArrowheads="1"/>
          </p:cNvSpPr>
          <p:nvPr/>
        </p:nvSpPr>
        <p:spPr bwMode="auto">
          <a:xfrm>
            <a:off x="3924300" y="2349500"/>
            <a:ext cx="431800" cy="503238"/>
          </a:xfrm>
          <a:prstGeom prst="downArrow">
            <a:avLst>
              <a:gd name="adj1" fmla="val 50000"/>
              <a:gd name="adj2" fmla="val 49947"/>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11" name="Down Arrow 10"/>
          <p:cNvSpPr>
            <a:spLocks noChangeArrowheads="1"/>
          </p:cNvSpPr>
          <p:nvPr/>
        </p:nvSpPr>
        <p:spPr bwMode="auto">
          <a:xfrm>
            <a:off x="3924300" y="3213100"/>
            <a:ext cx="431800" cy="503238"/>
          </a:xfrm>
          <a:prstGeom prst="downArrow">
            <a:avLst>
              <a:gd name="adj1" fmla="val 50000"/>
              <a:gd name="adj2" fmla="val 49947"/>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12" name="TextBox 14"/>
          <p:cNvSpPr txBox="1">
            <a:spLocks noChangeArrowheads="1"/>
          </p:cNvSpPr>
          <p:nvPr/>
        </p:nvSpPr>
        <p:spPr bwMode="auto">
          <a:xfrm>
            <a:off x="4356100" y="3284538"/>
            <a:ext cx="2232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600"/>
              <a:t>NAC Approval</a:t>
            </a:r>
            <a:endParaRPr lang="en-GB" altLang="en-US" sz="1600"/>
          </a:p>
        </p:txBody>
      </p:sp>
      <p:sp>
        <p:nvSpPr>
          <p:cNvPr id="13" name="Oval 1"/>
          <p:cNvSpPr>
            <a:spLocks noChangeArrowheads="1"/>
          </p:cNvSpPr>
          <p:nvPr/>
        </p:nvSpPr>
        <p:spPr bwMode="auto">
          <a:xfrm>
            <a:off x="2124075" y="2708275"/>
            <a:ext cx="4608513" cy="576263"/>
          </a:xfrm>
          <a:prstGeom prst="ellipse">
            <a:avLst/>
          </a:prstGeom>
          <a:noFill/>
          <a:ln w="28575" algn="ctr">
            <a:solidFill>
              <a:srgbClr val="FFC000"/>
            </a:solidFill>
            <a:round/>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14" name="TextBox 30"/>
          <p:cNvSpPr txBox="1">
            <a:spLocks noChangeArrowheads="1"/>
          </p:cNvSpPr>
          <p:nvPr/>
        </p:nvSpPr>
        <p:spPr bwMode="auto">
          <a:xfrm>
            <a:off x="179388" y="1095375"/>
            <a:ext cx="1512887" cy="461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Minimum Military Requirement </a:t>
            </a:r>
            <a:endParaRPr lang="en-GB" altLang="en-US" sz="1200"/>
          </a:p>
        </p:txBody>
      </p:sp>
      <p:sp>
        <p:nvSpPr>
          <p:cNvPr id="15" name="TextBox 31"/>
          <p:cNvSpPr txBox="1">
            <a:spLocks noChangeArrowheads="1"/>
          </p:cNvSpPr>
          <p:nvPr/>
        </p:nvSpPr>
        <p:spPr bwMode="auto">
          <a:xfrm>
            <a:off x="1763713" y="1095375"/>
            <a:ext cx="1584325" cy="461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Force Generation</a:t>
            </a:r>
          </a:p>
          <a:p>
            <a:pPr algn="ctr" eaLnBrk="1" hangingPunct="1"/>
            <a:r>
              <a:rPr lang="en-US" altLang="en-US" sz="1200"/>
              <a:t>failure anticipated </a:t>
            </a:r>
            <a:endParaRPr lang="en-GB" altLang="en-US" sz="1200"/>
          </a:p>
        </p:txBody>
      </p:sp>
      <p:sp>
        <p:nvSpPr>
          <p:cNvPr id="16" name="TextBox 32"/>
          <p:cNvSpPr txBox="1">
            <a:spLocks noChangeArrowheads="1"/>
          </p:cNvSpPr>
          <p:nvPr/>
        </p:nvSpPr>
        <p:spPr bwMode="auto">
          <a:xfrm>
            <a:off x="5638800" y="1085850"/>
            <a:ext cx="1755775" cy="461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Affordable costs</a:t>
            </a:r>
          </a:p>
          <a:p>
            <a:pPr algn="ctr" eaLnBrk="1" hangingPunct="1"/>
            <a:endParaRPr lang="en-GB" altLang="en-US" sz="1200"/>
          </a:p>
        </p:txBody>
      </p:sp>
      <p:sp>
        <p:nvSpPr>
          <p:cNvPr id="17" name="TextBox 33"/>
          <p:cNvSpPr txBox="1">
            <a:spLocks noChangeArrowheads="1"/>
          </p:cNvSpPr>
          <p:nvPr/>
        </p:nvSpPr>
        <p:spPr bwMode="auto">
          <a:xfrm>
            <a:off x="3419475" y="1085850"/>
            <a:ext cx="2125663" cy="461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No Nation willling to be Lead Specialist Nation</a:t>
            </a:r>
            <a:endParaRPr lang="en-GB" altLang="en-US" sz="1200"/>
          </a:p>
        </p:txBody>
      </p:sp>
      <p:sp>
        <p:nvSpPr>
          <p:cNvPr id="18" name="Down Arrow 34"/>
          <p:cNvSpPr>
            <a:spLocks noChangeArrowheads="1"/>
          </p:cNvSpPr>
          <p:nvPr/>
        </p:nvSpPr>
        <p:spPr bwMode="auto">
          <a:xfrm>
            <a:off x="674688" y="1573213"/>
            <a:ext cx="433387" cy="342900"/>
          </a:xfrm>
          <a:prstGeom prst="downArrow">
            <a:avLst>
              <a:gd name="adj1" fmla="val 50000"/>
              <a:gd name="adj2" fmla="val 49921"/>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19" name="Down Arrow 37"/>
          <p:cNvSpPr>
            <a:spLocks noChangeArrowheads="1"/>
          </p:cNvSpPr>
          <p:nvPr/>
        </p:nvSpPr>
        <p:spPr bwMode="auto">
          <a:xfrm>
            <a:off x="2339975" y="1573213"/>
            <a:ext cx="368300" cy="342900"/>
          </a:xfrm>
          <a:prstGeom prst="downArrow">
            <a:avLst>
              <a:gd name="adj1" fmla="val 50000"/>
              <a:gd name="adj2" fmla="val 50000"/>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20" name="Down Arrow 37"/>
          <p:cNvSpPr>
            <a:spLocks noChangeArrowheads="1"/>
          </p:cNvSpPr>
          <p:nvPr/>
        </p:nvSpPr>
        <p:spPr bwMode="auto">
          <a:xfrm>
            <a:off x="4140200" y="1573213"/>
            <a:ext cx="368300" cy="342900"/>
          </a:xfrm>
          <a:prstGeom prst="downArrow">
            <a:avLst>
              <a:gd name="adj1" fmla="val 50000"/>
              <a:gd name="adj2" fmla="val 50000"/>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21" name="Down Arrow 37"/>
          <p:cNvSpPr>
            <a:spLocks noChangeArrowheads="1"/>
          </p:cNvSpPr>
          <p:nvPr/>
        </p:nvSpPr>
        <p:spPr bwMode="auto">
          <a:xfrm>
            <a:off x="6291263" y="1573213"/>
            <a:ext cx="368300" cy="342900"/>
          </a:xfrm>
          <a:prstGeom prst="downArrow">
            <a:avLst>
              <a:gd name="adj1" fmla="val 50000"/>
              <a:gd name="adj2" fmla="val 50000"/>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22" name="Content Placeholder 2"/>
          <p:cNvSpPr txBox="1">
            <a:spLocks/>
          </p:cNvSpPr>
          <p:nvPr/>
        </p:nvSpPr>
        <p:spPr bwMode="auto">
          <a:xfrm>
            <a:off x="1095375" y="3716338"/>
            <a:ext cx="2613025" cy="774700"/>
          </a:xfrm>
          <a:prstGeom prst="rect">
            <a:avLst/>
          </a:prstGeom>
          <a:noFill/>
          <a:ln>
            <a:solidFill>
              <a:schemeClr val="tx1"/>
            </a:solid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FontTx/>
              <a:buNone/>
              <a:defRPr/>
            </a:pPr>
            <a:r>
              <a:rPr lang="en-US" altLang="en-US" sz="2000" kern="0" dirty="0" smtClean="0">
                <a:solidFill>
                  <a:srgbClr val="FF0000"/>
                </a:solidFill>
              </a:rPr>
              <a:t>Outsourcing </a:t>
            </a:r>
          </a:p>
          <a:p>
            <a:pPr marL="0" indent="0" algn="ctr">
              <a:buFontTx/>
              <a:buNone/>
              <a:defRPr/>
            </a:pPr>
            <a:r>
              <a:rPr lang="en-US" altLang="en-US" sz="2000" kern="0" dirty="0" smtClean="0">
                <a:solidFill>
                  <a:srgbClr val="FF0000"/>
                </a:solidFill>
              </a:rPr>
              <a:t>Direct Industry</a:t>
            </a:r>
          </a:p>
          <a:p>
            <a:pPr algn="ctr">
              <a:defRPr/>
            </a:pPr>
            <a:endParaRPr lang="en-US" altLang="en-US" sz="2000" kern="0" dirty="0" smtClean="0">
              <a:solidFill>
                <a:srgbClr val="FF0000"/>
              </a:solidFill>
            </a:endParaRPr>
          </a:p>
          <a:p>
            <a:pPr marL="0" indent="0" algn="ctr">
              <a:buFontTx/>
              <a:buNone/>
              <a:defRPr/>
            </a:pPr>
            <a:endParaRPr lang="en-US" altLang="en-US" sz="2000" kern="0" dirty="0" smtClean="0">
              <a:solidFill>
                <a:srgbClr val="FF0000"/>
              </a:solidFill>
            </a:endParaRPr>
          </a:p>
          <a:p>
            <a:pPr algn="ctr">
              <a:defRPr/>
            </a:pPr>
            <a:endParaRPr lang="en-US" altLang="en-US" sz="2000" kern="0" dirty="0" smtClean="0">
              <a:solidFill>
                <a:srgbClr val="FF0000"/>
              </a:solidFill>
            </a:endParaRPr>
          </a:p>
          <a:p>
            <a:pPr algn="ctr">
              <a:defRPr/>
            </a:pPr>
            <a:endParaRPr lang="en-US" altLang="en-US" sz="2000" kern="0" dirty="0" smtClean="0">
              <a:solidFill>
                <a:srgbClr val="FF0000"/>
              </a:solidFill>
            </a:endParaRPr>
          </a:p>
          <a:p>
            <a:pPr algn="ctr">
              <a:defRPr/>
            </a:pPr>
            <a:endParaRPr lang="en-US" altLang="en-US" sz="1200" kern="0" dirty="0" smtClean="0"/>
          </a:p>
          <a:p>
            <a:pPr algn="ctr">
              <a:defRPr/>
            </a:pPr>
            <a:endParaRPr lang="en-US" altLang="en-US" sz="2000" kern="0" dirty="0" smtClean="0"/>
          </a:p>
        </p:txBody>
      </p:sp>
      <p:sp>
        <p:nvSpPr>
          <p:cNvPr id="23" name="Content Placeholder 2"/>
          <p:cNvSpPr txBox="1">
            <a:spLocks/>
          </p:cNvSpPr>
          <p:nvPr/>
        </p:nvSpPr>
        <p:spPr bwMode="auto">
          <a:xfrm>
            <a:off x="4500563" y="3735388"/>
            <a:ext cx="2611437" cy="773112"/>
          </a:xfrm>
          <a:prstGeom prst="rect">
            <a:avLst/>
          </a:prstGeom>
          <a:noFill/>
          <a:ln>
            <a:solidFill>
              <a:schemeClr val="tx1"/>
            </a:solid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FontTx/>
              <a:buNone/>
              <a:defRPr/>
            </a:pPr>
            <a:r>
              <a:rPr lang="en-US" altLang="en-US" sz="2000" kern="0" dirty="0" smtClean="0">
                <a:solidFill>
                  <a:srgbClr val="FF0000"/>
                </a:solidFill>
              </a:rPr>
              <a:t>Procure through</a:t>
            </a:r>
          </a:p>
          <a:p>
            <a:pPr marL="0" indent="0" algn="ctr">
              <a:buFontTx/>
              <a:buNone/>
              <a:defRPr/>
            </a:pPr>
            <a:r>
              <a:rPr lang="en-US" altLang="en-US" sz="2000" kern="0" dirty="0" smtClean="0">
                <a:solidFill>
                  <a:srgbClr val="FF0000"/>
                </a:solidFill>
              </a:rPr>
              <a:t> an Agency</a:t>
            </a:r>
          </a:p>
          <a:p>
            <a:pPr algn="ctr">
              <a:defRPr/>
            </a:pPr>
            <a:endParaRPr lang="en-US" altLang="en-US" sz="2000" kern="0" dirty="0" smtClean="0">
              <a:solidFill>
                <a:srgbClr val="FF0000"/>
              </a:solidFill>
            </a:endParaRPr>
          </a:p>
          <a:p>
            <a:pPr marL="0" indent="0" algn="ctr">
              <a:buFontTx/>
              <a:buNone/>
              <a:defRPr/>
            </a:pPr>
            <a:endParaRPr lang="en-US" altLang="en-US" sz="2000" kern="0" dirty="0" smtClean="0">
              <a:solidFill>
                <a:srgbClr val="FF0000"/>
              </a:solidFill>
            </a:endParaRPr>
          </a:p>
          <a:p>
            <a:pPr algn="ctr">
              <a:defRPr/>
            </a:pPr>
            <a:endParaRPr lang="en-US" altLang="en-US" sz="2000" kern="0" dirty="0" smtClean="0">
              <a:solidFill>
                <a:srgbClr val="FF0000"/>
              </a:solidFill>
            </a:endParaRPr>
          </a:p>
          <a:p>
            <a:pPr algn="ctr">
              <a:defRPr/>
            </a:pPr>
            <a:endParaRPr lang="en-US" altLang="en-US" sz="2000" kern="0" dirty="0" smtClean="0">
              <a:solidFill>
                <a:srgbClr val="FF0000"/>
              </a:solidFill>
            </a:endParaRPr>
          </a:p>
          <a:p>
            <a:pPr algn="ctr">
              <a:defRPr/>
            </a:pPr>
            <a:endParaRPr lang="en-US" altLang="en-US" sz="1200" kern="0" dirty="0" smtClean="0"/>
          </a:p>
          <a:p>
            <a:pPr algn="ctr">
              <a:defRPr/>
            </a:pPr>
            <a:endParaRPr lang="en-US" altLang="en-US" sz="2000" kern="0" dirty="0" smtClean="0"/>
          </a:p>
        </p:txBody>
      </p:sp>
      <p:sp>
        <p:nvSpPr>
          <p:cNvPr id="24" name="TextBox 32"/>
          <p:cNvSpPr txBox="1">
            <a:spLocks noChangeArrowheads="1"/>
          </p:cNvSpPr>
          <p:nvPr/>
        </p:nvSpPr>
        <p:spPr bwMode="auto">
          <a:xfrm>
            <a:off x="3883025" y="3975100"/>
            <a:ext cx="401638" cy="46196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or</a:t>
            </a:r>
          </a:p>
          <a:p>
            <a:pPr algn="ctr" eaLnBrk="1" hangingPunct="1"/>
            <a:endParaRPr lang="en-GB" altLang="en-US" sz="1200"/>
          </a:p>
        </p:txBody>
      </p:sp>
      <p:sp>
        <p:nvSpPr>
          <p:cNvPr id="25" name="Curved Left Arrow 1"/>
          <p:cNvSpPr>
            <a:spLocks noChangeArrowheads="1"/>
          </p:cNvSpPr>
          <p:nvPr/>
        </p:nvSpPr>
        <p:spPr bwMode="auto">
          <a:xfrm>
            <a:off x="7269163" y="2168525"/>
            <a:ext cx="1550987" cy="2124075"/>
          </a:xfrm>
          <a:prstGeom prst="curvedLeftArrow">
            <a:avLst>
              <a:gd name="adj1" fmla="val 24987"/>
              <a:gd name="adj2" fmla="val 49980"/>
              <a:gd name="adj3" fmla="val 25000"/>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26" name="7-Point Star 25"/>
          <p:cNvSpPr/>
          <p:nvPr/>
        </p:nvSpPr>
        <p:spPr bwMode="auto">
          <a:xfrm>
            <a:off x="7451725" y="1085850"/>
            <a:ext cx="1539875" cy="1406525"/>
          </a:xfrm>
          <a:prstGeom prst="star7">
            <a:avLst/>
          </a:prstGeom>
          <a:solidFill>
            <a:schemeClr val="bg1"/>
          </a:solidFill>
          <a:ln w="9525" cap="flat" cmpd="sng" algn="ctr">
            <a:solidFill>
              <a:schemeClr val="tx1"/>
            </a:solidFill>
            <a:prstDash val="solid"/>
            <a:round/>
            <a:headEnd type="none" w="med" len="med"/>
            <a:tailEnd type="none" w="med" len="med"/>
          </a:ln>
          <a:effectLst/>
          <a:extLst/>
        </p:spPr>
        <p:txBody>
          <a:bodyPr/>
          <a:lstStyle/>
          <a:p>
            <a:pPr algn="ctr" eaLnBrk="1" hangingPunct="1">
              <a:defRPr/>
            </a:pPr>
            <a:endParaRPr lang="en-GB">
              <a:latin typeface="Arial" charset="0"/>
              <a:cs typeface="Arial" charset="0"/>
            </a:endParaRPr>
          </a:p>
        </p:txBody>
      </p:sp>
      <p:sp>
        <p:nvSpPr>
          <p:cNvPr id="27" name="Content Placeholder 2"/>
          <p:cNvSpPr txBox="1">
            <a:spLocks/>
          </p:cNvSpPr>
          <p:nvPr/>
        </p:nvSpPr>
        <p:spPr bwMode="auto">
          <a:xfrm>
            <a:off x="1104900" y="4581525"/>
            <a:ext cx="1306513" cy="773113"/>
          </a:xfrm>
          <a:prstGeom prst="rect">
            <a:avLst/>
          </a:prstGeom>
          <a:noFill/>
          <a:ln>
            <a:solidFill>
              <a:schemeClr val="tx1"/>
            </a:solid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FontTx/>
              <a:buNone/>
              <a:defRPr/>
            </a:pPr>
            <a:r>
              <a:rPr lang="en-US" altLang="en-US" sz="2000" kern="0" dirty="0" smtClean="0">
                <a:solidFill>
                  <a:srgbClr val="FF0000"/>
                </a:solidFill>
              </a:rPr>
              <a:t>RUEC</a:t>
            </a:r>
          </a:p>
          <a:p>
            <a:pPr algn="ctr">
              <a:defRPr/>
            </a:pPr>
            <a:endParaRPr lang="en-US" altLang="en-US" sz="2000" kern="0" dirty="0" smtClean="0">
              <a:solidFill>
                <a:srgbClr val="FF0000"/>
              </a:solidFill>
            </a:endParaRPr>
          </a:p>
          <a:p>
            <a:pPr marL="0" indent="0" algn="ctr">
              <a:buFontTx/>
              <a:buNone/>
              <a:defRPr/>
            </a:pPr>
            <a:endParaRPr lang="en-US" altLang="en-US" sz="2000" kern="0" dirty="0" smtClean="0">
              <a:solidFill>
                <a:srgbClr val="FF0000"/>
              </a:solidFill>
            </a:endParaRPr>
          </a:p>
          <a:p>
            <a:pPr algn="ctr">
              <a:defRPr/>
            </a:pPr>
            <a:endParaRPr lang="en-US" altLang="en-US" sz="2000" kern="0" dirty="0" smtClean="0">
              <a:solidFill>
                <a:srgbClr val="FF0000"/>
              </a:solidFill>
            </a:endParaRPr>
          </a:p>
          <a:p>
            <a:pPr algn="ctr">
              <a:defRPr/>
            </a:pPr>
            <a:endParaRPr lang="en-US" altLang="en-US" sz="2000" kern="0" dirty="0" smtClean="0">
              <a:solidFill>
                <a:srgbClr val="FF0000"/>
              </a:solidFill>
            </a:endParaRPr>
          </a:p>
          <a:p>
            <a:pPr algn="ctr">
              <a:defRPr/>
            </a:pPr>
            <a:endParaRPr lang="en-US" altLang="en-US" sz="1200" kern="0" dirty="0" smtClean="0"/>
          </a:p>
          <a:p>
            <a:pPr algn="ctr">
              <a:defRPr/>
            </a:pPr>
            <a:endParaRPr lang="en-US" altLang="en-US" sz="2000" kern="0" dirty="0" smtClean="0"/>
          </a:p>
        </p:txBody>
      </p:sp>
      <p:sp>
        <p:nvSpPr>
          <p:cNvPr id="28" name="Content Placeholder 2"/>
          <p:cNvSpPr txBox="1">
            <a:spLocks/>
          </p:cNvSpPr>
          <p:nvPr/>
        </p:nvSpPr>
        <p:spPr bwMode="auto">
          <a:xfrm>
            <a:off x="2484438" y="4581525"/>
            <a:ext cx="1223962" cy="773113"/>
          </a:xfrm>
          <a:prstGeom prst="rect">
            <a:avLst/>
          </a:prstGeom>
          <a:noFill/>
          <a:ln>
            <a:solidFill>
              <a:schemeClr val="tx1"/>
            </a:solid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FontTx/>
              <a:buNone/>
              <a:defRPr/>
            </a:pPr>
            <a:r>
              <a:rPr lang="en-US" altLang="en-US" sz="2000" kern="0" dirty="0" err="1" smtClean="0">
                <a:solidFill>
                  <a:srgbClr val="FF0000"/>
                </a:solidFill>
              </a:rPr>
              <a:t>Inhouse</a:t>
            </a:r>
            <a:endParaRPr lang="en-US" altLang="en-US" sz="2000" kern="0" dirty="0" smtClean="0">
              <a:solidFill>
                <a:srgbClr val="FF0000"/>
              </a:solidFill>
            </a:endParaRPr>
          </a:p>
          <a:p>
            <a:pPr algn="ctr">
              <a:defRPr/>
            </a:pPr>
            <a:endParaRPr lang="en-US" altLang="en-US" sz="2000" kern="0" dirty="0" smtClean="0">
              <a:solidFill>
                <a:srgbClr val="FF0000"/>
              </a:solidFill>
            </a:endParaRPr>
          </a:p>
          <a:p>
            <a:pPr marL="0" indent="0" algn="ctr">
              <a:buFontTx/>
              <a:buNone/>
              <a:defRPr/>
            </a:pPr>
            <a:endParaRPr lang="en-US" altLang="en-US" sz="2000" kern="0" dirty="0" smtClean="0">
              <a:solidFill>
                <a:srgbClr val="FF0000"/>
              </a:solidFill>
            </a:endParaRPr>
          </a:p>
          <a:p>
            <a:pPr algn="ctr">
              <a:defRPr/>
            </a:pPr>
            <a:endParaRPr lang="en-US" altLang="en-US" sz="2000" kern="0" dirty="0" smtClean="0">
              <a:solidFill>
                <a:srgbClr val="FF0000"/>
              </a:solidFill>
            </a:endParaRPr>
          </a:p>
          <a:p>
            <a:pPr algn="ctr">
              <a:defRPr/>
            </a:pPr>
            <a:endParaRPr lang="en-US" altLang="en-US" sz="2000" kern="0" dirty="0" smtClean="0">
              <a:solidFill>
                <a:srgbClr val="FF0000"/>
              </a:solidFill>
            </a:endParaRPr>
          </a:p>
          <a:p>
            <a:pPr algn="ctr">
              <a:defRPr/>
            </a:pPr>
            <a:endParaRPr lang="en-US" altLang="en-US" sz="1200" kern="0" dirty="0" smtClean="0"/>
          </a:p>
          <a:p>
            <a:pPr algn="ctr">
              <a:defRPr/>
            </a:pPr>
            <a:endParaRPr lang="en-US" altLang="en-US" sz="2000" kern="0" dirty="0" smtClean="0"/>
          </a:p>
        </p:txBody>
      </p:sp>
      <p:sp>
        <p:nvSpPr>
          <p:cNvPr id="29" name="Content Placeholder 2"/>
          <p:cNvSpPr txBox="1">
            <a:spLocks/>
          </p:cNvSpPr>
          <p:nvPr/>
        </p:nvSpPr>
        <p:spPr bwMode="auto">
          <a:xfrm>
            <a:off x="4500563" y="4581525"/>
            <a:ext cx="1306512" cy="773113"/>
          </a:xfrm>
          <a:prstGeom prst="rect">
            <a:avLst/>
          </a:prstGeom>
          <a:noFill/>
          <a:ln>
            <a:solidFill>
              <a:schemeClr val="tx1"/>
            </a:solid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FontTx/>
              <a:buNone/>
              <a:defRPr/>
            </a:pPr>
            <a:r>
              <a:rPr lang="en-US" altLang="en-US" sz="2000" kern="0" dirty="0" smtClean="0">
                <a:solidFill>
                  <a:srgbClr val="FF0000"/>
                </a:solidFill>
              </a:rPr>
              <a:t>RUEC</a:t>
            </a:r>
          </a:p>
          <a:p>
            <a:pPr algn="ctr">
              <a:defRPr/>
            </a:pPr>
            <a:endParaRPr lang="en-US" altLang="en-US" sz="2000" kern="0" dirty="0" smtClean="0">
              <a:solidFill>
                <a:srgbClr val="FF0000"/>
              </a:solidFill>
            </a:endParaRPr>
          </a:p>
          <a:p>
            <a:pPr marL="0" indent="0" algn="ctr">
              <a:buFontTx/>
              <a:buNone/>
              <a:defRPr/>
            </a:pPr>
            <a:endParaRPr lang="en-US" altLang="en-US" sz="2000" kern="0" dirty="0" smtClean="0">
              <a:solidFill>
                <a:srgbClr val="FF0000"/>
              </a:solidFill>
            </a:endParaRPr>
          </a:p>
          <a:p>
            <a:pPr algn="ctr">
              <a:defRPr/>
            </a:pPr>
            <a:endParaRPr lang="en-US" altLang="en-US" sz="2000" kern="0" dirty="0" smtClean="0">
              <a:solidFill>
                <a:srgbClr val="FF0000"/>
              </a:solidFill>
            </a:endParaRPr>
          </a:p>
          <a:p>
            <a:pPr algn="ctr">
              <a:defRPr/>
            </a:pPr>
            <a:endParaRPr lang="en-US" altLang="en-US" sz="2000" kern="0" dirty="0" smtClean="0">
              <a:solidFill>
                <a:srgbClr val="FF0000"/>
              </a:solidFill>
            </a:endParaRPr>
          </a:p>
          <a:p>
            <a:pPr algn="ctr">
              <a:defRPr/>
            </a:pPr>
            <a:endParaRPr lang="en-US" altLang="en-US" sz="1200" kern="0" dirty="0" smtClean="0"/>
          </a:p>
          <a:p>
            <a:pPr algn="ctr">
              <a:defRPr/>
            </a:pPr>
            <a:endParaRPr lang="en-US" altLang="en-US" sz="2000" kern="0" dirty="0" smtClean="0"/>
          </a:p>
        </p:txBody>
      </p:sp>
      <p:sp>
        <p:nvSpPr>
          <p:cNvPr id="30" name="Content Placeholder 2"/>
          <p:cNvSpPr txBox="1">
            <a:spLocks/>
          </p:cNvSpPr>
          <p:nvPr/>
        </p:nvSpPr>
        <p:spPr bwMode="auto">
          <a:xfrm>
            <a:off x="5867400" y="4581525"/>
            <a:ext cx="1225550" cy="773113"/>
          </a:xfrm>
          <a:prstGeom prst="rect">
            <a:avLst/>
          </a:prstGeom>
          <a:noFill/>
          <a:ln>
            <a:solidFill>
              <a:schemeClr val="tx1"/>
            </a:solid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FontTx/>
              <a:buNone/>
              <a:defRPr/>
            </a:pPr>
            <a:r>
              <a:rPr lang="en-US" altLang="en-US" sz="2000" kern="0" dirty="0" err="1" smtClean="0">
                <a:solidFill>
                  <a:srgbClr val="FF0000"/>
                </a:solidFill>
              </a:rPr>
              <a:t>Inhouse</a:t>
            </a:r>
            <a:endParaRPr lang="en-US" altLang="en-US" sz="2000" kern="0" dirty="0" smtClean="0">
              <a:solidFill>
                <a:srgbClr val="FF0000"/>
              </a:solidFill>
            </a:endParaRPr>
          </a:p>
          <a:p>
            <a:pPr algn="ctr">
              <a:defRPr/>
            </a:pPr>
            <a:endParaRPr lang="en-US" altLang="en-US" sz="2000" kern="0" dirty="0" smtClean="0">
              <a:solidFill>
                <a:srgbClr val="FF0000"/>
              </a:solidFill>
            </a:endParaRPr>
          </a:p>
          <a:p>
            <a:pPr marL="0" indent="0" algn="ctr">
              <a:buFontTx/>
              <a:buNone/>
              <a:defRPr/>
            </a:pPr>
            <a:endParaRPr lang="en-US" altLang="en-US" sz="2000" kern="0" dirty="0" smtClean="0">
              <a:solidFill>
                <a:srgbClr val="FF0000"/>
              </a:solidFill>
            </a:endParaRPr>
          </a:p>
          <a:p>
            <a:pPr marL="0" indent="0" algn="ctr">
              <a:buNone/>
              <a:defRPr/>
            </a:pPr>
            <a:endParaRPr lang="en-US" altLang="en-US" sz="2000" kern="0" dirty="0" smtClean="0">
              <a:solidFill>
                <a:srgbClr val="FF0000"/>
              </a:solidFill>
            </a:endParaRPr>
          </a:p>
          <a:p>
            <a:pPr algn="ctr">
              <a:defRPr/>
            </a:pPr>
            <a:endParaRPr lang="en-US" altLang="en-US" sz="2000" kern="0" dirty="0" smtClean="0">
              <a:solidFill>
                <a:srgbClr val="FF0000"/>
              </a:solidFill>
            </a:endParaRPr>
          </a:p>
          <a:p>
            <a:pPr algn="ctr">
              <a:defRPr/>
            </a:pPr>
            <a:endParaRPr lang="en-US" altLang="en-US" sz="2000" kern="0" dirty="0" smtClean="0"/>
          </a:p>
        </p:txBody>
      </p:sp>
      <p:sp>
        <p:nvSpPr>
          <p:cNvPr id="31" name="TextBox 32"/>
          <p:cNvSpPr txBox="1">
            <a:spLocks noChangeArrowheads="1"/>
          </p:cNvSpPr>
          <p:nvPr/>
        </p:nvSpPr>
        <p:spPr bwMode="auto">
          <a:xfrm>
            <a:off x="7812089" y="1341438"/>
            <a:ext cx="874712" cy="1200329"/>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dirty="0" err="1"/>
              <a:t>BusinessCase</a:t>
            </a:r>
            <a:endParaRPr lang="en-US" altLang="en-US" sz="1200" dirty="0"/>
          </a:p>
          <a:p>
            <a:pPr algn="ctr" eaLnBrk="1" hangingPunct="1"/>
            <a:r>
              <a:rPr lang="en-US" altLang="en-US" sz="1200" dirty="0"/>
              <a:t>Strategy</a:t>
            </a:r>
          </a:p>
          <a:p>
            <a:pPr algn="ctr" eaLnBrk="1" hangingPunct="1"/>
            <a:r>
              <a:rPr lang="en-US" altLang="en-US" sz="1200" dirty="0"/>
              <a:t>defines </a:t>
            </a:r>
          </a:p>
          <a:p>
            <a:pPr algn="ctr" eaLnBrk="1" hangingPunct="1"/>
            <a:r>
              <a:rPr lang="en-US" altLang="en-US" sz="1200" dirty="0"/>
              <a:t>Option</a:t>
            </a:r>
          </a:p>
          <a:p>
            <a:pPr algn="ctr" eaLnBrk="1" hangingPunct="1"/>
            <a:endParaRPr lang="en-GB" altLang="en-US" sz="1200" dirty="0"/>
          </a:p>
        </p:txBody>
      </p:sp>
      <p:sp>
        <p:nvSpPr>
          <p:cNvPr id="32" name="Title 31"/>
          <p:cNvSpPr>
            <a:spLocks noGrp="1"/>
          </p:cNvSpPr>
          <p:nvPr>
            <p:ph type="title"/>
          </p:nvPr>
        </p:nvSpPr>
        <p:spPr>
          <a:xfrm>
            <a:off x="412044" y="228444"/>
            <a:ext cx="8229600" cy="748800"/>
          </a:xfrm>
        </p:spPr>
        <p:txBody>
          <a:bodyPr/>
          <a:lstStyle/>
          <a:p>
            <a:pPr algn="ctr"/>
            <a:r>
              <a:rPr lang="en-US" dirty="0" smtClean="0"/>
              <a:t>DECISION TO OUSOURCE</a:t>
            </a:r>
            <a:endParaRPr lang="en-US" dirty="0"/>
          </a:p>
        </p:txBody>
      </p:sp>
    </p:spTree>
    <p:extLst>
      <p:ext uri="{BB962C8B-B14F-4D97-AF65-F5344CB8AC3E}">
        <p14:creationId xmlns:p14="http://schemas.microsoft.com/office/powerpoint/2010/main" val="26023898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p:txBody>
          <a:bodyPr/>
          <a:lstStyle/>
          <a:p>
            <a:r>
              <a:rPr lang="de-DE" smtClean="0"/>
              <a:t>NATO UNCLASSIFIED</a:t>
            </a:r>
            <a:endParaRPr lang="de-DE" dirty="0"/>
          </a:p>
        </p:txBody>
      </p:sp>
      <p:sp>
        <p:nvSpPr>
          <p:cNvPr id="5" name="Slide Number Placeholder 4"/>
          <p:cNvSpPr>
            <a:spLocks noGrp="1"/>
          </p:cNvSpPr>
          <p:nvPr>
            <p:ph type="sldNum" sz="quarter" idx="4"/>
          </p:nvPr>
        </p:nvSpPr>
        <p:spPr/>
        <p:txBody>
          <a:bodyPr/>
          <a:lstStyle/>
          <a:p>
            <a:r>
              <a:rPr lang="en-GB" smtClean="0"/>
              <a:t>| Slide </a:t>
            </a:r>
            <a:fld id="{AC1C9A27-5D71-496E-AC2B-58C1CA833928}" type="slidenum">
              <a:rPr lang="en-GB" smtClean="0"/>
              <a:pPr/>
              <a:t>21</a:t>
            </a:fld>
            <a:endParaRPr lang="en-GB" dirty="0"/>
          </a:p>
        </p:txBody>
      </p:sp>
      <p:sp>
        <p:nvSpPr>
          <p:cNvPr id="7" name="Content Placeholder 2"/>
          <p:cNvSpPr txBox="1">
            <a:spLocks/>
          </p:cNvSpPr>
          <p:nvPr/>
        </p:nvSpPr>
        <p:spPr bwMode="auto">
          <a:xfrm>
            <a:off x="179388" y="4508500"/>
            <a:ext cx="8839200" cy="501650"/>
          </a:xfrm>
          <a:prstGeom prst="rect">
            <a:avLst/>
          </a:prstGeom>
          <a:noFill/>
          <a:ln>
            <a:solidFill>
              <a:schemeClr val="tx1"/>
            </a:solid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FontTx/>
              <a:buNone/>
              <a:defRPr/>
            </a:pPr>
            <a:endParaRPr lang="en-US" altLang="en-US" sz="2000" i="1" kern="0" dirty="0" smtClean="0"/>
          </a:p>
        </p:txBody>
      </p:sp>
      <p:sp>
        <p:nvSpPr>
          <p:cNvPr id="8" name="Content Placeholder 2"/>
          <p:cNvSpPr>
            <a:spLocks noGrp="1"/>
          </p:cNvSpPr>
          <p:nvPr>
            <p:ph idx="1"/>
          </p:nvPr>
        </p:nvSpPr>
        <p:spPr bwMode="auto">
          <a:xfrm>
            <a:off x="152400" y="1919288"/>
            <a:ext cx="8839200" cy="501650"/>
          </a:xfrm>
          <a:ln>
            <a:solidFill>
              <a:schemeClr val="tx1"/>
            </a:solidFill>
          </a:ln>
        </p:spPr>
        <p:txBody>
          <a:bodyPr vert="horz" wrap="square" lIns="91440" tIns="45720" rIns="91440" bIns="45720" numCol="1" anchor="t" anchorCtr="0" compatLnSpc="1">
            <a:prstTxWarp prst="textNoShape">
              <a:avLst/>
            </a:prstTxWarp>
          </a:bodyPr>
          <a:lstStyle/>
          <a:p>
            <a:pPr marL="0" indent="0" algn="ctr">
              <a:buFontTx/>
              <a:buNone/>
              <a:defRPr/>
            </a:pPr>
            <a:r>
              <a:rPr lang="en-US" sz="2000" b="1" dirty="0" smtClean="0">
                <a:solidFill>
                  <a:srgbClr val="FF0000"/>
                </a:solidFill>
              </a:rPr>
              <a:t>Common Funded MC/RPPB business case*</a:t>
            </a:r>
            <a:endParaRPr lang="en-GB" sz="2000" b="1" dirty="0" smtClean="0">
              <a:solidFill>
                <a:srgbClr val="FF0000"/>
              </a:solidFill>
            </a:endParaRPr>
          </a:p>
          <a:p>
            <a:pPr marL="0" indent="0" algn="ctr">
              <a:buFontTx/>
              <a:buNone/>
              <a:defRPr/>
            </a:pPr>
            <a:endParaRPr lang="en-US" altLang="en-US" sz="2000" b="1" dirty="0" smtClean="0">
              <a:solidFill>
                <a:srgbClr val="FF0000"/>
              </a:solidFill>
            </a:endParaRPr>
          </a:p>
          <a:p>
            <a:pPr algn="ctr">
              <a:defRPr/>
            </a:pPr>
            <a:endParaRPr lang="en-US" altLang="en-US" sz="2000" b="1" dirty="0">
              <a:solidFill>
                <a:srgbClr val="FF0000"/>
              </a:solidFill>
            </a:endParaRPr>
          </a:p>
          <a:p>
            <a:pPr marL="0" indent="0" algn="ctr">
              <a:buFontTx/>
              <a:buNone/>
              <a:defRPr/>
            </a:pPr>
            <a:endParaRPr lang="en-US" altLang="en-US" sz="2000" b="1" dirty="0" smtClean="0">
              <a:solidFill>
                <a:srgbClr val="FF0000"/>
              </a:solidFill>
            </a:endParaRPr>
          </a:p>
          <a:p>
            <a:pPr algn="ctr">
              <a:defRPr/>
            </a:pPr>
            <a:endParaRPr lang="en-US" altLang="en-US" sz="2000" b="1" dirty="0">
              <a:solidFill>
                <a:srgbClr val="FF0000"/>
              </a:solidFill>
            </a:endParaRPr>
          </a:p>
          <a:p>
            <a:pPr algn="ctr">
              <a:defRPr/>
            </a:pPr>
            <a:endParaRPr lang="en-US" altLang="en-US" sz="2000" b="1" dirty="0">
              <a:solidFill>
                <a:srgbClr val="FF0000"/>
              </a:solidFill>
            </a:endParaRPr>
          </a:p>
          <a:p>
            <a:pPr algn="ctr">
              <a:defRPr/>
            </a:pPr>
            <a:endParaRPr lang="en-US" altLang="en-US" sz="1200" b="1" dirty="0" smtClean="0"/>
          </a:p>
          <a:p>
            <a:pPr algn="ctr">
              <a:defRPr/>
            </a:pPr>
            <a:endParaRPr lang="en-US" altLang="en-US" sz="2000" b="1" dirty="0" smtClean="0"/>
          </a:p>
        </p:txBody>
      </p:sp>
      <p:sp>
        <p:nvSpPr>
          <p:cNvPr id="10" name="Content Placeholder 2"/>
          <p:cNvSpPr txBox="1">
            <a:spLocks/>
          </p:cNvSpPr>
          <p:nvPr/>
        </p:nvSpPr>
        <p:spPr bwMode="auto">
          <a:xfrm>
            <a:off x="179388" y="2781300"/>
            <a:ext cx="8839200" cy="501650"/>
          </a:xfrm>
          <a:prstGeom prst="rect">
            <a:avLst/>
          </a:prstGeom>
          <a:noFill/>
          <a:ln>
            <a:solidFill>
              <a:schemeClr val="tx1"/>
            </a:solid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FontTx/>
              <a:buNone/>
              <a:defRPr/>
            </a:pPr>
            <a:r>
              <a:rPr lang="en-US" altLang="en-US" sz="2000" kern="0" dirty="0" smtClean="0">
                <a:solidFill>
                  <a:srgbClr val="FF0000"/>
                </a:solidFill>
              </a:rPr>
              <a:t> NATIONS take the decision</a:t>
            </a:r>
          </a:p>
          <a:p>
            <a:pPr algn="ctr">
              <a:defRPr/>
            </a:pPr>
            <a:endParaRPr lang="en-US" altLang="en-US" sz="2000" kern="0" dirty="0" smtClean="0">
              <a:solidFill>
                <a:srgbClr val="FF0000"/>
              </a:solidFill>
            </a:endParaRPr>
          </a:p>
          <a:p>
            <a:pPr marL="0" indent="0" algn="ctr">
              <a:buFontTx/>
              <a:buNone/>
              <a:defRPr/>
            </a:pPr>
            <a:endParaRPr lang="en-US" altLang="en-US" sz="2000" kern="0" dirty="0" smtClean="0">
              <a:solidFill>
                <a:srgbClr val="FF0000"/>
              </a:solidFill>
            </a:endParaRPr>
          </a:p>
          <a:p>
            <a:pPr algn="ctr">
              <a:defRPr/>
            </a:pPr>
            <a:endParaRPr lang="en-US" altLang="en-US" sz="2000" kern="0" dirty="0" smtClean="0">
              <a:solidFill>
                <a:srgbClr val="FF0000"/>
              </a:solidFill>
            </a:endParaRPr>
          </a:p>
          <a:p>
            <a:pPr algn="ctr">
              <a:defRPr/>
            </a:pPr>
            <a:endParaRPr lang="en-US" altLang="en-US" sz="2000" kern="0" dirty="0" smtClean="0">
              <a:solidFill>
                <a:srgbClr val="FF0000"/>
              </a:solidFill>
            </a:endParaRPr>
          </a:p>
          <a:p>
            <a:pPr marL="0" indent="0" algn="ctr">
              <a:buFontTx/>
              <a:buNone/>
              <a:defRPr/>
            </a:pPr>
            <a:r>
              <a:rPr lang="en-US" altLang="en-US" sz="2000" dirty="0">
                <a:solidFill>
                  <a:srgbClr val="FF0000"/>
                </a:solidFill>
              </a:rPr>
              <a:t>ACO </a:t>
            </a:r>
            <a:r>
              <a:rPr lang="en-US" altLang="en-US" sz="2000" dirty="0" smtClean="0">
                <a:solidFill>
                  <a:srgbClr val="FF0000"/>
                </a:solidFill>
              </a:rPr>
              <a:t>enters into a commercial relationship with supplier</a:t>
            </a:r>
            <a:endParaRPr lang="en-US" altLang="en-US" sz="2000" dirty="0">
              <a:solidFill>
                <a:srgbClr val="FF0000"/>
              </a:solidFill>
            </a:endParaRPr>
          </a:p>
          <a:p>
            <a:pPr algn="ctr">
              <a:defRPr/>
            </a:pPr>
            <a:endParaRPr lang="en-US" altLang="en-US" sz="1200" kern="0" dirty="0" smtClean="0"/>
          </a:p>
          <a:p>
            <a:pPr algn="ctr">
              <a:defRPr/>
            </a:pPr>
            <a:endParaRPr lang="en-US" altLang="en-US" sz="2000" kern="0" dirty="0" smtClean="0"/>
          </a:p>
        </p:txBody>
      </p:sp>
      <p:sp>
        <p:nvSpPr>
          <p:cNvPr id="11" name="Down Arrow 2"/>
          <p:cNvSpPr>
            <a:spLocks noChangeArrowheads="1"/>
          </p:cNvSpPr>
          <p:nvPr/>
        </p:nvSpPr>
        <p:spPr bwMode="auto">
          <a:xfrm>
            <a:off x="3924300" y="2349500"/>
            <a:ext cx="431800" cy="503238"/>
          </a:xfrm>
          <a:prstGeom prst="downArrow">
            <a:avLst>
              <a:gd name="adj1" fmla="val 50000"/>
              <a:gd name="adj2" fmla="val 49947"/>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12" name="Content Placeholder 2"/>
          <p:cNvSpPr txBox="1">
            <a:spLocks/>
          </p:cNvSpPr>
          <p:nvPr/>
        </p:nvSpPr>
        <p:spPr bwMode="auto">
          <a:xfrm>
            <a:off x="144463" y="3644900"/>
            <a:ext cx="8964612" cy="576263"/>
          </a:xfrm>
          <a:prstGeom prst="rect">
            <a:avLst/>
          </a:prstGeom>
          <a:noFill/>
          <a:ln>
            <a:solidFill>
              <a:schemeClr val="tx1"/>
            </a:solid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FontTx/>
              <a:buNone/>
              <a:defRPr/>
            </a:pPr>
            <a:r>
              <a:rPr lang="en-US" altLang="en-US" sz="1600" dirty="0" smtClean="0">
                <a:solidFill>
                  <a:srgbClr val="FF0000"/>
                </a:solidFill>
              </a:rPr>
              <a:t>ACO entity (Budget Holder) sources supplier following </a:t>
            </a:r>
          </a:p>
          <a:p>
            <a:pPr marL="0" indent="0" algn="ctr">
              <a:buFontTx/>
              <a:buNone/>
              <a:defRPr/>
            </a:pPr>
            <a:r>
              <a:rPr lang="en-US" altLang="en-US" sz="1600" dirty="0" smtClean="0">
                <a:solidFill>
                  <a:srgbClr val="FF0000"/>
                </a:solidFill>
              </a:rPr>
              <a:t>NFR and applicable Procurement Regulations </a:t>
            </a:r>
            <a:endParaRPr lang="en-US" altLang="en-US" sz="1600" kern="0" dirty="0" smtClean="0"/>
          </a:p>
        </p:txBody>
      </p:sp>
      <p:sp>
        <p:nvSpPr>
          <p:cNvPr id="13" name="Down Arrow 10"/>
          <p:cNvSpPr>
            <a:spLocks noChangeArrowheads="1"/>
          </p:cNvSpPr>
          <p:nvPr/>
        </p:nvSpPr>
        <p:spPr bwMode="auto">
          <a:xfrm>
            <a:off x="3924300" y="3213100"/>
            <a:ext cx="431800" cy="503238"/>
          </a:xfrm>
          <a:prstGeom prst="downArrow">
            <a:avLst>
              <a:gd name="adj1" fmla="val 50000"/>
              <a:gd name="adj2" fmla="val 49947"/>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14" name="TextBox 13"/>
          <p:cNvSpPr txBox="1">
            <a:spLocks noChangeArrowheads="1"/>
          </p:cNvSpPr>
          <p:nvPr/>
        </p:nvSpPr>
        <p:spPr bwMode="auto">
          <a:xfrm>
            <a:off x="4284663" y="2420938"/>
            <a:ext cx="22320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600"/>
              <a:t>Committee Approval</a:t>
            </a:r>
            <a:endParaRPr lang="en-GB" altLang="en-US" sz="1600"/>
          </a:p>
        </p:txBody>
      </p:sp>
      <p:sp>
        <p:nvSpPr>
          <p:cNvPr id="15" name="TextBox 14"/>
          <p:cNvSpPr txBox="1">
            <a:spLocks noChangeArrowheads="1"/>
          </p:cNvSpPr>
          <p:nvPr/>
        </p:nvSpPr>
        <p:spPr bwMode="auto">
          <a:xfrm>
            <a:off x="4356100" y="3284538"/>
            <a:ext cx="2232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600"/>
              <a:t>NAC Approval</a:t>
            </a:r>
            <a:endParaRPr lang="en-GB" altLang="en-US" sz="1600"/>
          </a:p>
        </p:txBody>
      </p:sp>
      <p:sp>
        <p:nvSpPr>
          <p:cNvPr id="16" name="Down Arrow 15"/>
          <p:cNvSpPr>
            <a:spLocks noChangeArrowheads="1"/>
          </p:cNvSpPr>
          <p:nvPr/>
        </p:nvSpPr>
        <p:spPr bwMode="auto">
          <a:xfrm>
            <a:off x="3924300" y="4149725"/>
            <a:ext cx="431800" cy="504825"/>
          </a:xfrm>
          <a:prstGeom prst="downArrow">
            <a:avLst>
              <a:gd name="adj1" fmla="val 50000"/>
              <a:gd name="adj2" fmla="val 50104"/>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17" name="TextBox 17"/>
          <p:cNvSpPr txBox="1">
            <a:spLocks noChangeArrowheads="1"/>
          </p:cNvSpPr>
          <p:nvPr/>
        </p:nvSpPr>
        <p:spPr bwMode="auto">
          <a:xfrm>
            <a:off x="4356100" y="4221163"/>
            <a:ext cx="25923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600"/>
              <a:t>Contractual instrument</a:t>
            </a:r>
            <a:endParaRPr lang="en-GB" altLang="en-US" sz="1600"/>
          </a:p>
        </p:txBody>
      </p:sp>
      <p:sp>
        <p:nvSpPr>
          <p:cNvPr id="18" name="Oval 1"/>
          <p:cNvSpPr>
            <a:spLocks noChangeArrowheads="1"/>
          </p:cNvSpPr>
          <p:nvPr/>
        </p:nvSpPr>
        <p:spPr bwMode="auto">
          <a:xfrm>
            <a:off x="2124075" y="2708275"/>
            <a:ext cx="4608513" cy="576263"/>
          </a:xfrm>
          <a:prstGeom prst="ellipse">
            <a:avLst/>
          </a:prstGeom>
          <a:noFill/>
          <a:ln w="28575" algn="ctr">
            <a:solidFill>
              <a:srgbClr val="FFC000"/>
            </a:solidFill>
            <a:round/>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19" name="TextBox 30"/>
          <p:cNvSpPr txBox="1">
            <a:spLocks noChangeArrowheads="1"/>
          </p:cNvSpPr>
          <p:nvPr/>
        </p:nvSpPr>
        <p:spPr bwMode="auto">
          <a:xfrm>
            <a:off x="179388" y="1095375"/>
            <a:ext cx="1512887" cy="461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Minimum Military Requirement </a:t>
            </a:r>
            <a:endParaRPr lang="en-GB" altLang="en-US" sz="1200"/>
          </a:p>
        </p:txBody>
      </p:sp>
      <p:sp>
        <p:nvSpPr>
          <p:cNvPr id="20" name="TextBox 31"/>
          <p:cNvSpPr txBox="1">
            <a:spLocks noChangeArrowheads="1"/>
          </p:cNvSpPr>
          <p:nvPr/>
        </p:nvSpPr>
        <p:spPr bwMode="auto">
          <a:xfrm>
            <a:off x="1763713" y="1095375"/>
            <a:ext cx="1584325" cy="461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Force Generation</a:t>
            </a:r>
          </a:p>
          <a:p>
            <a:pPr algn="ctr" eaLnBrk="1" hangingPunct="1"/>
            <a:r>
              <a:rPr lang="en-US" altLang="en-US" sz="1200"/>
              <a:t>failure anticipated </a:t>
            </a:r>
            <a:endParaRPr lang="en-GB" altLang="en-US" sz="1200"/>
          </a:p>
        </p:txBody>
      </p:sp>
      <p:sp>
        <p:nvSpPr>
          <p:cNvPr id="21" name="TextBox 32"/>
          <p:cNvSpPr txBox="1">
            <a:spLocks noChangeArrowheads="1"/>
          </p:cNvSpPr>
          <p:nvPr/>
        </p:nvSpPr>
        <p:spPr bwMode="auto">
          <a:xfrm>
            <a:off x="5638800" y="1085850"/>
            <a:ext cx="1755775" cy="461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Affordable costs</a:t>
            </a:r>
          </a:p>
          <a:p>
            <a:pPr algn="ctr" eaLnBrk="1" hangingPunct="1"/>
            <a:endParaRPr lang="en-GB" altLang="en-US" sz="1200"/>
          </a:p>
        </p:txBody>
      </p:sp>
      <p:sp>
        <p:nvSpPr>
          <p:cNvPr id="22" name="TextBox 33"/>
          <p:cNvSpPr txBox="1">
            <a:spLocks noChangeArrowheads="1"/>
          </p:cNvSpPr>
          <p:nvPr/>
        </p:nvSpPr>
        <p:spPr bwMode="auto">
          <a:xfrm>
            <a:off x="3419475" y="1085850"/>
            <a:ext cx="2125663" cy="461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No Nation willling to be Lead Specialist Nation</a:t>
            </a:r>
            <a:endParaRPr lang="en-GB" altLang="en-US" sz="1200"/>
          </a:p>
        </p:txBody>
      </p:sp>
      <p:sp>
        <p:nvSpPr>
          <p:cNvPr id="23" name="Down Arrow 34"/>
          <p:cNvSpPr>
            <a:spLocks noChangeArrowheads="1"/>
          </p:cNvSpPr>
          <p:nvPr/>
        </p:nvSpPr>
        <p:spPr bwMode="auto">
          <a:xfrm>
            <a:off x="674688" y="1573213"/>
            <a:ext cx="433387" cy="342900"/>
          </a:xfrm>
          <a:prstGeom prst="downArrow">
            <a:avLst>
              <a:gd name="adj1" fmla="val 50000"/>
              <a:gd name="adj2" fmla="val 49921"/>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24" name="Down Arrow 37"/>
          <p:cNvSpPr>
            <a:spLocks noChangeArrowheads="1"/>
          </p:cNvSpPr>
          <p:nvPr/>
        </p:nvSpPr>
        <p:spPr bwMode="auto">
          <a:xfrm>
            <a:off x="2339975" y="1573213"/>
            <a:ext cx="368300" cy="342900"/>
          </a:xfrm>
          <a:prstGeom prst="downArrow">
            <a:avLst>
              <a:gd name="adj1" fmla="val 50000"/>
              <a:gd name="adj2" fmla="val 50000"/>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25" name="Down Arrow 37"/>
          <p:cNvSpPr>
            <a:spLocks noChangeArrowheads="1"/>
          </p:cNvSpPr>
          <p:nvPr/>
        </p:nvSpPr>
        <p:spPr bwMode="auto">
          <a:xfrm>
            <a:off x="4140200" y="1573213"/>
            <a:ext cx="368300" cy="342900"/>
          </a:xfrm>
          <a:prstGeom prst="downArrow">
            <a:avLst>
              <a:gd name="adj1" fmla="val 50000"/>
              <a:gd name="adj2" fmla="val 50000"/>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26" name="Down Arrow 37"/>
          <p:cNvSpPr>
            <a:spLocks noChangeArrowheads="1"/>
          </p:cNvSpPr>
          <p:nvPr/>
        </p:nvSpPr>
        <p:spPr bwMode="auto">
          <a:xfrm>
            <a:off x="6291263" y="1573213"/>
            <a:ext cx="368300" cy="342900"/>
          </a:xfrm>
          <a:prstGeom prst="downArrow">
            <a:avLst>
              <a:gd name="adj1" fmla="val 50000"/>
              <a:gd name="adj2" fmla="val 50000"/>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27" name="Content Placeholder 2"/>
          <p:cNvSpPr txBox="1">
            <a:spLocks/>
          </p:cNvSpPr>
          <p:nvPr/>
        </p:nvSpPr>
        <p:spPr bwMode="auto">
          <a:xfrm>
            <a:off x="179388" y="5373688"/>
            <a:ext cx="8839200" cy="5016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a:spcBef>
                <a:spcPct val="20000"/>
              </a:spcBef>
            </a:pPr>
            <a:r>
              <a:rPr lang="en-US" altLang="en-US" sz="2000">
                <a:solidFill>
                  <a:srgbClr val="FF0000"/>
                </a:solidFill>
              </a:rPr>
              <a:t>Nations (NATO) assume (s) liability and associated risk</a:t>
            </a:r>
          </a:p>
        </p:txBody>
      </p:sp>
      <p:sp>
        <p:nvSpPr>
          <p:cNvPr id="28" name="Down Arrow 15"/>
          <p:cNvSpPr>
            <a:spLocks noChangeArrowheads="1"/>
          </p:cNvSpPr>
          <p:nvPr/>
        </p:nvSpPr>
        <p:spPr bwMode="auto">
          <a:xfrm>
            <a:off x="3924300" y="5011738"/>
            <a:ext cx="431800" cy="504825"/>
          </a:xfrm>
          <a:prstGeom prst="downArrow">
            <a:avLst>
              <a:gd name="adj1" fmla="val 50000"/>
              <a:gd name="adj2" fmla="val 50104"/>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29" name="TextBox 17"/>
          <p:cNvSpPr txBox="1">
            <a:spLocks noChangeArrowheads="1"/>
          </p:cNvSpPr>
          <p:nvPr/>
        </p:nvSpPr>
        <p:spPr bwMode="auto">
          <a:xfrm>
            <a:off x="4356100" y="4962525"/>
            <a:ext cx="25923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600"/>
              <a:t>Creates Liability</a:t>
            </a:r>
            <a:endParaRPr lang="en-GB" altLang="en-US" sz="1600"/>
          </a:p>
        </p:txBody>
      </p:sp>
      <p:sp>
        <p:nvSpPr>
          <p:cNvPr id="30" name="Title 31"/>
          <p:cNvSpPr>
            <a:spLocks noGrp="1"/>
          </p:cNvSpPr>
          <p:nvPr>
            <p:ph type="title"/>
          </p:nvPr>
        </p:nvSpPr>
        <p:spPr>
          <a:xfrm>
            <a:off x="412044" y="228444"/>
            <a:ext cx="8229600" cy="748800"/>
          </a:xfrm>
        </p:spPr>
        <p:txBody>
          <a:bodyPr/>
          <a:lstStyle/>
          <a:p>
            <a:pPr algn="ctr"/>
            <a:r>
              <a:rPr lang="en-US" dirty="0" smtClean="0"/>
              <a:t>DECISION TO OUSOURCE TO INDUSTRY</a:t>
            </a:r>
            <a:endParaRPr lang="en-US" dirty="0"/>
          </a:p>
        </p:txBody>
      </p:sp>
    </p:spTree>
    <p:extLst>
      <p:ext uri="{BB962C8B-B14F-4D97-AF65-F5344CB8AC3E}">
        <p14:creationId xmlns:p14="http://schemas.microsoft.com/office/powerpoint/2010/main" val="39677957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3"/>
          </p:nvPr>
        </p:nvSpPr>
        <p:spPr/>
        <p:txBody>
          <a:bodyPr/>
          <a:lstStyle/>
          <a:p>
            <a:r>
              <a:rPr lang="de-DE" smtClean="0"/>
              <a:t>NATO UNCLASSIFIED</a:t>
            </a:r>
            <a:endParaRPr lang="de-DE" dirty="0"/>
          </a:p>
        </p:txBody>
      </p:sp>
      <p:sp>
        <p:nvSpPr>
          <p:cNvPr id="5" name="Slide Number Placeholder 4"/>
          <p:cNvSpPr>
            <a:spLocks noGrp="1"/>
          </p:cNvSpPr>
          <p:nvPr>
            <p:ph type="sldNum" sz="quarter" idx="4"/>
          </p:nvPr>
        </p:nvSpPr>
        <p:spPr/>
        <p:txBody>
          <a:bodyPr/>
          <a:lstStyle/>
          <a:p>
            <a:r>
              <a:rPr lang="en-GB" smtClean="0"/>
              <a:t>| Slide </a:t>
            </a:r>
            <a:fld id="{AC1C9A27-5D71-496E-AC2B-58C1CA833928}" type="slidenum">
              <a:rPr lang="en-GB" smtClean="0"/>
              <a:pPr/>
              <a:t>22</a:t>
            </a:fld>
            <a:endParaRPr lang="en-GB" dirty="0"/>
          </a:p>
        </p:txBody>
      </p:sp>
      <p:sp>
        <p:nvSpPr>
          <p:cNvPr id="7" name="Content Placeholder 2"/>
          <p:cNvSpPr txBox="1">
            <a:spLocks/>
          </p:cNvSpPr>
          <p:nvPr/>
        </p:nvSpPr>
        <p:spPr bwMode="auto">
          <a:xfrm>
            <a:off x="179388" y="4508500"/>
            <a:ext cx="8839200" cy="5016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a:spcBef>
                <a:spcPct val="20000"/>
              </a:spcBef>
            </a:pPr>
            <a:r>
              <a:rPr lang="en-US" altLang="en-US" sz="2000">
                <a:solidFill>
                  <a:srgbClr val="FF0000"/>
                </a:solidFill>
              </a:rPr>
              <a:t>ACO enters into a NATO Agency Agreement</a:t>
            </a:r>
          </a:p>
        </p:txBody>
      </p:sp>
      <p:sp>
        <p:nvSpPr>
          <p:cNvPr id="8" name="Content Placeholder 2"/>
          <p:cNvSpPr>
            <a:spLocks noGrp="1"/>
          </p:cNvSpPr>
          <p:nvPr>
            <p:ph idx="1"/>
          </p:nvPr>
        </p:nvSpPr>
        <p:spPr bwMode="auto">
          <a:xfrm>
            <a:off x="152400" y="1919288"/>
            <a:ext cx="8839200" cy="501650"/>
          </a:xfrm>
          <a:ln>
            <a:solidFill>
              <a:schemeClr val="tx1"/>
            </a:solidFill>
          </a:ln>
        </p:spPr>
        <p:txBody>
          <a:bodyPr vert="horz" wrap="square" lIns="91440" tIns="45720" rIns="91440" bIns="45720" numCol="1" anchor="t" anchorCtr="0" compatLnSpc="1">
            <a:prstTxWarp prst="textNoShape">
              <a:avLst/>
            </a:prstTxWarp>
          </a:bodyPr>
          <a:lstStyle/>
          <a:p>
            <a:pPr marL="0" indent="0" algn="ctr">
              <a:buFontTx/>
              <a:buNone/>
              <a:defRPr/>
            </a:pPr>
            <a:r>
              <a:rPr lang="en-US" sz="2000" b="1" dirty="0" smtClean="0">
                <a:solidFill>
                  <a:srgbClr val="FF0000"/>
                </a:solidFill>
              </a:rPr>
              <a:t>Common Funded MC/RPPB business case*</a:t>
            </a:r>
            <a:endParaRPr lang="en-GB" sz="2000" b="1" dirty="0" smtClean="0">
              <a:solidFill>
                <a:srgbClr val="FF0000"/>
              </a:solidFill>
            </a:endParaRPr>
          </a:p>
          <a:p>
            <a:pPr marL="0" indent="0" algn="ctr">
              <a:buFontTx/>
              <a:buNone/>
              <a:defRPr/>
            </a:pPr>
            <a:endParaRPr lang="en-US" altLang="en-US" sz="2000" b="1" dirty="0" smtClean="0">
              <a:solidFill>
                <a:srgbClr val="FF0000"/>
              </a:solidFill>
            </a:endParaRPr>
          </a:p>
          <a:p>
            <a:pPr algn="ctr">
              <a:defRPr/>
            </a:pPr>
            <a:endParaRPr lang="en-US" altLang="en-US" sz="2000" b="1" dirty="0">
              <a:solidFill>
                <a:srgbClr val="FF0000"/>
              </a:solidFill>
            </a:endParaRPr>
          </a:p>
          <a:p>
            <a:pPr marL="0" indent="0" algn="ctr">
              <a:buFontTx/>
              <a:buNone/>
              <a:defRPr/>
            </a:pPr>
            <a:endParaRPr lang="en-US" altLang="en-US" sz="2000" b="1" dirty="0" smtClean="0">
              <a:solidFill>
                <a:srgbClr val="FF0000"/>
              </a:solidFill>
            </a:endParaRPr>
          </a:p>
          <a:p>
            <a:pPr algn="ctr">
              <a:defRPr/>
            </a:pPr>
            <a:endParaRPr lang="en-US" altLang="en-US" sz="2000" b="1" dirty="0">
              <a:solidFill>
                <a:srgbClr val="FF0000"/>
              </a:solidFill>
            </a:endParaRPr>
          </a:p>
          <a:p>
            <a:pPr algn="ctr">
              <a:defRPr/>
            </a:pPr>
            <a:endParaRPr lang="en-US" altLang="en-US" sz="2000" b="1" dirty="0">
              <a:solidFill>
                <a:srgbClr val="FF0000"/>
              </a:solidFill>
            </a:endParaRPr>
          </a:p>
          <a:p>
            <a:pPr algn="ctr">
              <a:defRPr/>
            </a:pPr>
            <a:endParaRPr lang="en-US" altLang="en-US" sz="1200" b="1" dirty="0" smtClean="0"/>
          </a:p>
          <a:p>
            <a:pPr algn="ctr">
              <a:defRPr/>
            </a:pPr>
            <a:endParaRPr lang="en-US" altLang="en-US" sz="2000" b="1" dirty="0" smtClean="0"/>
          </a:p>
        </p:txBody>
      </p:sp>
      <p:sp>
        <p:nvSpPr>
          <p:cNvPr id="9" name="Content Placeholder 2"/>
          <p:cNvSpPr txBox="1">
            <a:spLocks/>
          </p:cNvSpPr>
          <p:nvPr/>
        </p:nvSpPr>
        <p:spPr bwMode="auto">
          <a:xfrm>
            <a:off x="179388" y="2781300"/>
            <a:ext cx="8839200" cy="501650"/>
          </a:xfrm>
          <a:prstGeom prst="rect">
            <a:avLst/>
          </a:prstGeom>
          <a:noFill/>
          <a:ln>
            <a:solidFill>
              <a:schemeClr val="tx1"/>
            </a:solid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FontTx/>
              <a:buNone/>
              <a:defRPr/>
            </a:pPr>
            <a:r>
              <a:rPr lang="en-US" altLang="en-US" sz="2000" kern="0" dirty="0" smtClean="0">
                <a:solidFill>
                  <a:srgbClr val="FF0000"/>
                </a:solidFill>
              </a:rPr>
              <a:t> NATIONS take the decision</a:t>
            </a:r>
          </a:p>
          <a:p>
            <a:pPr algn="ctr">
              <a:defRPr/>
            </a:pPr>
            <a:endParaRPr lang="en-US" altLang="en-US" sz="2000" kern="0" dirty="0" smtClean="0">
              <a:solidFill>
                <a:srgbClr val="FF0000"/>
              </a:solidFill>
            </a:endParaRPr>
          </a:p>
          <a:p>
            <a:pPr marL="0" indent="0" algn="ctr">
              <a:buFontTx/>
              <a:buNone/>
              <a:defRPr/>
            </a:pPr>
            <a:endParaRPr lang="en-US" altLang="en-US" sz="1200" kern="0" dirty="0" smtClean="0"/>
          </a:p>
          <a:p>
            <a:pPr algn="ctr">
              <a:defRPr/>
            </a:pPr>
            <a:endParaRPr lang="en-US" altLang="en-US" sz="2000" kern="0" dirty="0" smtClean="0"/>
          </a:p>
        </p:txBody>
      </p:sp>
      <p:sp>
        <p:nvSpPr>
          <p:cNvPr id="10" name="Down Arrow 2"/>
          <p:cNvSpPr>
            <a:spLocks noChangeArrowheads="1"/>
          </p:cNvSpPr>
          <p:nvPr/>
        </p:nvSpPr>
        <p:spPr bwMode="auto">
          <a:xfrm>
            <a:off x="3924300" y="2349500"/>
            <a:ext cx="431800" cy="503238"/>
          </a:xfrm>
          <a:prstGeom prst="downArrow">
            <a:avLst>
              <a:gd name="adj1" fmla="val 50000"/>
              <a:gd name="adj2" fmla="val 49947"/>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11" name="Content Placeholder 2"/>
          <p:cNvSpPr txBox="1">
            <a:spLocks/>
          </p:cNvSpPr>
          <p:nvPr/>
        </p:nvSpPr>
        <p:spPr bwMode="auto">
          <a:xfrm>
            <a:off x="179388" y="3644900"/>
            <a:ext cx="8839200" cy="501650"/>
          </a:xfrm>
          <a:prstGeom prst="rect">
            <a:avLst/>
          </a:prstGeom>
          <a:noFill/>
          <a:ln>
            <a:solidFill>
              <a:schemeClr val="tx1"/>
            </a:solid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ctr">
              <a:buFontTx/>
              <a:buNone/>
              <a:defRPr/>
            </a:pPr>
            <a:r>
              <a:rPr lang="en-US" altLang="en-US" sz="2000" dirty="0">
                <a:solidFill>
                  <a:srgbClr val="FF0000"/>
                </a:solidFill>
              </a:rPr>
              <a:t>SHAPE representing </a:t>
            </a:r>
            <a:r>
              <a:rPr lang="en-US" altLang="en-US" sz="2000" dirty="0" smtClean="0">
                <a:solidFill>
                  <a:srgbClr val="FF0000"/>
                </a:solidFill>
              </a:rPr>
              <a:t>ACO implements agreement </a:t>
            </a:r>
            <a:endParaRPr lang="en-US" altLang="en-US" sz="2000" kern="0" dirty="0" smtClean="0"/>
          </a:p>
        </p:txBody>
      </p:sp>
      <p:sp>
        <p:nvSpPr>
          <p:cNvPr id="12" name="Down Arrow 10"/>
          <p:cNvSpPr>
            <a:spLocks noChangeArrowheads="1"/>
          </p:cNvSpPr>
          <p:nvPr/>
        </p:nvSpPr>
        <p:spPr bwMode="auto">
          <a:xfrm>
            <a:off x="3924300" y="3213100"/>
            <a:ext cx="431800" cy="503238"/>
          </a:xfrm>
          <a:prstGeom prst="downArrow">
            <a:avLst>
              <a:gd name="adj1" fmla="val 50000"/>
              <a:gd name="adj2" fmla="val 49947"/>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13" name="TextBox 13"/>
          <p:cNvSpPr txBox="1">
            <a:spLocks noChangeArrowheads="1"/>
          </p:cNvSpPr>
          <p:nvPr/>
        </p:nvSpPr>
        <p:spPr bwMode="auto">
          <a:xfrm>
            <a:off x="4284663" y="2420938"/>
            <a:ext cx="22320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600"/>
              <a:t>Committee Approval</a:t>
            </a:r>
            <a:endParaRPr lang="en-GB" altLang="en-US" sz="1600"/>
          </a:p>
        </p:txBody>
      </p:sp>
      <p:sp>
        <p:nvSpPr>
          <p:cNvPr id="14" name="TextBox 14"/>
          <p:cNvSpPr txBox="1">
            <a:spLocks noChangeArrowheads="1"/>
          </p:cNvSpPr>
          <p:nvPr/>
        </p:nvSpPr>
        <p:spPr bwMode="auto">
          <a:xfrm>
            <a:off x="4356100" y="3284538"/>
            <a:ext cx="2232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600"/>
              <a:t>NAC Approval</a:t>
            </a:r>
            <a:endParaRPr lang="en-GB" altLang="en-US" sz="1600"/>
          </a:p>
        </p:txBody>
      </p:sp>
      <p:sp>
        <p:nvSpPr>
          <p:cNvPr id="15" name="Down Arrow 15"/>
          <p:cNvSpPr>
            <a:spLocks noChangeArrowheads="1"/>
          </p:cNvSpPr>
          <p:nvPr/>
        </p:nvSpPr>
        <p:spPr bwMode="auto">
          <a:xfrm>
            <a:off x="3924300" y="4076700"/>
            <a:ext cx="431800" cy="504825"/>
          </a:xfrm>
          <a:prstGeom prst="downArrow">
            <a:avLst>
              <a:gd name="adj1" fmla="val 50000"/>
              <a:gd name="adj2" fmla="val 50104"/>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16" name="TextBox 17"/>
          <p:cNvSpPr txBox="1">
            <a:spLocks noChangeArrowheads="1"/>
          </p:cNvSpPr>
          <p:nvPr/>
        </p:nvSpPr>
        <p:spPr bwMode="auto">
          <a:xfrm>
            <a:off x="4356100" y="4149725"/>
            <a:ext cx="25923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600"/>
              <a:t>Agreement</a:t>
            </a:r>
            <a:endParaRPr lang="en-GB" altLang="en-US" sz="1600"/>
          </a:p>
        </p:txBody>
      </p:sp>
      <p:sp>
        <p:nvSpPr>
          <p:cNvPr id="17" name="Content Placeholder 2"/>
          <p:cNvSpPr txBox="1">
            <a:spLocks/>
          </p:cNvSpPr>
          <p:nvPr/>
        </p:nvSpPr>
        <p:spPr bwMode="auto">
          <a:xfrm>
            <a:off x="179388" y="5375275"/>
            <a:ext cx="8839200" cy="5016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a:spcBef>
                <a:spcPct val="20000"/>
              </a:spcBef>
            </a:pPr>
            <a:r>
              <a:rPr lang="en-US" altLang="en-US" sz="2000">
                <a:solidFill>
                  <a:srgbClr val="FF0000"/>
                </a:solidFill>
              </a:rPr>
              <a:t>Nations (NATO) assume (s) liability and associated risk</a:t>
            </a:r>
          </a:p>
        </p:txBody>
      </p:sp>
      <p:sp>
        <p:nvSpPr>
          <p:cNvPr id="18" name="Down Arrow 18"/>
          <p:cNvSpPr>
            <a:spLocks noChangeArrowheads="1"/>
          </p:cNvSpPr>
          <p:nvPr/>
        </p:nvSpPr>
        <p:spPr bwMode="auto">
          <a:xfrm>
            <a:off x="3924300" y="4941888"/>
            <a:ext cx="431800" cy="503237"/>
          </a:xfrm>
          <a:prstGeom prst="downArrow">
            <a:avLst>
              <a:gd name="adj1" fmla="val 50000"/>
              <a:gd name="adj2" fmla="val 49947"/>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19" name="TextBox 30"/>
          <p:cNvSpPr txBox="1">
            <a:spLocks noChangeArrowheads="1"/>
          </p:cNvSpPr>
          <p:nvPr/>
        </p:nvSpPr>
        <p:spPr bwMode="auto">
          <a:xfrm>
            <a:off x="179388" y="1095375"/>
            <a:ext cx="1512887" cy="461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Minimum Military Requirement </a:t>
            </a:r>
            <a:endParaRPr lang="en-GB" altLang="en-US" sz="1200"/>
          </a:p>
        </p:txBody>
      </p:sp>
      <p:sp>
        <p:nvSpPr>
          <p:cNvPr id="20" name="TextBox 31"/>
          <p:cNvSpPr txBox="1">
            <a:spLocks noChangeArrowheads="1"/>
          </p:cNvSpPr>
          <p:nvPr/>
        </p:nvSpPr>
        <p:spPr bwMode="auto">
          <a:xfrm>
            <a:off x="1763713" y="1095375"/>
            <a:ext cx="1584325" cy="461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Force Generation</a:t>
            </a:r>
          </a:p>
          <a:p>
            <a:pPr algn="ctr" eaLnBrk="1" hangingPunct="1"/>
            <a:r>
              <a:rPr lang="en-US" altLang="en-US" sz="1200"/>
              <a:t>failure anticipated </a:t>
            </a:r>
            <a:endParaRPr lang="en-GB" altLang="en-US" sz="1200"/>
          </a:p>
        </p:txBody>
      </p:sp>
      <p:sp>
        <p:nvSpPr>
          <p:cNvPr id="21" name="TextBox 32"/>
          <p:cNvSpPr txBox="1">
            <a:spLocks noChangeArrowheads="1"/>
          </p:cNvSpPr>
          <p:nvPr/>
        </p:nvSpPr>
        <p:spPr bwMode="auto">
          <a:xfrm>
            <a:off x="5580063" y="1085850"/>
            <a:ext cx="1755775" cy="461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Affordable costs</a:t>
            </a:r>
          </a:p>
          <a:p>
            <a:pPr algn="ctr" eaLnBrk="1" hangingPunct="1"/>
            <a:endParaRPr lang="en-GB" altLang="en-US" sz="1200"/>
          </a:p>
        </p:txBody>
      </p:sp>
      <p:sp>
        <p:nvSpPr>
          <p:cNvPr id="22" name="TextBox 33"/>
          <p:cNvSpPr txBox="1">
            <a:spLocks noChangeArrowheads="1"/>
          </p:cNvSpPr>
          <p:nvPr/>
        </p:nvSpPr>
        <p:spPr bwMode="auto">
          <a:xfrm>
            <a:off x="3419475" y="1085850"/>
            <a:ext cx="2125663" cy="4619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200"/>
              <a:t>No Nation willling to be Lead Specialist Nation</a:t>
            </a:r>
            <a:endParaRPr lang="en-GB" altLang="en-US" sz="1200"/>
          </a:p>
        </p:txBody>
      </p:sp>
      <p:sp>
        <p:nvSpPr>
          <p:cNvPr id="23" name="Down Arrow 34"/>
          <p:cNvSpPr>
            <a:spLocks noChangeArrowheads="1"/>
          </p:cNvSpPr>
          <p:nvPr/>
        </p:nvSpPr>
        <p:spPr bwMode="auto">
          <a:xfrm>
            <a:off x="674688" y="1573213"/>
            <a:ext cx="433387" cy="342900"/>
          </a:xfrm>
          <a:prstGeom prst="downArrow">
            <a:avLst>
              <a:gd name="adj1" fmla="val 50000"/>
              <a:gd name="adj2" fmla="val 49921"/>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24" name="Down Arrow 37"/>
          <p:cNvSpPr>
            <a:spLocks noChangeArrowheads="1"/>
          </p:cNvSpPr>
          <p:nvPr/>
        </p:nvSpPr>
        <p:spPr bwMode="auto">
          <a:xfrm>
            <a:off x="2339975" y="1573213"/>
            <a:ext cx="368300" cy="342900"/>
          </a:xfrm>
          <a:prstGeom prst="downArrow">
            <a:avLst>
              <a:gd name="adj1" fmla="val 50000"/>
              <a:gd name="adj2" fmla="val 50000"/>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25" name="Oval 38"/>
          <p:cNvSpPr>
            <a:spLocks noChangeArrowheads="1"/>
          </p:cNvSpPr>
          <p:nvPr/>
        </p:nvSpPr>
        <p:spPr bwMode="auto">
          <a:xfrm>
            <a:off x="2124075" y="2708275"/>
            <a:ext cx="4608513" cy="576263"/>
          </a:xfrm>
          <a:prstGeom prst="ellipse">
            <a:avLst/>
          </a:prstGeom>
          <a:noFill/>
          <a:ln w="28575" algn="ctr">
            <a:solidFill>
              <a:srgbClr val="FFC000"/>
            </a:solidFill>
            <a:round/>
            <a:headEnd/>
            <a:tailEnd/>
          </a:ln>
          <a:extLst>
            <a:ext uri="{909E8E84-426E-40DD-AFC4-6F175D3DCCD1}">
              <a14:hiddenFill xmlns:a14="http://schemas.microsoft.com/office/drawing/2010/main">
                <a:solidFill>
                  <a:srgbClr val="FFFFFF"/>
                </a:solidFill>
              </a14:hiddenFill>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26" name="Down Arrow 37"/>
          <p:cNvSpPr>
            <a:spLocks noChangeArrowheads="1"/>
          </p:cNvSpPr>
          <p:nvPr/>
        </p:nvSpPr>
        <p:spPr bwMode="auto">
          <a:xfrm>
            <a:off x="4140200" y="1573213"/>
            <a:ext cx="368300" cy="342900"/>
          </a:xfrm>
          <a:prstGeom prst="downArrow">
            <a:avLst>
              <a:gd name="adj1" fmla="val 50000"/>
              <a:gd name="adj2" fmla="val 50000"/>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27" name="Down Arrow 37"/>
          <p:cNvSpPr>
            <a:spLocks noChangeArrowheads="1"/>
          </p:cNvSpPr>
          <p:nvPr/>
        </p:nvSpPr>
        <p:spPr bwMode="auto">
          <a:xfrm>
            <a:off x="6291263" y="1573213"/>
            <a:ext cx="368300" cy="342900"/>
          </a:xfrm>
          <a:prstGeom prst="downArrow">
            <a:avLst>
              <a:gd name="adj1" fmla="val 50000"/>
              <a:gd name="adj2" fmla="val 50000"/>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28" name="TextBox 32"/>
          <p:cNvSpPr txBox="1">
            <a:spLocks noChangeArrowheads="1"/>
          </p:cNvSpPr>
          <p:nvPr/>
        </p:nvSpPr>
        <p:spPr bwMode="auto">
          <a:xfrm>
            <a:off x="7380288" y="1052513"/>
            <a:ext cx="1692275" cy="7858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altLang="en-US" sz="1100">
                <a:solidFill>
                  <a:srgbClr val="FF0000"/>
                </a:solidFill>
              </a:rPr>
              <a:t>Most efficient, effective ,economical mean</a:t>
            </a:r>
          </a:p>
          <a:p>
            <a:pPr algn="ctr" eaLnBrk="1" hangingPunct="1"/>
            <a:endParaRPr lang="en-GB" altLang="en-US" sz="1200"/>
          </a:p>
        </p:txBody>
      </p:sp>
      <p:sp>
        <p:nvSpPr>
          <p:cNvPr id="29" name="Down Arrow 37"/>
          <p:cNvSpPr>
            <a:spLocks noChangeArrowheads="1"/>
          </p:cNvSpPr>
          <p:nvPr/>
        </p:nvSpPr>
        <p:spPr bwMode="auto">
          <a:xfrm>
            <a:off x="8027988" y="1700213"/>
            <a:ext cx="368300" cy="344487"/>
          </a:xfrm>
          <a:prstGeom prst="downArrow">
            <a:avLst>
              <a:gd name="adj1" fmla="val 50000"/>
              <a:gd name="adj2" fmla="val 50000"/>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endParaRPr lang="en-GB" altLang="en-US"/>
          </a:p>
        </p:txBody>
      </p:sp>
      <p:sp>
        <p:nvSpPr>
          <p:cNvPr id="30" name="TextBox 17"/>
          <p:cNvSpPr txBox="1">
            <a:spLocks noChangeArrowheads="1"/>
          </p:cNvSpPr>
          <p:nvPr/>
        </p:nvSpPr>
        <p:spPr bwMode="auto">
          <a:xfrm>
            <a:off x="4356100" y="4962525"/>
            <a:ext cx="25923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cs typeface="Arial" panose="020B0604020202020204" pitchFamily="34" charset="0"/>
              </a:defRPr>
            </a:lvl1pPr>
            <a:lvl2pPr marL="742950" indent="-285750">
              <a:defRPr b="1">
                <a:solidFill>
                  <a:schemeClr val="tx1"/>
                </a:solidFill>
                <a:latin typeface="Arial" panose="020B0604020202020204" pitchFamily="34" charset="0"/>
                <a:cs typeface="Arial" panose="020B0604020202020204" pitchFamily="34" charset="0"/>
              </a:defRPr>
            </a:lvl2pPr>
            <a:lvl3pPr marL="1143000" indent="-228600">
              <a:defRPr b="1">
                <a:solidFill>
                  <a:schemeClr val="tx1"/>
                </a:solidFill>
                <a:latin typeface="Arial" panose="020B0604020202020204" pitchFamily="34" charset="0"/>
                <a:cs typeface="Arial" panose="020B0604020202020204" pitchFamily="34" charset="0"/>
              </a:defRPr>
            </a:lvl3pPr>
            <a:lvl4pPr marL="1600200" indent="-228600">
              <a:defRPr b="1">
                <a:solidFill>
                  <a:schemeClr val="tx1"/>
                </a:solidFill>
                <a:latin typeface="Arial" panose="020B0604020202020204" pitchFamily="34" charset="0"/>
                <a:cs typeface="Arial" panose="020B0604020202020204" pitchFamily="34" charset="0"/>
              </a:defRPr>
            </a:lvl4pPr>
            <a:lvl5pPr marL="2057400" indent="-228600">
              <a:defRPr b="1">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eaLnBrk="1" hangingPunct="1"/>
            <a:r>
              <a:rPr lang="en-US" altLang="en-US" sz="1600"/>
              <a:t>Creates Liability</a:t>
            </a:r>
            <a:endParaRPr lang="en-GB" altLang="en-US" sz="1600"/>
          </a:p>
        </p:txBody>
      </p:sp>
      <p:sp>
        <p:nvSpPr>
          <p:cNvPr id="31" name="Title 31"/>
          <p:cNvSpPr>
            <a:spLocks noGrp="1"/>
          </p:cNvSpPr>
          <p:nvPr>
            <p:ph type="title"/>
          </p:nvPr>
        </p:nvSpPr>
        <p:spPr>
          <a:xfrm>
            <a:off x="412044" y="228444"/>
            <a:ext cx="8229600" cy="748800"/>
          </a:xfrm>
        </p:spPr>
        <p:txBody>
          <a:bodyPr/>
          <a:lstStyle/>
          <a:p>
            <a:pPr algn="ctr"/>
            <a:r>
              <a:rPr lang="en-US" dirty="0" smtClean="0"/>
              <a:t>DECISION TO OUSOURCE TO AGENCY</a:t>
            </a:r>
            <a:endParaRPr lang="en-US" dirty="0"/>
          </a:p>
        </p:txBody>
      </p:sp>
    </p:spTree>
    <p:extLst>
      <p:ext uri="{BB962C8B-B14F-4D97-AF65-F5344CB8AC3E}">
        <p14:creationId xmlns:p14="http://schemas.microsoft.com/office/powerpoint/2010/main" val="13933559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el 1"/>
          <p:cNvSpPr>
            <a:spLocks noGrp="1"/>
          </p:cNvSpPr>
          <p:nvPr>
            <p:ph type="title"/>
          </p:nvPr>
        </p:nvSpPr>
        <p:spPr bwMode="auto">
          <a:xfrm>
            <a:off x="457200" y="273600"/>
            <a:ext cx="8229600" cy="5412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nl-NL" altLang="en-US" dirty="0" smtClean="0">
                <a:solidFill>
                  <a:schemeClr val="tx2"/>
                </a:solidFill>
              </a:rPr>
              <a:t>NATO Agencies Support to AOMs</a:t>
            </a:r>
            <a:endParaRPr lang="nl-BE" altLang="en-US" dirty="0" smtClean="0">
              <a:solidFill>
                <a:schemeClr val="tx2"/>
              </a:solidFill>
            </a:endParaRPr>
          </a:p>
        </p:txBody>
      </p:sp>
      <p:sp>
        <p:nvSpPr>
          <p:cNvPr id="7" name="Footer Placeholder 3"/>
          <p:cNvSpPr>
            <a:spLocks noGrp="1"/>
          </p:cNvSpPr>
          <p:nvPr>
            <p:ph type="ftr" sz="quarter" idx="3"/>
          </p:nvPr>
        </p:nvSpPr>
        <p:spPr>
          <a:xfrm>
            <a:off x="2895467" y="6235030"/>
            <a:ext cx="3353065" cy="482860"/>
          </a:xfrm>
        </p:spPr>
        <p:txBody>
          <a:bodyPr/>
          <a:lstStyle/>
          <a:p>
            <a:r>
              <a:rPr lang="de-DE" dirty="0" smtClean="0"/>
              <a:t>NATO UNCLASSIFIED</a:t>
            </a:r>
            <a:endParaRPr lang="de-DE" dirty="0"/>
          </a:p>
        </p:txBody>
      </p:sp>
      <p:sp>
        <p:nvSpPr>
          <p:cNvPr id="8" name="Content Placeholder 2"/>
          <p:cNvSpPr>
            <a:spLocks noGrp="1"/>
          </p:cNvSpPr>
          <p:nvPr>
            <p:ph idx="1"/>
          </p:nvPr>
        </p:nvSpPr>
        <p:spPr>
          <a:xfrm>
            <a:off x="328437" y="1068388"/>
            <a:ext cx="8705850" cy="2505075"/>
          </a:xfrm>
        </p:spPr>
        <p:txBody>
          <a:bodyPr/>
          <a:lstStyle/>
          <a:p>
            <a:pPr defTabSz="457200" eaLnBrk="0" fontAlgn="base" hangingPunct="0">
              <a:spcAft>
                <a:spcPct val="0"/>
              </a:spcAft>
              <a:defRPr/>
            </a:pPr>
            <a:r>
              <a:rPr lang="en-US" sz="2400" b="0" kern="0" dirty="0">
                <a:solidFill>
                  <a:schemeClr val="tx1"/>
                </a:solidFill>
                <a:latin typeface="+mj-lt"/>
                <a:cs typeface="+mn-cs"/>
              </a:rPr>
              <a:t>1) Primarily two NATO agencies support AOM</a:t>
            </a:r>
            <a:br>
              <a:rPr lang="en-US" sz="2400" b="0" kern="0" dirty="0">
                <a:solidFill>
                  <a:schemeClr val="tx1"/>
                </a:solidFill>
                <a:latin typeface="+mj-lt"/>
                <a:cs typeface="+mn-cs"/>
              </a:rPr>
            </a:br>
            <a:endParaRPr lang="en-US" sz="2400" b="0" kern="0" dirty="0">
              <a:solidFill>
                <a:schemeClr val="tx1"/>
              </a:solidFill>
              <a:latin typeface="+mj-lt"/>
              <a:cs typeface="+mn-cs"/>
            </a:endParaRPr>
          </a:p>
          <a:p>
            <a:pPr marL="342900" lvl="2" indent="-342900" defTabSz="457200" eaLnBrk="0" fontAlgn="base" hangingPunct="0">
              <a:spcAft>
                <a:spcPct val="0"/>
              </a:spcAft>
              <a:defRPr/>
            </a:pPr>
            <a:r>
              <a:rPr lang="en-US" kern="0" dirty="0">
                <a:solidFill>
                  <a:schemeClr val="tx1"/>
                </a:solidFill>
                <a:latin typeface="+mj-lt"/>
                <a:cs typeface="+mn-cs"/>
              </a:rPr>
              <a:t>NATO Communications and Information Agencies (NCIA)</a:t>
            </a:r>
            <a:br>
              <a:rPr lang="en-US" kern="0" dirty="0">
                <a:solidFill>
                  <a:schemeClr val="tx1"/>
                </a:solidFill>
                <a:latin typeface="+mj-lt"/>
                <a:cs typeface="+mn-cs"/>
              </a:rPr>
            </a:br>
            <a:endParaRPr lang="en-US" kern="0" dirty="0">
              <a:solidFill>
                <a:schemeClr val="tx1"/>
              </a:solidFill>
              <a:latin typeface="+mj-lt"/>
              <a:cs typeface="+mn-cs"/>
            </a:endParaRPr>
          </a:p>
          <a:p>
            <a:pPr marL="342900" lvl="2" indent="-342900" defTabSz="457200" eaLnBrk="0" fontAlgn="base" hangingPunct="0">
              <a:spcAft>
                <a:spcPct val="0"/>
              </a:spcAft>
              <a:defRPr/>
            </a:pPr>
            <a:r>
              <a:rPr lang="en-US" kern="0" dirty="0">
                <a:solidFill>
                  <a:schemeClr val="tx1"/>
                </a:solidFill>
                <a:latin typeface="+mj-lt"/>
                <a:cs typeface="+mn-cs"/>
              </a:rPr>
              <a:t>NATO Supply and Procurement Agency (NSPA</a:t>
            </a:r>
            <a:r>
              <a:rPr lang="en-US" dirty="0" smtClean="0"/>
              <a:t>)</a:t>
            </a: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3238" y="1769358"/>
            <a:ext cx="1219200" cy="75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descr="LogoNSP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3232" y="2604558"/>
            <a:ext cx="990600"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2"/>
          <p:cNvSpPr txBox="1">
            <a:spLocks/>
          </p:cNvSpPr>
          <p:nvPr/>
        </p:nvSpPr>
        <p:spPr>
          <a:xfrm>
            <a:off x="323850" y="3789363"/>
            <a:ext cx="8705850" cy="2505075"/>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buFontTx/>
              <a:buNone/>
              <a:defRPr/>
            </a:pPr>
            <a:r>
              <a:rPr lang="en-US" sz="2400" b="0" kern="0" dirty="0" smtClean="0">
                <a:latin typeface="+mj-lt"/>
              </a:rPr>
              <a:t>2) </a:t>
            </a:r>
            <a:r>
              <a:rPr lang="en-US" sz="2400" b="0" dirty="0" smtClean="0">
                <a:cs typeface="Arial" charset="0"/>
              </a:rPr>
              <a:t>Procuring through an Agency is </a:t>
            </a:r>
            <a:r>
              <a:rPr lang="en-US" sz="2400" b="0" u="sng" dirty="0" smtClean="0">
                <a:cs typeface="Arial" charset="0"/>
              </a:rPr>
              <a:t>done</a:t>
            </a:r>
            <a:r>
              <a:rPr lang="en-US" sz="2400" b="0" dirty="0" smtClean="0">
                <a:cs typeface="Arial" charset="0"/>
              </a:rPr>
              <a:t> either by</a:t>
            </a:r>
          </a:p>
          <a:p>
            <a:pPr marL="0" indent="0">
              <a:buFontTx/>
              <a:buNone/>
              <a:defRPr/>
            </a:pPr>
            <a:r>
              <a:rPr lang="en-US" sz="2400" b="0" dirty="0">
                <a:cs typeface="Arial" charset="0"/>
              </a:rPr>
              <a:t>	</a:t>
            </a:r>
            <a:r>
              <a:rPr lang="en-US" sz="2400" b="0" dirty="0" smtClean="0">
                <a:cs typeface="Arial" charset="0"/>
              </a:rPr>
              <a:t>a. NATO on </a:t>
            </a:r>
            <a:r>
              <a:rPr lang="en-US" sz="2400" b="0" u="sng" dirty="0" smtClean="0">
                <a:solidFill>
                  <a:srgbClr val="FF0000"/>
                </a:solidFill>
                <a:cs typeface="Arial" charset="0"/>
              </a:rPr>
              <a:t>common funding = 30 Nation Decision</a:t>
            </a:r>
          </a:p>
          <a:p>
            <a:pPr marL="0" indent="0">
              <a:buFontTx/>
              <a:buNone/>
              <a:defRPr/>
            </a:pPr>
            <a:r>
              <a:rPr lang="en-US" sz="2400" b="0" dirty="0">
                <a:cs typeface="Arial" charset="0"/>
              </a:rPr>
              <a:t>	</a:t>
            </a:r>
            <a:r>
              <a:rPr lang="en-US" sz="2400" b="0" dirty="0" smtClean="0">
                <a:cs typeface="Arial" charset="0"/>
              </a:rPr>
              <a:t>b. Nations independently (Bi- or Multi-laterally)  </a:t>
            </a:r>
          </a:p>
          <a:p>
            <a:pPr marL="0" indent="0">
              <a:buFontTx/>
              <a:buNone/>
              <a:defRPr/>
            </a:pPr>
            <a:endParaRPr lang="en-US" sz="2400" b="0" dirty="0" smtClean="0">
              <a:cs typeface="Arial" charset="0"/>
            </a:endParaRPr>
          </a:p>
          <a:p>
            <a:pPr marL="0" indent="0">
              <a:buFontTx/>
              <a:buNone/>
              <a:defRPr/>
            </a:pPr>
            <a:endParaRPr lang="en-US" sz="2400" b="0" kern="0" dirty="0" smtClean="0">
              <a:latin typeface="+mj-lt"/>
            </a:endParaRPr>
          </a:p>
        </p:txBody>
      </p:sp>
      <p:sp>
        <p:nvSpPr>
          <p:cNvPr id="12"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23</a:t>
            </a:fld>
            <a:endParaRPr lang="en-GB" dirty="0"/>
          </a:p>
        </p:txBody>
      </p:sp>
    </p:spTree>
    <p:extLst>
      <p:ext uri="{BB962C8B-B14F-4D97-AF65-F5344CB8AC3E}">
        <p14:creationId xmlns:p14="http://schemas.microsoft.com/office/powerpoint/2010/main" val="4394385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el 1"/>
          <p:cNvSpPr>
            <a:spLocks noGrp="1"/>
          </p:cNvSpPr>
          <p:nvPr>
            <p:ph type="title"/>
          </p:nvPr>
        </p:nvSpPr>
        <p:spPr bwMode="auto">
          <a:xfrm>
            <a:off x="457200" y="273600"/>
            <a:ext cx="8229600" cy="5412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nl-BE" altLang="en-US" dirty="0" smtClean="0">
                <a:solidFill>
                  <a:schemeClr val="tx2"/>
                </a:solidFill>
              </a:rPr>
              <a:t>Customer </a:t>
            </a:r>
            <a:r>
              <a:rPr lang="nl-BE" altLang="en-US" dirty="0" err="1" smtClean="0">
                <a:solidFill>
                  <a:schemeClr val="tx2"/>
                </a:solidFill>
              </a:rPr>
              <a:t>Funded</a:t>
            </a:r>
            <a:r>
              <a:rPr lang="nl-BE" altLang="en-US" dirty="0" smtClean="0">
                <a:solidFill>
                  <a:schemeClr val="tx2"/>
                </a:solidFill>
              </a:rPr>
              <a:t> </a:t>
            </a:r>
            <a:r>
              <a:rPr lang="nl-BE" altLang="en-US" dirty="0" err="1" smtClean="0">
                <a:solidFill>
                  <a:schemeClr val="tx2"/>
                </a:solidFill>
              </a:rPr>
              <a:t>Agencies</a:t>
            </a:r>
            <a:endParaRPr lang="nl-BE" altLang="en-US" dirty="0" smtClean="0">
              <a:solidFill>
                <a:schemeClr val="tx2"/>
              </a:solidFill>
            </a:endParaRPr>
          </a:p>
        </p:txBody>
      </p:sp>
      <p:sp>
        <p:nvSpPr>
          <p:cNvPr id="7" name="Footer Placeholder 3"/>
          <p:cNvSpPr>
            <a:spLocks noGrp="1"/>
          </p:cNvSpPr>
          <p:nvPr>
            <p:ph type="ftr" sz="quarter" idx="3"/>
          </p:nvPr>
        </p:nvSpPr>
        <p:spPr>
          <a:xfrm>
            <a:off x="2895467" y="6235030"/>
            <a:ext cx="3353065" cy="482860"/>
          </a:xfrm>
        </p:spPr>
        <p:txBody>
          <a:bodyPr/>
          <a:lstStyle/>
          <a:p>
            <a:r>
              <a:rPr lang="de-DE" dirty="0" smtClean="0"/>
              <a:t>NATO UNCLASSIFIED</a:t>
            </a:r>
            <a:endParaRPr lang="de-DE" dirty="0"/>
          </a:p>
        </p:txBody>
      </p:sp>
      <p:sp>
        <p:nvSpPr>
          <p:cNvPr id="12" name="Content Placeholder 2"/>
          <p:cNvSpPr>
            <a:spLocks noGrp="1"/>
          </p:cNvSpPr>
          <p:nvPr>
            <p:ph idx="1"/>
          </p:nvPr>
        </p:nvSpPr>
        <p:spPr bwMode="auto">
          <a:xfrm>
            <a:off x="219074" y="1216896"/>
            <a:ext cx="8705850" cy="2505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285750" indent="-285750">
              <a:buFont typeface="Arial" panose="020B0604020202020204" pitchFamily="34" charset="0"/>
              <a:buChar char="•"/>
            </a:pPr>
            <a:r>
              <a:rPr lang="en-US" altLang="en-US" sz="1600" b="0" dirty="0" smtClean="0"/>
              <a:t>Agencies do not have their own funds / common funded budget allocation</a:t>
            </a:r>
            <a:br>
              <a:rPr lang="en-US" altLang="en-US" sz="1600" b="0" dirty="0" smtClean="0"/>
            </a:br>
            <a:endParaRPr lang="en-US" altLang="en-US" sz="1600" b="0" dirty="0" smtClean="0"/>
          </a:p>
          <a:p>
            <a:pPr marL="285750" indent="-285750">
              <a:buFont typeface="Arial" panose="020B0604020202020204" pitchFamily="34" charset="0"/>
              <a:buChar char="•"/>
            </a:pPr>
            <a:r>
              <a:rPr lang="en-US" altLang="en-US" sz="1600" b="0" dirty="0" smtClean="0"/>
              <a:t>Agencies receive minor funds for the corporate structure  </a:t>
            </a:r>
            <a:br>
              <a:rPr lang="en-US" altLang="en-US" sz="1600" b="0" dirty="0" smtClean="0"/>
            </a:br>
            <a:r>
              <a:rPr lang="en-US" altLang="en-US" sz="1600" b="0" dirty="0" smtClean="0"/>
              <a:t>(board and General Manager) </a:t>
            </a:r>
            <a:br>
              <a:rPr lang="en-US" altLang="en-US" sz="1600" b="0" dirty="0" smtClean="0"/>
            </a:br>
            <a:endParaRPr lang="en-US" altLang="en-US" sz="1600" b="0" dirty="0" smtClean="0"/>
          </a:p>
          <a:p>
            <a:pPr marL="285750" indent="-285750">
              <a:buFont typeface="Arial" panose="020B0604020202020204" pitchFamily="34" charset="0"/>
              <a:buChar char="•"/>
            </a:pPr>
            <a:r>
              <a:rPr lang="en-US" altLang="en-US" sz="1600" b="0" dirty="0" smtClean="0"/>
              <a:t>All administrative and operational costs are borne by their customers</a:t>
            </a:r>
            <a:br>
              <a:rPr lang="en-US" altLang="en-US" sz="1600" b="0" dirty="0" smtClean="0"/>
            </a:br>
            <a:endParaRPr lang="en-US" altLang="en-US" sz="1600" b="0" dirty="0" smtClean="0"/>
          </a:p>
          <a:p>
            <a:pPr marL="285750" indent="-285750">
              <a:buFont typeface="Arial" panose="020B0604020202020204" pitchFamily="34" charset="0"/>
              <a:buChar char="•"/>
            </a:pPr>
            <a:r>
              <a:rPr lang="en-US" altLang="en-US" sz="1600" b="0" dirty="0" smtClean="0"/>
              <a:t>Customers must accept all financial costs, risks and liabilities for any task given to the agency</a:t>
            </a:r>
            <a:br>
              <a:rPr lang="en-US" altLang="en-US" sz="1600" b="0" dirty="0" smtClean="0"/>
            </a:br>
            <a:endParaRPr lang="en-US" altLang="en-US" sz="1600" b="0" dirty="0" smtClean="0"/>
          </a:p>
          <a:p>
            <a:pPr marL="285750" indent="-285750">
              <a:buFont typeface="Arial" panose="020B0604020202020204" pitchFamily="34" charset="0"/>
              <a:buChar char="•"/>
            </a:pPr>
            <a:r>
              <a:rPr lang="en-US" altLang="en-US" sz="1600" b="0" dirty="0" smtClean="0"/>
              <a:t>Agencies have no capability without paying customers  </a:t>
            </a:r>
          </a:p>
        </p:txBody>
      </p:sp>
      <p:sp>
        <p:nvSpPr>
          <p:cNvPr id="5"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24</a:t>
            </a:fld>
            <a:endParaRPr lang="en-GB" dirty="0"/>
          </a:p>
        </p:txBody>
      </p:sp>
    </p:spTree>
    <p:extLst>
      <p:ext uri="{BB962C8B-B14F-4D97-AF65-F5344CB8AC3E}">
        <p14:creationId xmlns:p14="http://schemas.microsoft.com/office/powerpoint/2010/main" val="15450172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169606"/>
            <a:ext cx="8229600" cy="738444"/>
          </a:xfrm>
        </p:spPr>
        <p:txBody>
          <a:bodyPr/>
          <a:lstStyle/>
          <a:p>
            <a:pPr algn="ctr"/>
            <a:r>
              <a:rPr lang="en-GB" altLang="en-US" dirty="0" smtClean="0">
                <a:solidFill>
                  <a:schemeClr val="tx2"/>
                </a:solidFill>
                <a:cs typeface="Times New Roman" pitchFamily="18" charset="0"/>
              </a:rPr>
              <a:t>Three Tier Framework for Procuring Services from NATO </a:t>
            </a:r>
            <a:r>
              <a:rPr lang="en-GB" altLang="en-US" dirty="0" smtClean="0">
                <a:solidFill>
                  <a:schemeClr val="tx2"/>
                </a:solidFill>
              </a:rPr>
              <a:t>Agencies</a:t>
            </a:r>
          </a:p>
        </p:txBody>
      </p:sp>
      <p:sp>
        <p:nvSpPr>
          <p:cNvPr id="22531" name="Text Box 3"/>
          <p:cNvSpPr txBox="1">
            <a:spLocks noChangeArrowheads="1"/>
          </p:cNvSpPr>
          <p:nvPr/>
        </p:nvSpPr>
        <p:spPr bwMode="auto">
          <a:xfrm>
            <a:off x="323850" y="3403600"/>
            <a:ext cx="230505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a:spcBef>
                <a:spcPct val="20000"/>
              </a:spcBef>
              <a:spcAft>
                <a:spcPct val="20000"/>
              </a:spcAft>
              <a:buChar char="•"/>
              <a:defRPr sz="3200">
                <a:solidFill>
                  <a:schemeClr val="tx1"/>
                </a:solidFill>
                <a:latin typeface="Arial" charset="0"/>
              </a:defRPr>
            </a:lvl1pPr>
            <a:lvl2pPr marL="742950" indent="-285750">
              <a:spcBef>
                <a:spcPct val="20000"/>
              </a:spcBef>
              <a:spcAft>
                <a:spcPct val="20000"/>
              </a:spcAft>
              <a:buChar char="–"/>
              <a:defRPr sz="2800">
                <a:solidFill>
                  <a:schemeClr val="tx1"/>
                </a:solidFill>
                <a:latin typeface="Arial" charset="0"/>
              </a:defRPr>
            </a:lvl2pPr>
            <a:lvl3pPr marL="1143000" indent="-228600">
              <a:spcBef>
                <a:spcPct val="20000"/>
              </a:spcBef>
              <a:spcAft>
                <a:spcPct val="20000"/>
              </a:spcAft>
              <a:buChar char="•"/>
              <a:defRPr sz="2400">
                <a:solidFill>
                  <a:schemeClr val="tx1"/>
                </a:solidFill>
                <a:latin typeface="Arial" charset="0"/>
              </a:defRPr>
            </a:lvl3pPr>
            <a:lvl4pPr marL="1600200" indent="-228600">
              <a:spcBef>
                <a:spcPct val="20000"/>
              </a:spcBef>
              <a:spcAft>
                <a:spcPct val="20000"/>
              </a:spcAft>
              <a:buChar char="–"/>
              <a:defRPr sz="2000">
                <a:solidFill>
                  <a:schemeClr val="tx1"/>
                </a:solidFill>
                <a:latin typeface="Arial" charset="0"/>
              </a:defRPr>
            </a:lvl4pPr>
            <a:lvl5pPr marL="2057400" indent="-228600">
              <a:spcBef>
                <a:spcPct val="20000"/>
              </a:spcBef>
              <a:spcAft>
                <a:spcPct val="20000"/>
              </a:spcAft>
              <a:buChar char="»"/>
              <a:defRPr sz="2000">
                <a:solidFill>
                  <a:schemeClr val="tx1"/>
                </a:solidFill>
                <a:latin typeface="Arial" charset="0"/>
              </a:defRPr>
            </a:lvl5pPr>
            <a:lvl6pPr marL="2514600" indent="-228600" eaLnBrk="0" fontAlgn="base" hangingPunct="0">
              <a:spcBef>
                <a:spcPct val="20000"/>
              </a:spcBef>
              <a:spcAft>
                <a:spcPct val="20000"/>
              </a:spcAft>
              <a:buChar char="»"/>
              <a:defRPr sz="2000">
                <a:solidFill>
                  <a:schemeClr val="tx1"/>
                </a:solidFill>
                <a:latin typeface="Arial" charset="0"/>
              </a:defRPr>
            </a:lvl6pPr>
            <a:lvl7pPr marL="2971800" indent="-228600" eaLnBrk="0" fontAlgn="base" hangingPunct="0">
              <a:spcBef>
                <a:spcPct val="20000"/>
              </a:spcBef>
              <a:spcAft>
                <a:spcPct val="20000"/>
              </a:spcAft>
              <a:buChar char="»"/>
              <a:defRPr sz="2000">
                <a:solidFill>
                  <a:schemeClr val="tx1"/>
                </a:solidFill>
                <a:latin typeface="Arial" charset="0"/>
              </a:defRPr>
            </a:lvl7pPr>
            <a:lvl8pPr marL="3429000" indent="-228600" eaLnBrk="0" fontAlgn="base" hangingPunct="0">
              <a:spcBef>
                <a:spcPct val="20000"/>
              </a:spcBef>
              <a:spcAft>
                <a:spcPct val="20000"/>
              </a:spcAft>
              <a:buChar char="»"/>
              <a:defRPr sz="2000">
                <a:solidFill>
                  <a:schemeClr val="tx1"/>
                </a:solidFill>
                <a:latin typeface="Arial" charset="0"/>
              </a:defRPr>
            </a:lvl8pPr>
            <a:lvl9pPr marL="3886200" indent="-228600" eaLnBrk="0" fontAlgn="base" hangingPunct="0">
              <a:spcBef>
                <a:spcPct val="20000"/>
              </a:spcBef>
              <a:spcAft>
                <a:spcPct val="20000"/>
              </a:spcAft>
              <a:buChar char="»"/>
              <a:defRPr sz="2000">
                <a:solidFill>
                  <a:schemeClr val="tx1"/>
                </a:solidFill>
                <a:latin typeface="Arial" charset="0"/>
              </a:defRPr>
            </a:lvl9pPr>
          </a:lstStyle>
          <a:p>
            <a:pPr eaLnBrk="1" hangingPunct="1">
              <a:spcBef>
                <a:spcPct val="0"/>
              </a:spcBef>
              <a:spcAft>
                <a:spcPct val="0"/>
              </a:spcAft>
            </a:pPr>
            <a:r>
              <a:rPr lang="en-US" altLang="en-US" sz="1200"/>
              <a:t>Principles of how the Parties will work together</a:t>
            </a:r>
          </a:p>
          <a:p>
            <a:pPr eaLnBrk="1" hangingPunct="1">
              <a:spcBef>
                <a:spcPct val="0"/>
              </a:spcBef>
              <a:spcAft>
                <a:spcPct val="0"/>
              </a:spcAft>
            </a:pPr>
            <a:r>
              <a:rPr lang="en-US" altLang="en-US" sz="1200"/>
              <a:t>General agreement on  service areas (what programs, projects etc…)</a:t>
            </a:r>
          </a:p>
          <a:p>
            <a:pPr eaLnBrk="1" hangingPunct="1">
              <a:spcBef>
                <a:spcPct val="0"/>
              </a:spcBef>
              <a:spcAft>
                <a:spcPct val="0"/>
              </a:spcAft>
            </a:pPr>
            <a:r>
              <a:rPr lang="en-US" altLang="en-US" sz="1200"/>
              <a:t>the general terms and conditions agreeing, managing and funding specific tasks</a:t>
            </a:r>
            <a:endParaRPr lang="en-GB" altLang="en-US" sz="1200"/>
          </a:p>
        </p:txBody>
      </p:sp>
      <p:sp>
        <p:nvSpPr>
          <p:cNvPr id="22532" name="Text Box 5"/>
          <p:cNvSpPr txBox="1">
            <a:spLocks noChangeArrowheads="1"/>
          </p:cNvSpPr>
          <p:nvPr/>
        </p:nvSpPr>
        <p:spPr bwMode="auto">
          <a:xfrm>
            <a:off x="215900" y="908050"/>
            <a:ext cx="262731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ct val="20000"/>
              </a:spcAft>
              <a:buChar char="•"/>
              <a:defRPr sz="3200">
                <a:solidFill>
                  <a:schemeClr val="tx1"/>
                </a:solidFill>
                <a:latin typeface="Arial" charset="0"/>
              </a:defRPr>
            </a:lvl1pPr>
            <a:lvl2pPr marL="742950" indent="-285750">
              <a:spcBef>
                <a:spcPct val="20000"/>
              </a:spcBef>
              <a:spcAft>
                <a:spcPct val="20000"/>
              </a:spcAft>
              <a:buChar char="–"/>
              <a:defRPr sz="2800">
                <a:solidFill>
                  <a:schemeClr val="tx1"/>
                </a:solidFill>
                <a:latin typeface="Arial" charset="0"/>
              </a:defRPr>
            </a:lvl2pPr>
            <a:lvl3pPr marL="1143000" indent="-228600">
              <a:spcBef>
                <a:spcPct val="20000"/>
              </a:spcBef>
              <a:spcAft>
                <a:spcPct val="20000"/>
              </a:spcAft>
              <a:buChar char="•"/>
              <a:defRPr sz="2400">
                <a:solidFill>
                  <a:schemeClr val="tx1"/>
                </a:solidFill>
                <a:latin typeface="Arial" charset="0"/>
              </a:defRPr>
            </a:lvl3pPr>
            <a:lvl4pPr marL="1600200" indent="-228600">
              <a:spcBef>
                <a:spcPct val="20000"/>
              </a:spcBef>
              <a:spcAft>
                <a:spcPct val="20000"/>
              </a:spcAft>
              <a:buChar char="–"/>
              <a:defRPr sz="2000">
                <a:solidFill>
                  <a:schemeClr val="tx1"/>
                </a:solidFill>
                <a:latin typeface="Arial" charset="0"/>
              </a:defRPr>
            </a:lvl4pPr>
            <a:lvl5pPr marL="2057400" indent="-228600">
              <a:spcBef>
                <a:spcPct val="20000"/>
              </a:spcBef>
              <a:spcAft>
                <a:spcPct val="20000"/>
              </a:spcAft>
              <a:buChar char="»"/>
              <a:defRPr sz="2000">
                <a:solidFill>
                  <a:schemeClr val="tx1"/>
                </a:solidFill>
                <a:latin typeface="Arial" charset="0"/>
              </a:defRPr>
            </a:lvl5pPr>
            <a:lvl6pPr marL="2514600" indent="-228600" eaLnBrk="0" fontAlgn="base" hangingPunct="0">
              <a:spcBef>
                <a:spcPct val="20000"/>
              </a:spcBef>
              <a:spcAft>
                <a:spcPct val="20000"/>
              </a:spcAft>
              <a:buChar char="»"/>
              <a:defRPr sz="2000">
                <a:solidFill>
                  <a:schemeClr val="tx1"/>
                </a:solidFill>
                <a:latin typeface="Arial" charset="0"/>
              </a:defRPr>
            </a:lvl6pPr>
            <a:lvl7pPr marL="2971800" indent="-228600" eaLnBrk="0" fontAlgn="base" hangingPunct="0">
              <a:spcBef>
                <a:spcPct val="20000"/>
              </a:spcBef>
              <a:spcAft>
                <a:spcPct val="20000"/>
              </a:spcAft>
              <a:buChar char="»"/>
              <a:defRPr sz="2000">
                <a:solidFill>
                  <a:schemeClr val="tx1"/>
                </a:solidFill>
                <a:latin typeface="Arial" charset="0"/>
              </a:defRPr>
            </a:lvl7pPr>
            <a:lvl8pPr marL="3429000" indent="-228600" eaLnBrk="0" fontAlgn="base" hangingPunct="0">
              <a:spcBef>
                <a:spcPct val="20000"/>
              </a:spcBef>
              <a:spcAft>
                <a:spcPct val="20000"/>
              </a:spcAft>
              <a:buChar char="»"/>
              <a:defRPr sz="2000">
                <a:solidFill>
                  <a:schemeClr val="tx1"/>
                </a:solidFill>
                <a:latin typeface="Arial" charset="0"/>
              </a:defRPr>
            </a:lvl8pPr>
            <a:lvl9pPr marL="3886200" indent="-228600" eaLnBrk="0" fontAlgn="base" hangingPunct="0">
              <a:spcBef>
                <a:spcPct val="20000"/>
              </a:spcBef>
              <a:spcAft>
                <a:spcPct val="20000"/>
              </a:spcAft>
              <a:buChar char="»"/>
              <a:defRPr sz="2000">
                <a:solidFill>
                  <a:schemeClr val="tx1"/>
                </a:solidFill>
                <a:latin typeface="Arial" charset="0"/>
              </a:defRPr>
            </a:lvl9pPr>
          </a:lstStyle>
          <a:p>
            <a:pPr algn="ctr" eaLnBrk="1" hangingPunct="1">
              <a:spcBef>
                <a:spcPct val="0"/>
              </a:spcBef>
              <a:spcAft>
                <a:spcPct val="0"/>
              </a:spcAft>
              <a:buFontTx/>
              <a:buNone/>
            </a:pPr>
            <a:r>
              <a:rPr lang="en-US" altLang="en-US" sz="1600" b="1"/>
              <a:t>Overarching</a:t>
            </a:r>
          </a:p>
          <a:p>
            <a:pPr algn="ctr" eaLnBrk="1" hangingPunct="1">
              <a:spcBef>
                <a:spcPct val="0"/>
              </a:spcBef>
              <a:spcAft>
                <a:spcPct val="0"/>
              </a:spcAft>
              <a:buFontTx/>
              <a:buNone/>
            </a:pPr>
            <a:r>
              <a:rPr lang="en-US" altLang="en-US" sz="1600" b="1"/>
              <a:t>Authorizing Agreement</a:t>
            </a:r>
          </a:p>
        </p:txBody>
      </p:sp>
      <p:sp>
        <p:nvSpPr>
          <p:cNvPr id="22533" name="Text Box 6"/>
          <p:cNvSpPr txBox="1">
            <a:spLocks noChangeArrowheads="1"/>
          </p:cNvSpPr>
          <p:nvPr/>
        </p:nvSpPr>
        <p:spPr bwMode="auto">
          <a:xfrm>
            <a:off x="3319463" y="908050"/>
            <a:ext cx="24765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ct val="20000"/>
              </a:spcAft>
              <a:buChar char="•"/>
              <a:defRPr sz="3200">
                <a:solidFill>
                  <a:schemeClr val="tx1"/>
                </a:solidFill>
                <a:latin typeface="Arial" charset="0"/>
              </a:defRPr>
            </a:lvl1pPr>
            <a:lvl2pPr marL="742950" indent="-285750">
              <a:spcBef>
                <a:spcPct val="20000"/>
              </a:spcBef>
              <a:spcAft>
                <a:spcPct val="20000"/>
              </a:spcAft>
              <a:buChar char="–"/>
              <a:defRPr sz="2800">
                <a:solidFill>
                  <a:schemeClr val="tx1"/>
                </a:solidFill>
                <a:latin typeface="Arial" charset="0"/>
              </a:defRPr>
            </a:lvl2pPr>
            <a:lvl3pPr marL="1143000" indent="-228600">
              <a:spcBef>
                <a:spcPct val="20000"/>
              </a:spcBef>
              <a:spcAft>
                <a:spcPct val="20000"/>
              </a:spcAft>
              <a:buChar char="•"/>
              <a:defRPr sz="2400">
                <a:solidFill>
                  <a:schemeClr val="tx1"/>
                </a:solidFill>
                <a:latin typeface="Arial" charset="0"/>
              </a:defRPr>
            </a:lvl3pPr>
            <a:lvl4pPr marL="1600200" indent="-228600">
              <a:spcBef>
                <a:spcPct val="20000"/>
              </a:spcBef>
              <a:spcAft>
                <a:spcPct val="20000"/>
              </a:spcAft>
              <a:buChar char="–"/>
              <a:defRPr sz="2000">
                <a:solidFill>
                  <a:schemeClr val="tx1"/>
                </a:solidFill>
                <a:latin typeface="Arial" charset="0"/>
              </a:defRPr>
            </a:lvl4pPr>
            <a:lvl5pPr marL="2057400" indent="-228600">
              <a:spcBef>
                <a:spcPct val="20000"/>
              </a:spcBef>
              <a:spcAft>
                <a:spcPct val="20000"/>
              </a:spcAft>
              <a:buChar char="»"/>
              <a:defRPr sz="2000">
                <a:solidFill>
                  <a:schemeClr val="tx1"/>
                </a:solidFill>
                <a:latin typeface="Arial" charset="0"/>
              </a:defRPr>
            </a:lvl5pPr>
            <a:lvl6pPr marL="2514600" indent="-228600" eaLnBrk="0" fontAlgn="base" hangingPunct="0">
              <a:spcBef>
                <a:spcPct val="20000"/>
              </a:spcBef>
              <a:spcAft>
                <a:spcPct val="20000"/>
              </a:spcAft>
              <a:buChar char="»"/>
              <a:defRPr sz="2000">
                <a:solidFill>
                  <a:schemeClr val="tx1"/>
                </a:solidFill>
                <a:latin typeface="Arial" charset="0"/>
              </a:defRPr>
            </a:lvl6pPr>
            <a:lvl7pPr marL="2971800" indent="-228600" eaLnBrk="0" fontAlgn="base" hangingPunct="0">
              <a:spcBef>
                <a:spcPct val="20000"/>
              </a:spcBef>
              <a:spcAft>
                <a:spcPct val="20000"/>
              </a:spcAft>
              <a:buChar char="»"/>
              <a:defRPr sz="2000">
                <a:solidFill>
                  <a:schemeClr val="tx1"/>
                </a:solidFill>
                <a:latin typeface="Arial" charset="0"/>
              </a:defRPr>
            </a:lvl7pPr>
            <a:lvl8pPr marL="3429000" indent="-228600" eaLnBrk="0" fontAlgn="base" hangingPunct="0">
              <a:spcBef>
                <a:spcPct val="20000"/>
              </a:spcBef>
              <a:spcAft>
                <a:spcPct val="20000"/>
              </a:spcAft>
              <a:buChar char="»"/>
              <a:defRPr sz="2000">
                <a:solidFill>
                  <a:schemeClr val="tx1"/>
                </a:solidFill>
                <a:latin typeface="Arial" charset="0"/>
              </a:defRPr>
            </a:lvl8pPr>
            <a:lvl9pPr marL="3886200" indent="-228600" eaLnBrk="0" fontAlgn="base" hangingPunct="0">
              <a:spcBef>
                <a:spcPct val="20000"/>
              </a:spcBef>
              <a:spcAft>
                <a:spcPct val="20000"/>
              </a:spcAft>
              <a:buChar char="»"/>
              <a:defRPr sz="2000">
                <a:solidFill>
                  <a:schemeClr val="tx1"/>
                </a:solidFill>
                <a:latin typeface="Arial" charset="0"/>
              </a:defRPr>
            </a:lvl9pPr>
          </a:lstStyle>
          <a:p>
            <a:pPr algn="ctr" eaLnBrk="1" hangingPunct="1">
              <a:spcBef>
                <a:spcPct val="0"/>
              </a:spcBef>
              <a:spcAft>
                <a:spcPct val="0"/>
              </a:spcAft>
              <a:buFontTx/>
              <a:buNone/>
            </a:pPr>
            <a:r>
              <a:rPr lang="en-US" altLang="en-US" sz="1600" b="1"/>
              <a:t>Programme / Project Agreements</a:t>
            </a:r>
            <a:endParaRPr lang="en-GB" altLang="en-US" sz="1600" b="1"/>
          </a:p>
        </p:txBody>
      </p:sp>
      <p:sp>
        <p:nvSpPr>
          <p:cNvPr id="22534" name="Text Box 7"/>
          <p:cNvSpPr txBox="1">
            <a:spLocks noChangeArrowheads="1"/>
          </p:cNvSpPr>
          <p:nvPr/>
        </p:nvSpPr>
        <p:spPr bwMode="auto">
          <a:xfrm>
            <a:off x="3095625" y="3357563"/>
            <a:ext cx="2713038"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a:spcBef>
                <a:spcPct val="20000"/>
              </a:spcBef>
              <a:spcAft>
                <a:spcPct val="20000"/>
              </a:spcAft>
              <a:buChar char="•"/>
              <a:defRPr sz="3200">
                <a:solidFill>
                  <a:schemeClr val="tx1"/>
                </a:solidFill>
                <a:latin typeface="Arial" charset="0"/>
              </a:defRPr>
            </a:lvl1pPr>
            <a:lvl2pPr marL="742950" indent="-285750">
              <a:spcBef>
                <a:spcPct val="20000"/>
              </a:spcBef>
              <a:spcAft>
                <a:spcPct val="20000"/>
              </a:spcAft>
              <a:buChar char="–"/>
              <a:defRPr sz="2800">
                <a:solidFill>
                  <a:schemeClr val="tx1"/>
                </a:solidFill>
                <a:latin typeface="Arial" charset="0"/>
              </a:defRPr>
            </a:lvl2pPr>
            <a:lvl3pPr marL="1143000" indent="-228600">
              <a:spcBef>
                <a:spcPct val="20000"/>
              </a:spcBef>
              <a:spcAft>
                <a:spcPct val="20000"/>
              </a:spcAft>
              <a:buChar char="•"/>
              <a:defRPr sz="2400">
                <a:solidFill>
                  <a:schemeClr val="tx1"/>
                </a:solidFill>
                <a:latin typeface="Arial" charset="0"/>
              </a:defRPr>
            </a:lvl3pPr>
            <a:lvl4pPr marL="1600200" indent="-228600">
              <a:spcBef>
                <a:spcPct val="20000"/>
              </a:spcBef>
              <a:spcAft>
                <a:spcPct val="20000"/>
              </a:spcAft>
              <a:buChar char="–"/>
              <a:defRPr sz="2000">
                <a:solidFill>
                  <a:schemeClr val="tx1"/>
                </a:solidFill>
                <a:latin typeface="Arial" charset="0"/>
              </a:defRPr>
            </a:lvl4pPr>
            <a:lvl5pPr marL="2057400" indent="-228600">
              <a:spcBef>
                <a:spcPct val="20000"/>
              </a:spcBef>
              <a:spcAft>
                <a:spcPct val="20000"/>
              </a:spcAft>
              <a:buChar char="»"/>
              <a:defRPr sz="2000">
                <a:solidFill>
                  <a:schemeClr val="tx1"/>
                </a:solidFill>
                <a:latin typeface="Arial" charset="0"/>
              </a:defRPr>
            </a:lvl5pPr>
            <a:lvl6pPr marL="2514600" indent="-228600" eaLnBrk="0" fontAlgn="base" hangingPunct="0">
              <a:spcBef>
                <a:spcPct val="20000"/>
              </a:spcBef>
              <a:spcAft>
                <a:spcPct val="20000"/>
              </a:spcAft>
              <a:buChar char="»"/>
              <a:defRPr sz="2000">
                <a:solidFill>
                  <a:schemeClr val="tx1"/>
                </a:solidFill>
                <a:latin typeface="Arial" charset="0"/>
              </a:defRPr>
            </a:lvl6pPr>
            <a:lvl7pPr marL="2971800" indent="-228600" eaLnBrk="0" fontAlgn="base" hangingPunct="0">
              <a:spcBef>
                <a:spcPct val="20000"/>
              </a:spcBef>
              <a:spcAft>
                <a:spcPct val="20000"/>
              </a:spcAft>
              <a:buChar char="»"/>
              <a:defRPr sz="2000">
                <a:solidFill>
                  <a:schemeClr val="tx1"/>
                </a:solidFill>
                <a:latin typeface="Arial" charset="0"/>
              </a:defRPr>
            </a:lvl7pPr>
            <a:lvl8pPr marL="3429000" indent="-228600" eaLnBrk="0" fontAlgn="base" hangingPunct="0">
              <a:spcBef>
                <a:spcPct val="20000"/>
              </a:spcBef>
              <a:spcAft>
                <a:spcPct val="20000"/>
              </a:spcAft>
              <a:buChar char="»"/>
              <a:defRPr sz="2000">
                <a:solidFill>
                  <a:schemeClr val="tx1"/>
                </a:solidFill>
                <a:latin typeface="Arial" charset="0"/>
              </a:defRPr>
            </a:lvl8pPr>
            <a:lvl9pPr marL="3886200" indent="-228600" eaLnBrk="0" fontAlgn="base" hangingPunct="0">
              <a:spcBef>
                <a:spcPct val="20000"/>
              </a:spcBef>
              <a:spcAft>
                <a:spcPct val="20000"/>
              </a:spcAft>
              <a:buChar char="»"/>
              <a:defRPr sz="2000">
                <a:solidFill>
                  <a:schemeClr val="tx1"/>
                </a:solidFill>
                <a:latin typeface="Arial" charset="0"/>
              </a:defRPr>
            </a:lvl9pPr>
          </a:lstStyle>
          <a:p>
            <a:pPr eaLnBrk="1" hangingPunct="1">
              <a:spcBef>
                <a:spcPct val="0"/>
              </a:spcBef>
              <a:spcAft>
                <a:spcPct val="0"/>
              </a:spcAft>
            </a:pPr>
            <a:r>
              <a:rPr lang="en-US" altLang="en-US" sz="1200"/>
              <a:t>Specific deliverables and associated key performance indicators.  </a:t>
            </a:r>
          </a:p>
          <a:p>
            <a:pPr eaLnBrk="1" hangingPunct="1">
              <a:spcBef>
                <a:spcPct val="0"/>
              </a:spcBef>
              <a:spcAft>
                <a:spcPct val="0"/>
              </a:spcAft>
            </a:pPr>
            <a:r>
              <a:rPr lang="en-US" altLang="en-US" sz="1200"/>
              <a:t>Specific instructions regarding the modification, extension or termination of contracts</a:t>
            </a:r>
          </a:p>
          <a:p>
            <a:pPr eaLnBrk="1" hangingPunct="1">
              <a:spcBef>
                <a:spcPct val="0"/>
              </a:spcBef>
              <a:spcAft>
                <a:spcPct val="0"/>
              </a:spcAft>
            </a:pPr>
            <a:r>
              <a:rPr lang="en-US" altLang="en-US" sz="1200"/>
              <a:t>Terms and conditions on finance and accounting </a:t>
            </a:r>
          </a:p>
          <a:p>
            <a:pPr eaLnBrk="1" hangingPunct="1">
              <a:spcBef>
                <a:spcPct val="0"/>
              </a:spcBef>
              <a:spcAft>
                <a:spcPct val="0"/>
              </a:spcAft>
            </a:pPr>
            <a:r>
              <a:rPr lang="en-US" altLang="en-US" sz="1200"/>
              <a:t>Reporting instructions</a:t>
            </a:r>
            <a:endParaRPr lang="en-GB" altLang="en-US" sz="1200"/>
          </a:p>
        </p:txBody>
      </p:sp>
      <p:sp>
        <p:nvSpPr>
          <p:cNvPr id="22535" name="Line 9"/>
          <p:cNvSpPr>
            <a:spLocks noChangeShapeType="1"/>
          </p:cNvSpPr>
          <p:nvPr/>
        </p:nvSpPr>
        <p:spPr bwMode="auto">
          <a:xfrm flipV="1">
            <a:off x="2555875" y="2276475"/>
            <a:ext cx="2873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2536" name="Line 10"/>
          <p:cNvSpPr>
            <a:spLocks noChangeShapeType="1"/>
          </p:cNvSpPr>
          <p:nvPr/>
        </p:nvSpPr>
        <p:spPr bwMode="auto">
          <a:xfrm>
            <a:off x="5676900" y="2400300"/>
            <a:ext cx="719138" cy="63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2537" name="Text Box 12"/>
          <p:cNvSpPr txBox="1">
            <a:spLocks noChangeArrowheads="1"/>
          </p:cNvSpPr>
          <p:nvPr/>
        </p:nvSpPr>
        <p:spPr bwMode="auto">
          <a:xfrm>
            <a:off x="6227763" y="3403600"/>
            <a:ext cx="2592387"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a:spcBef>
                <a:spcPct val="20000"/>
              </a:spcBef>
              <a:spcAft>
                <a:spcPct val="20000"/>
              </a:spcAft>
              <a:buChar char="•"/>
              <a:defRPr sz="3200">
                <a:solidFill>
                  <a:schemeClr val="tx1"/>
                </a:solidFill>
                <a:latin typeface="Arial" charset="0"/>
              </a:defRPr>
            </a:lvl1pPr>
            <a:lvl2pPr marL="742950" indent="-285750">
              <a:spcBef>
                <a:spcPct val="20000"/>
              </a:spcBef>
              <a:spcAft>
                <a:spcPct val="20000"/>
              </a:spcAft>
              <a:buChar char="–"/>
              <a:defRPr sz="2800">
                <a:solidFill>
                  <a:schemeClr val="tx1"/>
                </a:solidFill>
                <a:latin typeface="Arial" charset="0"/>
              </a:defRPr>
            </a:lvl2pPr>
            <a:lvl3pPr marL="1143000" indent="-228600">
              <a:spcBef>
                <a:spcPct val="20000"/>
              </a:spcBef>
              <a:spcAft>
                <a:spcPct val="20000"/>
              </a:spcAft>
              <a:buChar char="•"/>
              <a:defRPr sz="2400">
                <a:solidFill>
                  <a:schemeClr val="tx1"/>
                </a:solidFill>
                <a:latin typeface="Arial" charset="0"/>
              </a:defRPr>
            </a:lvl3pPr>
            <a:lvl4pPr marL="1600200" indent="-228600">
              <a:spcBef>
                <a:spcPct val="20000"/>
              </a:spcBef>
              <a:spcAft>
                <a:spcPct val="20000"/>
              </a:spcAft>
              <a:buChar char="–"/>
              <a:defRPr sz="2000">
                <a:solidFill>
                  <a:schemeClr val="tx1"/>
                </a:solidFill>
                <a:latin typeface="Arial" charset="0"/>
              </a:defRPr>
            </a:lvl4pPr>
            <a:lvl5pPr marL="2057400" indent="-228600">
              <a:spcBef>
                <a:spcPct val="20000"/>
              </a:spcBef>
              <a:spcAft>
                <a:spcPct val="20000"/>
              </a:spcAft>
              <a:buChar char="»"/>
              <a:defRPr sz="2000">
                <a:solidFill>
                  <a:schemeClr val="tx1"/>
                </a:solidFill>
                <a:latin typeface="Arial" charset="0"/>
              </a:defRPr>
            </a:lvl5pPr>
            <a:lvl6pPr marL="2514600" indent="-228600" eaLnBrk="0" fontAlgn="base" hangingPunct="0">
              <a:spcBef>
                <a:spcPct val="20000"/>
              </a:spcBef>
              <a:spcAft>
                <a:spcPct val="20000"/>
              </a:spcAft>
              <a:buChar char="»"/>
              <a:defRPr sz="2000">
                <a:solidFill>
                  <a:schemeClr val="tx1"/>
                </a:solidFill>
                <a:latin typeface="Arial" charset="0"/>
              </a:defRPr>
            </a:lvl6pPr>
            <a:lvl7pPr marL="2971800" indent="-228600" eaLnBrk="0" fontAlgn="base" hangingPunct="0">
              <a:spcBef>
                <a:spcPct val="20000"/>
              </a:spcBef>
              <a:spcAft>
                <a:spcPct val="20000"/>
              </a:spcAft>
              <a:buChar char="»"/>
              <a:defRPr sz="2000">
                <a:solidFill>
                  <a:schemeClr val="tx1"/>
                </a:solidFill>
                <a:latin typeface="Arial" charset="0"/>
              </a:defRPr>
            </a:lvl7pPr>
            <a:lvl8pPr marL="3429000" indent="-228600" eaLnBrk="0" fontAlgn="base" hangingPunct="0">
              <a:spcBef>
                <a:spcPct val="20000"/>
              </a:spcBef>
              <a:spcAft>
                <a:spcPct val="20000"/>
              </a:spcAft>
              <a:buChar char="»"/>
              <a:defRPr sz="2000">
                <a:solidFill>
                  <a:schemeClr val="tx1"/>
                </a:solidFill>
                <a:latin typeface="Arial" charset="0"/>
              </a:defRPr>
            </a:lvl8pPr>
            <a:lvl9pPr marL="3886200" indent="-228600" eaLnBrk="0" fontAlgn="base" hangingPunct="0">
              <a:spcBef>
                <a:spcPct val="20000"/>
              </a:spcBef>
              <a:spcAft>
                <a:spcPct val="20000"/>
              </a:spcAft>
              <a:buChar char="»"/>
              <a:defRPr sz="2000">
                <a:solidFill>
                  <a:schemeClr val="tx1"/>
                </a:solidFill>
                <a:latin typeface="Arial" charset="0"/>
              </a:defRPr>
            </a:lvl9pPr>
          </a:lstStyle>
          <a:p>
            <a:pPr eaLnBrk="1" hangingPunct="1">
              <a:spcBef>
                <a:spcPct val="0"/>
              </a:spcBef>
              <a:spcAft>
                <a:spcPct val="0"/>
              </a:spcAft>
            </a:pPr>
            <a:r>
              <a:rPr lang="en-US" altLang="en-US" sz="1200"/>
              <a:t>Formally obligates funds</a:t>
            </a:r>
          </a:p>
          <a:p>
            <a:pPr eaLnBrk="1" hangingPunct="1">
              <a:spcBef>
                <a:spcPct val="0"/>
              </a:spcBef>
              <a:spcAft>
                <a:spcPct val="0"/>
              </a:spcAft>
            </a:pPr>
            <a:r>
              <a:rPr lang="en-US" altLang="en-US" sz="1200"/>
              <a:t>Can be multi-year if contract authority was obtained  from Budget Committee</a:t>
            </a:r>
          </a:p>
          <a:p>
            <a:pPr eaLnBrk="1" hangingPunct="1">
              <a:spcBef>
                <a:spcPct val="0"/>
              </a:spcBef>
              <a:spcAft>
                <a:spcPct val="0"/>
              </a:spcAft>
            </a:pPr>
            <a:r>
              <a:rPr lang="en-US" altLang="en-US" sz="1200"/>
              <a:t>Can be adjusted in-year</a:t>
            </a:r>
          </a:p>
          <a:p>
            <a:pPr eaLnBrk="1" hangingPunct="1">
              <a:spcBef>
                <a:spcPct val="0"/>
              </a:spcBef>
              <a:spcAft>
                <a:spcPct val="0"/>
              </a:spcAft>
            </a:pPr>
            <a:r>
              <a:rPr lang="en-US" altLang="en-US" sz="1200"/>
              <a:t>Single function or multi-function</a:t>
            </a:r>
          </a:p>
          <a:p>
            <a:pPr eaLnBrk="1" hangingPunct="1">
              <a:spcBef>
                <a:spcPct val="0"/>
              </a:spcBef>
              <a:spcAft>
                <a:spcPct val="0"/>
              </a:spcAft>
            </a:pPr>
            <a:r>
              <a:rPr lang="en-US" altLang="en-US" sz="1200"/>
              <a:t>In Level of budgetary detail can vary based on the function covered in the PO. </a:t>
            </a:r>
            <a:endParaRPr lang="en-GB" altLang="en-US" sz="1200"/>
          </a:p>
        </p:txBody>
      </p:sp>
      <p:sp>
        <p:nvSpPr>
          <p:cNvPr id="22538" name="Text Box 13"/>
          <p:cNvSpPr txBox="1">
            <a:spLocks noChangeArrowheads="1"/>
          </p:cNvSpPr>
          <p:nvPr/>
        </p:nvSpPr>
        <p:spPr bwMode="auto">
          <a:xfrm>
            <a:off x="6300788" y="908050"/>
            <a:ext cx="26066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ct val="20000"/>
              </a:spcAft>
              <a:buChar char="•"/>
              <a:defRPr sz="3200">
                <a:solidFill>
                  <a:schemeClr val="tx1"/>
                </a:solidFill>
                <a:latin typeface="Arial" charset="0"/>
              </a:defRPr>
            </a:lvl1pPr>
            <a:lvl2pPr marL="742950" indent="-285750">
              <a:spcBef>
                <a:spcPct val="20000"/>
              </a:spcBef>
              <a:spcAft>
                <a:spcPct val="20000"/>
              </a:spcAft>
              <a:buChar char="–"/>
              <a:defRPr sz="2800">
                <a:solidFill>
                  <a:schemeClr val="tx1"/>
                </a:solidFill>
                <a:latin typeface="Arial" charset="0"/>
              </a:defRPr>
            </a:lvl2pPr>
            <a:lvl3pPr marL="1143000" indent="-228600">
              <a:spcBef>
                <a:spcPct val="20000"/>
              </a:spcBef>
              <a:spcAft>
                <a:spcPct val="20000"/>
              </a:spcAft>
              <a:buChar char="•"/>
              <a:defRPr sz="2400">
                <a:solidFill>
                  <a:schemeClr val="tx1"/>
                </a:solidFill>
                <a:latin typeface="Arial" charset="0"/>
              </a:defRPr>
            </a:lvl3pPr>
            <a:lvl4pPr marL="1600200" indent="-228600">
              <a:spcBef>
                <a:spcPct val="20000"/>
              </a:spcBef>
              <a:spcAft>
                <a:spcPct val="20000"/>
              </a:spcAft>
              <a:buChar char="–"/>
              <a:defRPr sz="2000">
                <a:solidFill>
                  <a:schemeClr val="tx1"/>
                </a:solidFill>
                <a:latin typeface="Arial" charset="0"/>
              </a:defRPr>
            </a:lvl4pPr>
            <a:lvl5pPr marL="2057400" indent="-228600">
              <a:spcBef>
                <a:spcPct val="20000"/>
              </a:spcBef>
              <a:spcAft>
                <a:spcPct val="20000"/>
              </a:spcAft>
              <a:buChar char="»"/>
              <a:defRPr sz="2000">
                <a:solidFill>
                  <a:schemeClr val="tx1"/>
                </a:solidFill>
                <a:latin typeface="Arial" charset="0"/>
              </a:defRPr>
            </a:lvl5pPr>
            <a:lvl6pPr marL="2514600" indent="-228600" eaLnBrk="0" fontAlgn="base" hangingPunct="0">
              <a:spcBef>
                <a:spcPct val="20000"/>
              </a:spcBef>
              <a:spcAft>
                <a:spcPct val="20000"/>
              </a:spcAft>
              <a:buChar char="»"/>
              <a:defRPr sz="2000">
                <a:solidFill>
                  <a:schemeClr val="tx1"/>
                </a:solidFill>
                <a:latin typeface="Arial" charset="0"/>
              </a:defRPr>
            </a:lvl6pPr>
            <a:lvl7pPr marL="2971800" indent="-228600" eaLnBrk="0" fontAlgn="base" hangingPunct="0">
              <a:spcBef>
                <a:spcPct val="20000"/>
              </a:spcBef>
              <a:spcAft>
                <a:spcPct val="20000"/>
              </a:spcAft>
              <a:buChar char="»"/>
              <a:defRPr sz="2000">
                <a:solidFill>
                  <a:schemeClr val="tx1"/>
                </a:solidFill>
                <a:latin typeface="Arial" charset="0"/>
              </a:defRPr>
            </a:lvl7pPr>
            <a:lvl8pPr marL="3429000" indent="-228600" eaLnBrk="0" fontAlgn="base" hangingPunct="0">
              <a:spcBef>
                <a:spcPct val="20000"/>
              </a:spcBef>
              <a:spcAft>
                <a:spcPct val="20000"/>
              </a:spcAft>
              <a:buChar char="»"/>
              <a:defRPr sz="2000">
                <a:solidFill>
                  <a:schemeClr val="tx1"/>
                </a:solidFill>
                <a:latin typeface="Arial" charset="0"/>
              </a:defRPr>
            </a:lvl8pPr>
            <a:lvl9pPr marL="3886200" indent="-228600" eaLnBrk="0" fontAlgn="base" hangingPunct="0">
              <a:spcBef>
                <a:spcPct val="20000"/>
              </a:spcBef>
              <a:spcAft>
                <a:spcPct val="20000"/>
              </a:spcAft>
              <a:buChar char="»"/>
              <a:defRPr sz="2000">
                <a:solidFill>
                  <a:schemeClr val="tx1"/>
                </a:solidFill>
                <a:latin typeface="Arial" charset="0"/>
              </a:defRPr>
            </a:lvl9pPr>
          </a:lstStyle>
          <a:p>
            <a:pPr algn="ctr" eaLnBrk="1" hangingPunct="1">
              <a:spcBef>
                <a:spcPct val="0"/>
              </a:spcBef>
              <a:spcAft>
                <a:spcPct val="0"/>
              </a:spcAft>
              <a:buFontTx/>
              <a:buNone/>
            </a:pPr>
            <a:r>
              <a:rPr lang="en-US" altLang="en-US" sz="1600" b="1"/>
              <a:t>Funding and Contractual  Commitment</a:t>
            </a:r>
            <a:endParaRPr lang="en-GB" altLang="en-US" sz="1600" b="1"/>
          </a:p>
        </p:txBody>
      </p:sp>
      <p:cxnSp>
        <p:nvCxnSpPr>
          <p:cNvPr id="20" name="Straight Connector 19"/>
          <p:cNvCxnSpPr/>
          <p:nvPr/>
        </p:nvCxnSpPr>
        <p:spPr>
          <a:xfrm>
            <a:off x="215900" y="5266907"/>
            <a:ext cx="84248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540" name="TextBox 20"/>
          <p:cNvSpPr txBox="1">
            <a:spLocks noChangeArrowheads="1"/>
          </p:cNvSpPr>
          <p:nvPr/>
        </p:nvSpPr>
        <p:spPr bwMode="auto">
          <a:xfrm>
            <a:off x="179388" y="5266907"/>
            <a:ext cx="19542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ct val="20000"/>
              </a:spcAft>
              <a:buChar char="•"/>
              <a:defRPr sz="3200">
                <a:solidFill>
                  <a:schemeClr val="tx1"/>
                </a:solidFill>
                <a:latin typeface="Arial" charset="0"/>
              </a:defRPr>
            </a:lvl1pPr>
            <a:lvl2pPr marL="742950" indent="-285750">
              <a:spcBef>
                <a:spcPct val="20000"/>
              </a:spcBef>
              <a:spcAft>
                <a:spcPct val="20000"/>
              </a:spcAft>
              <a:buChar char="–"/>
              <a:defRPr sz="2800">
                <a:solidFill>
                  <a:schemeClr val="tx1"/>
                </a:solidFill>
                <a:latin typeface="Arial" charset="0"/>
              </a:defRPr>
            </a:lvl2pPr>
            <a:lvl3pPr marL="1143000" indent="-228600">
              <a:spcBef>
                <a:spcPct val="20000"/>
              </a:spcBef>
              <a:spcAft>
                <a:spcPct val="20000"/>
              </a:spcAft>
              <a:buChar char="•"/>
              <a:defRPr sz="2400">
                <a:solidFill>
                  <a:schemeClr val="tx1"/>
                </a:solidFill>
                <a:latin typeface="Arial" charset="0"/>
              </a:defRPr>
            </a:lvl3pPr>
            <a:lvl4pPr marL="1600200" indent="-228600">
              <a:spcBef>
                <a:spcPct val="20000"/>
              </a:spcBef>
              <a:spcAft>
                <a:spcPct val="20000"/>
              </a:spcAft>
              <a:buChar char="–"/>
              <a:defRPr sz="2000">
                <a:solidFill>
                  <a:schemeClr val="tx1"/>
                </a:solidFill>
                <a:latin typeface="Arial" charset="0"/>
              </a:defRPr>
            </a:lvl4pPr>
            <a:lvl5pPr marL="2057400" indent="-228600">
              <a:spcBef>
                <a:spcPct val="20000"/>
              </a:spcBef>
              <a:spcAft>
                <a:spcPct val="20000"/>
              </a:spcAft>
              <a:buChar char="»"/>
              <a:defRPr sz="2000">
                <a:solidFill>
                  <a:schemeClr val="tx1"/>
                </a:solidFill>
                <a:latin typeface="Arial" charset="0"/>
              </a:defRPr>
            </a:lvl5pPr>
            <a:lvl6pPr marL="2514600" indent="-228600" eaLnBrk="0" fontAlgn="base" hangingPunct="0">
              <a:spcBef>
                <a:spcPct val="20000"/>
              </a:spcBef>
              <a:spcAft>
                <a:spcPct val="20000"/>
              </a:spcAft>
              <a:buChar char="»"/>
              <a:defRPr sz="2000">
                <a:solidFill>
                  <a:schemeClr val="tx1"/>
                </a:solidFill>
                <a:latin typeface="Arial" charset="0"/>
              </a:defRPr>
            </a:lvl6pPr>
            <a:lvl7pPr marL="2971800" indent="-228600" eaLnBrk="0" fontAlgn="base" hangingPunct="0">
              <a:spcBef>
                <a:spcPct val="20000"/>
              </a:spcBef>
              <a:spcAft>
                <a:spcPct val="20000"/>
              </a:spcAft>
              <a:buChar char="»"/>
              <a:defRPr sz="2000">
                <a:solidFill>
                  <a:schemeClr val="tx1"/>
                </a:solidFill>
                <a:latin typeface="Arial" charset="0"/>
              </a:defRPr>
            </a:lvl7pPr>
            <a:lvl8pPr marL="3429000" indent="-228600" eaLnBrk="0" fontAlgn="base" hangingPunct="0">
              <a:spcBef>
                <a:spcPct val="20000"/>
              </a:spcBef>
              <a:spcAft>
                <a:spcPct val="20000"/>
              </a:spcAft>
              <a:buChar char="»"/>
              <a:defRPr sz="2000">
                <a:solidFill>
                  <a:schemeClr val="tx1"/>
                </a:solidFill>
                <a:latin typeface="Arial" charset="0"/>
              </a:defRPr>
            </a:lvl8pPr>
            <a:lvl9pPr marL="3886200" indent="-228600" eaLnBrk="0" fontAlgn="base" hangingPunct="0">
              <a:spcBef>
                <a:spcPct val="20000"/>
              </a:spcBef>
              <a:spcAft>
                <a:spcPct val="20000"/>
              </a:spcAft>
              <a:buChar char="»"/>
              <a:defRPr sz="2000">
                <a:solidFill>
                  <a:schemeClr val="tx1"/>
                </a:solidFill>
                <a:latin typeface="Arial" charset="0"/>
              </a:defRPr>
            </a:lvl9pPr>
          </a:lstStyle>
          <a:p>
            <a:pPr eaLnBrk="1" hangingPunct="1">
              <a:spcBef>
                <a:spcPct val="0"/>
              </a:spcBef>
              <a:spcAft>
                <a:spcPct val="0"/>
              </a:spcAft>
              <a:buFontTx/>
              <a:buNone/>
            </a:pPr>
            <a:r>
              <a:rPr lang="en-US" altLang="en-US" sz="1800"/>
              <a:t>No Expiry Unless</a:t>
            </a:r>
          </a:p>
          <a:p>
            <a:pPr eaLnBrk="1" hangingPunct="1">
              <a:spcBef>
                <a:spcPct val="0"/>
              </a:spcBef>
              <a:spcAft>
                <a:spcPct val="0"/>
              </a:spcAft>
              <a:buFontTx/>
              <a:buNone/>
            </a:pPr>
            <a:r>
              <a:rPr lang="en-US" altLang="en-US" sz="1800"/>
              <a:t>Agency Ends</a:t>
            </a:r>
          </a:p>
        </p:txBody>
      </p:sp>
      <p:sp>
        <p:nvSpPr>
          <p:cNvPr id="22541" name="TextBox 21"/>
          <p:cNvSpPr txBox="1">
            <a:spLocks noChangeArrowheads="1"/>
          </p:cNvSpPr>
          <p:nvPr/>
        </p:nvSpPr>
        <p:spPr bwMode="auto">
          <a:xfrm>
            <a:off x="3276600" y="5266907"/>
            <a:ext cx="25320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ct val="20000"/>
              </a:spcAft>
              <a:buChar char="•"/>
              <a:defRPr sz="3200">
                <a:solidFill>
                  <a:schemeClr val="tx1"/>
                </a:solidFill>
                <a:latin typeface="Arial" charset="0"/>
              </a:defRPr>
            </a:lvl1pPr>
            <a:lvl2pPr marL="742950" indent="-285750">
              <a:spcBef>
                <a:spcPct val="20000"/>
              </a:spcBef>
              <a:spcAft>
                <a:spcPct val="20000"/>
              </a:spcAft>
              <a:buChar char="–"/>
              <a:defRPr sz="2800">
                <a:solidFill>
                  <a:schemeClr val="tx1"/>
                </a:solidFill>
                <a:latin typeface="Arial" charset="0"/>
              </a:defRPr>
            </a:lvl2pPr>
            <a:lvl3pPr marL="1143000" indent="-228600">
              <a:spcBef>
                <a:spcPct val="20000"/>
              </a:spcBef>
              <a:spcAft>
                <a:spcPct val="20000"/>
              </a:spcAft>
              <a:buChar char="•"/>
              <a:defRPr sz="2400">
                <a:solidFill>
                  <a:schemeClr val="tx1"/>
                </a:solidFill>
                <a:latin typeface="Arial" charset="0"/>
              </a:defRPr>
            </a:lvl3pPr>
            <a:lvl4pPr marL="1600200" indent="-228600">
              <a:spcBef>
                <a:spcPct val="20000"/>
              </a:spcBef>
              <a:spcAft>
                <a:spcPct val="20000"/>
              </a:spcAft>
              <a:buChar char="–"/>
              <a:defRPr sz="2000">
                <a:solidFill>
                  <a:schemeClr val="tx1"/>
                </a:solidFill>
                <a:latin typeface="Arial" charset="0"/>
              </a:defRPr>
            </a:lvl4pPr>
            <a:lvl5pPr marL="2057400" indent="-228600">
              <a:spcBef>
                <a:spcPct val="20000"/>
              </a:spcBef>
              <a:spcAft>
                <a:spcPct val="20000"/>
              </a:spcAft>
              <a:buChar char="»"/>
              <a:defRPr sz="2000">
                <a:solidFill>
                  <a:schemeClr val="tx1"/>
                </a:solidFill>
                <a:latin typeface="Arial" charset="0"/>
              </a:defRPr>
            </a:lvl5pPr>
            <a:lvl6pPr marL="2514600" indent="-228600" eaLnBrk="0" fontAlgn="base" hangingPunct="0">
              <a:spcBef>
                <a:spcPct val="20000"/>
              </a:spcBef>
              <a:spcAft>
                <a:spcPct val="20000"/>
              </a:spcAft>
              <a:buChar char="»"/>
              <a:defRPr sz="2000">
                <a:solidFill>
                  <a:schemeClr val="tx1"/>
                </a:solidFill>
                <a:latin typeface="Arial" charset="0"/>
              </a:defRPr>
            </a:lvl6pPr>
            <a:lvl7pPr marL="2971800" indent="-228600" eaLnBrk="0" fontAlgn="base" hangingPunct="0">
              <a:spcBef>
                <a:spcPct val="20000"/>
              </a:spcBef>
              <a:spcAft>
                <a:spcPct val="20000"/>
              </a:spcAft>
              <a:buChar char="»"/>
              <a:defRPr sz="2000">
                <a:solidFill>
                  <a:schemeClr val="tx1"/>
                </a:solidFill>
                <a:latin typeface="Arial" charset="0"/>
              </a:defRPr>
            </a:lvl7pPr>
            <a:lvl8pPr marL="3429000" indent="-228600" eaLnBrk="0" fontAlgn="base" hangingPunct="0">
              <a:spcBef>
                <a:spcPct val="20000"/>
              </a:spcBef>
              <a:spcAft>
                <a:spcPct val="20000"/>
              </a:spcAft>
              <a:buChar char="»"/>
              <a:defRPr sz="2000">
                <a:solidFill>
                  <a:schemeClr val="tx1"/>
                </a:solidFill>
                <a:latin typeface="Arial" charset="0"/>
              </a:defRPr>
            </a:lvl8pPr>
            <a:lvl9pPr marL="3886200" indent="-228600" eaLnBrk="0" fontAlgn="base" hangingPunct="0">
              <a:spcBef>
                <a:spcPct val="20000"/>
              </a:spcBef>
              <a:spcAft>
                <a:spcPct val="20000"/>
              </a:spcAft>
              <a:buChar char="»"/>
              <a:defRPr sz="2000">
                <a:solidFill>
                  <a:schemeClr val="tx1"/>
                </a:solidFill>
                <a:latin typeface="Arial" charset="0"/>
              </a:defRPr>
            </a:lvl9pPr>
          </a:lstStyle>
          <a:p>
            <a:pPr eaLnBrk="1" hangingPunct="1">
              <a:spcBef>
                <a:spcPct val="0"/>
              </a:spcBef>
              <a:spcAft>
                <a:spcPct val="0"/>
              </a:spcAft>
              <a:buFontTx/>
              <a:buNone/>
            </a:pPr>
            <a:r>
              <a:rPr lang="en-US" altLang="en-US" sz="1800"/>
              <a:t>Limited to the duration </a:t>
            </a:r>
          </a:p>
          <a:p>
            <a:pPr eaLnBrk="1" hangingPunct="1">
              <a:spcBef>
                <a:spcPct val="0"/>
              </a:spcBef>
              <a:spcAft>
                <a:spcPct val="0"/>
              </a:spcAft>
              <a:buFontTx/>
              <a:buNone/>
            </a:pPr>
            <a:r>
              <a:rPr lang="en-US" altLang="en-US" sz="1800"/>
              <a:t>of Operation or Project</a:t>
            </a:r>
          </a:p>
        </p:txBody>
      </p:sp>
      <p:sp>
        <p:nvSpPr>
          <p:cNvPr id="22542" name="Rectangle 22"/>
          <p:cNvSpPr>
            <a:spLocks noChangeArrowheads="1"/>
          </p:cNvSpPr>
          <p:nvPr/>
        </p:nvSpPr>
        <p:spPr bwMode="auto">
          <a:xfrm>
            <a:off x="6300788" y="5266907"/>
            <a:ext cx="25193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ct val="20000"/>
              </a:spcAft>
              <a:buChar char="•"/>
              <a:defRPr sz="3200">
                <a:solidFill>
                  <a:schemeClr val="tx1"/>
                </a:solidFill>
                <a:latin typeface="Arial" charset="0"/>
              </a:defRPr>
            </a:lvl1pPr>
            <a:lvl2pPr marL="742950" indent="-285750">
              <a:spcBef>
                <a:spcPct val="20000"/>
              </a:spcBef>
              <a:spcAft>
                <a:spcPct val="20000"/>
              </a:spcAft>
              <a:buChar char="–"/>
              <a:defRPr sz="2800">
                <a:solidFill>
                  <a:schemeClr val="tx1"/>
                </a:solidFill>
                <a:latin typeface="Arial" charset="0"/>
              </a:defRPr>
            </a:lvl2pPr>
            <a:lvl3pPr marL="1143000" indent="-228600">
              <a:spcBef>
                <a:spcPct val="20000"/>
              </a:spcBef>
              <a:spcAft>
                <a:spcPct val="20000"/>
              </a:spcAft>
              <a:buChar char="•"/>
              <a:defRPr sz="2400">
                <a:solidFill>
                  <a:schemeClr val="tx1"/>
                </a:solidFill>
                <a:latin typeface="Arial" charset="0"/>
              </a:defRPr>
            </a:lvl3pPr>
            <a:lvl4pPr marL="1600200" indent="-228600">
              <a:spcBef>
                <a:spcPct val="20000"/>
              </a:spcBef>
              <a:spcAft>
                <a:spcPct val="20000"/>
              </a:spcAft>
              <a:buChar char="–"/>
              <a:defRPr sz="2000">
                <a:solidFill>
                  <a:schemeClr val="tx1"/>
                </a:solidFill>
                <a:latin typeface="Arial" charset="0"/>
              </a:defRPr>
            </a:lvl4pPr>
            <a:lvl5pPr marL="2057400" indent="-228600">
              <a:spcBef>
                <a:spcPct val="20000"/>
              </a:spcBef>
              <a:spcAft>
                <a:spcPct val="20000"/>
              </a:spcAft>
              <a:buChar char="»"/>
              <a:defRPr sz="2000">
                <a:solidFill>
                  <a:schemeClr val="tx1"/>
                </a:solidFill>
                <a:latin typeface="Arial" charset="0"/>
              </a:defRPr>
            </a:lvl5pPr>
            <a:lvl6pPr marL="2514600" indent="-228600" eaLnBrk="0" fontAlgn="base" hangingPunct="0">
              <a:spcBef>
                <a:spcPct val="20000"/>
              </a:spcBef>
              <a:spcAft>
                <a:spcPct val="20000"/>
              </a:spcAft>
              <a:buChar char="»"/>
              <a:defRPr sz="2000">
                <a:solidFill>
                  <a:schemeClr val="tx1"/>
                </a:solidFill>
                <a:latin typeface="Arial" charset="0"/>
              </a:defRPr>
            </a:lvl6pPr>
            <a:lvl7pPr marL="2971800" indent="-228600" eaLnBrk="0" fontAlgn="base" hangingPunct="0">
              <a:spcBef>
                <a:spcPct val="20000"/>
              </a:spcBef>
              <a:spcAft>
                <a:spcPct val="20000"/>
              </a:spcAft>
              <a:buChar char="»"/>
              <a:defRPr sz="2000">
                <a:solidFill>
                  <a:schemeClr val="tx1"/>
                </a:solidFill>
                <a:latin typeface="Arial" charset="0"/>
              </a:defRPr>
            </a:lvl7pPr>
            <a:lvl8pPr marL="3429000" indent="-228600" eaLnBrk="0" fontAlgn="base" hangingPunct="0">
              <a:spcBef>
                <a:spcPct val="20000"/>
              </a:spcBef>
              <a:spcAft>
                <a:spcPct val="20000"/>
              </a:spcAft>
              <a:buChar char="»"/>
              <a:defRPr sz="2000">
                <a:solidFill>
                  <a:schemeClr val="tx1"/>
                </a:solidFill>
                <a:latin typeface="Arial" charset="0"/>
              </a:defRPr>
            </a:lvl8pPr>
            <a:lvl9pPr marL="3886200" indent="-228600" eaLnBrk="0" fontAlgn="base" hangingPunct="0">
              <a:spcBef>
                <a:spcPct val="20000"/>
              </a:spcBef>
              <a:spcAft>
                <a:spcPct val="20000"/>
              </a:spcAft>
              <a:buChar char="»"/>
              <a:defRPr sz="2000">
                <a:solidFill>
                  <a:schemeClr val="tx1"/>
                </a:solidFill>
                <a:latin typeface="Arial" charset="0"/>
              </a:defRPr>
            </a:lvl9pPr>
          </a:lstStyle>
          <a:p>
            <a:pPr eaLnBrk="1" hangingPunct="1">
              <a:spcBef>
                <a:spcPct val="0"/>
              </a:spcBef>
              <a:spcAft>
                <a:spcPct val="0"/>
              </a:spcAft>
              <a:buFontTx/>
              <a:buNone/>
            </a:pPr>
            <a:r>
              <a:rPr lang="en-US" altLang="en-US" sz="1800"/>
              <a:t>Valid until funds consumed or budget  expires</a:t>
            </a:r>
          </a:p>
        </p:txBody>
      </p:sp>
      <p:sp>
        <p:nvSpPr>
          <p:cNvPr id="2" name="Horizontal Scroll 1"/>
          <p:cNvSpPr/>
          <p:nvPr/>
        </p:nvSpPr>
        <p:spPr bwMode="auto">
          <a:xfrm>
            <a:off x="323850" y="1773238"/>
            <a:ext cx="2232025" cy="1033462"/>
          </a:xfrm>
          <a:prstGeom prst="horizontalScroll">
            <a:avLst/>
          </a:prstGeom>
          <a:gradFill>
            <a:gsLst>
              <a:gs pos="0">
                <a:srgbClr val="00B050"/>
              </a:gs>
              <a:gs pos="50000">
                <a:schemeClr val="accent1">
                  <a:tint val="44500"/>
                  <a:satMod val="160000"/>
                </a:schemeClr>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a:extLst/>
        </p:spPr>
        <p:txBody>
          <a:bodyPr/>
          <a:lstStyle/>
          <a:p>
            <a:pPr algn="ctr" eaLnBrk="1" hangingPunct="1">
              <a:defRPr/>
            </a:pPr>
            <a:endParaRPr lang="en-GB" sz="800"/>
          </a:p>
        </p:txBody>
      </p:sp>
      <p:sp>
        <p:nvSpPr>
          <p:cNvPr id="22546" name="TextBox 2"/>
          <p:cNvSpPr txBox="1">
            <a:spLocks noChangeArrowheads="1"/>
          </p:cNvSpPr>
          <p:nvPr/>
        </p:nvSpPr>
        <p:spPr bwMode="auto">
          <a:xfrm>
            <a:off x="611188" y="2041525"/>
            <a:ext cx="180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400"/>
              <a:t>Memorandum of</a:t>
            </a:r>
          </a:p>
          <a:p>
            <a:pPr algn="ctr"/>
            <a:r>
              <a:rPr lang="en-US" altLang="en-US" sz="1400"/>
              <a:t>Agreement (MOA)</a:t>
            </a:r>
            <a:endParaRPr lang="en-GB" altLang="en-US" sz="1400"/>
          </a:p>
        </p:txBody>
      </p:sp>
      <p:sp>
        <p:nvSpPr>
          <p:cNvPr id="4" name="Horizontal Scroll 3"/>
          <p:cNvSpPr/>
          <p:nvPr/>
        </p:nvSpPr>
        <p:spPr bwMode="auto">
          <a:xfrm>
            <a:off x="3200400" y="1601788"/>
            <a:ext cx="2740025" cy="1033462"/>
          </a:xfrm>
          <a:prstGeom prst="horizontalScroll">
            <a:avLst/>
          </a:prstGeom>
          <a:gradFill>
            <a:gsLst>
              <a:gs pos="0">
                <a:srgbClr val="00B0F0"/>
              </a:gs>
              <a:gs pos="50000">
                <a:schemeClr val="accent1">
                  <a:tint val="44500"/>
                  <a:satMod val="160000"/>
                </a:schemeClr>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a:extLst/>
        </p:spPr>
        <p:txBody>
          <a:bodyPr/>
          <a:lstStyle/>
          <a:p>
            <a:pPr algn="ctr" eaLnBrk="1" hangingPunct="1">
              <a:defRPr/>
            </a:pPr>
            <a:endParaRPr lang="en-GB" sz="800"/>
          </a:p>
        </p:txBody>
      </p:sp>
      <p:sp>
        <p:nvSpPr>
          <p:cNvPr id="22" name="Horizontal Scroll 21"/>
          <p:cNvSpPr/>
          <p:nvPr/>
        </p:nvSpPr>
        <p:spPr bwMode="auto">
          <a:xfrm>
            <a:off x="3065463" y="1844675"/>
            <a:ext cx="2743200" cy="1033463"/>
          </a:xfrm>
          <a:prstGeom prst="horizontalScroll">
            <a:avLst/>
          </a:prstGeom>
          <a:gradFill>
            <a:gsLst>
              <a:gs pos="0">
                <a:srgbClr val="00B0F0"/>
              </a:gs>
              <a:gs pos="50000">
                <a:schemeClr val="accent1">
                  <a:tint val="44500"/>
                  <a:satMod val="160000"/>
                </a:schemeClr>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a:extLst/>
        </p:spPr>
        <p:txBody>
          <a:bodyPr/>
          <a:lstStyle/>
          <a:p>
            <a:pPr algn="ctr" eaLnBrk="1" hangingPunct="1">
              <a:defRPr/>
            </a:pPr>
            <a:endParaRPr lang="en-GB" sz="800"/>
          </a:p>
        </p:txBody>
      </p:sp>
      <p:sp>
        <p:nvSpPr>
          <p:cNvPr id="23" name="Horizontal Scroll 22"/>
          <p:cNvSpPr/>
          <p:nvPr/>
        </p:nvSpPr>
        <p:spPr bwMode="auto">
          <a:xfrm>
            <a:off x="2936875" y="2133600"/>
            <a:ext cx="2740025" cy="1033463"/>
          </a:xfrm>
          <a:prstGeom prst="horizontalScroll">
            <a:avLst/>
          </a:prstGeom>
          <a:gradFill>
            <a:gsLst>
              <a:gs pos="0">
                <a:srgbClr val="00B0F0"/>
              </a:gs>
              <a:gs pos="50000">
                <a:schemeClr val="accent1">
                  <a:tint val="44500"/>
                  <a:satMod val="160000"/>
                </a:schemeClr>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a:extLst/>
        </p:spPr>
        <p:txBody>
          <a:bodyPr/>
          <a:lstStyle/>
          <a:p>
            <a:pPr algn="ctr" eaLnBrk="1" hangingPunct="1">
              <a:defRPr/>
            </a:pPr>
            <a:endParaRPr lang="en-GB" sz="800"/>
          </a:p>
        </p:txBody>
      </p:sp>
      <p:sp>
        <p:nvSpPr>
          <p:cNvPr id="22550" name="TextBox 23"/>
          <p:cNvSpPr txBox="1">
            <a:spLocks noChangeArrowheads="1"/>
          </p:cNvSpPr>
          <p:nvPr/>
        </p:nvSpPr>
        <p:spPr bwMode="auto">
          <a:xfrm>
            <a:off x="3132138" y="2351088"/>
            <a:ext cx="254476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200" dirty="0"/>
              <a:t>Logistics Support Agreements (LSA</a:t>
            </a:r>
            <a:r>
              <a:rPr lang="en-US" altLang="en-US" sz="1200" dirty="0" smtClean="0"/>
              <a:t>) </a:t>
            </a:r>
            <a:r>
              <a:rPr lang="en-US" altLang="en-US" sz="1200" dirty="0"/>
              <a:t>with NSPA &amp; Service Level Agreements (SLA) with NCIA</a:t>
            </a:r>
            <a:endParaRPr lang="en-GB" altLang="en-US" sz="1200" dirty="0"/>
          </a:p>
        </p:txBody>
      </p:sp>
      <p:sp>
        <p:nvSpPr>
          <p:cNvPr id="28" name="Horizontal Scroll 27"/>
          <p:cNvSpPr/>
          <p:nvPr/>
        </p:nvSpPr>
        <p:spPr bwMode="auto">
          <a:xfrm>
            <a:off x="7764463" y="1366838"/>
            <a:ext cx="1143000" cy="1033462"/>
          </a:xfrm>
          <a:prstGeom prst="horizontalScroll">
            <a:avLst/>
          </a:prstGeom>
          <a:gradFill>
            <a:gsLst>
              <a:gs pos="48000">
                <a:srgbClr val="E3D7A9"/>
              </a:gs>
              <a:gs pos="100000">
                <a:schemeClr val="bg1"/>
              </a:gs>
              <a:gs pos="74000">
                <a:schemeClr val="bg1"/>
              </a:gs>
              <a:gs pos="0">
                <a:srgbClr val="FF9933"/>
              </a:gs>
              <a:gs pos="100000">
                <a:schemeClr val="bg1"/>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a:extLst/>
        </p:spPr>
        <p:txBody>
          <a:bodyPr/>
          <a:lstStyle/>
          <a:p>
            <a:pPr algn="ctr" eaLnBrk="1" hangingPunct="1">
              <a:defRPr/>
            </a:pPr>
            <a:endParaRPr lang="en-GB" sz="800"/>
          </a:p>
        </p:txBody>
      </p:sp>
      <p:sp>
        <p:nvSpPr>
          <p:cNvPr id="29" name="Horizontal Scroll 28"/>
          <p:cNvSpPr/>
          <p:nvPr/>
        </p:nvSpPr>
        <p:spPr bwMode="auto">
          <a:xfrm>
            <a:off x="7600950" y="1606550"/>
            <a:ext cx="1143000" cy="1031875"/>
          </a:xfrm>
          <a:prstGeom prst="horizontalScroll">
            <a:avLst/>
          </a:prstGeom>
          <a:gradFill>
            <a:gsLst>
              <a:gs pos="48000">
                <a:srgbClr val="E3D7A9"/>
              </a:gs>
              <a:gs pos="100000">
                <a:schemeClr val="bg1"/>
              </a:gs>
              <a:gs pos="74000">
                <a:schemeClr val="bg1"/>
              </a:gs>
              <a:gs pos="0">
                <a:srgbClr val="FF9933"/>
              </a:gs>
              <a:gs pos="100000">
                <a:schemeClr val="bg1"/>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a:extLst/>
        </p:spPr>
        <p:txBody>
          <a:bodyPr/>
          <a:lstStyle/>
          <a:p>
            <a:pPr algn="ctr" eaLnBrk="1" hangingPunct="1">
              <a:defRPr/>
            </a:pPr>
            <a:endParaRPr lang="en-GB" sz="800"/>
          </a:p>
        </p:txBody>
      </p:sp>
      <p:sp>
        <p:nvSpPr>
          <p:cNvPr id="27" name="Horizontal Scroll 26"/>
          <p:cNvSpPr/>
          <p:nvPr/>
        </p:nvSpPr>
        <p:spPr bwMode="auto">
          <a:xfrm>
            <a:off x="7392988" y="1887538"/>
            <a:ext cx="1143000" cy="1031875"/>
          </a:xfrm>
          <a:prstGeom prst="horizontalScroll">
            <a:avLst/>
          </a:prstGeom>
          <a:gradFill>
            <a:gsLst>
              <a:gs pos="48000">
                <a:srgbClr val="E3D7A9"/>
              </a:gs>
              <a:gs pos="100000">
                <a:schemeClr val="bg1"/>
              </a:gs>
              <a:gs pos="74000">
                <a:schemeClr val="bg1"/>
              </a:gs>
              <a:gs pos="0">
                <a:srgbClr val="FF9933"/>
              </a:gs>
              <a:gs pos="100000">
                <a:schemeClr val="bg1"/>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a:extLst/>
        </p:spPr>
        <p:txBody>
          <a:bodyPr/>
          <a:lstStyle/>
          <a:p>
            <a:pPr algn="ctr" eaLnBrk="1" hangingPunct="1">
              <a:defRPr/>
            </a:pPr>
            <a:endParaRPr lang="en-GB" sz="800"/>
          </a:p>
        </p:txBody>
      </p:sp>
      <p:sp>
        <p:nvSpPr>
          <p:cNvPr id="5" name="Horizontal Scroll 4"/>
          <p:cNvSpPr/>
          <p:nvPr/>
        </p:nvSpPr>
        <p:spPr bwMode="auto">
          <a:xfrm>
            <a:off x="6443663" y="2122488"/>
            <a:ext cx="1892300" cy="1033462"/>
          </a:xfrm>
          <a:prstGeom prst="horizontalScroll">
            <a:avLst/>
          </a:prstGeom>
          <a:gradFill>
            <a:gsLst>
              <a:gs pos="48000">
                <a:srgbClr val="E3D7A9"/>
              </a:gs>
              <a:gs pos="100000">
                <a:schemeClr val="bg1"/>
              </a:gs>
              <a:gs pos="74000">
                <a:schemeClr val="bg1"/>
              </a:gs>
              <a:gs pos="0">
                <a:srgbClr val="FF9933"/>
              </a:gs>
              <a:gs pos="100000">
                <a:schemeClr val="bg1"/>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a:extLst/>
        </p:spPr>
        <p:txBody>
          <a:bodyPr/>
          <a:lstStyle/>
          <a:p>
            <a:pPr algn="ctr" eaLnBrk="1" hangingPunct="1">
              <a:defRPr/>
            </a:pPr>
            <a:endParaRPr lang="en-GB" sz="800"/>
          </a:p>
        </p:txBody>
      </p:sp>
      <p:sp>
        <p:nvSpPr>
          <p:cNvPr id="22555" name="TextBox 29"/>
          <p:cNvSpPr txBox="1">
            <a:spLocks noChangeArrowheads="1"/>
          </p:cNvSpPr>
          <p:nvPr/>
        </p:nvSpPr>
        <p:spPr bwMode="auto">
          <a:xfrm>
            <a:off x="6688415" y="2535644"/>
            <a:ext cx="16113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200" dirty="0"/>
              <a:t>Purchase </a:t>
            </a:r>
            <a:r>
              <a:rPr lang="en-US" altLang="en-US" sz="1200" dirty="0" smtClean="0"/>
              <a:t>Orders</a:t>
            </a:r>
            <a:endParaRPr lang="en-US" altLang="en-US" sz="1200" dirty="0"/>
          </a:p>
        </p:txBody>
      </p:sp>
      <p:sp>
        <p:nvSpPr>
          <p:cNvPr id="31" name="Footer Placeholder 3"/>
          <p:cNvSpPr>
            <a:spLocks noGrp="1"/>
          </p:cNvSpPr>
          <p:nvPr>
            <p:ph type="ftr" sz="quarter" idx="3"/>
          </p:nvPr>
        </p:nvSpPr>
        <p:spPr>
          <a:xfrm>
            <a:off x="2900972" y="6169742"/>
            <a:ext cx="3353065" cy="605798"/>
          </a:xfrm>
        </p:spPr>
        <p:txBody>
          <a:bodyPr/>
          <a:lstStyle/>
          <a:p>
            <a:r>
              <a:rPr lang="de-DE" dirty="0" smtClean="0"/>
              <a:t>NATO UNCLASSIFIED</a:t>
            </a:r>
            <a:endParaRPr lang="de-DE" dirty="0"/>
          </a:p>
        </p:txBody>
      </p:sp>
      <p:sp>
        <p:nvSpPr>
          <p:cNvPr id="30"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25</a:t>
            </a:fld>
            <a:endParaRPr lang="en-GB" dirty="0"/>
          </a:p>
        </p:txBody>
      </p:sp>
    </p:spTree>
    <p:extLst>
      <p:ext uri="{BB962C8B-B14F-4D97-AF65-F5344CB8AC3E}">
        <p14:creationId xmlns:p14="http://schemas.microsoft.com/office/powerpoint/2010/main" val="58732634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8288" y="1161142"/>
            <a:ext cx="8229600" cy="4892614"/>
          </a:xfrm>
        </p:spPr>
        <p:txBody>
          <a:bodyPr/>
          <a:lstStyle/>
          <a:p>
            <a:pPr algn="ctr"/>
            <a:r>
              <a:rPr lang="en-US" b="0" dirty="0" smtClean="0"/>
              <a:t> </a:t>
            </a:r>
            <a:r>
              <a:rPr lang="en-US" i="1" dirty="0" smtClean="0"/>
              <a:t>“RUECs are tailored, pre-planned time and mission critical logistics, infrastructure/engineering and medical contracts, at </a:t>
            </a:r>
            <a:r>
              <a:rPr lang="en-US" i="1" dirty="0" smtClean="0">
                <a:solidFill>
                  <a:srgbClr val="FF0000"/>
                </a:solidFill>
              </a:rPr>
              <a:t>variable readiness </a:t>
            </a:r>
            <a:r>
              <a:rPr lang="en-US" i="1" dirty="0" smtClean="0"/>
              <a:t>that can be used by NATO and nations on AOM and exercises.  Each RUEC is unique depending upon the contractual support required and level of readiness and risks involved to </a:t>
            </a:r>
            <a:r>
              <a:rPr lang="en-US" i="1" dirty="0" smtClean="0">
                <a:solidFill>
                  <a:srgbClr val="FF0000"/>
                </a:solidFill>
              </a:rPr>
              <a:t>meet an ACO endorsed operational requirement</a:t>
            </a:r>
            <a:r>
              <a:rPr lang="en-US" i="1" dirty="0" smtClean="0"/>
              <a:t>.”</a:t>
            </a:r>
          </a:p>
          <a:p>
            <a:pPr algn="ctr"/>
            <a:endParaRPr lang="en-US" i="1" dirty="0"/>
          </a:p>
          <a:p>
            <a:pPr>
              <a:buFont typeface="Arial" panose="020B0604020202020204" pitchFamily="34" charset="0"/>
              <a:buChar char="•"/>
              <a:defRPr/>
            </a:pPr>
            <a:r>
              <a:rPr lang="en-US" b="0" dirty="0"/>
              <a:t>Multi-Modal Transportation (in-house and one with NSPA linked to Deployment of CPs)</a:t>
            </a:r>
          </a:p>
          <a:p>
            <a:pPr>
              <a:buFont typeface="Arial" panose="020B0604020202020204" pitchFamily="34" charset="0"/>
              <a:buChar char="•"/>
              <a:defRPr/>
            </a:pPr>
            <a:r>
              <a:rPr lang="en-US" b="0" dirty="0"/>
              <a:t>Real Life Support linked to Deployment of Camps (CPs) (NSPA)</a:t>
            </a:r>
          </a:p>
          <a:p>
            <a:pPr>
              <a:buFont typeface="Arial" panose="020B0604020202020204" pitchFamily="34" charset="0"/>
              <a:buChar char="•"/>
              <a:defRPr/>
            </a:pPr>
            <a:r>
              <a:rPr lang="en-US" b="0" dirty="0"/>
              <a:t>Out of Area Fuel (NSPA)</a:t>
            </a:r>
          </a:p>
          <a:p>
            <a:pPr>
              <a:buFont typeface="Arial" panose="020B0604020202020204" pitchFamily="34" charset="0"/>
              <a:buChar char="•"/>
              <a:defRPr/>
            </a:pPr>
            <a:r>
              <a:rPr lang="en-US" b="0" dirty="0"/>
              <a:t>Strategic Medical Evacuation Airlift (NSPA)</a:t>
            </a:r>
          </a:p>
          <a:p>
            <a:pPr algn="ctr"/>
            <a:endParaRPr lang="en-US" i="1" dirty="0" smtClean="0"/>
          </a:p>
          <a:p>
            <a:pPr marL="342900" indent="-342900">
              <a:buChar char="•"/>
            </a:pPr>
            <a:endParaRPr lang="en-US" b="0" dirty="0" smtClean="0"/>
          </a:p>
        </p:txBody>
      </p:sp>
      <p:sp>
        <p:nvSpPr>
          <p:cNvPr id="4" name="Footer Placeholder 3"/>
          <p:cNvSpPr>
            <a:spLocks noGrp="1"/>
          </p:cNvSpPr>
          <p:nvPr>
            <p:ph type="ftr" sz="quarter" idx="3"/>
          </p:nvPr>
        </p:nvSpPr>
        <p:spPr>
          <a:xfrm>
            <a:off x="2895467" y="6235030"/>
            <a:ext cx="3353065" cy="688258"/>
          </a:xfrm>
        </p:spPr>
        <p:txBody>
          <a:bodyPr/>
          <a:lstStyle/>
          <a:p>
            <a:r>
              <a:rPr lang="de-DE" dirty="0" smtClean="0"/>
              <a:t>NATO UNCLASSIFIED</a:t>
            </a:r>
            <a:endParaRPr lang="de-DE" dirty="0"/>
          </a:p>
        </p:txBody>
      </p:sp>
      <p:sp>
        <p:nvSpPr>
          <p:cNvPr id="5" name="Slide Number Placeholder 4"/>
          <p:cNvSpPr>
            <a:spLocks noGrp="1"/>
          </p:cNvSpPr>
          <p:nvPr>
            <p:ph type="sldNum" sz="quarter" idx="4"/>
          </p:nvPr>
        </p:nvSpPr>
        <p:spPr>
          <a:xfrm>
            <a:off x="6938967" y="6410415"/>
            <a:ext cx="738203" cy="365125"/>
          </a:xfrm>
        </p:spPr>
        <p:txBody>
          <a:bodyPr/>
          <a:lstStyle/>
          <a:p>
            <a:r>
              <a:rPr lang="en-GB" smtClean="0"/>
              <a:t>| Slide </a:t>
            </a:r>
            <a:fld id="{AC1C9A27-5D71-496E-AC2B-58C1CA833928}" type="slidenum">
              <a:rPr lang="en-GB" smtClean="0"/>
              <a:pPr/>
              <a:t>26</a:t>
            </a:fld>
            <a:endParaRPr lang="en-GB" dirty="0"/>
          </a:p>
        </p:txBody>
      </p:sp>
      <p:sp>
        <p:nvSpPr>
          <p:cNvPr id="7" name="Title 1"/>
          <p:cNvSpPr txBox="1">
            <a:spLocks/>
          </p:cNvSpPr>
          <p:nvPr/>
        </p:nvSpPr>
        <p:spPr>
          <a:xfrm>
            <a:off x="457200" y="273600"/>
            <a:ext cx="8229600" cy="7488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defTabSz="914400" rtl="0" eaLnBrk="1" latinLnBrk="0" hangingPunct="1">
              <a:spcBef>
                <a:spcPct val="0"/>
              </a:spcBef>
              <a:buNone/>
              <a:defRPr lang="en-GB" sz="2400" b="1" kern="1200" dirty="0">
                <a:solidFill>
                  <a:srgbClr val="003C5A"/>
                </a:solidFill>
                <a:latin typeface="Arial"/>
                <a:ea typeface="+mj-ea"/>
                <a:cs typeface="Arial"/>
              </a:defRPr>
            </a:lvl1pPr>
          </a:lstStyle>
          <a:p>
            <a:pPr algn="ctr"/>
            <a:r>
              <a:rPr lang="en-US" dirty="0" smtClean="0"/>
              <a:t>- Rapidly Useable Enabling Contracts -</a:t>
            </a:r>
            <a:endParaRPr lang="en-US" sz="400" dirty="0" smtClean="0"/>
          </a:p>
        </p:txBody>
      </p:sp>
      <p:sp>
        <p:nvSpPr>
          <p:cNvPr id="8" name="Title 1"/>
          <p:cNvSpPr txBox="1">
            <a:spLocks/>
          </p:cNvSpPr>
          <p:nvPr/>
        </p:nvSpPr>
        <p:spPr>
          <a:xfrm>
            <a:off x="460738" y="702458"/>
            <a:ext cx="8229600" cy="501216"/>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defTabSz="914400" rtl="0" eaLnBrk="1" latinLnBrk="0" hangingPunct="1">
              <a:spcBef>
                <a:spcPct val="0"/>
              </a:spcBef>
              <a:buNone/>
              <a:defRPr lang="en-GB" sz="2400" b="1" kern="1200" dirty="0">
                <a:solidFill>
                  <a:srgbClr val="003C5A"/>
                </a:solidFill>
                <a:latin typeface="Arial"/>
                <a:ea typeface="+mj-ea"/>
                <a:cs typeface="Arial"/>
              </a:defRPr>
            </a:lvl1pPr>
          </a:lstStyle>
          <a:p>
            <a:pPr algn="ctr"/>
            <a:r>
              <a:rPr lang="en-US" sz="2000" dirty="0" smtClean="0"/>
              <a:t>(RUEC)</a:t>
            </a:r>
          </a:p>
        </p:txBody>
      </p:sp>
    </p:spTree>
    <p:extLst>
      <p:ext uri="{BB962C8B-B14F-4D97-AF65-F5344CB8AC3E}">
        <p14:creationId xmlns:p14="http://schemas.microsoft.com/office/powerpoint/2010/main" val="33506487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8288" y="818707"/>
            <a:ext cx="8229600" cy="4847155"/>
          </a:xfrm>
        </p:spPr>
        <p:txBody>
          <a:bodyPr/>
          <a:lstStyle/>
          <a:p>
            <a:pPr marL="342900" indent="-342900">
              <a:buChar char="•"/>
            </a:pPr>
            <a:r>
              <a:rPr lang="en-US" b="0" dirty="0" smtClean="0"/>
              <a:t>No definition has been agreed on the term Assured Access as it typically refers to access from a security perspective and not to contracts.  </a:t>
            </a:r>
          </a:p>
          <a:p>
            <a:pPr marL="342900" indent="-342900">
              <a:buChar char="•"/>
            </a:pPr>
            <a:r>
              <a:rPr lang="en-US" b="0" dirty="0" smtClean="0"/>
              <a:t>It has become a common descriptive term describing the desired effect of a contract whereas it is not a type of contract.</a:t>
            </a:r>
          </a:p>
          <a:p>
            <a:pPr marL="342900" indent="-342900">
              <a:buChar char="•"/>
            </a:pPr>
            <a:endParaRPr lang="en-US" i="1" dirty="0" smtClean="0"/>
          </a:p>
          <a:p>
            <a:pPr algn="ctr"/>
            <a:r>
              <a:rPr lang="en-US" i="1" dirty="0" smtClean="0"/>
              <a:t>“A contract that </a:t>
            </a:r>
            <a:r>
              <a:rPr lang="en-US" i="1" dirty="0" smtClean="0">
                <a:solidFill>
                  <a:srgbClr val="FF0000"/>
                </a:solidFill>
              </a:rPr>
              <a:t>provides assured access to a service </a:t>
            </a:r>
            <a:r>
              <a:rPr lang="en-US" i="1" dirty="0" smtClean="0"/>
              <a:t>to be provided by the contractor during a defined period of time and at agreed terms, conditions and prices.  For assuring the availability of a service if and when needed, </a:t>
            </a:r>
            <a:r>
              <a:rPr lang="en-US" i="1" dirty="0" smtClean="0">
                <a:solidFill>
                  <a:srgbClr val="FF0000"/>
                </a:solidFill>
              </a:rPr>
              <a:t>the customer agrees to pay a fee to the contractor irrespective of whether or not the service is activated</a:t>
            </a:r>
            <a:r>
              <a:rPr lang="en-US" i="1" dirty="0" smtClean="0"/>
              <a:t>”</a:t>
            </a:r>
            <a:endParaRPr lang="en-GB" i="1" dirty="0"/>
          </a:p>
        </p:txBody>
      </p:sp>
      <p:sp>
        <p:nvSpPr>
          <p:cNvPr id="4" name="Footer Placeholder 3"/>
          <p:cNvSpPr>
            <a:spLocks noGrp="1"/>
          </p:cNvSpPr>
          <p:nvPr>
            <p:ph type="ftr" sz="quarter" idx="3"/>
          </p:nvPr>
        </p:nvSpPr>
        <p:spPr>
          <a:xfrm>
            <a:off x="2895467" y="6235030"/>
            <a:ext cx="3353065" cy="688258"/>
          </a:xfrm>
        </p:spPr>
        <p:txBody>
          <a:bodyPr/>
          <a:lstStyle/>
          <a:p>
            <a:r>
              <a:rPr lang="de-DE" dirty="0" smtClean="0"/>
              <a:t>NATO UNCLASSIFIED</a:t>
            </a:r>
            <a:endParaRPr lang="de-DE" dirty="0"/>
          </a:p>
        </p:txBody>
      </p:sp>
      <p:sp>
        <p:nvSpPr>
          <p:cNvPr id="5" name="Slide Number Placeholder 4"/>
          <p:cNvSpPr>
            <a:spLocks noGrp="1"/>
          </p:cNvSpPr>
          <p:nvPr>
            <p:ph type="sldNum" sz="quarter" idx="4"/>
          </p:nvPr>
        </p:nvSpPr>
        <p:spPr>
          <a:xfrm>
            <a:off x="6938967" y="6410415"/>
            <a:ext cx="738203" cy="365125"/>
          </a:xfrm>
        </p:spPr>
        <p:txBody>
          <a:bodyPr/>
          <a:lstStyle/>
          <a:p>
            <a:r>
              <a:rPr lang="en-GB" smtClean="0"/>
              <a:t>| Slide </a:t>
            </a:r>
            <a:fld id="{AC1C9A27-5D71-496E-AC2B-58C1CA833928}" type="slidenum">
              <a:rPr lang="en-GB" smtClean="0"/>
              <a:pPr/>
              <a:t>27</a:t>
            </a:fld>
            <a:endParaRPr lang="en-GB" dirty="0"/>
          </a:p>
        </p:txBody>
      </p:sp>
      <p:sp>
        <p:nvSpPr>
          <p:cNvPr id="7" name="Title 1"/>
          <p:cNvSpPr txBox="1">
            <a:spLocks/>
          </p:cNvSpPr>
          <p:nvPr/>
        </p:nvSpPr>
        <p:spPr>
          <a:xfrm>
            <a:off x="457200" y="273600"/>
            <a:ext cx="8229600" cy="7488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defTabSz="914400" rtl="0" eaLnBrk="1" latinLnBrk="0" hangingPunct="1">
              <a:spcBef>
                <a:spcPct val="0"/>
              </a:spcBef>
              <a:buNone/>
              <a:defRPr lang="en-GB" sz="2400" b="1" kern="1200" dirty="0">
                <a:solidFill>
                  <a:srgbClr val="003C5A"/>
                </a:solidFill>
                <a:latin typeface="Arial"/>
                <a:ea typeface="+mj-ea"/>
                <a:cs typeface="Arial"/>
              </a:defRPr>
            </a:lvl1pPr>
          </a:lstStyle>
          <a:p>
            <a:pPr algn="ctr"/>
            <a:r>
              <a:rPr lang="en-US" dirty="0" smtClean="0"/>
              <a:t>- Assured Access Contracts -</a:t>
            </a:r>
            <a:endParaRPr lang="en-US" sz="400" dirty="0" smtClean="0"/>
          </a:p>
        </p:txBody>
      </p:sp>
    </p:spTree>
    <p:extLst>
      <p:ext uri="{BB962C8B-B14F-4D97-AF65-F5344CB8AC3E}">
        <p14:creationId xmlns:p14="http://schemas.microsoft.com/office/powerpoint/2010/main" val="420577141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a:spLocks noChangeArrowheads="1"/>
          </p:cNvSpPr>
          <p:nvPr/>
        </p:nvSpPr>
        <p:spPr bwMode="auto">
          <a:xfrm>
            <a:off x="539552" y="188913"/>
            <a:ext cx="79616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eaLnBrk="1" fontAlgn="base" hangingPunct="1">
              <a:spcBef>
                <a:spcPct val="0"/>
              </a:spcBef>
              <a:spcAft>
                <a:spcPct val="0"/>
              </a:spcAft>
            </a:pPr>
            <a:r>
              <a:rPr lang="en-GB" altLang="en-US" b="1" dirty="0" smtClean="0">
                <a:solidFill>
                  <a:schemeClr val="tx2"/>
                </a:solidFill>
              </a:rPr>
              <a:t>Challenge - Rapidly Usable </a:t>
            </a:r>
            <a:r>
              <a:rPr lang="en-GB" altLang="en-US" b="1" dirty="0">
                <a:solidFill>
                  <a:schemeClr val="tx2"/>
                </a:solidFill>
              </a:rPr>
              <a:t>Enabling Contracts</a:t>
            </a:r>
          </a:p>
        </p:txBody>
      </p:sp>
      <p:sp>
        <p:nvSpPr>
          <p:cNvPr id="27" name="Freeform 26"/>
          <p:cNvSpPr/>
          <p:nvPr/>
        </p:nvSpPr>
        <p:spPr bwMode="auto">
          <a:xfrm rot="4153762">
            <a:off x="1436289" y="1127864"/>
            <a:ext cx="6371790" cy="4604152"/>
          </a:xfrm>
          <a:custGeom>
            <a:avLst/>
            <a:gdLst>
              <a:gd name="connsiteX0" fmla="*/ 0 w 6667500"/>
              <a:gd name="connsiteY0" fmla="*/ 4592320 h 4592320"/>
              <a:gd name="connsiteX1" fmla="*/ 2407920 w 6667500"/>
              <a:gd name="connsiteY1" fmla="*/ 4150360 h 4592320"/>
              <a:gd name="connsiteX2" fmla="*/ 4328160 w 6667500"/>
              <a:gd name="connsiteY2" fmla="*/ 3205480 h 4592320"/>
              <a:gd name="connsiteX3" fmla="*/ 5654040 w 6667500"/>
              <a:gd name="connsiteY3" fmla="*/ 1894840 h 4592320"/>
              <a:gd name="connsiteX4" fmla="*/ 6492240 w 6667500"/>
              <a:gd name="connsiteY4" fmla="*/ 355600 h 4592320"/>
              <a:gd name="connsiteX5" fmla="*/ 6644640 w 6667500"/>
              <a:gd name="connsiteY5" fmla="*/ 50800 h 4592320"/>
              <a:gd name="connsiteX6" fmla="*/ 6629400 w 6667500"/>
              <a:gd name="connsiteY6" fmla="*/ 50800 h 459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67500" h="4592320">
                <a:moveTo>
                  <a:pt x="0" y="4592320"/>
                </a:moveTo>
                <a:cubicBezTo>
                  <a:pt x="843280" y="4486910"/>
                  <a:pt x="1686560" y="4381500"/>
                  <a:pt x="2407920" y="4150360"/>
                </a:cubicBezTo>
                <a:cubicBezTo>
                  <a:pt x="3129280" y="3919220"/>
                  <a:pt x="3787140" y="3581400"/>
                  <a:pt x="4328160" y="3205480"/>
                </a:cubicBezTo>
                <a:cubicBezTo>
                  <a:pt x="4869180" y="2829560"/>
                  <a:pt x="5293360" y="2369820"/>
                  <a:pt x="5654040" y="1894840"/>
                </a:cubicBezTo>
                <a:cubicBezTo>
                  <a:pt x="6014720" y="1419860"/>
                  <a:pt x="6327140" y="662940"/>
                  <a:pt x="6492240" y="355600"/>
                </a:cubicBezTo>
                <a:cubicBezTo>
                  <a:pt x="6657340" y="48260"/>
                  <a:pt x="6621780" y="101600"/>
                  <a:pt x="6644640" y="50800"/>
                </a:cubicBezTo>
                <a:cubicBezTo>
                  <a:pt x="6667500" y="0"/>
                  <a:pt x="6629400" y="50800"/>
                  <a:pt x="6629400" y="50800"/>
                </a:cubicBezTo>
              </a:path>
            </a:pathLst>
          </a:custGeom>
          <a:noFill/>
          <a:ln w="25400" cap="flat" cmpd="sng" algn="ctr">
            <a:solidFill>
              <a:srgbClr val="FF0000"/>
            </a:solidFill>
            <a:prstDash val="solid"/>
            <a:round/>
            <a:headEnd type="none" w="sm" len="sm"/>
            <a:tailEnd type="none" w="sm" len="sm"/>
          </a:ln>
          <a:effectLst/>
        </p:spPr>
        <p:txBody>
          <a:bodyPr/>
          <a:lstStyle/>
          <a:p>
            <a:pPr eaLnBrk="0" fontAlgn="base" hangingPunct="0">
              <a:spcBef>
                <a:spcPct val="0"/>
              </a:spcBef>
              <a:spcAft>
                <a:spcPct val="0"/>
              </a:spcAft>
              <a:defRPr/>
            </a:pPr>
            <a:endParaRPr lang="en-US" sz="3200">
              <a:solidFill>
                <a:srgbClr val="FF0000"/>
              </a:solidFill>
            </a:endParaRPr>
          </a:p>
        </p:txBody>
      </p:sp>
      <p:grpSp>
        <p:nvGrpSpPr>
          <p:cNvPr id="5" name="Group 4"/>
          <p:cNvGrpSpPr/>
          <p:nvPr/>
        </p:nvGrpSpPr>
        <p:grpSpPr>
          <a:xfrm>
            <a:off x="1323913" y="1005876"/>
            <a:ext cx="7064437" cy="4616450"/>
            <a:chOff x="1323913" y="1268413"/>
            <a:chExt cx="7064437" cy="4616450"/>
          </a:xfrm>
        </p:grpSpPr>
        <p:cxnSp>
          <p:nvCxnSpPr>
            <p:cNvPr id="47107" name="Straight Arrow Connector 4"/>
            <p:cNvCxnSpPr>
              <a:cxnSpLocks noChangeShapeType="1"/>
            </p:cNvCxnSpPr>
            <p:nvPr/>
          </p:nvCxnSpPr>
          <p:spPr bwMode="auto">
            <a:xfrm>
              <a:off x="1331913" y="5876925"/>
              <a:ext cx="7056437" cy="0"/>
            </a:xfrm>
            <a:prstGeom prst="straightConnector1">
              <a:avLst/>
            </a:prstGeom>
            <a:noFill/>
            <a:ln w="3175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cxnSp>
          <p:nvCxnSpPr>
            <p:cNvPr id="47108" name="Straight Arrow Connector 6"/>
            <p:cNvCxnSpPr>
              <a:cxnSpLocks noChangeShapeType="1"/>
            </p:cNvCxnSpPr>
            <p:nvPr/>
          </p:nvCxnSpPr>
          <p:spPr bwMode="auto">
            <a:xfrm flipH="1" flipV="1">
              <a:off x="1323913" y="1268413"/>
              <a:ext cx="7937" cy="4616450"/>
            </a:xfrm>
            <a:prstGeom prst="straightConnector1">
              <a:avLst/>
            </a:prstGeom>
            <a:noFill/>
            <a:ln w="31750" algn="ctr">
              <a:solidFill>
                <a:schemeClr val="tx1"/>
              </a:solidFill>
              <a:round/>
              <a:headEnd type="none" w="sm" len="sm"/>
              <a:tailEnd type="arrow" w="med" len="med"/>
            </a:ln>
            <a:extLst>
              <a:ext uri="{909E8E84-426E-40DD-AFC4-6F175D3DCCD1}">
                <a14:hiddenFill xmlns:a14="http://schemas.microsoft.com/office/drawing/2010/main">
                  <a:noFill/>
                </a14:hiddenFill>
              </a:ext>
            </a:extLst>
          </p:spPr>
        </p:cxnSp>
        <p:sp>
          <p:nvSpPr>
            <p:cNvPr id="28" name="TextBox 27"/>
            <p:cNvSpPr txBox="1"/>
            <p:nvPr/>
          </p:nvSpPr>
          <p:spPr>
            <a:xfrm>
              <a:off x="6695732" y="5144852"/>
              <a:ext cx="1638300" cy="523875"/>
            </a:xfrm>
            <a:prstGeom prst="rect">
              <a:avLst/>
            </a:prstGeom>
            <a:noFill/>
          </p:spPr>
          <p:txBody>
            <a:bodyPr wrap="none">
              <a:spAutoFit/>
            </a:bodyPr>
            <a:lstStyle/>
            <a:p>
              <a:pPr fontAlgn="base">
                <a:spcBef>
                  <a:spcPct val="0"/>
                </a:spcBef>
                <a:spcAft>
                  <a:spcPct val="0"/>
                </a:spcAft>
                <a:defRPr/>
              </a:pPr>
              <a:r>
                <a:rPr lang="en-US" sz="1400" dirty="0">
                  <a:solidFill>
                    <a:srgbClr val="000000"/>
                  </a:solidFill>
                  <a:effectLst>
                    <a:outerShdw blurRad="38100" dist="38100" dir="2700000" algn="tl">
                      <a:srgbClr val="000000">
                        <a:alpha val="43137"/>
                      </a:srgbClr>
                    </a:outerShdw>
                  </a:effectLst>
                </a:rPr>
                <a:t>Basic Contractual </a:t>
              </a:r>
            </a:p>
            <a:p>
              <a:pPr fontAlgn="base">
                <a:spcBef>
                  <a:spcPct val="0"/>
                </a:spcBef>
                <a:spcAft>
                  <a:spcPct val="0"/>
                </a:spcAft>
                <a:defRPr/>
              </a:pPr>
              <a:r>
                <a:rPr lang="en-US" sz="1400" dirty="0">
                  <a:solidFill>
                    <a:srgbClr val="000000"/>
                  </a:solidFill>
                  <a:effectLst>
                    <a:outerShdw blurRad="38100" dist="38100" dir="2700000" algn="tl">
                      <a:srgbClr val="000000">
                        <a:alpha val="43137"/>
                      </a:srgbClr>
                    </a:outerShdw>
                  </a:effectLst>
                </a:rPr>
                <a:t>Instruments</a:t>
              </a:r>
            </a:p>
          </p:txBody>
        </p:sp>
        <p:sp>
          <p:nvSpPr>
            <p:cNvPr id="29" name="TextBox 28"/>
            <p:cNvSpPr txBox="1"/>
            <p:nvPr/>
          </p:nvSpPr>
          <p:spPr>
            <a:xfrm>
              <a:off x="4387249" y="4223289"/>
              <a:ext cx="1487487" cy="738188"/>
            </a:xfrm>
            <a:prstGeom prst="rect">
              <a:avLst/>
            </a:prstGeom>
            <a:noFill/>
          </p:spPr>
          <p:txBody>
            <a:bodyPr>
              <a:spAutoFit/>
            </a:bodyPr>
            <a:lstStyle/>
            <a:p>
              <a:pPr fontAlgn="base">
                <a:spcBef>
                  <a:spcPct val="0"/>
                </a:spcBef>
                <a:spcAft>
                  <a:spcPct val="0"/>
                </a:spcAft>
                <a:defRPr/>
              </a:pPr>
              <a:r>
                <a:rPr lang="en-US" sz="1400" dirty="0">
                  <a:solidFill>
                    <a:srgbClr val="000000"/>
                  </a:solidFill>
                  <a:effectLst>
                    <a:outerShdw blurRad="38100" dist="38100" dir="2700000" algn="tl">
                      <a:srgbClr val="000000">
                        <a:alpha val="43137"/>
                      </a:srgbClr>
                    </a:outerShdw>
                  </a:effectLst>
                </a:rPr>
                <a:t>Basic Ordering  </a:t>
              </a:r>
            </a:p>
            <a:p>
              <a:pPr fontAlgn="base">
                <a:spcBef>
                  <a:spcPct val="0"/>
                </a:spcBef>
                <a:spcAft>
                  <a:spcPct val="0"/>
                </a:spcAft>
                <a:defRPr/>
              </a:pPr>
              <a:r>
                <a:rPr lang="en-US" sz="1400" dirty="0">
                  <a:solidFill>
                    <a:srgbClr val="000000"/>
                  </a:solidFill>
                  <a:effectLst>
                    <a:outerShdw blurRad="38100" dist="38100" dir="2700000" algn="tl">
                      <a:srgbClr val="000000">
                        <a:alpha val="43137"/>
                      </a:srgbClr>
                    </a:outerShdw>
                  </a:effectLst>
                </a:rPr>
                <a:t>Agreements </a:t>
              </a:r>
            </a:p>
            <a:p>
              <a:pPr fontAlgn="base">
                <a:spcBef>
                  <a:spcPct val="0"/>
                </a:spcBef>
                <a:spcAft>
                  <a:spcPct val="0"/>
                </a:spcAft>
                <a:defRPr/>
              </a:pPr>
              <a:r>
                <a:rPr lang="en-US" sz="1400" dirty="0">
                  <a:solidFill>
                    <a:srgbClr val="000000"/>
                  </a:solidFill>
                  <a:effectLst>
                    <a:outerShdw blurRad="38100" dist="38100" dir="2700000" algn="tl">
                      <a:srgbClr val="000000">
                        <a:alpha val="43137"/>
                      </a:srgbClr>
                    </a:outerShdw>
                  </a:effectLst>
                </a:rPr>
                <a:t>w/ minimum  </a:t>
              </a:r>
            </a:p>
          </p:txBody>
        </p:sp>
        <p:sp>
          <p:nvSpPr>
            <p:cNvPr id="30" name="TextBox 29"/>
            <p:cNvSpPr txBox="1"/>
            <p:nvPr/>
          </p:nvSpPr>
          <p:spPr>
            <a:xfrm>
              <a:off x="2668605" y="2879508"/>
              <a:ext cx="1577975" cy="522288"/>
            </a:xfrm>
            <a:prstGeom prst="rect">
              <a:avLst/>
            </a:prstGeom>
            <a:noFill/>
          </p:spPr>
          <p:txBody>
            <a:bodyPr wrap="none">
              <a:spAutoFit/>
            </a:bodyPr>
            <a:lstStyle/>
            <a:p>
              <a:pPr fontAlgn="base">
                <a:spcBef>
                  <a:spcPct val="0"/>
                </a:spcBef>
                <a:spcAft>
                  <a:spcPct val="0"/>
                </a:spcAft>
                <a:defRPr/>
              </a:pPr>
              <a:r>
                <a:rPr lang="en-US" sz="1400" dirty="0">
                  <a:solidFill>
                    <a:srgbClr val="000000"/>
                  </a:solidFill>
                  <a:effectLst>
                    <a:outerShdw blurRad="38100" dist="38100" dir="2700000" algn="tl">
                      <a:srgbClr val="000000">
                        <a:alpha val="43137"/>
                      </a:srgbClr>
                    </a:outerShdw>
                  </a:effectLst>
                </a:rPr>
                <a:t>Limited Assured </a:t>
              </a:r>
            </a:p>
            <a:p>
              <a:pPr fontAlgn="base">
                <a:spcBef>
                  <a:spcPct val="0"/>
                </a:spcBef>
                <a:spcAft>
                  <a:spcPct val="0"/>
                </a:spcAft>
                <a:defRPr/>
              </a:pPr>
              <a:r>
                <a:rPr lang="en-US" sz="1400" dirty="0">
                  <a:solidFill>
                    <a:srgbClr val="000000"/>
                  </a:solidFill>
                  <a:effectLst>
                    <a:outerShdw blurRad="38100" dist="38100" dir="2700000" algn="tl">
                      <a:srgbClr val="000000">
                        <a:alpha val="43137"/>
                      </a:srgbClr>
                    </a:outerShdw>
                  </a:effectLst>
                </a:rPr>
                <a:t>Access Contracts</a:t>
              </a:r>
            </a:p>
          </p:txBody>
        </p:sp>
        <p:sp>
          <p:nvSpPr>
            <p:cNvPr id="31" name="TextBox 30"/>
            <p:cNvSpPr txBox="1"/>
            <p:nvPr/>
          </p:nvSpPr>
          <p:spPr>
            <a:xfrm>
              <a:off x="1666797" y="1362011"/>
              <a:ext cx="1579278" cy="523220"/>
            </a:xfrm>
            <a:prstGeom prst="rect">
              <a:avLst/>
            </a:prstGeom>
            <a:noFill/>
          </p:spPr>
          <p:txBody>
            <a:bodyPr wrap="none">
              <a:spAutoFit/>
            </a:bodyPr>
            <a:lstStyle/>
            <a:p>
              <a:pPr fontAlgn="base">
                <a:spcBef>
                  <a:spcPct val="0"/>
                </a:spcBef>
                <a:spcAft>
                  <a:spcPct val="0"/>
                </a:spcAft>
                <a:defRPr/>
              </a:pPr>
              <a:r>
                <a:rPr lang="en-US" sz="1400" dirty="0" smtClean="0">
                  <a:solidFill>
                    <a:srgbClr val="000000"/>
                  </a:solidFill>
                  <a:effectLst>
                    <a:outerShdw blurRad="38100" dist="38100" dir="2700000" algn="tl">
                      <a:srgbClr val="000000">
                        <a:alpha val="43137"/>
                      </a:srgbClr>
                    </a:outerShdw>
                  </a:effectLst>
                </a:rPr>
                <a:t>Full </a:t>
              </a:r>
              <a:r>
                <a:rPr lang="en-US" sz="1400" dirty="0">
                  <a:solidFill>
                    <a:srgbClr val="000000"/>
                  </a:solidFill>
                  <a:effectLst>
                    <a:outerShdw blurRad="38100" dist="38100" dir="2700000" algn="tl">
                      <a:srgbClr val="000000">
                        <a:alpha val="43137"/>
                      </a:srgbClr>
                    </a:outerShdw>
                  </a:effectLst>
                </a:rPr>
                <a:t>Assured </a:t>
              </a:r>
            </a:p>
            <a:p>
              <a:pPr fontAlgn="base">
                <a:spcBef>
                  <a:spcPct val="0"/>
                </a:spcBef>
                <a:spcAft>
                  <a:spcPct val="0"/>
                </a:spcAft>
                <a:defRPr/>
              </a:pPr>
              <a:r>
                <a:rPr lang="en-US" sz="1400" dirty="0">
                  <a:solidFill>
                    <a:srgbClr val="000000"/>
                  </a:solidFill>
                  <a:effectLst>
                    <a:outerShdw blurRad="38100" dist="38100" dir="2700000" algn="tl">
                      <a:srgbClr val="000000">
                        <a:alpha val="43137"/>
                      </a:srgbClr>
                    </a:outerShdw>
                  </a:effectLst>
                </a:rPr>
                <a:t>Access Contracts</a:t>
              </a:r>
            </a:p>
          </p:txBody>
        </p:sp>
      </p:grpSp>
      <p:sp>
        <p:nvSpPr>
          <p:cNvPr id="32" name="TextBox 31"/>
          <p:cNvSpPr txBox="1"/>
          <p:nvPr/>
        </p:nvSpPr>
        <p:spPr>
          <a:xfrm>
            <a:off x="3563938" y="5714572"/>
            <a:ext cx="1329210" cy="461665"/>
          </a:xfrm>
          <a:prstGeom prst="rect">
            <a:avLst/>
          </a:prstGeom>
          <a:noFill/>
        </p:spPr>
        <p:txBody>
          <a:bodyPr wrap="none">
            <a:spAutoFit/>
          </a:bodyPr>
          <a:lstStyle/>
          <a:p>
            <a:pPr fontAlgn="base">
              <a:spcBef>
                <a:spcPct val="0"/>
              </a:spcBef>
              <a:spcAft>
                <a:spcPct val="0"/>
              </a:spcAft>
              <a:defRPr/>
            </a:pPr>
            <a:r>
              <a:rPr lang="en-US" sz="2400" dirty="0" smtClean="0">
                <a:solidFill>
                  <a:srgbClr val="000000"/>
                </a:solidFill>
                <a:effectLst>
                  <a:outerShdw blurRad="38100" dist="38100" dir="2700000" algn="tl">
                    <a:srgbClr val="000000">
                      <a:alpha val="43137"/>
                    </a:srgbClr>
                  </a:outerShdw>
                </a:effectLst>
              </a:rPr>
              <a:t> -  Time +</a:t>
            </a:r>
            <a:endParaRPr lang="en-US" sz="2400" dirty="0">
              <a:solidFill>
                <a:srgbClr val="000000"/>
              </a:solidFill>
              <a:effectLst>
                <a:outerShdw blurRad="38100" dist="38100" dir="2700000" algn="tl">
                  <a:srgbClr val="000000">
                    <a:alpha val="43137"/>
                  </a:srgbClr>
                </a:outerShdw>
              </a:effectLst>
            </a:endParaRPr>
          </a:p>
        </p:txBody>
      </p:sp>
      <p:sp>
        <p:nvSpPr>
          <p:cNvPr id="33" name="TextBox 32"/>
          <p:cNvSpPr txBox="1"/>
          <p:nvPr/>
        </p:nvSpPr>
        <p:spPr>
          <a:xfrm>
            <a:off x="495857" y="2794645"/>
            <a:ext cx="729430" cy="1200329"/>
          </a:xfrm>
          <a:prstGeom prst="rect">
            <a:avLst/>
          </a:prstGeom>
          <a:noFill/>
        </p:spPr>
        <p:txBody>
          <a:bodyPr wrap="none">
            <a:spAutoFit/>
          </a:bodyPr>
          <a:lstStyle/>
          <a:p>
            <a:pPr algn="ctr" fontAlgn="base">
              <a:spcBef>
                <a:spcPct val="0"/>
              </a:spcBef>
              <a:spcAft>
                <a:spcPct val="0"/>
              </a:spcAft>
              <a:defRPr/>
            </a:pPr>
            <a:r>
              <a:rPr lang="en-US" sz="2400" dirty="0" smtClean="0">
                <a:solidFill>
                  <a:srgbClr val="000000"/>
                </a:solidFill>
                <a:effectLst>
                  <a:outerShdw blurRad="38100" dist="38100" dir="2700000" algn="tl">
                    <a:srgbClr val="000000">
                      <a:alpha val="43137"/>
                    </a:srgbClr>
                  </a:outerShdw>
                </a:effectLst>
              </a:rPr>
              <a:t>+</a:t>
            </a:r>
          </a:p>
          <a:p>
            <a:pPr algn="ctr" fontAlgn="base">
              <a:spcBef>
                <a:spcPct val="0"/>
              </a:spcBef>
              <a:spcAft>
                <a:spcPct val="0"/>
              </a:spcAft>
              <a:defRPr/>
            </a:pPr>
            <a:r>
              <a:rPr lang="en-US" sz="2400" dirty="0" smtClean="0">
                <a:solidFill>
                  <a:srgbClr val="000000"/>
                </a:solidFill>
                <a:effectLst>
                  <a:outerShdw blurRad="38100" dist="38100" dir="2700000" algn="tl">
                    <a:srgbClr val="000000">
                      <a:alpha val="43137"/>
                    </a:srgbClr>
                  </a:outerShdw>
                </a:effectLst>
              </a:rPr>
              <a:t>Cost</a:t>
            </a:r>
          </a:p>
          <a:p>
            <a:pPr algn="ctr" fontAlgn="base">
              <a:spcBef>
                <a:spcPct val="0"/>
              </a:spcBef>
              <a:spcAft>
                <a:spcPct val="0"/>
              </a:spcAft>
              <a:defRPr/>
            </a:pPr>
            <a:r>
              <a:rPr lang="en-US" sz="2400" dirty="0">
                <a:solidFill>
                  <a:srgbClr val="000000"/>
                </a:solidFill>
                <a:effectLst>
                  <a:outerShdw blurRad="38100" dist="38100" dir="2700000" algn="tl">
                    <a:srgbClr val="000000">
                      <a:alpha val="43137"/>
                    </a:srgbClr>
                  </a:outerShdw>
                </a:effectLst>
              </a:rPr>
              <a:t>-</a:t>
            </a:r>
          </a:p>
        </p:txBody>
      </p:sp>
      <p:sp>
        <p:nvSpPr>
          <p:cNvPr id="15" name="Footer Placeholder 3"/>
          <p:cNvSpPr>
            <a:spLocks noGrp="1"/>
          </p:cNvSpPr>
          <p:nvPr>
            <p:ph type="ftr" sz="quarter" idx="3"/>
          </p:nvPr>
        </p:nvSpPr>
        <p:spPr>
          <a:xfrm>
            <a:off x="2895467" y="6235030"/>
            <a:ext cx="3353065" cy="527105"/>
          </a:xfrm>
        </p:spPr>
        <p:txBody>
          <a:bodyPr/>
          <a:lstStyle/>
          <a:p>
            <a:r>
              <a:rPr lang="de-DE" dirty="0" smtClean="0"/>
              <a:t>NATO UNCLASSIFIED</a:t>
            </a:r>
            <a:endParaRPr lang="de-DE" dirty="0"/>
          </a:p>
        </p:txBody>
      </p:sp>
      <p:sp>
        <p:nvSpPr>
          <p:cNvPr id="2" name="TextBox 1"/>
          <p:cNvSpPr txBox="1"/>
          <p:nvPr/>
        </p:nvSpPr>
        <p:spPr>
          <a:xfrm>
            <a:off x="5449529" y="1361084"/>
            <a:ext cx="2616550" cy="830997"/>
          </a:xfrm>
          <a:prstGeom prst="rect">
            <a:avLst/>
          </a:prstGeom>
          <a:solidFill>
            <a:schemeClr val="accent1"/>
          </a:solidFill>
          <a:scene3d>
            <a:camera prst="orthographicFront"/>
            <a:lightRig rig="threePt" dir="t"/>
          </a:scene3d>
          <a:sp3d>
            <a:bevelT/>
          </a:sp3d>
        </p:spPr>
        <p:txBody>
          <a:bodyPr wrap="none" rtlCol="0">
            <a:spAutoFit/>
          </a:bodyPr>
          <a:lstStyle/>
          <a:p>
            <a:r>
              <a:rPr lang="en-US" sz="2400" b="1" dirty="0" smtClean="0">
                <a:solidFill>
                  <a:srgbClr val="FF0000"/>
                </a:solidFill>
              </a:rPr>
              <a:t>No magic moves </a:t>
            </a:r>
          </a:p>
          <a:p>
            <a:r>
              <a:rPr lang="en-US" sz="2400" b="1" dirty="0" smtClean="0">
                <a:solidFill>
                  <a:srgbClr val="FF0000"/>
                </a:solidFill>
              </a:rPr>
              <a:t>No magic contracts</a:t>
            </a:r>
            <a:endParaRPr lang="en-US" sz="2400" b="1" dirty="0">
              <a:solidFill>
                <a:srgbClr val="FF0000"/>
              </a:solidFill>
            </a:endParaRPr>
          </a:p>
        </p:txBody>
      </p:sp>
      <p:sp>
        <p:nvSpPr>
          <p:cNvPr id="16"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28</a:t>
            </a:fld>
            <a:endParaRPr lang="en-GB" dirty="0"/>
          </a:p>
        </p:txBody>
      </p:sp>
    </p:spTree>
    <p:extLst>
      <p:ext uri="{BB962C8B-B14F-4D97-AF65-F5344CB8AC3E}">
        <p14:creationId xmlns:p14="http://schemas.microsoft.com/office/powerpoint/2010/main" val="23819718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8288" y="818707"/>
            <a:ext cx="8229600" cy="4847155"/>
          </a:xfrm>
        </p:spPr>
        <p:txBody>
          <a:bodyPr/>
          <a:lstStyle/>
          <a:p>
            <a:pPr marL="342900" indent="-342900">
              <a:buChar char="•"/>
            </a:pPr>
            <a:r>
              <a:rPr lang="en-US" b="0" dirty="0" smtClean="0"/>
              <a:t>Sustainment normally means transition to commercial support as the security environment improves </a:t>
            </a:r>
          </a:p>
          <a:p>
            <a:pPr marL="1009650" lvl="2" indent="-285750">
              <a:buFont typeface="Arial" panose="020B0604020202020204" pitchFamily="34" charset="0"/>
              <a:buChar char="•"/>
            </a:pPr>
            <a:r>
              <a:rPr lang="en-US" b="0" dirty="0" smtClean="0"/>
              <a:t>same process for outsourcing (MMR, eligibility)</a:t>
            </a:r>
          </a:p>
          <a:p>
            <a:pPr marL="1009650" lvl="2" indent="-285750">
              <a:buFont typeface="Arial" panose="020B0604020202020204" pitchFamily="34" charset="0"/>
              <a:buChar char="•"/>
            </a:pPr>
            <a:r>
              <a:rPr lang="en-US" dirty="0" smtClean="0"/>
              <a:t>Sourcing (business case options)</a:t>
            </a:r>
            <a:endParaRPr lang="en-US" b="0" dirty="0" smtClean="0"/>
          </a:p>
          <a:p>
            <a:pPr marL="342900" indent="-342900">
              <a:buChar char="•"/>
            </a:pPr>
            <a:endParaRPr lang="en-US" b="0" dirty="0" smtClean="0"/>
          </a:p>
          <a:p>
            <a:pPr marL="342900" indent="-342900">
              <a:buChar char="•"/>
            </a:pPr>
            <a:r>
              <a:rPr lang="en-US" b="0" dirty="0" smtClean="0"/>
              <a:t>Transition to different mission considerations - Host Nation status…</a:t>
            </a:r>
          </a:p>
          <a:p>
            <a:pPr marL="342900" indent="-342900">
              <a:buChar char="•"/>
            </a:pPr>
            <a:endParaRPr lang="en-US" b="0" dirty="0" smtClean="0"/>
          </a:p>
          <a:p>
            <a:pPr marL="342900" indent="-342900">
              <a:buChar char="•"/>
            </a:pPr>
            <a:r>
              <a:rPr lang="en-US" b="0" dirty="0" smtClean="0"/>
              <a:t>End of Mission – Contract work continues after end of mission</a:t>
            </a:r>
          </a:p>
        </p:txBody>
      </p:sp>
      <p:sp>
        <p:nvSpPr>
          <p:cNvPr id="4" name="Footer Placeholder 3"/>
          <p:cNvSpPr>
            <a:spLocks noGrp="1"/>
          </p:cNvSpPr>
          <p:nvPr>
            <p:ph type="ftr" sz="quarter" idx="3"/>
          </p:nvPr>
        </p:nvSpPr>
        <p:spPr>
          <a:xfrm>
            <a:off x="2895467" y="6235030"/>
            <a:ext cx="3353065" cy="688258"/>
          </a:xfrm>
        </p:spPr>
        <p:txBody>
          <a:bodyPr/>
          <a:lstStyle/>
          <a:p>
            <a:r>
              <a:rPr lang="de-DE" dirty="0" smtClean="0"/>
              <a:t>NATO UNCLASSIFIED</a:t>
            </a:r>
            <a:endParaRPr lang="de-DE" dirty="0"/>
          </a:p>
        </p:txBody>
      </p:sp>
      <p:sp>
        <p:nvSpPr>
          <p:cNvPr id="5"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29</a:t>
            </a:fld>
            <a:endParaRPr lang="en-GB" dirty="0"/>
          </a:p>
        </p:txBody>
      </p:sp>
      <p:sp>
        <p:nvSpPr>
          <p:cNvPr id="7" name="Title 1"/>
          <p:cNvSpPr txBox="1">
            <a:spLocks/>
          </p:cNvSpPr>
          <p:nvPr/>
        </p:nvSpPr>
        <p:spPr>
          <a:xfrm>
            <a:off x="457200" y="273600"/>
            <a:ext cx="8229600" cy="7488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defTabSz="914400" rtl="0" eaLnBrk="1" latinLnBrk="0" hangingPunct="1">
              <a:spcBef>
                <a:spcPct val="0"/>
              </a:spcBef>
              <a:buNone/>
              <a:defRPr lang="en-GB" sz="2400" b="1" kern="1200" dirty="0">
                <a:solidFill>
                  <a:srgbClr val="003C5A"/>
                </a:solidFill>
                <a:latin typeface="Arial"/>
                <a:ea typeface="+mj-ea"/>
                <a:cs typeface="Arial"/>
              </a:defRPr>
            </a:lvl1pPr>
          </a:lstStyle>
          <a:p>
            <a:pPr algn="ctr"/>
            <a:r>
              <a:rPr lang="en-US" dirty="0" smtClean="0"/>
              <a:t>Sustainment &amp; Redeployment</a:t>
            </a:r>
            <a:endParaRPr lang="en-US" sz="400" dirty="0" smtClean="0"/>
          </a:p>
        </p:txBody>
      </p:sp>
    </p:spTree>
    <p:extLst>
      <p:ext uri="{BB962C8B-B14F-4D97-AF65-F5344CB8AC3E}">
        <p14:creationId xmlns:p14="http://schemas.microsoft.com/office/powerpoint/2010/main" val="3823347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Take Away</a:t>
            </a:r>
            <a:endParaRPr lang="en-US" dirty="0"/>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US" b="0" dirty="0" smtClean="0"/>
              <a:t>30 Nations are sovereign and they make the rules</a:t>
            </a:r>
          </a:p>
          <a:p>
            <a:pPr marL="342900" indent="-342900">
              <a:buFont typeface="Arial" panose="020B0604020202020204" pitchFamily="34" charset="0"/>
              <a:buChar char="•"/>
            </a:pPr>
            <a:r>
              <a:rPr lang="en-US" b="0" dirty="0" smtClean="0"/>
              <a:t>Common funding is not the default solution</a:t>
            </a:r>
          </a:p>
          <a:p>
            <a:pPr marL="342900" indent="-342900">
              <a:buFont typeface="Arial" panose="020B0604020202020204" pitchFamily="34" charset="0"/>
              <a:buChar char="•"/>
            </a:pPr>
            <a:r>
              <a:rPr lang="en-US" b="0" dirty="0" smtClean="0"/>
              <a:t>Eligibility drives common funding</a:t>
            </a:r>
          </a:p>
          <a:p>
            <a:pPr marL="342900" indent="-342900">
              <a:buFont typeface="Arial" panose="020B0604020202020204" pitchFamily="34" charset="0"/>
              <a:buChar char="•"/>
            </a:pPr>
            <a:r>
              <a:rPr lang="en-US" b="0" dirty="0" smtClean="0"/>
              <a:t>Earlier identified the better…</a:t>
            </a:r>
          </a:p>
          <a:p>
            <a:pPr marL="342900" indent="-342900">
              <a:buFont typeface="Arial" panose="020B0604020202020204" pitchFamily="34" charset="0"/>
              <a:buChar char="•"/>
            </a:pPr>
            <a:r>
              <a:rPr lang="en-US" b="0" dirty="0" smtClean="0"/>
              <a:t>Procurement Rules part of Financial Rules </a:t>
            </a:r>
            <a:endParaRPr lang="en-US" b="0" dirty="0"/>
          </a:p>
          <a:p>
            <a:pPr marL="342900" indent="-342900">
              <a:buFont typeface="Arial" panose="020B0604020202020204" pitchFamily="34" charset="0"/>
              <a:buChar char="•"/>
            </a:pPr>
            <a:r>
              <a:rPr lang="en-US" b="0" dirty="0" smtClean="0"/>
              <a:t>Outsourcing – not default and sourcing is an acquisition decision.</a:t>
            </a:r>
          </a:p>
          <a:p>
            <a:pPr marL="342900" indent="-342900">
              <a:buFont typeface="Arial" panose="020B0604020202020204" pitchFamily="34" charset="0"/>
              <a:buChar char="•"/>
            </a:pPr>
            <a:r>
              <a:rPr lang="en-US" b="0" dirty="0" smtClean="0"/>
              <a:t>Agencies – Customer funded, customer accepts all financial implications.</a:t>
            </a:r>
          </a:p>
          <a:p>
            <a:pPr marL="342900" indent="-342900">
              <a:buFont typeface="Arial" panose="020B0604020202020204" pitchFamily="34" charset="0"/>
              <a:buChar char="•"/>
            </a:pPr>
            <a:r>
              <a:rPr lang="en-US" b="0" dirty="0" smtClean="0"/>
              <a:t>Plan for sustainment, redeployment and beyond...</a:t>
            </a:r>
          </a:p>
          <a:p>
            <a:pPr marL="342900" indent="-342900">
              <a:buFont typeface="Arial" panose="020B0604020202020204" pitchFamily="34" charset="0"/>
              <a:buChar char="•"/>
            </a:pPr>
            <a:endParaRPr lang="en-US" b="0" dirty="0"/>
          </a:p>
        </p:txBody>
      </p:sp>
      <p:sp>
        <p:nvSpPr>
          <p:cNvPr id="5" name="Footer Placeholder 3"/>
          <p:cNvSpPr txBox="1">
            <a:spLocks/>
          </p:cNvSpPr>
          <p:nvPr/>
        </p:nvSpPr>
        <p:spPr>
          <a:xfrm>
            <a:off x="2895467" y="6235030"/>
            <a:ext cx="3353065" cy="688258"/>
          </a:xfrm>
          <a:prstGeom prst="rect">
            <a:avLst/>
          </a:prstGeom>
        </p:spPr>
        <p:txBody>
          <a:bodyPr vert="horz" lIns="0" tIns="0" rIns="0" bIns="0" rtlCol="0" anchor="ctr"/>
          <a:lstStyle>
            <a:defPPr>
              <a:defRPr lang="de-DE"/>
            </a:defPPr>
            <a:lvl1pPr marL="0" algn="ctr" defTabSz="457200" rtl="0" eaLnBrk="1" latinLnBrk="0" hangingPunct="1">
              <a:defRPr sz="1200" kern="1200">
                <a:solidFill>
                  <a:srgbClr val="033E5B"/>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de-DE" dirty="0" smtClean="0"/>
              <a:t>NATO UNCLASSIFIED</a:t>
            </a:r>
            <a:endParaRPr lang="de-DE" dirty="0"/>
          </a:p>
        </p:txBody>
      </p:sp>
      <p:sp>
        <p:nvSpPr>
          <p:cNvPr id="6" name="Slide Number Placeholder 4"/>
          <p:cNvSpPr>
            <a:spLocks noGrp="1"/>
          </p:cNvSpPr>
          <p:nvPr>
            <p:ph type="sldNum" sz="quarter" idx="4"/>
          </p:nvPr>
        </p:nvSpPr>
        <p:spPr>
          <a:xfrm>
            <a:off x="6938967" y="6410415"/>
            <a:ext cx="738203" cy="365125"/>
          </a:xfrm>
        </p:spPr>
        <p:txBody>
          <a:bodyPr/>
          <a:lstStyle/>
          <a:p>
            <a:r>
              <a:rPr lang="en-GB" dirty="0" smtClean="0"/>
              <a:t>| Slide </a:t>
            </a:r>
            <a:fld id="{AC1C9A27-5D71-496E-AC2B-58C1CA833928}" type="slidenum">
              <a:rPr lang="en-GB" smtClean="0"/>
              <a:pPr/>
              <a:t>30</a:t>
            </a:fld>
            <a:endParaRPr lang="en-GB" dirty="0"/>
          </a:p>
        </p:txBody>
      </p:sp>
    </p:spTree>
    <p:extLst>
      <p:ext uri="{BB962C8B-B14F-4D97-AF65-F5344CB8AC3E}">
        <p14:creationId xmlns:p14="http://schemas.microsoft.com/office/powerpoint/2010/main" val="291661751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12" descr="isaf02_b0801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Text Box 10"/>
          <p:cNvSpPr txBox="1">
            <a:spLocks noChangeArrowheads="1"/>
          </p:cNvSpPr>
          <p:nvPr/>
        </p:nvSpPr>
        <p:spPr bwMode="auto">
          <a:xfrm>
            <a:off x="1979613" y="549275"/>
            <a:ext cx="51847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cs typeface="Arial" charset="0"/>
              </a:defRPr>
            </a:lvl1pPr>
            <a:lvl2pPr marL="742950" indent="-285750" eaLnBrk="0" hangingPunct="0">
              <a:defRPr sz="2400">
                <a:solidFill>
                  <a:schemeClr val="tx1"/>
                </a:solidFill>
                <a:latin typeface="Times New Roman" pitchFamily="18" charset="0"/>
                <a:cs typeface="Arial" charset="0"/>
              </a:defRPr>
            </a:lvl2pPr>
            <a:lvl3pPr marL="1143000" indent="-228600" eaLnBrk="0" hangingPunct="0">
              <a:defRPr sz="2400">
                <a:solidFill>
                  <a:schemeClr val="tx1"/>
                </a:solidFill>
                <a:latin typeface="Times New Roman" pitchFamily="18" charset="0"/>
                <a:cs typeface="Arial" charset="0"/>
              </a:defRPr>
            </a:lvl3pPr>
            <a:lvl4pPr marL="1600200" indent="-228600" eaLnBrk="0" hangingPunct="0">
              <a:defRPr sz="2400">
                <a:solidFill>
                  <a:schemeClr val="tx1"/>
                </a:solidFill>
                <a:latin typeface="Times New Roman" pitchFamily="18" charset="0"/>
                <a:cs typeface="Arial" charset="0"/>
              </a:defRPr>
            </a:lvl4pPr>
            <a:lvl5pPr marL="2057400" indent="-228600" eaLnBrk="0" hangingPunct="0">
              <a:defRPr sz="2400">
                <a:solidFill>
                  <a:schemeClr val="tx1"/>
                </a:solidFill>
                <a:latin typeface="Times New Roman" pitchFamily="18" charset="0"/>
                <a:cs typeface="Arial"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charset="0"/>
              </a:defRPr>
            </a:lvl9pPr>
          </a:lstStyle>
          <a:p>
            <a:pPr algn="ctr" eaLnBrk="1" hangingPunct="1"/>
            <a:r>
              <a:rPr lang="en-GB" sz="6000">
                <a:solidFill>
                  <a:schemeClr val="bg1"/>
                </a:solidFill>
              </a:rPr>
              <a:t>QUESTIONS?</a:t>
            </a:r>
            <a:endParaRPr lang="en-US" sz="6000">
              <a:solidFill>
                <a:schemeClr val="bg1"/>
              </a:solidFill>
            </a:endParaRPr>
          </a:p>
        </p:txBody>
      </p:sp>
    </p:spTree>
    <p:extLst>
      <p:ext uri="{BB962C8B-B14F-4D97-AF65-F5344CB8AC3E}">
        <p14:creationId xmlns:p14="http://schemas.microsoft.com/office/powerpoint/2010/main" val="2280531034"/>
      </p:ext>
    </p:extLst>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20130918 - PAO - TEMP - PPT Master - NU">
  <a:themeElements>
    <a:clrScheme name="COSEC Blue">
      <a:dk1>
        <a:srgbClr val="000000"/>
      </a:dk1>
      <a:lt1>
        <a:sysClr val="window" lastClr="FFFFFF"/>
      </a:lt1>
      <a:dk2>
        <a:srgbClr val="003B5B"/>
      </a:dk2>
      <a:lt2>
        <a:srgbClr val="E2E3E4"/>
      </a:lt2>
      <a:accent1>
        <a:srgbClr val="0C909D"/>
      </a:accent1>
      <a:accent2>
        <a:srgbClr val="6DBDC4"/>
      </a:accent2>
      <a:accent3>
        <a:srgbClr val="9ED3D8"/>
      </a:accent3>
      <a:accent4>
        <a:srgbClr val="CEE9EB"/>
      </a:accent4>
      <a:accent5>
        <a:srgbClr val="E2E3E4"/>
      </a:accent5>
      <a:accent6>
        <a:srgbClr val="003B5B"/>
      </a:accent6>
      <a:hlink>
        <a:srgbClr val="003B5B"/>
      </a:hlink>
      <a:folHlink>
        <a:srgbClr val="003B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NATO_SCHOOL_Oberammergau_default_master">
  <a:themeElements>
    <a:clrScheme name="Custom 1">
      <a:dk1>
        <a:srgbClr val="000000"/>
      </a:dk1>
      <a:lt1>
        <a:sysClr val="window" lastClr="FFFFFF"/>
      </a:lt1>
      <a:dk2>
        <a:srgbClr val="003B5B"/>
      </a:dk2>
      <a:lt2>
        <a:srgbClr val="E2E3E4"/>
      </a:lt2>
      <a:accent1>
        <a:srgbClr val="808285"/>
      </a:accent1>
      <a:accent2>
        <a:srgbClr val="003B5B"/>
      </a:accent2>
      <a:accent3>
        <a:srgbClr val="317696"/>
      </a:accent3>
      <a:accent4>
        <a:srgbClr val="6D9AB5"/>
      </a:accent4>
      <a:accent5>
        <a:srgbClr val="ADC5D7"/>
      </a:accent5>
      <a:accent6>
        <a:srgbClr val="E2E3E4"/>
      </a:accent6>
      <a:hlink>
        <a:srgbClr val="003B5B"/>
      </a:hlink>
      <a:folHlink>
        <a:srgbClr val="003B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INTEL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OSEC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JOPS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JPD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NCOPD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PRO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MSOffice_default_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NSO PPT Template With SHAPE Emblem_2">
  <a:themeElements>
    <a:clrScheme name="Custom 1">
      <a:dk1>
        <a:srgbClr val="000000"/>
      </a:dk1>
      <a:lt1>
        <a:sysClr val="window" lastClr="FFFFFF"/>
      </a:lt1>
      <a:dk2>
        <a:srgbClr val="003B5B"/>
      </a:dk2>
      <a:lt2>
        <a:srgbClr val="E2E3E4"/>
      </a:lt2>
      <a:accent1>
        <a:srgbClr val="808285"/>
      </a:accent1>
      <a:accent2>
        <a:srgbClr val="003B5B"/>
      </a:accent2>
      <a:accent3>
        <a:srgbClr val="317696"/>
      </a:accent3>
      <a:accent4>
        <a:srgbClr val="6D9AB5"/>
      </a:accent4>
      <a:accent5>
        <a:srgbClr val="ADC5D7"/>
      </a:accent5>
      <a:accent6>
        <a:srgbClr val="E2E3E4"/>
      </a:accent6>
      <a:hlink>
        <a:srgbClr val="003B5B"/>
      </a:hlink>
      <a:folHlink>
        <a:srgbClr val="003B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65B27A65603CCE4286BCFAF569B13952" ma:contentTypeVersion="12" ma:contentTypeDescription="Criar um novo documento." ma:contentTypeScope="" ma:versionID="e8ed86e5e11f9f02dcb9587e66bef5b7">
  <xsd:schema xmlns:xsd="http://www.w3.org/2001/XMLSchema" xmlns:xs="http://www.w3.org/2001/XMLSchema" xmlns:p="http://schemas.microsoft.com/office/2006/metadata/properties" xmlns:ns2="1c3fb4c2-0da0-4d0a-ba1a-d31282cddde4" xmlns:ns3="768ec260-3609-4363-825e-a27f12258866" targetNamespace="http://schemas.microsoft.com/office/2006/metadata/properties" ma:root="true" ma:fieldsID="e12a2af26451616c9c41a45c543fea80" ns2:_="" ns3:_="">
    <xsd:import namespace="1c3fb4c2-0da0-4d0a-ba1a-d31282cddde4"/>
    <xsd:import namespace="768ec260-3609-4363-825e-a27f1225886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3fb4c2-0da0-4d0a-ba1a-d31282cddd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Etiquetas de Imagem" ma:readOnly="false" ma:fieldId="{5cf76f15-5ced-4ddc-b409-7134ff3c332f}" ma:taxonomyMulti="true" ma:sspId="f8f0716f-eab5-442c-b43b-7dcdbaec426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68ec260-3609-4363-825e-a27f12258866"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62ef64b-3660-49a0-8a9d-71bfcb2a4adc}" ma:internalName="TaxCatchAll" ma:showField="CatchAllData" ma:web="768ec260-3609-4363-825e-a27f1225886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c3fb4c2-0da0-4d0a-ba1a-d31282cddde4">
      <Terms xmlns="http://schemas.microsoft.com/office/infopath/2007/PartnerControls"/>
    </lcf76f155ced4ddcb4097134ff3c332f>
    <TaxCatchAll xmlns="768ec260-3609-4363-825e-a27f12258866" xsi:nil="true"/>
  </documentManagement>
</p:properties>
</file>

<file path=customXml/itemProps1.xml><?xml version="1.0" encoding="utf-8"?>
<ds:datastoreItem xmlns:ds="http://schemas.openxmlformats.org/officeDocument/2006/customXml" ds:itemID="{C4AC0956-A4BA-4343-BD3C-831DA2727499}"/>
</file>

<file path=customXml/itemProps2.xml><?xml version="1.0" encoding="utf-8"?>
<ds:datastoreItem xmlns:ds="http://schemas.openxmlformats.org/officeDocument/2006/customXml" ds:itemID="{A1324BDF-8BF4-4D35-9F1A-DA34F689D2D0}"/>
</file>

<file path=customXml/itemProps3.xml><?xml version="1.0" encoding="utf-8"?>
<ds:datastoreItem xmlns:ds="http://schemas.openxmlformats.org/officeDocument/2006/customXml" ds:itemID="{D62397FB-3EA5-47E4-B8D8-FAAAA554B7F1}"/>
</file>

<file path=docProps/app.xml><?xml version="1.0" encoding="utf-8"?>
<Properties xmlns="http://schemas.openxmlformats.org/officeDocument/2006/extended-properties" xmlns:vt="http://schemas.openxmlformats.org/officeDocument/2006/docPropsVTypes">
  <Template>20130918 - PAO - TEMP - PPT Master - NU</Template>
  <TotalTime>5437</TotalTime>
  <Words>2850</Words>
  <Application>Microsoft Office PowerPoint</Application>
  <PresentationFormat>On-screen Show (4:3)</PresentationFormat>
  <Paragraphs>578</Paragraphs>
  <Slides>31</Slides>
  <Notes>19</Notes>
  <HiddenSlides>0</HiddenSlides>
  <MMClips>0</MMClips>
  <ScaleCrop>false</ScaleCrop>
  <HeadingPairs>
    <vt:vector size="8" baseType="variant">
      <vt:variant>
        <vt:lpstr>Fonts Used</vt:lpstr>
      </vt:variant>
      <vt:variant>
        <vt:i4>4</vt:i4>
      </vt:variant>
      <vt:variant>
        <vt:lpstr>Theme</vt:lpstr>
      </vt:variant>
      <vt:variant>
        <vt:i4>10</vt:i4>
      </vt:variant>
      <vt:variant>
        <vt:lpstr>Embedded OLE Servers</vt:lpstr>
      </vt:variant>
      <vt:variant>
        <vt:i4>1</vt:i4>
      </vt:variant>
      <vt:variant>
        <vt:lpstr>Slide Titles</vt:lpstr>
      </vt:variant>
      <vt:variant>
        <vt:i4>31</vt:i4>
      </vt:variant>
    </vt:vector>
  </HeadingPairs>
  <TitlesOfParts>
    <vt:vector size="46" baseType="lpstr">
      <vt:lpstr>Arial</vt:lpstr>
      <vt:lpstr>Calibri</vt:lpstr>
      <vt:lpstr>Times New Roman</vt:lpstr>
      <vt:lpstr>Wingdings</vt:lpstr>
      <vt:lpstr>20130918 - PAO - TEMP - PPT Master - NU</vt:lpstr>
      <vt:lpstr>NATO_SCHOOL_Oberammergau_default_master</vt:lpstr>
      <vt:lpstr>INTEL_master</vt:lpstr>
      <vt:lpstr>COSEC_master</vt:lpstr>
      <vt:lpstr>JOPS_master</vt:lpstr>
      <vt:lpstr>JPD_master</vt:lpstr>
      <vt:lpstr>NCOPD_master</vt:lpstr>
      <vt:lpstr>PROT_master</vt:lpstr>
      <vt:lpstr>MSOffice_default_master</vt:lpstr>
      <vt:lpstr>NSO PPT Template With SHAPE Emblem_2</vt:lpstr>
      <vt:lpstr>Worksheet</vt:lpstr>
      <vt:lpstr>Mr. Frederic Salarnier Senior Contracting Officer  SHAPE,  FINAC </vt:lpstr>
      <vt:lpstr>Outline</vt:lpstr>
      <vt:lpstr>PART I</vt:lpstr>
      <vt:lpstr>PowerPoint Presentation</vt:lpstr>
      <vt:lpstr>PowerPoint Presentation</vt:lpstr>
      <vt:lpstr> Eligibility </vt:lpstr>
      <vt:lpstr> Eligibility </vt:lpstr>
      <vt:lpstr>Annual Budget Preparation</vt:lpstr>
      <vt:lpstr> Annual Budget Execution </vt:lpstr>
      <vt:lpstr>PART II</vt:lpstr>
      <vt:lpstr>Commercial Support Integration</vt:lpstr>
      <vt:lpstr>Overview of Hierarchy Rules </vt:lpstr>
      <vt:lpstr>Procurement (NFR)</vt:lpstr>
      <vt:lpstr>Responsibility and Accountability (FRP)</vt:lpstr>
      <vt:lpstr>PowerPoint Presentation</vt:lpstr>
      <vt:lpstr>Thresholds / Bidding Requirements</vt:lpstr>
      <vt:lpstr>PART III</vt:lpstr>
      <vt:lpstr>PowerPoint Presentation</vt:lpstr>
      <vt:lpstr>PowerPoint Presentation</vt:lpstr>
      <vt:lpstr>DECISION TO OUSOURCE</vt:lpstr>
      <vt:lpstr>DECISION TO OUSOURCE TO INDUSTRY</vt:lpstr>
      <vt:lpstr>DECISION TO OUSOURCE TO AGENCY</vt:lpstr>
      <vt:lpstr>NATO Agencies Support to AOMs</vt:lpstr>
      <vt:lpstr>Customer Funded Agencies</vt:lpstr>
      <vt:lpstr>Three Tier Framework for Procuring Services from NATO Agencies</vt:lpstr>
      <vt:lpstr>PowerPoint Presentation</vt:lpstr>
      <vt:lpstr>PowerPoint Presentation</vt:lpstr>
      <vt:lpstr>PowerPoint Presentation</vt:lpstr>
      <vt:lpstr>PowerPoint Presentation</vt:lpstr>
      <vt:lpstr>Take Away</vt:lpstr>
      <vt:lpstr>PowerPoint Presentation</vt:lpstr>
    </vt:vector>
  </TitlesOfParts>
  <Company>NATOSchool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  I am your new slide master.</dc:title>
  <dc:creator>Tremblay, Remi</dc:creator>
  <cp:lastModifiedBy>SHAPE FINAC AQM SAM SALARNIER, Frederic NIC</cp:lastModifiedBy>
  <cp:revision>192</cp:revision>
  <cp:lastPrinted>2015-02-03T09:39:41Z</cp:lastPrinted>
  <dcterms:created xsi:type="dcterms:W3CDTF">2015-01-15T13:13:06Z</dcterms:created>
  <dcterms:modified xsi:type="dcterms:W3CDTF">2022-06-01T07:38:56Z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LPManualFileClassification">
    <vt:lpwstr>{A96B4FAD-86CC-4236-90DA-1F73B47B1B23}</vt:lpwstr>
  </property>
  <property fmtid="{D5CDD505-2E9C-101B-9397-08002B2CF9AE}" pid="3" name="DLPManualFileClassificationLastModifiedBy">
    <vt:lpwstr>U000\sha.f.salarnier</vt:lpwstr>
  </property>
  <property fmtid="{D5CDD505-2E9C-101B-9397-08002B2CF9AE}" pid="4" name="DLPManualFileClassificationLastModificationDate">
    <vt:lpwstr>1652690342</vt:lpwstr>
  </property>
  <property fmtid="{D5CDD505-2E9C-101B-9397-08002B2CF9AE}" pid="5" name="DLPManualFileClassificationVersion">
    <vt:lpwstr>11.6.500.17</vt:lpwstr>
  </property>
  <property fmtid="{D5CDD505-2E9C-101B-9397-08002B2CF9AE}" pid="6" name="ContentTypeId">
    <vt:lpwstr>0x01010065B27A65603CCE4286BCFAF569B13952</vt:lpwstr>
  </property>
</Properties>
</file>